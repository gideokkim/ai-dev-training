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4c6c638c807409b" /><Relationship Type="http://schemas.openxmlformats.org/officeDocument/2006/relationships/extended-properties" Target="/docProps/app.xml" Id="R055f1b45c7f94520" /><Relationship Type="http://schemas.openxmlformats.org/officeDocument/2006/relationships/officeDocument" Target="/ppt/presentation.xml" Id="R2b2d343e6b604fcb" /></Relationships>
</file>

<file path=ppt/presentation.xml><?xml version="1.0" encoding="utf-8"?>
<p:presentation xmlns:p="http://schemas.openxmlformats.org/presentationml/2006/main">
  <p:sldMasterIdLst>
    <p:sldMasterId xmlns:r="http://schemas.openxmlformats.org/officeDocument/2006/relationships" id="2147483648" r:id="R5cb4db8da9cf4363"/>
  </p:sldMasterIdLst>
  <p:notesMasterIdLst>
    <p:notesMasterId xmlns:r="http://schemas.openxmlformats.org/officeDocument/2006/relationships" r:id="R2c9ba6fb2ffa4e0f"/>
  </p:notesMasterIdLst>
  <p:sldIdLst>
    <p:sldId xmlns:r="http://schemas.openxmlformats.org/officeDocument/2006/relationships" id="256" r:id="R2c51716e301c4cc3"/>
    <p:sldId xmlns:r="http://schemas.openxmlformats.org/officeDocument/2006/relationships" id="257" r:id="R126f8702642b4980"/>
    <p:sldId xmlns:r="http://schemas.openxmlformats.org/officeDocument/2006/relationships" id="258" r:id="Ra916750066ca486f"/>
    <p:sldId xmlns:r="http://schemas.openxmlformats.org/officeDocument/2006/relationships" id="259" r:id="R0ddb08b3c3644761"/>
    <p:sldId xmlns:r="http://schemas.openxmlformats.org/officeDocument/2006/relationships" id="260" r:id="R10bc96f8d9c04715"/>
    <p:sldId xmlns:r="http://schemas.openxmlformats.org/officeDocument/2006/relationships" id="261" r:id="Rca843d504e8c419b"/>
    <p:sldId xmlns:r="http://schemas.openxmlformats.org/officeDocument/2006/relationships" id="262" r:id="R42d063228df94a98"/>
    <p:sldId xmlns:r="http://schemas.openxmlformats.org/officeDocument/2006/relationships" id="263" r:id="Ra84f6f78ca3a48b7"/>
    <p:sldId xmlns:r="http://schemas.openxmlformats.org/officeDocument/2006/relationships" id="264" r:id="R6c6922c55d254246"/>
    <p:sldId xmlns:r="http://schemas.openxmlformats.org/officeDocument/2006/relationships" id="265" r:id="Rd710608e6bf14235"/>
    <p:sldId xmlns:r="http://schemas.openxmlformats.org/officeDocument/2006/relationships" id="266" r:id="R8a35d95ff79b4d02"/>
    <p:sldId xmlns:r="http://schemas.openxmlformats.org/officeDocument/2006/relationships" id="267" r:id="R71f79f867fd04a37"/>
    <p:sldId xmlns:r="http://schemas.openxmlformats.org/officeDocument/2006/relationships" id="268" r:id="Ra3ceb1c99c1446fe"/>
    <p:sldId xmlns:r="http://schemas.openxmlformats.org/officeDocument/2006/relationships" id="269" r:id="R46b7d31f61074c76"/>
    <p:sldId xmlns:r="http://schemas.openxmlformats.org/officeDocument/2006/relationships" id="270" r:id="R321a2e0a36024b32"/>
    <p:sldId xmlns:r="http://schemas.openxmlformats.org/officeDocument/2006/relationships" id="271" r:id="R9664f65923374c44"/>
    <p:sldId xmlns:r="http://schemas.openxmlformats.org/officeDocument/2006/relationships" id="272" r:id="R568d6bb094944ac9"/>
    <p:sldId xmlns:r="http://schemas.openxmlformats.org/officeDocument/2006/relationships" id="273" r:id="R5c55875a6a2844de"/>
    <p:sldId xmlns:r="http://schemas.openxmlformats.org/officeDocument/2006/relationships" id="274" r:id="Ref157c48757242d8"/>
    <p:sldId xmlns:r="http://schemas.openxmlformats.org/officeDocument/2006/relationships" id="275" r:id="Raf011e6ca1a6492f"/>
    <p:sldId xmlns:r="http://schemas.openxmlformats.org/officeDocument/2006/relationships" id="276" r:id="R5c12acf5e1224ce2"/>
    <p:sldId xmlns:r="http://schemas.openxmlformats.org/officeDocument/2006/relationships" id="277" r:id="Ra8c5ac851b894990"/>
    <p:sldId xmlns:r="http://schemas.openxmlformats.org/officeDocument/2006/relationships" id="278" r:id="R6fd4566688004785"/>
    <p:sldId xmlns:r="http://schemas.openxmlformats.org/officeDocument/2006/relationships" id="279" r:id="R8f1b2cdd9b2a43f4"/>
    <p:sldId xmlns:r="http://schemas.openxmlformats.org/officeDocument/2006/relationships" id="280" r:id="R25e3373b91b94718"/>
    <p:sldId xmlns:r="http://schemas.openxmlformats.org/officeDocument/2006/relationships" id="281" r:id="Rc82e7f4d6b3541ee"/>
    <p:sldId xmlns:r="http://schemas.openxmlformats.org/officeDocument/2006/relationships" id="282" r:id="R44d6a3027a044c93"/>
    <p:sldId xmlns:r="http://schemas.openxmlformats.org/officeDocument/2006/relationships" id="283" r:id="R0a41bc5ebeb64fcf"/>
    <p:sldId xmlns:r="http://schemas.openxmlformats.org/officeDocument/2006/relationships" id="284" r:id="R4b6f4083a9254bd8"/>
    <p:sldId xmlns:r="http://schemas.openxmlformats.org/officeDocument/2006/relationships" id="285" r:id="R7b1b0e7f1b6c4a0a"/>
    <p:sldId xmlns:r="http://schemas.openxmlformats.org/officeDocument/2006/relationships" id="286" r:id="Rbd1be16d7ba04c74"/>
    <p:sldId xmlns:r="http://schemas.openxmlformats.org/officeDocument/2006/relationships" id="287" r:id="R82c6ca0f96714a05"/>
    <p:sldId xmlns:r="http://schemas.openxmlformats.org/officeDocument/2006/relationships" id="288" r:id="R48785caff05e417d"/>
    <p:sldId xmlns:r="http://schemas.openxmlformats.org/officeDocument/2006/relationships" id="289" r:id="R222495a9753b4a82"/>
    <p:sldId xmlns:r="http://schemas.openxmlformats.org/officeDocument/2006/relationships" id="290" r:id="R0cffb0ce8daf4230"/>
    <p:sldId xmlns:r="http://schemas.openxmlformats.org/officeDocument/2006/relationships" id="291" r:id="R5ac8e2eb4e484e82"/>
    <p:sldId xmlns:r="http://schemas.openxmlformats.org/officeDocument/2006/relationships" id="292" r:id="R4ebc8cf44be8414d"/>
    <p:sldId xmlns:r="http://schemas.openxmlformats.org/officeDocument/2006/relationships" id="293" r:id="Recda3e7c826f464d"/>
    <p:sldId xmlns:r="http://schemas.openxmlformats.org/officeDocument/2006/relationships" id="294" r:id="R5ef375f6fabe4894"/>
    <p:sldId xmlns:r="http://schemas.openxmlformats.org/officeDocument/2006/relationships" id="295" r:id="Rc5689a815cbe46a0"/>
    <p:sldId xmlns:r="http://schemas.openxmlformats.org/officeDocument/2006/relationships" id="296" r:id="R312e4889d4024e07"/>
    <p:sldId xmlns:r="http://schemas.openxmlformats.org/officeDocument/2006/relationships" id="297" r:id="R5031a0df07934576"/>
    <p:sldId xmlns:r="http://schemas.openxmlformats.org/officeDocument/2006/relationships" id="298" r:id="R2bcee61e9c02459a"/>
    <p:sldId xmlns:r="http://schemas.openxmlformats.org/officeDocument/2006/relationships" id="299" r:id="R89edd379edfc4a76"/>
    <p:sldId xmlns:r="http://schemas.openxmlformats.org/officeDocument/2006/relationships" id="300" r:id="R5fc934c155c5450d"/>
    <p:sldId xmlns:r="http://schemas.openxmlformats.org/officeDocument/2006/relationships" id="301" r:id="Rdf5da023482d4427"/>
    <p:sldId xmlns:r="http://schemas.openxmlformats.org/officeDocument/2006/relationships" id="302" r:id="R38d5139c8a6c487c"/>
    <p:sldId xmlns:r="http://schemas.openxmlformats.org/officeDocument/2006/relationships" id="303" r:id="Rbb4acd7db1d14b63"/>
    <p:sldId xmlns:r="http://schemas.openxmlformats.org/officeDocument/2006/relationships" id="304" r:id="R23a9098eda6845ca"/>
    <p:sldId xmlns:r="http://schemas.openxmlformats.org/officeDocument/2006/relationships" id="305" r:id="Rfca576b8be3b4da4"/>
    <p:sldId xmlns:r="http://schemas.openxmlformats.org/officeDocument/2006/relationships" id="306" r:id="Rb67414ef8e6c45db"/>
    <p:sldId xmlns:r="http://schemas.openxmlformats.org/officeDocument/2006/relationships" id="307" r:id="Ra3ee92494a274999"/>
    <p:sldId xmlns:r="http://schemas.openxmlformats.org/officeDocument/2006/relationships" id="308" r:id="R2690c3b77b514e41"/>
    <p:sldId xmlns:r="http://schemas.openxmlformats.org/officeDocument/2006/relationships" id="309" r:id="R01234120b59d401f"/>
    <p:sldId xmlns:r="http://schemas.openxmlformats.org/officeDocument/2006/relationships" id="310" r:id="R953094c7cec44d1b"/>
    <p:sldId xmlns:r="http://schemas.openxmlformats.org/officeDocument/2006/relationships" id="311" r:id="Rabc73fdb36674878"/>
    <p:sldId xmlns:r="http://schemas.openxmlformats.org/officeDocument/2006/relationships" id="312" r:id="Rc92aaac8352e446e"/>
    <p:sldId xmlns:r="http://schemas.openxmlformats.org/officeDocument/2006/relationships" id="313" r:id="R7a8732a9fa614ffb"/>
    <p:sldId xmlns:r="http://schemas.openxmlformats.org/officeDocument/2006/relationships" id="314" r:id="R95d105f4eb264c75"/>
    <p:sldId xmlns:r="http://schemas.openxmlformats.org/officeDocument/2006/relationships" id="315" r:id="R78f53a0bb1124af8"/>
    <p:sldId xmlns:r="http://schemas.openxmlformats.org/officeDocument/2006/relationships" id="316" r:id="R19d102492ae44cb0"/>
    <p:sldId xmlns:r="http://schemas.openxmlformats.org/officeDocument/2006/relationships" id="317" r:id="Rf812b73ad83347c2"/>
    <p:sldId xmlns:r="http://schemas.openxmlformats.org/officeDocument/2006/relationships" id="318" r:id="R10e3b02fff3e40f1"/>
    <p:sldId xmlns:r="http://schemas.openxmlformats.org/officeDocument/2006/relationships" id="319" r:id="R4490590bad9d4d17"/>
    <p:sldId xmlns:r="http://schemas.openxmlformats.org/officeDocument/2006/relationships" id="320" r:id="R1186d56adc594f2b"/>
    <p:sldId xmlns:r="http://schemas.openxmlformats.org/officeDocument/2006/relationships" id="321" r:id="R9893aeffb5c0430c"/>
    <p:sldId xmlns:r="http://schemas.openxmlformats.org/officeDocument/2006/relationships" id="322" r:id="R9c3a05f8d3604cb0"/>
    <p:sldId xmlns:r="http://schemas.openxmlformats.org/officeDocument/2006/relationships" id="323" r:id="R4d6de1970a6141dd"/>
    <p:sldId xmlns:r="http://schemas.openxmlformats.org/officeDocument/2006/relationships" id="324" r:id="R31751736aa794a9a"/>
    <p:sldId xmlns:r="http://schemas.openxmlformats.org/officeDocument/2006/relationships" id="325" r:id="Rc4b2681c74ff4ef3"/>
    <p:sldId xmlns:r="http://schemas.openxmlformats.org/officeDocument/2006/relationships" id="326" r:id="R4717c95089484510"/>
    <p:sldId xmlns:r="http://schemas.openxmlformats.org/officeDocument/2006/relationships" id="327" r:id="R3f609a3a47ee417f"/>
    <p:sldId xmlns:r="http://schemas.openxmlformats.org/officeDocument/2006/relationships" id="328" r:id="Rb017067f3c88410f"/>
    <p:sldId xmlns:r="http://schemas.openxmlformats.org/officeDocument/2006/relationships" id="329" r:id="Rc59e64d687d74088"/>
    <p:sldId xmlns:r="http://schemas.openxmlformats.org/officeDocument/2006/relationships" id="330" r:id="R2d01d9c46b0845ba"/>
    <p:sldId xmlns:r="http://schemas.openxmlformats.org/officeDocument/2006/relationships" id="331" r:id="Rdfae589be64a4540"/>
    <p:sldId xmlns:r="http://schemas.openxmlformats.org/officeDocument/2006/relationships" id="332" r:id="Rcb254bfe6d874e9f"/>
    <p:sldId xmlns:r="http://schemas.openxmlformats.org/officeDocument/2006/relationships" id="333" r:id="Rd530a26ecaa94b4e"/>
    <p:sldId xmlns:r="http://schemas.openxmlformats.org/officeDocument/2006/relationships" id="334" r:id="R41f3230da49a459f"/>
    <p:sldId xmlns:r="http://schemas.openxmlformats.org/officeDocument/2006/relationships" id="335" r:id="Rfcc5d18bd9354ff7"/>
    <p:sldId xmlns:r="http://schemas.openxmlformats.org/officeDocument/2006/relationships" id="336" r:id="R46a5263636be4366"/>
    <p:sldId xmlns:r="http://schemas.openxmlformats.org/officeDocument/2006/relationships" id="337" r:id="R1341d580ebe34c6e"/>
    <p:sldId xmlns:r="http://schemas.openxmlformats.org/officeDocument/2006/relationships" id="338" r:id="R9b84962e243a4c6a"/>
    <p:sldId xmlns:r="http://schemas.openxmlformats.org/officeDocument/2006/relationships" id="339" r:id="Rf08916dbdcef4726"/>
    <p:sldId xmlns:r="http://schemas.openxmlformats.org/officeDocument/2006/relationships" id="340" r:id="Rdd9859ad81384418"/>
    <p:sldId xmlns:r="http://schemas.openxmlformats.org/officeDocument/2006/relationships" id="341" r:id="R5eab7c5e1f02409b"/>
    <p:sldId xmlns:r="http://schemas.openxmlformats.org/officeDocument/2006/relationships" id="342" r:id="R27301ca772b04f33"/>
    <p:sldId xmlns:r="http://schemas.openxmlformats.org/officeDocument/2006/relationships" id="343" r:id="R9bc08aacabec4c85"/>
    <p:sldId xmlns:r="http://schemas.openxmlformats.org/officeDocument/2006/relationships" id="344" r:id="R590c4a0d89e547c0"/>
    <p:sldId xmlns:r="http://schemas.openxmlformats.org/officeDocument/2006/relationships" id="345" r:id="R25ad14ea1b934e81"/>
    <p:sldId xmlns:r="http://schemas.openxmlformats.org/officeDocument/2006/relationships" id="346" r:id="Rc3da801f728d4cff"/>
    <p:sldId xmlns:r="http://schemas.openxmlformats.org/officeDocument/2006/relationships" id="347" r:id="R01891f6cc7244b4b"/>
    <p:sldId xmlns:r="http://schemas.openxmlformats.org/officeDocument/2006/relationships" id="348" r:id="Ra6a01acb9b39474c"/>
    <p:sldId xmlns:r="http://schemas.openxmlformats.org/officeDocument/2006/relationships" id="349" r:id="Rfca22ecece5d4dd8"/>
    <p:sldId xmlns:r="http://schemas.openxmlformats.org/officeDocument/2006/relationships" id="350" r:id="R1fc87eb1ed364d1e"/>
    <p:sldId xmlns:r="http://schemas.openxmlformats.org/officeDocument/2006/relationships" id="351" r:id="Rfa2e982f8ffd4452"/>
    <p:sldId xmlns:r="http://schemas.openxmlformats.org/officeDocument/2006/relationships" id="352" r:id="R6101a603d3f548cf"/>
    <p:sldId xmlns:r="http://schemas.openxmlformats.org/officeDocument/2006/relationships" id="353" r:id="Ra4a671d7f93d4ca1"/>
    <p:sldId xmlns:r="http://schemas.openxmlformats.org/officeDocument/2006/relationships" id="354" r:id="Rc196024fb7e74894"/>
    <p:sldId xmlns:r="http://schemas.openxmlformats.org/officeDocument/2006/relationships" id="355" r:id="Rc29f752627564c1d"/>
    <p:sldId xmlns:r="http://schemas.openxmlformats.org/officeDocument/2006/relationships" id="356" r:id="Ra3ad58e4632e4f67"/>
    <p:sldId xmlns:r="http://schemas.openxmlformats.org/officeDocument/2006/relationships" id="357" r:id="R9a257080066b4cf2"/>
    <p:sldId xmlns:r="http://schemas.openxmlformats.org/officeDocument/2006/relationships" id="358" r:id="R1998fa54bfd34d1c"/>
    <p:sldId xmlns:r="http://schemas.openxmlformats.org/officeDocument/2006/relationships" id="359" r:id="R60bcc2b66d4b49f6"/>
    <p:sldId xmlns:r="http://schemas.openxmlformats.org/officeDocument/2006/relationships" id="360" r:id="R438ff7ebc58c491e"/>
    <p:sldId xmlns:r="http://schemas.openxmlformats.org/officeDocument/2006/relationships" id="361" r:id="Rd6b627017eab403e"/>
    <p:sldId xmlns:r="http://schemas.openxmlformats.org/officeDocument/2006/relationships" id="362" r:id="Rf5104f5825f74b38"/>
    <p:sldId xmlns:r="http://schemas.openxmlformats.org/officeDocument/2006/relationships" id="363" r:id="R83efc914204a4f49"/>
    <p:sldId xmlns:r="http://schemas.openxmlformats.org/officeDocument/2006/relationships" id="364" r:id="Re04b344ecfdb4d25"/>
    <p:sldId xmlns:r="http://schemas.openxmlformats.org/officeDocument/2006/relationships" id="365" r:id="R4abba33b013b491f"/>
    <p:sldId xmlns:r="http://schemas.openxmlformats.org/officeDocument/2006/relationships" id="366" r:id="R30eeb0ff235144a5"/>
    <p:sldId xmlns:r="http://schemas.openxmlformats.org/officeDocument/2006/relationships" id="367" r:id="R0a95034c03024153"/>
    <p:sldId xmlns:r="http://schemas.openxmlformats.org/officeDocument/2006/relationships" id="368" r:id="R74cd61860e004e4e"/>
    <p:sldId xmlns:r="http://schemas.openxmlformats.org/officeDocument/2006/relationships" id="369" r:id="R4833c12dde7a44ea"/>
    <p:sldId xmlns:r="http://schemas.openxmlformats.org/officeDocument/2006/relationships" id="370" r:id="R54d5a9560b0e4d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f0cc05b6ab45b3" /><Relationship Type="http://schemas.openxmlformats.org/officeDocument/2006/relationships/slideMaster" Target="/ppt/slideMasters/slideMaster1.xml" Id="R5cb4db8da9cf4363" /><Relationship Type="http://schemas.openxmlformats.org/officeDocument/2006/relationships/notesMaster" Target="/ppt/notesMasters/notesMaster1.xml" Id="R2c9ba6fb2ffa4e0f" /><Relationship Type="http://schemas.openxmlformats.org/officeDocument/2006/relationships/presProps" Target="/ppt/presProps.xml" Id="Rfc9cc102d2944698" /><Relationship Type="http://schemas.openxmlformats.org/officeDocument/2006/relationships/tableStyles" Target="/ppt/tableStyles.xml" Id="Raf70c685a23440e7" /><Relationship Type="http://schemas.openxmlformats.org/officeDocument/2006/relationships/slide" Target="/ppt/slides/slide1.xml" Id="R2c51716e301c4cc3" /><Relationship Type="http://schemas.openxmlformats.org/officeDocument/2006/relationships/slide" Target="/ppt/slides/slide2.xml" Id="R126f8702642b4980" /><Relationship Type="http://schemas.openxmlformats.org/officeDocument/2006/relationships/slide" Target="/ppt/slides/slide3.xml" Id="Ra916750066ca486f" /><Relationship Type="http://schemas.openxmlformats.org/officeDocument/2006/relationships/slide" Target="/ppt/slides/slide4.xml" Id="R0ddb08b3c3644761" /><Relationship Type="http://schemas.openxmlformats.org/officeDocument/2006/relationships/slide" Target="/ppt/slides/slide5.xml" Id="R10bc96f8d9c04715" /><Relationship Type="http://schemas.openxmlformats.org/officeDocument/2006/relationships/slide" Target="/ppt/slides/slide6.xml" Id="Rca843d504e8c419b" /><Relationship Type="http://schemas.openxmlformats.org/officeDocument/2006/relationships/slide" Target="/ppt/slides/slide7.xml" Id="R42d063228df94a98" /><Relationship Type="http://schemas.openxmlformats.org/officeDocument/2006/relationships/slide" Target="/ppt/slides/slide8.xml" Id="Ra84f6f78ca3a48b7" /><Relationship Type="http://schemas.openxmlformats.org/officeDocument/2006/relationships/slide" Target="/ppt/slides/slide9.xml" Id="R6c6922c55d254246" /><Relationship Type="http://schemas.openxmlformats.org/officeDocument/2006/relationships/slide" Target="/ppt/slides/slide10.xml" Id="Rd710608e6bf14235" /><Relationship Type="http://schemas.openxmlformats.org/officeDocument/2006/relationships/slide" Target="/ppt/slides/slide11.xml" Id="R8a35d95ff79b4d02" /><Relationship Type="http://schemas.openxmlformats.org/officeDocument/2006/relationships/slide" Target="/ppt/slides/slide12.xml" Id="R71f79f867fd04a37" /><Relationship Type="http://schemas.openxmlformats.org/officeDocument/2006/relationships/slide" Target="/ppt/slides/slide13.xml" Id="Ra3ceb1c99c1446fe" /><Relationship Type="http://schemas.openxmlformats.org/officeDocument/2006/relationships/slide" Target="/ppt/slides/slide14.xml" Id="R46b7d31f61074c76" /><Relationship Type="http://schemas.openxmlformats.org/officeDocument/2006/relationships/slide" Target="/ppt/slides/slide15.xml" Id="R321a2e0a36024b32" /><Relationship Type="http://schemas.openxmlformats.org/officeDocument/2006/relationships/slide" Target="/ppt/slides/slide16.xml" Id="R9664f65923374c44" /><Relationship Type="http://schemas.openxmlformats.org/officeDocument/2006/relationships/slide" Target="/ppt/slides/slide17.xml" Id="R568d6bb094944ac9" /><Relationship Type="http://schemas.openxmlformats.org/officeDocument/2006/relationships/slide" Target="/ppt/slides/slide18.xml" Id="R5c55875a6a2844de" /><Relationship Type="http://schemas.openxmlformats.org/officeDocument/2006/relationships/slide" Target="/ppt/slides/slide19.xml" Id="Ref157c48757242d8" /><Relationship Type="http://schemas.openxmlformats.org/officeDocument/2006/relationships/slide" Target="/ppt/slides/slide20.xml" Id="Raf011e6ca1a6492f" /><Relationship Type="http://schemas.openxmlformats.org/officeDocument/2006/relationships/slide" Target="/ppt/slides/slide21.xml" Id="R5c12acf5e1224ce2" /><Relationship Type="http://schemas.openxmlformats.org/officeDocument/2006/relationships/slide" Target="/ppt/slides/slide22.xml" Id="Ra8c5ac851b894990" /><Relationship Type="http://schemas.openxmlformats.org/officeDocument/2006/relationships/slide" Target="/ppt/slides/slide23.xml" Id="R6fd4566688004785" /><Relationship Type="http://schemas.openxmlformats.org/officeDocument/2006/relationships/slide" Target="/ppt/slides/slide24.xml" Id="R8f1b2cdd9b2a43f4" /><Relationship Type="http://schemas.openxmlformats.org/officeDocument/2006/relationships/slide" Target="/ppt/slides/slide25.xml" Id="R25e3373b91b94718" /><Relationship Type="http://schemas.openxmlformats.org/officeDocument/2006/relationships/slide" Target="/ppt/slides/slide26.xml" Id="Rc82e7f4d6b3541ee" /><Relationship Type="http://schemas.openxmlformats.org/officeDocument/2006/relationships/slide" Target="/ppt/slides/slide27.xml" Id="R44d6a3027a044c93" /><Relationship Type="http://schemas.openxmlformats.org/officeDocument/2006/relationships/slide" Target="/ppt/slides/slide28.xml" Id="R0a41bc5ebeb64fcf" /><Relationship Type="http://schemas.openxmlformats.org/officeDocument/2006/relationships/slide" Target="/ppt/slides/slide29.xml" Id="R4b6f4083a9254bd8" /><Relationship Type="http://schemas.openxmlformats.org/officeDocument/2006/relationships/slide" Target="/ppt/slides/slide30.xml" Id="R7b1b0e7f1b6c4a0a" /><Relationship Type="http://schemas.openxmlformats.org/officeDocument/2006/relationships/slide" Target="/ppt/slides/slide31.xml" Id="Rbd1be16d7ba04c74" /><Relationship Type="http://schemas.openxmlformats.org/officeDocument/2006/relationships/slide" Target="/ppt/slides/slide32.xml" Id="R82c6ca0f96714a05" /><Relationship Type="http://schemas.openxmlformats.org/officeDocument/2006/relationships/slide" Target="/ppt/slides/slide33.xml" Id="R48785caff05e417d" /><Relationship Type="http://schemas.openxmlformats.org/officeDocument/2006/relationships/slide" Target="/ppt/slides/slide34.xml" Id="R222495a9753b4a82" /><Relationship Type="http://schemas.openxmlformats.org/officeDocument/2006/relationships/slide" Target="/ppt/slides/slide35.xml" Id="R0cffb0ce8daf4230" /><Relationship Type="http://schemas.openxmlformats.org/officeDocument/2006/relationships/slide" Target="/ppt/slides/slide36.xml" Id="R5ac8e2eb4e484e82" /><Relationship Type="http://schemas.openxmlformats.org/officeDocument/2006/relationships/slide" Target="/ppt/slides/slide37.xml" Id="R4ebc8cf44be8414d" /><Relationship Type="http://schemas.openxmlformats.org/officeDocument/2006/relationships/slide" Target="/ppt/slides/slide38.xml" Id="Recda3e7c826f464d" /><Relationship Type="http://schemas.openxmlformats.org/officeDocument/2006/relationships/slide" Target="/ppt/slides/slide39.xml" Id="R5ef375f6fabe4894" /><Relationship Type="http://schemas.openxmlformats.org/officeDocument/2006/relationships/slide" Target="/ppt/slides/slide40.xml" Id="Rc5689a815cbe46a0" /><Relationship Type="http://schemas.openxmlformats.org/officeDocument/2006/relationships/slide" Target="/ppt/slides/slide41.xml" Id="R312e4889d4024e07" /><Relationship Type="http://schemas.openxmlformats.org/officeDocument/2006/relationships/slide" Target="/ppt/slides/slide42.xml" Id="R5031a0df07934576" /><Relationship Type="http://schemas.openxmlformats.org/officeDocument/2006/relationships/slide" Target="/ppt/slides/slide43.xml" Id="R2bcee61e9c02459a" /><Relationship Type="http://schemas.openxmlformats.org/officeDocument/2006/relationships/slide" Target="/ppt/slides/slide44.xml" Id="R89edd379edfc4a76" /><Relationship Type="http://schemas.openxmlformats.org/officeDocument/2006/relationships/slide" Target="/ppt/slides/slide45.xml" Id="R5fc934c155c5450d" /><Relationship Type="http://schemas.openxmlformats.org/officeDocument/2006/relationships/slide" Target="/ppt/slides/slide46.xml" Id="Rdf5da023482d4427" /><Relationship Type="http://schemas.openxmlformats.org/officeDocument/2006/relationships/slide" Target="/ppt/slides/slide47.xml" Id="R38d5139c8a6c487c" /><Relationship Type="http://schemas.openxmlformats.org/officeDocument/2006/relationships/slide" Target="/ppt/slides/slide48.xml" Id="Rbb4acd7db1d14b63" /><Relationship Type="http://schemas.openxmlformats.org/officeDocument/2006/relationships/slide" Target="/ppt/slides/slide49.xml" Id="R23a9098eda6845ca" /><Relationship Type="http://schemas.openxmlformats.org/officeDocument/2006/relationships/slide" Target="/ppt/slides/slide50.xml" Id="Rfca576b8be3b4da4" /><Relationship Type="http://schemas.openxmlformats.org/officeDocument/2006/relationships/slide" Target="/ppt/slides/slide51.xml" Id="Rb67414ef8e6c45db" /><Relationship Type="http://schemas.openxmlformats.org/officeDocument/2006/relationships/slide" Target="/ppt/slides/slide52.xml" Id="Ra3ee92494a274999" /><Relationship Type="http://schemas.openxmlformats.org/officeDocument/2006/relationships/slide" Target="/ppt/slides/slide53.xml" Id="R2690c3b77b514e41" /><Relationship Type="http://schemas.openxmlformats.org/officeDocument/2006/relationships/slide" Target="/ppt/slides/slide54.xml" Id="R01234120b59d401f" /><Relationship Type="http://schemas.openxmlformats.org/officeDocument/2006/relationships/slide" Target="/ppt/slides/slide55.xml" Id="R953094c7cec44d1b" /><Relationship Type="http://schemas.openxmlformats.org/officeDocument/2006/relationships/slide" Target="/ppt/slides/slide56.xml" Id="Rabc73fdb36674878" /><Relationship Type="http://schemas.openxmlformats.org/officeDocument/2006/relationships/slide" Target="/ppt/slides/slide57.xml" Id="Rc92aaac8352e446e" /><Relationship Type="http://schemas.openxmlformats.org/officeDocument/2006/relationships/slide" Target="/ppt/slides/slide58.xml" Id="R7a8732a9fa614ffb" /><Relationship Type="http://schemas.openxmlformats.org/officeDocument/2006/relationships/slide" Target="/ppt/slides/slide59.xml" Id="R95d105f4eb264c75" /><Relationship Type="http://schemas.openxmlformats.org/officeDocument/2006/relationships/slide" Target="/ppt/slides/slide60.xml" Id="R78f53a0bb1124af8" /><Relationship Type="http://schemas.openxmlformats.org/officeDocument/2006/relationships/slide" Target="/ppt/slides/slide61.xml" Id="R19d102492ae44cb0" /><Relationship Type="http://schemas.openxmlformats.org/officeDocument/2006/relationships/slide" Target="/ppt/slides/slide62.xml" Id="Rf812b73ad83347c2" /><Relationship Type="http://schemas.openxmlformats.org/officeDocument/2006/relationships/slide" Target="/ppt/slides/slide63.xml" Id="R10e3b02fff3e40f1" /><Relationship Type="http://schemas.openxmlformats.org/officeDocument/2006/relationships/slide" Target="/ppt/slides/slide64.xml" Id="R4490590bad9d4d17" /><Relationship Type="http://schemas.openxmlformats.org/officeDocument/2006/relationships/slide" Target="/ppt/slides/slide65.xml" Id="R1186d56adc594f2b" /><Relationship Type="http://schemas.openxmlformats.org/officeDocument/2006/relationships/slide" Target="/ppt/slides/slide66.xml" Id="R9893aeffb5c0430c" /><Relationship Type="http://schemas.openxmlformats.org/officeDocument/2006/relationships/slide" Target="/ppt/slides/slide67.xml" Id="R9c3a05f8d3604cb0" /><Relationship Type="http://schemas.openxmlformats.org/officeDocument/2006/relationships/slide" Target="/ppt/slides/slide68.xml" Id="R4d6de1970a6141dd" /><Relationship Type="http://schemas.openxmlformats.org/officeDocument/2006/relationships/slide" Target="/ppt/slides/slide69.xml" Id="R31751736aa794a9a" /><Relationship Type="http://schemas.openxmlformats.org/officeDocument/2006/relationships/slide" Target="/ppt/slides/slide70.xml" Id="Rc4b2681c74ff4ef3" /><Relationship Type="http://schemas.openxmlformats.org/officeDocument/2006/relationships/slide" Target="/ppt/slides/slide71.xml" Id="R4717c95089484510" /><Relationship Type="http://schemas.openxmlformats.org/officeDocument/2006/relationships/slide" Target="/ppt/slides/slide72.xml" Id="R3f609a3a47ee417f" /><Relationship Type="http://schemas.openxmlformats.org/officeDocument/2006/relationships/slide" Target="/ppt/slides/slide73.xml" Id="Rb017067f3c88410f" /><Relationship Type="http://schemas.openxmlformats.org/officeDocument/2006/relationships/slide" Target="/ppt/slides/slide74.xml" Id="Rc59e64d687d74088" /><Relationship Type="http://schemas.openxmlformats.org/officeDocument/2006/relationships/slide" Target="/ppt/slides/slide75.xml" Id="R2d01d9c46b0845ba" /><Relationship Type="http://schemas.openxmlformats.org/officeDocument/2006/relationships/slide" Target="/ppt/slides/slide76.xml" Id="Rdfae589be64a4540" /><Relationship Type="http://schemas.openxmlformats.org/officeDocument/2006/relationships/slide" Target="/ppt/slides/slide77.xml" Id="Rcb254bfe6d874e9f" /><Relationship Type="http://schemas.openxmlformats.org/officeDocument/2006/relationships/slide" Target="/ppt/slides/slide78.xml" Id="Rd530a26ecaa94b4e" /><Relationship Type="http://schemas.openxmlformats.org/officeDocument/2006/relationships/slide" Target="/ppt/slides/slide79.xml" Id="R41f3230da49a459f" /><Relationship Type="http://schemas.openxmlformats.org/officeDocument/2006/relationships/slide" Target="/ppt/slides/slide80.xml" Id="Rfcc5d18bd9354ff7" /><Relationship Type="http://schemas.openxmlformats.org/officeDocument/2006/relationships/slide" Target="/ppt/slides/slide81.xml" Id="R46a5263636be4366" /><Relationship Type="http://schemas.openxmlformats.org/officeDocument/2006/relationships/slide" Target="/ppt/slides/slide82.xml" Id="R1341d580ebe34c6e" /><Relationship Type="http://schemas.openxmlformats.org/officeDocument/2006/relationships/slide" Target="/ppt/slides/slide83.xml" Id="R9b84962e243a4c6a" /><Relationship Type="http://schemas.openxmlformats.org/officeDocument/2006/relationships/slide" Target="/ppt/slides/slide84.xml" Id="Rf08916dbdcef4726" /><Relationship Type="http://schemas.openxmlformats.org/officeDocument/2006/relationships/slide" Target="/ppt/slides/slide85.xml" Id="Rdd9859ad81384418" /><Relationship Type="http://schemas.openxmlformats.org/officeDocument/2006/relationships/slide" Target="/ppt/slides/slide86.xml" Id="R5eab7c5e1f02409b" /><Relationship Type="http://schemas.openxmlformats.org/officeDocument/2006/relationships/slide" Target="/ppt/slides/slide87.xml" Id="R27301ca772b04f33" /><Relationship Type="http://schemas.openxmlformats.org/officeDocument/2006/relationships/slide" Target="/ppt/slides/slide88.xml" Id="R9bc08aacabec4c85" /><Relationship Type="http://schemas.openxmlformats.org/officeDocument/2006/relationships/slide" Target="/ppt/slides/slide89.xml" Id="R590c4a0d89e547c0" /><Relationship Type="http://schemas.openxmlformats.org/officeDocument/2006/relationships/slide" Target="/ppt/slides/slide90.xml" Id="R25ad14ea1b934e81" /><Relationship Type="http://schemas.openxmlformats.org/officeDocument/2006/relationships/slide" Target="/ppt/slides/slide91.xml" Id="Rc3da801f728d4cff" /><Relationship Type="http://schemas.openxmlformats.org/officeDocument/2006/relationships/slide" Target="/ppt/slides/slide92.xml" Id="R01891f6cc7244b4b" /><Relationship Type="http://schemas.openxmlformats.org/officeDocument/2006/relationships/slide" Target="/ppt/slides/slide93.xml" Id="Ra6a01acb9b39474c" /><Relationship Type="http://schemas.openxmlformats.org/officeDocument/2006/relationships/slide" Target="/ppt/slides/slide94.xml" Id="Rfca22ecece5d4dd8" /><Relationship Type="http://schemas.openxmlformats.org/officeDocument/2006/relationships/slide" Target="/ppt/slides/slide95.xml" Id="R1fc87eb1ed364d1e" /><Relationship Type="http://schemas.openxmlformats.org/officeDocument/2006/relationships/slide" Target="/ppt/slides/slide96.xml" Id="Rfa2e982f8ffd4452" /><Relationship Type="http://schemas.openxmlformats.org/officeDocument/2006/relationships/slide" Target="/ppt/slides/slide97.xml" Id="R6101a603d3f548cf" /><Relationship Type="http://schemas.openxmlformats.org/officeDocument/2006/relationships/slide" Target="/ppt/slides/slide98.xml" Id="Ra4a671d7f93d4ca1" /><Relationship Type="http://schemas.openxmlformats.org/officeDocument/2006/relationships/slide" Target="/ppt/slides/slide99.xml" Id="Rc196024fb7e74894" /><Relationship Type="http://schemas.openxmlformats.org/officeDocument/2006/relationships/slide" Target="/ppt/slides/slide100.xml" Id="Rc29f752627564c1d" /><Relationship Type="http://schemas.openxmlformats.org/officeDocument/2006/relationships/slide" Target="/ppt/slides/slide101.xml" Id="Ra3ad58e4632e4f67" /><Relationship Type="http://schemas.openxmlformats.org/officeDocument/2006/relationships/slide" Target="/ppt/slides/slide102.xml" Id="R9a257080066b4cf2" /><Relationship Type="http://schemas.openxmlformats.org/officeDocument/2006/relationships/slide" Target="/ppt/slides/slide103.xml" Id="R1998fa54bfd34d1c" /><Relationship Type="http://schemas.openxmlformats.org/officeDocument/2006/relationships/slide" Target="/ppt/slides/slide104.xml" Id="R60bcc2b66d4b49f6" /><Relationship Type="http://schemas.openxmlformats.org/officeDocument/2006/relationships/slide" Target="/ppt/slides/slide105.xml" Id="R438ff7ebc58c491e" /><Relationship Type="http://schemas.openxmlformats.org/officeDocument/2006/relationships/slide" Target="/ppt/slides/slide106.xml" Id="Rd6b627017eab403e" /><Relationship Type="http://schemas.openxmlformats.org/officeDocument/2006/relationships/slide" Target="/ppt/slides/slide107.xml" Id="Rf5104f5825f74b38" /><Relationship Type="http://schemas.openxmlformats.org/officeDocument/2006/relationships/slide" Target="/ppt/slides/slide108.xml" Id="R83efc914204a4f49" /><Relationship Type="http://schemas.openxmlformats.org/officeDocument/2006/relationships/slide" Target="/ppt/slides/slide109.xml" Id="Re04b344ecfdb4d25" /><Relationship Type="http://schemas.openxmlformats.org/officeDocument/2006/relationships/slide" Target="/ppt/slides/slide110.xml" Id="R4abba33b013b491f" /><Relationship Type="http://schemas.openxmlformats.org/officeDocument/2006/relationships/slide" Target="/ppt/slides/slide111.xml" Id="R30eeb0ff235144a5" /><Relationship Type="http://schemas.openxmlformats.org/officeDocument/2006/relationships/slide" Target="/ppt/slides/slide112.xml" Id="R0a95034c03024153" /><Relationship Type="http://schemas.openxmlformats.org/officeDocument/2006/relationships/slide" Target="/ppt/slides/slide113.xml" Id="R74cd61860e004e4e" /><Relationship Type="http://schemas.openxmlformats.org/officeDocument/2006/relationships/slide" Target="/ppt/slides/slide114.xml" Id="R4833c12dde7a44ea" /><Relationship Type="http://schemas.openxmlformats.org/officeDocument/2006/relationships/slide" Target="/ppt/slides/slide115.xml" Id="R54d5a9560b0e4d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bb6c10c78d40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0a19a3f8db45f9" /><Relationship Type="http://schemas.openxmlformats.org/officeDocument/2006/relationships/notesMaster" Target="/ppt/notesMasters/notesMaster1.xml" Id="Rb8fdf9345da44d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e761b5caa84a0b" /><Relationship Type="http://schemas.openxmlformats.org/officeDocument/2006/relationships/notesMaster" Target="/ppt/notesMasters/notesMaster1.xml" Id="R0382d04cddf349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4823560f06458f" /><Relationship Type="http://schemas.openxmlformats.org/officeDocument/2006/relationships/notesMaster" Target="/ppt/notesMasters/notesMaster1.xml" Id="R6cefa3aa570b4f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b0717533304226" /><Relationship Type="http://schemas.openxmlformats.org/officeDocument/2006/relationships/notesMaster" Target="/ppt/notesMasters/notesMaster1.xml" Id="Rc051bdcb3bc74e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f961f6b7a84a84" /><Relationship Type="http://schemas.openxmlformats.org/officeDocument/2006/relationships/notesMaster" Target="/ppt/notesMasters/notesMaster1.xml" Id="R3b7cb9bccb1041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b4f3a1425e4dff" /><Relationship Type="http://schemas.openxmlformats.org/officeDocument/2006/relationships/notesMaster" Target="/ppt/notesMasters/notesMaster1.xml" Id="R802a3577e4dc47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2f9eca5616040e4" /><Relationship Type="http://schemas.openxmlformats.org/officeDocument/2006/relationships/notesMaster" Target="/ppt/notesMasters/notesMaster1.xml" Id="R39859d0eac1d49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77f6fab9fb4812" /><Relationship Type="http://schemas.openxmlformats.org/officeDocument/2006/relationships/notesMaster" Target="/ppt/notesMasters/notesMaster1.xml" Id="Rc4e35aa0327b404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2b29fb2a2e4702" /><Relationship Type="http://schemas.openxmlformats.org/officeDocument/2006/relationships/notesMaster" Target="/ppt/notesMasters/notesMaster1.xml" Id="Re429fa82bed44a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2671b31fd424699" /><Relationship Type="http://schemas.openxmlformats.org/officeDocument/2006/relationships/notesMaster" Target="/ppt/notesMasters/notesMaster1.xml" Id="R2a1f905bf96445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63cf06212949db" /><Relationship Type="http://schemas.openxmlformats.org/officeDocument/2006/relationships/notesMaster" Target="/ppt/notesMasters/notesMaster1.xml" Id="Rd2af77a04eb04b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493cefca0904f52" /><Relationship Type="http://schemas.openxmlformats.org/officeDocument/2006/relationships/notesMaster" Target="/ppt/notesMasters/notesMaster1.xml" Id="Rf6e08c1b835e484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6ae08b117e24bfe" /><Relationship Type="http://schemas.openxmlformats.org/officeDocument/2006/relationships/notesMaster" Target="/ppt/notesMasters/notesMaster1.xml" Id="Rb254fb2f0388453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b86cb8456f401d" /><Relationship Type="http://schemas.openxmlformats.org/officeDocument/2006/relationships/notesMaster" Target="/ppt/notesMasters/notesMaster1.xml" Id="R4142e501f96644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f695d17401541b1" /><Relationship Type="http://schemas.openxmlformats.org/officeDocument/2006/relationships/notesMaster" Target="/ppt/notesMasters/notesMaster1.xml" Id="R80d727ce293d402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2772e9d60cc4700" /><Relationship Type="http://schemas.openxmlformats.org/officeDocument/2006/relationships/notesMaster" Target="/ppt/notesMasters/notesMaster1.xml" Id="R2a07e411b4a04a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6432fdf07e476b" /><Relationship Type="http://schemas.openxmlformats.org/officeDocument/2006/relationships/notesMaster" Target="/ppt/notesMasters/notesMaster1.xml" Id="R647fe5a2d97b4c0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335f96a05e4f2a" /><Relationship Type="http://schemas.openxmlformats.org/officeDocument/2006/relationships/notesMaster" Target="/ppt/notesMasters/notesMaster1.xml" Id="R48cb59cc11af42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2b31e558a4a42c9" /><Relationship Type="http://schemas.openxmlformats.org/officeDocument/2006/relationships/notesMaster" Target="/ppt/notesMasters/notesMaster1.xml" Id="Ree8908022aed4eb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68ae40f80514589" /><Relationship Type="http://schemas.openxmlformats.org/officeDocument/2006/relationships/notesMaster" Target="/ppt/notesMasters/notesMaster1.xml" Id="R3c1968517ac84f8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2947e527874198" /><Relationship Type="http://schemas.openxmlformats.org/officeDocument/2006/relationships/notesMaster" Target="/ppt/notesMasters/notesMaster1.xml" Id="R709a0ffb00db471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1db742926246fc" /><Relationship Type="http://schemas.openxmlformats.org/officeDocument/2006/relationships/notesMaster" Target="/ppt/notesMasters/notesMaster1.xml" Id="R52e324b7b150408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08a4fd5c6641c0" /><Relationship Type="http://schemas.openxmlformats.org/officeDocument/2006/relationships/notesMaster" Target="/ppt/notesMasters/notesMaster1.xml" Id="R7086c3328f2b44b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96c8d87a2f4396" /><Relationship Type="http://schemas.openxmlformats.org/officeDocument/2006/relationships/notesMaster" Target="/ppt/notesMasters/notesMaster1.xml" Id="R4de4b1c238d748e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d1118e0b77b4df6" /><Relationship Type="http://schemas.openxmlformats.org/officeDocument/2006/relationships/notesMaster" Target="/ppt/notesMasters/notesMaster1.xml" Id="R3eb0b544d6454bf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3535e2139d24fe5" /><Relationship Type="http://schemas.openxmlformats.org/officeDocument/2006/relationships/notesMaster" Target="/ppt/notesMasters/notesMaster1.xml" Id="Rd31b5576a5214aa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10b5cc0b09e4037" /><Relationship Type="http://schemas.openxmlformats.org/officeDocument/2006/relationships/notesMaster" Target="/ppt/notesMasters/notesMaster1.xml" Id="Red59d170e8ee42a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5578a9f03b44810" /><Relationship Type="http://schemas.openxmlformats.org/officeDocument/2006/relationships/notesMaster" Target="/ppt/notesMasters/notesMaster1.xml" Id="R57425ca3be674ee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0adace128774ee5" /><Relationship Type="http://schemas.openxmlformats.org/officeDocument/2006/relationships/notesMaster" Target="/ppt/notesMasters/notesMaster1.xml" Id="R8f30731e369c49d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e5d2f28860f465a" /><Relationship Type="http://schemas.openxmlformats.org/officeDocument/2006/relationships/notesMaster" Target="/ppt/notesMasters/notesMaster1.xml" Id="R009bed065918443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9e2be75ea334260" /><Relationship Type="http://schemas.openxmlformats.org/officeDocument/2006/relationships/notesMaster" Target="/ppt/notesMasters/notesMaster1.xml" Id="R389ca8ba099648a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87c26afc0ed4096" /><Relationship Type="http://schemas.openxmlformats.org/officeDocument/2006/relationships/notesMaster" Target="/ppt/notesMasters/notesMaster1.xml" Id="R8f1029c75c2c452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c257da15d9c437d" /><Relationship Type="http://schemas.openxmlformats.org/officeDocument/2006/relationships/notesMaster" Target="/ppt/notesMasters/notesMaster1.xml" Id="R0ab0cf95b42a44c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7e34c04c3684383" /><Relationship Type="http://schemas.openxmlformats.org/officeDocument/2006/relationships/notesMaster" Target="/ppt/notesMasters/notesMaster1.xml" Id="Rd7f8860e84f0427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d4094b0e9d842a7" /><Relationship Type="http://schemas.openxmlformats.org/officeDocument/2006/relationships/notesMaster" Target="/ppt/notesMasters/notesMaster1.xml" Id="R688d378f109e469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3bea1cddc9a404f" /><Relationship Type="http://schemas.openxmlformats.org/officeDocument/2006/relationships/notesMaster" Target="/ppt/notesMasters/notesMaster1.xml" Id="Rcca41715fb164b7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498c44bd9b24aef" /><Relationship Type="http://schemas.openxmlformats.org/officeDocument/2006/relationships/notesMaster" Target="/ppt/notesMasters/notesMaster1.xml" Id="R07e103eb55ac472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40bf141dae24564" /><Relationship Type="http://schemas.openxmlformats.org/officeDocument/2006/relationships/notesMaster" Target="/ppt/notesMasters/notesMaster1.xml" Id="Re4c1d964ded144e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4b1bb44f7c84dcc" /><Relationship Type="http://schemas.openxmlformats.org/officeDocument/2006/relationships/notesMaster" Target="/ppt/notesMasters/notesMaster1.xml" Id="Rdee4ed7e7b81431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071a8bd40c0415f" /><Relationship Type="http://schemas.openxmlformats.org/officeDocument/2006/relationships/notesMaster" Target="/ppt/notesMasters/notesMaster1.xml" Id="R78400d2ba0b24e5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c7f0fbfc0a340e3" /><Relationship Type="http://schemas.openxmlformats.org/officeDocument/2006/relationships/notesMaster" Target="/ppt/notesMasters/notesMaster1.xml" Id="R9a7e2dfcebe5421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26e9d46fba543a3" /><Relationship Type="http://schemas.openxmlformats.org/officeDocument/2006/relationships/notesMaster" Target="/ppt/notesMasters/notesMaster1.xml" Id="R49d0be471d8d435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54bc9f6079844a7" /><Relationship Type="http://schemas.openxmlformats.org/officeDocument/2006/relationships/notesMaster" Target="/ppt/notesMasters/notesMaster1.xml" Id="Rd51807f17fab422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cd5ff9111664eca" /><Relationship Type="http://schemas.openxmlformats.org/officeDocument/2006/relationships/notesMaster" Target="/ppt/notesMasters/notesMaster1.xml" Id="R0dfa96c5aa8b48a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cdc9063c3294938" /><Relationship Type="http://schemas.openxmlformats.org/officeDocument/2006/relationships/notesMaster" Target="/ppt/notesMasters/notesMaster1.xml" Id="R30f03cd35e074e6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15c5d6e66b04fc3" /><Relationship Type="http://schemas.openxmlformats.org/officeDocument/2006/relationships/notesMaster" Target="/ppt/notesMasters/notesMaster1.xml" Id="Ra40f469c7c0c431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610d0681e8d48e7" /><Relationship Type="http://schemas.openxmlformats.org/officeDocument/2006/relationships/notesMaster" Target="/ppt/notesMasters/notesMaster1.xml" Id="Rba52cef084cd497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934745debf94f47" /><Relationship Type="http://schemas.openxmlformats.org/officeDocument/2006/relationships/notesMaster" Target="/ppt/notesMasters/notesMaster1.xml" Id="R196f708a47fa487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77a290daaa54401" /><Relationship Type="http://schemas.openxmlformats.org/officeDocument/2006/relationships/notesMaster" Target="/ppt/notesMasters/notesMaster1.xml" Id="R629b67d8d645421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0b8f3ed93db47d8" /><Relationship Type="http://schemas.openxmlformats.org/officeDocument/2006/relationships/notesMaster" Target="/ppt/notesMasters/notesMaster1.xml" Id="R58ebb258dcac480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c4fc1a3fab34fe1" /><Relationship Type="http://schemas.openxmlformats.org/officeDocument/2006/relationships/notesMaster" Target="/ppt/notesMasters/notesMaster1.xml" Id="R78600c4255cd4a1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689b4d94d2c4bf9" /><Relationship Type="http://schemas.openxmlformats.org/officeDocument/2006/relationships/notesMaster" Target="/ppt/notesMasters/notesMaster1.xml" Id="R88634608105547e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45acbb58ecf4932" /><Relationship Type="http://schemas.openxmlformats.org/officeDocument/2006/relationships/notesMaster" Target="/ppt/notesMasters/notesMaster1.xml" Id="R34e4bf8912154e6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69bff8defd84734" /><Relationship Type="http://schemas.openxmlformats.org/officeDocument/2006/relationships/notesMaster" Target="/ppt/notesMasters/notesMaster1.xml" Id="R55426f73837b442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599ddecf7e446d7" /><Relationship Type="http://schemas.openxmlformats.org/officeDocument/2006/relationships/notesMaster" Target="/ppt/notesMasters/notesMaster1.xml" Id="R8fc16f9019204fb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f95c2f0cf684f00" /><Relationship Type="http://schemas.openxmlformats.org/officeDocument/2006/relationships/notesMaster" Target="/ppt/notesMasters/notesMaster1.xml" Id="R80ae36b84d354e2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59b96b9955a4f02" /><Relationship Type="http://schemas.openxmlformats.org/officeDocument/2006/relationships/notesMaster" Target="/ppt/notesMasters/notesMaster1.xml" Id="Re3799cbff7164aa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5768de83f2b4604" /><Relationship Type="http://schemas.openxmlformats.org/officeDocument/2006/relationships/notesMaster" Target="/ppt/notesMasters/notesMaster1.xml" Id="R4497466da86342d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7f6ba62b26643a5" /><Relationship Type="http://schemas.openxmlformats.org/officeDocument/2006/relationships/notesMaster" Target="/ppt/notesMasters/notesMaster1.xml" Id="Rc4d3417d0ea541c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70e845bc83446ec" /><Relationship Type="http://schemas.openxmlformats.org/officeDocument/2006/relationships/notesMaster" Target="/ppt/notesMasters/notesMaster1.xml" Id="Rc9be1771d01548c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5f92854e6ff43bf" /><Relationship Type="http://schemas.openxmlformats.org/officeDocument/2006/relationships/notesMaster" Target="/ppt/notesMasters/notesMaster1.xml" Id="R004e7bd7487e40c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030e627ea1d411f" /><Relationship Type="http://schemas.openxmlformats.org/officeDocument/2006/relationships/notesMaster" Target="/ppt/notesMasters/notesMaster1.xml" Id="R76c5860dab144fd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c9b4a23ff324630" /><Relationship Type="http://schemas.openxmlformats.org/officeDocument/2006/relationships/notesMaster" Target="/ppt/notesMasters/notesMaster1.xml" Id="R2f24c364251d425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0b82a292abc474c" /><Relationship Type="http://schemas.openxmlformats.org/officeDocument/2006/relationships/notesMaster" Target="/ppt/notesMasters/notesMaster1.xml" Id="Rf240a2a2e01841d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c238244fbd84e9a" /><Relationship Type="http://schemas.openxmlformats.org/officeDocument/2006/relationships/notesMaster" Target="/ppt/notesMasters/notesMaster1.xml" Id="R875dc4ea8c444dd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9145f5f43bf4b2d" /><Relationship Type="http://schemas.openxmlformats.org/officeDocument/2006/relationships/notesMaster" Target="/ppt/notesMasters/notesMaster1.xml" Id="Rd3d9493030e9492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d982d07cdd546a8" /><Relationship Type="http://schemas.openxmlformats.org/officeDocument/2006/relationships/notesMaster" Target="/ppt/notesMasters/notesMaster1.xml" Id="Rbd8574c81b27412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3c3258171544dc4" /><Relationship Type="http://schemas.openxmlformats.org/officeDocument/2006/relationships/notesMaster" Target="/ppt/notesMasters/notesMaster1.xml" Id="R8bdf183ba968480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cd39f14c4554592" /><Relationship Type="http://schemas.openxmlformats.org/officeDocument/2006/relationships/notesMaster" Target="/ppt/notesMasters/notesMaster1.xml" Id="R36c41bd66a93454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200317b5b874994" /><Relationship Type="http://schemas.openxmlformats.org/officeDocument/2006/relationships/notesMaster" Target="/ppt/notesMasters/notesMaster1.xml" Id="R59d190b84962497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5a0ccba53f04257" /><Relationship Type="http://schemas.openxmlformats.org/officeDocument/2006/relationships/notesMaster" Target="/ppt/notesMasters/notesMaster1.xml" Id="Rf88fb45f0cfa42d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43eae81fdf74453" /><Relationship Type="http://schemas.openxmlformats.org/officeDocument/2006/relationships/notesMaster" Target="/ppt/notesMasters/notesMaster1.xml" Id="R7bfb7285935547e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04e4dc1b68d4a70" /><Relationship Type="http://schemas.openxmlformats.org/officeDocument/2006/relationships/notesMaster" Target="/ppt/notesMasters/notesMaster1.xml" Id="Ree59db41a9394e5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f39629438ab42d4" /><Relationship Type="http://schemas.openxmlformats.org/officeDocument/2006/relationships/notesMaster" Target="/ppt/notesMasters/notesMaster1.xml" Id="Rd9f714e5af24421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86e438ab0e042e7" /><Relationship Type="http://schemas.openxmlformats.org/officeDocument/2006/relationships/notesMaster" Target="/ppt/notesMasters/notesMaster1.xml" Id="R59888a3cf33a40e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656e67b200d4967" /><Relationship Type="http://schemas.openxmlformats.org/officeDocument/2006/relationships/notesMaster" Target="/ppt/notesMasters/notesMaster1.xml" Id="R4d8272ebf51d46a6"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ab32d01e15b494d" /><Relationship Type="http://schemas.openxmlformats.org/officeDocument/2006/relationships/notesMaster" Target="/ppt/notesMasters/notesMaster1.xml" Id="R24df147e29ef446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b8b304dc6fc4163" /><Relationship Type="http://schemas.openxmlformats.org/officeDocument/2006/relationships/notesMaster" Target="/ppt/notesMasters/notesMaster1.xml" Id="R5bc690426ca9416f"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d48d9ed02dc482f" /><Relationship Type="http://schemas.openxmlformats.org/officeDocument/2006/relationships/notesMaster" Target="/ppt/notesMasters/notesMaster1.xml" Id="Rb05af153bcea4a6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eece075dbcc4722" /><Relationship Type="http://schemas.openxmlformats.org/officeDocument/2006/relationships/notesMaster" Target="/ppt/notesMasters/notesMaster1.xml" Id="R67208bb76440429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b092f36cd3b414c" /><Relationship Type="http://schemas.openxmlformats.org/officeDocument/2006/relationships/notesMaster" Target="/ppt/notesMasters/notesMaster1.xml" Id="Re22c26e46e404f8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70c48dc639743d7" /><Relationship Type="http://schemas.openxmlformats.org/officeDocument/2006/relationships/notesMaster" Target="/ppt/notesMasters/notesMaster1.xml" Id="Re362b49c9a894ed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9b7ef05940d48c2" /><Relationship Type="http://schemas.openxmlformats.org/officeDocument/2006/relationships/notesMaster" Target="/ppt/notesMasters/notesMaster1.xml" Id="R61461b746d2a41c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10884296e7b424c" /><Relationship Type="http://schemas.openxmlformats.org/officeDocument/2006/relationships/notesMaster" Target="/ppt/notesMasters/notesMaster1.xml" Id="R086071e73a054f9b"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a64bf5fec6c4dba" /><Relationship Type="http://schemas.openxmlformats.org/officeDocument/2006/relationships/notesMaster" Target="/ppt/notesMasters/notesMaster1.xml" Id="Rb50dbbcf5cab48c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d356ba9f24a4e8a" /><Relationship Type="http://schemas.openxmlformats.org/officeDocument/2006/relationships/notesMaster" Target="/ppt/notesMasters/notesMaster1.xml" Id="R8dc7276d61d7486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f189318a0d0476b" /><Relationship Type="http://schemas.openxmlformats.org/officeDocument/2006/relationships/notesMaster" Target="/ppt/notesMasters/notesMaster1.xml" Id="R622e7ac4525e456e"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72e7087c6d840ff" /><Relationship Type="http://schemas.openxmlformats.org/officeDocument/2006/relationships/notesMaster" Target="/ppt/notesMasters/notesMaster1.xml" Id="R686c87962981482a"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7a7b0fb6f1d64080" /><Relationship Type="http://schemas.openxmlformats.org/officeDocument/2006/relationships/notesMaster" Target="/ppt/notesMasters/notesMaster1.xml" Id="R02ce81a590fa41b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b6d5eea8816a4e16" /><Relationship Type="http://schemas.openxmlformats.org/officeDocument/2006/relationships/notesMaster" Target="/ppt/notesMasters/notesMaster1.xml" Id="R347007636720417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e243958b8974381" /><Relationship Type="http://schemas.openxmlformats.org/officeDocument/2006/relationships/notesMaster" Target="/ppt/notesMasters/notesMaster1.xml" Id="R265924ef25f84d9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6a863b182cf34c7f" /><Relationship Type="http://schemas.openxmlformats.org/officeDocument/2006/relationships/notesMaster" Target="/ppt/notesMasters/notesMaster1.xml" Id="Rd1e858cf3d964c16"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eb028131c9a4a6d" /><Relationship Type="http://schemas.openxmlformats.org/officeDocument/2006/relationships/notesMaster" Target="/ppt/notesMasters/notesMaster1.xml" Id="Reb47249a2f2144d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ac1098d03c84db6" /><Relationship Type="http://schemas.openxmlformats.org/officeDocument/2006/relationships/notesMaster" Target="/ppt/notesMasters/notesMaster1.xml" Id="R2de21b7e42a0494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28afdb63981e4e31" /><Relationship Type="http://schemas.openxmlformats.org/officeDocument/2006/relationships/notesMaster" Target="/ppt/notesMasters/notesMaster1.xml" Id="R3cd75a6077ed4e87"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5e142ad0563448e8" /><Relationship Type="http://schemas.openxmlformats.org/officeDocument/2006/relationships/notesMaster" Target="/ppt/notesMasters/notesMaster1.xml" Id="R3c82018c9a034a30"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25a2aa31a0224378" /><Relationship Type="http://schemas.openxmlformats.org/officeDocument/2006/relationships/notesMaster" Target="/ppt/notesMasters/notesMaster1.xml" Id="R0c356e4f58dc4cfb"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568ba8a3ed6403d" /><Relationship Type="http://schemas.openxmlformats.org/officeDocument/2006/relationships/notesMaster" Target="/ppt/notesMasters/notesMaster1.xml" Id="R2b3135d66b9a4aac"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7b5e2bbdeb5d448e" /><Relationship Type="http://schemas.openxmlformats.org/officeDocument/2006/relationships/notesMaster" Target="/ppt/notesMasters/notesMaster1.xml" Id="Rcefc8fdcdfc8409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5a63d7765d241ce" /><Relationship Type="http://schemas.openxmlformats.org/officeDocument/2006/relationships/notesMaster" Target="/ppt/notesMasters/notesMaster1.xml" Id="R996fce6cb6fd4d22"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0a56a497793f4029" /><Relationship Type="http://schemas.openxmlformats.org/officeDocument/2006/relationships/notesMaster" Target="/ppt/notesMasters/notesMaster1.xml" Id="R5702e23f95f24bd1"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c5b9d2d78c2f4fcd" /><Relationship Type="http://schemas.openxmlformats.org/officeDocument/2006/relationships/notesMaster" Target="/ppt/notesMasters/notesMaster1.xml" Id="R6a4eba8bc488460d"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3235cc0a9c404b4a" /><Relationship Type="http://schemas.openxmlformats.org/officeDocument/2006/relationships/notesMaster" Target="/ppt/notesMasters/notesMaster1.xml" Id="R5bfc53b5051f41e5"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10147ad501314a2c" /><Relationship Type="http://schemas.openxmlformats.org/officeDocument/2006/relationships/notesMaster" Target="/ppt/notesMasters/notesMaster1.xml" Id="R5df8c219e7d54420"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c8843ed46d2348c3" /><Relationship Type="http://schemas.openxmlformats.org/officeDocument/2006/relationships/notesMaster" Target="/ppt/notesMasters/notesMaster1.xml" Id="Radf8f21811584bc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158c509878e34f36" /><Relationship Type="http://schemas.openxmlformats.org/officeDocument/2006/relationships/notesMaster" Target="/ppt/notesMasters/notesMaster1.xml" Id="Re805a208a0b942ca"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d57fddcbf8a14fc9" /><Relationship Type="http://schemas.openxmlformats.org/officeDocument/2006/relationships/notesMaster" Target="/ppt/notesMasters/notesMaster1.xml" Id="R4261f137d77c496b"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4cc3fa42c2f245d3" /><Relationship Type="http://schemas.openxmlformats.org/officeDocument/2006/relationships/notesMaster" Target="/ppt/notesMasters/notesMaster1.xml" Id="R1da5286367044a31"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d017b070c6434bb7" /><Relationship Type="http://schemas.openxmlformats.org/officeDocument/2006/relationships/notesMaster" Target="/ppt/notesMasters/notesMaster1.xml" Id="R343f98459d534d1d"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27463a3adb494ec7" /><Relationship Type="http://schemas.openxmlformats.org/officeDocument/2006/relationships/notesMaster" Target="/ppt/notesMasters/notesMaster1.xml" Id="Rc2d17df697cc4dff"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978a6d70032c476f" /><Relationship Type="http://schemas.openxmlformats.org/officeDocument/2006/relationships/notesMaster" Target="/ppt/notesMasters/notesMaster1.xml" Id="R3396cee5ca78447f"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11d37c05109d4fd5" /><Relationship Type="http://schemas.openxmlformats.org/officeDocument/2006/relationships/notesMaster" Target="/ppt/notesMasters/notesMaster1.xml" Id="Rbb3cac8ee44b45be"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3e4f20bb3908499e" /><Relationship Type="http://schemas.openxmlformats.org/officeDocument/2006/relationships/notesMaster" Target="/ppt/notesMasters/notesMaster1.xml" Id="R773f4d0e81954bdf"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0db8f9180c544930" /><Relationship Type="http://schemas.openxmlformats.org/officeDocument/2006/relationships/notesMaster" Target="/ppt/notesMasters/notesMaster1.xml" Id="Rdac1cfb656d240e6"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dfde2b46845f4fae" /><Relationship Type="http://schemas.openxmlformats.org/officeDocument/2006/relationships/notesMaster" Target="/ppt/notesMasters/notesMaster1.xml" Id="R56af72fb350e42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작업 중 사람이 보정할 일이 생긴다면?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요청은 보정해도, 공통 지침은 그대로다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작업에서도 같은 보정이 반복된다면?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반복 보정을 개선으로 잇는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S95–S99에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S80 또는 production/preview/full/S80.png.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같은 보정을 되풀이하지 않으려면?</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S82으로 이동한다. S83에서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S82을 거쳐 S83의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S82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S81 또는 production/preview/full/S81.png.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기록과 피드백으로 시스템 개선하기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S83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전체406분이다. 제목·부제만 안내하고1분에 S83로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production/preview/full/S82.png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확인한 성공을 유지하려면</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a:t>
            </a:r>
          </a:p>
          <a:p xmlns:a="http://schemas.openxmlformats.org/drawingml/2006/main">
            <a:r>
              <a:t>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a:t>
            </a:r>
          </a:p>
          <a:p xmlns:a="http://schemas.openxmlformats.org/drawingml/2006/main">
            <a:r>
              <a:t>STATE-04-PERF의 확인한 성공을 보존하고, 이번 목표를 완료하는 작업 수행 루프와 다음 작업의 방법을 개선하는 체계 개선 루프를 구분한다. 이 ACT는 반복 보정을 다음 작업이 읽을 기준으로 연결하는 데 집중한다.</a:t>
            </a:r>
          </a:p>
          <a:p xmlns:a="http://schemas.openxmlformats.org/drawingml/2006/main">
            <a:r>
              <a:t/>
            </a:r>
          </a:p>
          <a:p xmlns:a="http://schemas.openxmlformats.org/drawingml/2006/main">
            <a:r>
              <a:t>**Opening Question:**</a:t>
            </a:r>
          </a:p>
          <a:p xmlns:a="http://schemas.openxmlformats.org/drawingml/2006/main">
            <a:r>
              <a:t>이번 작업을 완료한 경험은 다음 작업의 수행 체계를 어떻게 바꿀 수 있을까?</a:t>
            </a:r>
          </a:p>
          <a:p xmlns:a="http://schemas.openxmlformats.org/drawingml/2006/main">
            <a:r>
              <a:t/>
            </a:r>
          </a:p>
          <a:p xmlns:a="http://schemas.openxmlformats.org/drawingml/2006/main">
            <a:r>
              <a:t>**Speaker Flow:**</a:t>
            </a:r>
          </a:p>
          <a:p xmlns:a="http://schemas.openxmlformats.org/drawingml/2006/main">
            <a:r>
              <a:t>1. (0:00–0:40 / Lecture) S81의 같은 보정을 되풀이하지 않으려면이라는 질문을 회수한다. 실제 밝기 통계는 출력6항목·전체11/11·같은 조건 성능 측정으로 확인한 성공이며 이후 실패나 개선을 관찰한 결과는 아니다.</a:t>
            </a:r>
          </a:p>
          <a:p xmlns:a="http://schemas.openxmlformats.org/drawingml/2006/main">
            <a:r>
              <a:t>2. (0:40–1:40 / Lecture) 위쪽 작업 수행 루프는 이번 목표를 실행·검증하고 필요한 수정 후 완료하는 범위다. 모든 실행이 반드시 수정 단계로 가는 고정 순서가 아니며 평가에 따라 완료할 수 있다고 설명한다.</a:t>
            </a:r>
          </a:p>
          <a:p xmlns:a="http://schemas.openxmlformats.org/drawingml/2006/main">
            <a:r>
              <a:t>3. (1:40–3:00 / Lecture) 아래 체계 개선 루프는 여러 실행에서 얻은 기록·사람의 보정을 재사용할 지침과 평가 기준에 연결하는 범위다. 이 ACT는 후자에 집중한다. 모델 가중치의 자동 학습이나 완전자율 운영을 뜻하지 않는다. S94에서 평가 후의 분기를 묶는다.</a:t>
            </a:r>
          </a:p>
          <a:p xmlns:a="http://schemas.openxmlformats.org/drawingml/2006/main">
            <a:r>
              <a:t>4. (3:00–4:00 / Reflection) 앞에서 고른 반복 보정 하나가 이번 요청에서만 끝나는지, 다음 작업이 읽을 기준에도 필요한지 생각하게 한다. 답변이나 실습은 요구하지 않는다. S84부터 실제 성공과 별개인 가상 사례를 시작한다.</a:t>
            </a:r>
          </a:p>
          <a:p xmlns:a="http://schemas.openxmlformats.org/drawingml/2006/main">
            <a:r>
              <a:t/>
            </a:r>
          </a:p>
          <a:p xmlns:a="http://schemas.openxmlformats.org/drawingml/2006/main">
            <a:r>
              <a:t>**Evidence / Source:**</a:t>
            </a:r>
          </a:p>
          <a:p xmlns:a="http://schemas.openxmlformats.org/drawingml/2006/main">
            <a:r>
              <a:t>STATE-04-PERF / bounded image_statistics evidence; DEC-0021/0062/0080; BEAT-037/038.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OBSERVED_PRODUCT callback이다. 기록된 task·코드·입력·runtime·host·검증 조건에 한정한다. 이후 변화/실패를 관찰한 것이 아니며 유지 문제의 질문과 실제 결과를 구분한다.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이번 일의 답을 고치는 것과 다음 일에서도 사용할 방법을 고치는 것은 범위가 다르다.</a:t>
            </a:r>
          </a:p>
          <a:p xmlns:a="http://schemas.openxmlformats.org/drawingml/2006/main">
            <a:r>
              <a:t/>
            </a:r>
          </a:p>
          <a:p xmlns:a="http://schemas.openxmlformats.org/drawingml/2006/main">
            <a:r>
              <a:t>**Advanced Insight:**</a:t>
            </a:r>
          </a:p>
          <a:p xmlns:a="http://schemas.openxmlformats.org/drawingml/2006/main">
            <a:r>
              <a:t>Inner execution control and outer system improvement overlap in practice. This course emphasizes evidence-led Harness improvement without claiming an industry-wide replacement or fully automated execution.</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N/A — Lecture/Reflection 유지. 위 첫 줄의 실제 성공 범위와 아래 교육용 두 흐름을 분리해서 짚는다. 새 실행·Demo 시간은 추가하지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a:t>
            </a:r>
          </a:p>
          <a:p xmlns:a="http://schemas.openxmlformats.org/drawingml/2006/main">
            <a:r>
              <a:t>“이번 작업을 마치는 것과 다음 작업의 방법을 바꾸는 것을 구분했습니다. 가상 사례에서 기준과 재사용 절차가 처음에는 맞았던 상태부터 보겠습니다.”</a:t>
            </a:r>
          </a:p>
          <a:p xmlns:a="http://schemas.openxmlformats.org/drawingml/2006/main">
            <a:r>
              <a:t/>
            </a:r>
          </a:p>
          <a:p xmlns:a="http://schemas.openxmlformats.org/drawingml/2006/main">
            <a:r>
              <a:t>**Time Management:**</a:t>
            </a:r>
          </a:p>
          <a:p xmlns:a="http://schemas.openxmlformats.org/drawingml/2006/main">
            <a:r>
              <a:t>Lecture3분+Reflection1분=4분 유지. 실제 성공40초, 작업 수행 루프1분, 체계 개선의 범위1분20초, 성찰1분. 4분에 가상 사례로 넘긴다. 실제 리허설 UNVERIFIED.</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처음에는 기준과 재사용 절차가 맞았다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Project는 바뀌고 Workflow는 남았다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S81의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S85와 production/preview/act4/S85.png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S85와 production/preview/act4/S85.png를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이번 요청과 다음 작업의 지침</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a:t>
            </a:r>
          </a:p>
          <a:p xmlns:a="http://schemas.openxmlformats.org/drawingml/2006/main">
            <a:r>
              <a:t>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a:t>
            </a:r>
          </a:p>
          <a:p xmlns:a="http://schemas.openxmlformats.org/drawingml/2006/main">
            <a:r>
              <a:t>현재 요청에 통합 검증을 추가해 이번 작업을 완료하도록 보정해도, 다음 작업이 읽을 재사용 지침은 자동으로 바뀌지 않는다. 다음에도 필요한 보정이라면 원인을 확인하고 체계 개선 루프의 대상으로 검토한다.</a:t>
            </a:r>
          </a:p>
          <a:p xmlns:a="http://schemas.openxmlformats.org/drawingml/2006/main">
            <a:r>
              <a:t/>
            </a:r>
          </a:p>
          <a:p xmlns:a="http://schemas.openxmlformats.org/drawingml/2006/main">
            <a:r>
              <a:t>**Opening Question:**</a:t>
            </a:r>
          </a:p>
          <a:p xmlns:a="http://schemas.openxmlformats.org/drawingml/2006/main">
            <a:r>
              <a:t>이번 요청이 완료되면, 다음 작업의 지침도 함께 바뀌었을까?</a:t>
            </a:r>
          </a:p>
          <a:p xmlns:a="http://schemas.openxmlformats.org/drawingml/2006/main">
            <a:r>
              <a:t/>
            </a:r>
          </a:p>
          <a:p xmlns:a="http://schemas.openxmlformats.org/drawingml/2006/main">
            <a:r>
              <a:t>**Speaker Flow:**</a:t>
            </a:r>
          </a:p>
          <a:p xmlns:a="http://schemas.openxmlformats.org/drawingml/2006/main">
            <a:r>
              <a:t>1. (0:00–0:50 / Case) 왼쪽 요청 상자의 통합 테스트도 확인해 줘를 읽는다. 아래 세 단계는 이렇게 이번 작업을 마칠 수 있다는 교육용 설계이며 실행·완료 기록이 아니다.</a:t>
            </a:r>
          </a:p>
          <a:p xmlns:a="http://schemas.openxmlformats.org/drawingml/2006/main">
            <a:r>
              <a:t>2. (0:50–1:50 / Case) 오른쪽 다음 작업의 Workflow에는 단위 테스트만 지시하는 가정을 비교한다. 작업 수행 루프의 완료와 체계 개선 루프에서 다룰 출처는 다르다. 요청 보정이 공통 지침에 자동 반영되지 않는다.</a:t>
            </a:r>
          </a:p>
          <a:p xmlns:a="http://schemas.openxmlformats.org/drawingml/2006/main">
            <a:r>
              <a:t>3. (1:50–3:00 / Case) 다음에도 필요한 보정인지, 원인이 이 지침인지 먼저 확인해야 한다고 회수한다. 변경이 항상 필요하거나 Workflow가 항상 정답인 것은 아니다. S87의 기록 대조로 연결한다.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a:t>
            </a:r>
          </a:p>
          <a:p xmlns:a="http://schemas.openxmlformats.org/drawingml/2006/main">
            <a:r>
              <a:t>가능한 요청 보정과 남아 있는 지침의 가상 비교다. 실제 실행·복구·누락·PASS/FAIL 결과가 아니다.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Case3분의 정적 교육용 비교. 왼쪽 요청/가능한 완료 흐름과 오른쪽 변하지 않은 지침을 비교한다. 실제 Prompt 입력창·실행·완료 기록이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a:t>
            </a:r>
          </a:p>
          <a:p xmlns:a="http://schemas.openxmlformats.org/drawingml/2006/main">
            <a:r>
              <a:t>“다음 작업에도 필요한 보정이라면 출처를 검토해야 합니다. 다만 지침이 원인인지는 어떤 기록으로 확인할까요?”</a:t>
            </a:r>
          </a:p>
          <a:p xmlns:a="http://schemas.openxmlformats.org/drawingml/2006/main">
            <a:r>
              <a:t/>
            </a:r>
          </a:p>
          <a:p xmlns:a="http://schemas.openxmlformats.org/drawingml/2006/main">
            <a:r>
              <a:t>**Time Management:**</a:t>
            </a:r>
          </a:p>
          <a:p xmlns:a="http://schemas.openxmlformats.org/drawingml/2006/main">
            <a:r>
              <a:t>Case3분 유지. 요청과 가능한 완료 흐름50초, 다음 지침과의 차이1분, 원인 확인 질문1분10초. 새 완료 결과를 만들지 않는다.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원인을 고르기 전에 확인할 기록</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S86의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S88에서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주어진 정보와 원인 가설을 나눈다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S87의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확인한 원인에 맞춰 변경 대상을 고른다</a:t>
            </a:r>
          </a:p>
          <a:p xmlns:a="http://schemas.openxmlformats.org/drawingml/2006/main">
            <a:r>
              <a:t/>
            </a:r>
          </a:p>
          <a:p xmlns:a="http://schemas.openxmlformats.org/drawingml/2006/main">
            <a:r>
              <a:t>Slide ID: S89</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S90에서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S87 2분/S76 1분 그대로이며 S89는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S89, production/preview/act4/S89.png 및 production/preview/full/S89.png.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확인된 범위만 검토하고 갱신한다</a:t>
            </a:r>
          </a:p>
          <a:p xmlns:a="http://schemas.openxmlformats.org/drawingml/2006/main">
            <a:r>
              <a:t/>
            </a:r>
          </a:p>
          <a:p xmlns:a="http://schemas.openxmlformats.org/drawingml/2006/main">
            <a:r>
              <a:t>Slide ID: S90</a:t>
            </a:r>
          </a:p>
          <a:p xmlns:a="http://schemas.openxmlformats.org/drawingml/2006/main">
            <a:r>
              <a:t/>
            </a:r>
          </a:p>
          <a:p xmlns:a="http://schemas.openxmlformats.org/drawingml/2006/main">
            <a:r>
              <a:t>**Working Title:**</a:t>
            </a:r>
          </a:p>
          <a:p xmlns:a="http://schemas.openxmlformats.org/drawingml/2006/main">
            <a:r>
              <a:t>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a:t>
            </a:r>
          </a:p>
          <a:p xmlns:a="http://schemas.openxmlformats.org/drawingml/2006/main">
            <a:r>
              <a:t>Workflow가 원인으로 확인됐다는 가정에서 현재 기준에 맞는 변경 후보를 만들고 검토한다. 같은 작업과 대표 작업의 재평가를 거쳐 채택·재수정을 판단하며, 파일 갱신만으로 적용을 완료했다고 보지 않는다.</a:t>
            </a:r>
          </a:p>
          <a:p xmlns:a="http://schemas.openxmlformats.org/drawingml/2006/main">
            <a:r>
              <a:t/>
            </a:r>
          </a:p>
          <a:p xmlns:a="http://schemas.openxmlformats.org/drawingml/2006/main">
            <a:r>
              <a:t>**Opening Question:**</a:t>
            </a:r>
          </a:p>
          <a:p xmlns:a="http://schemas.openxmlformats.org/drawingml/2006/main">
            <a:r>
              <a:t>지침을 고쳤다는 사실만으로 다음 작업에 적용해도 될까?</a:t>
            </a:r>
          </a:p>
          <a:p xmlns:a="http://schemas.openxmlformats.org/drawingml/2006/main">
            <a:r>
              <a:t/>
            </a:r>
          </a:p>
          <a:p xmlns:a="http://schemas.openxmlformats.org/drawingml/2006/main">
            <a:r>
              <a:t>**Speaker Flow:**</a:t>
            </a:r>
          </a:p>
          <a:p xmlns:a="http://schemas.openxmlformats.org/drawingml/2006/main">
            <a:r>
              <a:t>1. (0:00–1:00 / Lecture) 재사용 Workflow가 원인으로 확인됐다는 가정 안에서 현재 기준인 단위+통합으로 변경 후보를 만드는 범위를 짚는다. 관련 없는 규칙은 유지하고 오래된 중복도 원인과 범위가 뒷받침할 때만 정리한다.</a:t>
            </a:r>
          </a:p>
          <a:p xmlns:a="http://schemas.openxmlformats.org/drawingml/2006/main">
            <a:r>
              <a:t>2. (1:00–1:40 / Case) 갱신 담당은 후보를 수정하고 검토 담당은 원인·현재 기준·변경 범위를 확인한다. 같은 사람이 맡을 수도 있다. 마지막 채택 전 확인은 같은 작업과 대표 작업으로 재평가하고 후보를 채택할지 재수정할지 판단하는 단계다.</a:t>
            </a:r>
          </a:p>
          <a:p xmlns:a="http://schemas.openxmlformats.org/drawingml/2006/main">
            <a:r>
              <a:t>3. (1:40–2:00 / Case) 변경과 채택을 분리한다. 실제 변경·검토·재평가·채택을 관찰한 결과가 아니며 S91에서 판단에 필요한 자료를 설계한다.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a:t>
            </a:r>
          </a:p>
          <a:p xmlns:a="http://schemas.openxmlformats.org/drawingml/2006/main">
            <a:r>
              <a:t>CONCEPTUAL / TEACHING_MODEL. 원인 확인을 가정한 지침 갱신과 역할의 예시다. 실제 담당 배정·Product/Skill 변경·재평가 성공을 만들지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a:t>
            </a:r>
          </a:p>
          <a:p xmlns:a="http://schemas.openxmlformats.org/drawingml/2006/main">
            <a:r>
              <a:t>가상 지침 후보와 갱신/검토/채택 전 확인 역할을 정적으로 짚는다. 실제 diff·담당 배정·재평가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a:t>
            </a:r>
          </a:p>
          <a:p xmlns:a="http://schemas.openxmlformats.org/drawingml/2006/main">
            <a:r>
              <a:t>“변경 후보를 만들었다면, 어떤 기록을 보고 채택하거나 다시 수정할지 판단할까요?”</a:t>
            </a:r>
          </a:p>
          <a:p xmlns:a="http://schemas.openxmlformats.org/drawingml/2006/main">
            <a:r>
              <a:t/>
            </a:r>
          </a:p>
          <a:p xmlns:a="http://schemas.openxmlformats.org/drawingml/2006/main">
            <a:r>
              <a:t>**Time Management:**</a:t>
            </a:r>
          </a:p>
          <a:p xmlns:a="http://schemas.openxmlformats.org/drawingml/2006/main">
            <a:r>
              <a:t>Lecture1분+Case1분=2분 유지. 원인·후보 범위1분, 역할과 평가40초, 다음 확인 질문20초.</a:t>
            </a:r>
          </a:p>
          <a:p xmlns:a="http://schemas.openxmlformats.org/drawingml/2006/main">
            <a:r>
              <a:t/>
            </a:r>
          </a:p>
          <a:p xmlns:a="http://schemas.openxmlformats.org/drawingml/2006/main">
            <a:r>
              <a:t>Fallback: LOCAL STATIC ARTIFACT — production/ACT_4.pptx의 S90, production/preview/act4/S90.png 및 production/preview/full/S90.png.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변경 후보는 같은 작업의 검증 범위와 다른 작업의 불필요한 절차를 나눠 평가한다. 실행 명령·검사 로그·최종 보고를 요청/지침과 대조하고 그 근거로 채택·재수정·판단 보류를 결정하도록 설계한다.</a:t>
            </a:r>
          </a:p>
          <a:p xmlns:a="http://schemas.openxmlformats.org/drawingml/2006/main">
            <a:r>
              <a:t/>
            </a:r>
          </a:p>
          <a:p xmlns:a="http://schemas.openxmlformats.org/drawingml/2006/main">
            <a:r>
              <a:t>**Opening Question:**</a:t>
            </a:r>
          </a:p>
          <a:p xmlns:a="http://schemas.openxmlformats.org/drawingml/2006/main">
            <a:r>
              <a:t>무슨 기록을 확인해야 지침 변경 후보를 채택하거나 재수정할 수 있을까?</a:t>
            </a:r>
          </a:p>
          <a:p xmlns:a="http://schemas.openxmlformats.org/drawingml/2006/main">
            <a:r>
              <a:t/>
            </a:r>
          </a:p>
          <a:p xmlns:a="http://schemas.openxmlformats.org/drawingml/2006/main">
            <a:r>
              <a:t>**Speaker Flow:**</a:t>
            </a:r>
          </a:p>
          <a:p xmlns:a="http://schemas.openxmlformats.org/drawingml/2006/main">
            <a:r>
              <a:t>1. (0:00–1:00 / Lecture) S90의 변경 후보를 회수한다. 단위+통합으로 지침을 바꿨다는 가정이며 실제 변경이나 재실행은 아니다. 후보와 채택된 기준을 구분한다.</a:t>
            </a:r>
          </a:p>
          <a:p xmlns:a="http://schemas.openxmlformats.org/drawingml/2006/main">
            <a:r>
              <a:t>2. (1:00–2:20 / Case) 왼쪽 질문과 아래 기록을 연결한다. 검사 결과가 통과했다는 문장만으로 지침 수행 전체를 판단하지 않고 요청한 범위를 실제 실행 명령·검사 로그·최종 보고가 다루는지 대조하도록 설계한다.</a:t>
            </a:r>
          </a:p>
          <a:p xmlns:a="http://schemas.openxmlformats.org/drawingml/2006/main">
            <a:r>
              <a:t>3. (2:20–3:30 / Case) 오른쪽 문서 작업은 요청 범위·적용 지침·실행 기록을 비교한다. 불필요한 통합 검증이 요구되는지 확인하기 위한 평가이며 실제 낭비·실패가 발생했다는 결과는 없다.</a:t>
            </a:r>
          </a:p>
          <a:p xmlns:a="http://schemas.openxmlformats.org/drawingml/2006/main">
            <a:r>
              <a:t>4. (3:30–4:00 / Case) 충분한 근거로 채택하거나 미충족이면 재수정하고 판단 근거가 부족하면 보류한다는 선택을 회수한다. S92는 이 대조에 사용할 대표 작업의 종류를 맡는다.</a:t>
            </a:r>
          </a:p>
          <a:p xmlns:a="http://schemas.openxmlformats.org/drawingml/2006/main">
            <a:r>
              <a:t>운영 표시: 실무 적용 팁 · 검증·개선. 기존4분 안에서 설명하며 추가 실습·실행은 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질문과 아래 대조할 기록을 좌우로 짚는다. 지침 수행과 제품 검사 결과를 구분하며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“이 대조를 한 종류의 작업에만 적용하면 충분할까요? 서로 다른 위험을 확인할 대표 작업을 고르겠습니다.”</a:t>
            </a:r>
          </a:p>
          <a:p xmlns:a="http://schemas.openxmlformats.org/drawingml/2006/main">
            <a:r>
              <a:t/>
            </a:r>
          </a:p>
          <a:p xmlns:a="http://schemas.openxmlformats.org/drawingml/2006/main">
            <a:r>
              <a:t>**Time Management:**</a:t>
            </a:r>
          </a:p>
          <a:p xmlns:a="http://schemas.openxmlformats.org/drawingml/2006/main">
            <a:r>
              <a:t>Lecture1분+Case3분=4분 유지. 배경1분, 같은 작업1분20초, 다른 작업1분10초, 평가 후 선택30초. 새 평가 점수·PASS/FAIL을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대표 작업별로 요청과 실제 수행에서 대조할 기록을 정한다. 버그는 명세/검사, 성능은 측정 조건/결과, 문서는 요청 범위/불필요 절차, 리팩터링은 보존 조건/변경·검사 기록을 본다. 네 작업 모두 이 가상 변경 후 실행한 결과는 없다.</a:t>
            </a:r>
          </a:p>
          <a:p xmlns:a="http://schemas.openxmlformats.org/drawingml/2006/main">
            <a:r>
              <a:t/>
            </a:r>
          </a:p>
          <a:p xmlns:a="http://schemas.openxmlformats.org/drawingml/2006/main">
            <a:r>
              <a:t>**Opening Question:**</a:t>
            </a:r>
          </a:p>
          <a:p xmlns:a="http://schemas.openxmlformats.org/drawingml/2006/main">
            <a:r>
              <a:t>각 대표 작업에서 어떤 요청과 수행 기록을 대조할까?</a:t>
            </a:r>
          </a:p>
          <a:p xmlns:a="http://schemas.openxmlformats.org/drawingml/2006/main">
            <a:r>
              <a:t/>
            </a:r>
          </a:p>
          <a:p xmlns:a="http://schemas.openxmlformats.org/drawingml/2006/main">
            <a:r>
              <a:t>**Speaker Flow:**</a:t>
            </a:r>
          </a:p>
          <a:p xmlns:a="http://schemas.openxmlformats.org/drawingml/2006/main">
            <a:r>
              <a:t>1. (0:00–1:00 / VISUAL Demo) S91의 질문/기록 쌍을 네 종류의 작업으로 넓힌다. 표는 평가 설계이며 네 작업 모두 이 가상 Workflow 변경 후 실행 결과가 없음을 짚는다.</a:t>
            </a:r>
          </a:p>
          <a:p xmlns:a="http://schemas.openxmlformats.org/drawingml/2006/main">
            <a:r>
              <a:t>2. (1:00–2:15 / VISUAL Demo) 버그 수정은 명세와 검사 범위·결과, 성능 변경은 측정 조건과 결과·동작 확인을 대조하도록 설계한다. EVAL-01/02의 별도 과거 참고는 TRIAL-002/STATE-04-PERF이며 새 지침 평가 결과가 아니다.</a:t>
            </a:r>
          </a:p>
          <a:p xmlns:a="http://schemas.openxmlformats.org/drawingml/2006/main">
            <a:r>
              <a:t>3. (2:15–4:00 / VISUAL Demo) 문서만 수정은 요청 범위와 불필요한 검증 요구, 작은 리팩터링은 보존 조건과 변경·검사 기록을 대조한다. EVAL-03/04는 설계만 있다. 모든 작업에 같은 절차를 강요하지 않도록 선정한 서로 다른 위험이다.</a:t>
            </a:r>
          </a:p>
          <a:p xmlns:a="http://schemas.openxmlformats.org/drawingml/2006/main">
            <a:r>
              <a:t>4. (4:00–5:00 / VISUAL Demo) 고정 네 가지가 모든 프로젝트의 정답은 아니다. 변경 범위·흔한 작업·회귀 위험에 맞춰 대표 작업과 대조 근거를 고르고 평가 뒤 채택·재수정·보류로 잇는다. 실제 실행·PASS/FAIL 수치는 없다.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기존5분의 정적 Native 평가 표. 네 작업과 대조할 근거/기존 근거 상태를 읽으며 EVAL-01/02의 별도 과거 참고를 이번 지침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“문서 작업도 넣은 이유는, 한 작업을 위해 넓힌 규칙이 다른 작업을 방해할 수 있기 때문입니다.”</a:t>
            </a:r>
          </a:p>
          <a:p xmlns:a="http://schemas.openxmlformats.org/drawingml/2006/main">
            <a:r>
              <a:t/>
            </a:r>
          </a:p>
          <a:p xmlns:a="http://schemas.openxmlformats.org/drawingml/2006/main">
            <a:r>
              <a:t>**Time Management:**</a:t>
            </a:r>
          </a:p>
          <a:p xmlns:a="http://schemas.openxmlformats.org/drawingml/2006/main">
            <a:r>
              <a:t>기존 VISUAL Demo5분 유지. 평가 설계1분, 버그/성능1분15초, 문서/리팩터링1분45초, 선정·판단 기준1분. 실제 네 EVAL 실행 없음.</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S92의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S89의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“평가에서 기준을 충족했는지, 수정이 필요한지, 판단할 근거가 부족한지에 따라 다음 행동을 어떻게 고를까요?”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S89의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평가한 뒤, 다음 행동을 결정한다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평가한 뒤, 다음 행동을 결정한다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체계 개선은 실행→관찰→원인 판단→변경 후보→재평가를 근거로 연결한다. 평가 뒤 기준 충족은 완료/채택, 수정 가능하면 재시도, 근거 부족이나 반복·시간·비용 한도 도달은 중단/사람 확인으로 나누며 검토된 체계만 다음 작업에 적용한다. 매 실행마다 Harness를 바꿀 필요는 없다.</a:t>
            </a:r>
          </a:p>
          <a:p xmlns:a="http://schemas.openxmlformats.org/drawingml/2006/main">
            <a:r>
              <a:t/>
            </a:r>
          </a:p>
          <a:p xmlns:a="http://schemas.openxmlformats.org/drawingml/2006/main">
            <a:r>
              <a:t>**Opening Question:**</a:t>
            </a:r>
          </a:p>
          <a:p xmlns:a="http://schemas.openxmlformats.org/drawingml/2006/main">
            <a:r>
              <a:t>평가한 결과에 따라 언제 다시 시도하고, 언제 끝내거나 사람에게 넘길까?</a:t>
            </a:r>
          </a:p>
          <a:p xmlns:a="http://schemas.openxmlformats.org/drawingml/2006/main">
            <a:r>
              <a:t/>
            </a:r>
          </a:p>
          <a:p xmlns:a="http://schemas.openxmlformats.org/drawingml/2006/main">
            <a:r>
              <a:t>**Speaker Flow:**</a:t>
            </a:r>
          </a:p>
          <a:p xmlns:a="http://schemas.openxmlformats.org/drawingml/2006/main">
            <a:r>
              <a:t>1. (0:00–2:00 / Lecture, R1) S83의 두 범위를 회수한다. 작업 수행 루프는 이번 목표의 실행·검증·필요한 수정·완료를, 체계 개선 루프는 실행 기록과 보정을 다음 작업의 수행 체계로 연결한다. 위5단계는 후자의 교육용 모델이며 매 실행마다 시스템을 바꾸라는 고정 명령이 아니다.</a:t>
            </a:r>
          </a:p>
          <a:p xmlns:a="http://schemas.openxmlformats.org/drawingml/2006/main">
            <a:r>
              <a:t>2. (2:00–4:00 / Lecture, R2) 실행 기록을 현재 기준과 대조하고 원인 가설과 확인한 내용을 구분한다. 근거가 있는 범위에서만 변경 후보를 만들고 같은 작업·대표 작업으로 재평가한다. 판단 자료가 부족하면 원인 확인과 변경을 서두르지 않는다.</a:t>
            </a:r>
          </a:p>
          <a:p xmlns:a="http://schemas.openxmlformats.org/drawingml/2006/main">
            <a:r>
              <a:t>3. (4:00–5:30 / Lecture, R3) 왼쪽 기준 충족→완료·채택을 읽는다. 작업 목표 충족은 해당 작업을 끝내는 판단이며 체계 개선에서는 검토한 변경만 다음 작업의 지침/검증 기준에 반영한다. 기존 방식이 충분하면 유지하고 불필요한 Harness 변경을 하지 않는다.</a:t>
            </a:r>
          </a:p>
          <a:p xmlns:a="http://schemas.openxmlformats.org/drawingml/2006/main">
            <a:r>
              <a:t>4. (5:30–7:00 / Lecture, R4) 가운데 미충족·수정 가능→수정 후 재시도를 읽는다. 원인과 후보 범위를 다시 보고 무엇을 바꿨고 무엇을 확인했는지 남겨 재평가한다. 실패할 때마다 새 규칙을 무조건 추가하지 않는다.</a:t>
            </a:r>
          </a:p>
          <a:p xmlns:a="http://schemas.openxmlformats.org/drawingml/2006/main">
            <a:r>
              <a:t>5. (7:00–9:00 / Lecture, R5) 오른쪽 근거 부족·한도 도달→중단·사람 확인을 읽는다. 설계 시 반복·시간·비용 한도와 넘길 책임을 정해야 한다. 여기서는 숫자나 특정 제품의 자동 기능을 확정하지 않는다. 시도·검증 결과·미해결 사항·실행 조건을 보존해 이어받는 사람이 같은 일을 되풀이하지 않도록 설계한다.</a:t>
            </a:r>
          </a:p>
          <a:p xmlns:a="http://schemas.openxmlformats.org/drawingml/2006/main">
            <a:r>
              <a:t>6. (9:00–11:00 / VISUAL Demo) 위 단계에서 아래 세 판단으로 한 번 내려 읽는다. 완료는 다음 작업에 검토된 기준을 넘기고, 재시도는 새 기록으로 재평가하며, 중단은 기록과 남은 문제를 사람에게 넘기는 경로다. 정적 설명 도식이고 실제 자동 반복·종료·채택 결과가 아니다. 다음은 실제 제작 기록의 부분적 적용 사례다.</a:t>
            </a:r>
          </a:p>
          <a:p xmlns:a="http://schemas.openxmlformats.org/drawingml/2006/main">
            <a:r>
              <a:t/>
            </a:r>
          </a:p>
          <a:p xmlns:a="http://schemas.openxmlformats.org/drawingml/2006/main">
            <a:r>
              <a:t>**Evidence / Source:**</a:t>
            </a:r>
          </a:p>
          <a:p xmlns:a="http://schemas.openxmlformats.org/drawingml/2006/main">
            <a:r>
              <a:t>DEC-0023  ·  course operational model  ·  no product loop; DEC-0080.; DEC-0081 (presentation/operation alignment). 설계 참고(2026-10-25 확인): Addy Osmani, https://addyosmani.com/blog/loop-engineering/ ; OpenAI, https://developers.openai.com/cookbook/examples/agents_sdk/agent_improvement_loop . 용어의 일반 용례와 이 교육의 체계 개선 중심 모델을 구분한다. 제품 기능·계정·자동 실행을 확인한 근거가 아니다.</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평가가 끝나면 무조건 또 실행하는 것이 아니라, 완료·다시 시도·멈추고 확인 중 하나를 근거로 고른다.</a:t>
            </a:r>
          </a:p>
          <a:p xmlns:a="http://schemas.openxmlformats.org/drawingml/2006/main">
            <a:r>
              <a:t/>
            </a:r>
          </a:p>
          <a:p xmlns:a="http://schemas.openxmlformats.org/drawingml/2006/main">
            <a:r>
              <a:t>**Advanced Insight:**</a:t>
            </a:r>
          </a:p>
          <a:p xmlns:a="http://schemas.openxmlformats.org/drawingml/2006/main">
            <a:r>
              <a:t>Specify feedback-dependent transitions, retained state, review responsibility and bounded retries. Neither changing the Harness on every run nor claiming that a model has learned is required.</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기존 LOOP-VISUAL2분. 위5단계에서 아래 세 조건/행동/남길 기록으로 한 번 연결한다. 재시도·완료·중단은 교육용 제어 설계이며 실제 자동 실행·종료 기록이나 새 Demo가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“이 모델에서 실제로 바뀐 것은 무엇이었을까요? 별도의 Resize 제작 기록에서 평가·보고 기준을 바꾸고도 남은 문제를 보겠습니다.”</a:t>
            </a:r>
          </a:p>
          <a:p xmlns:a="http://schemas.openxmlformats.org/drawingml/2006/main">
            <a:r>
              <a:t/>
            </a:r>
          </a:p>
          <a:p xmlns:a="http://schemas.openxmlformats.org/drawingml/2006/main">
            <a:r>
              <a:t>**Time Management:**</a:t>
            </a:r>
          </a:p>
          <a:p xmlns:a="http://schemas.openxmlformats.org/drawingml/2006/main">
            <a:r>
              <a:t>Lecture9분+기존 VISUAL Demo2분=11분 유지. 두 루프와 모델2분, 기록/원인/후보2분, 완료1분30초, 재시도1분30초, 중단·사람 확인2분, 정적 경로 회수2분. 실제11분 리허설 UNVERIFIED.</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S76–S80를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S96은 결과와 원인 해석의 구분, S97는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S66의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“보고 기준을 바꾼 사실과 남은 불일치를 나눠 보겠습니다. 남은 질문을 다음 개선 대상으로 넘기는 연결은 후속 제안으로 표시하겠습니다.”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S98와 production/preview/act4/S98.png를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실제 Resize 조사에서 해석 한계를 확인하고 평가·보고 기준을 바꿨으며 후속 대조에는 불일치가 남았다. 원인을 확정한 완료된 개선 성과가 아니다. 남은 불일치를 다음 원문 대조/검사 방법의 검토 대상으로 삼는 것은 후속 제안이며 미실행이다.</a:t>
            </a:r>
          </a:p>
          <a:p xmlns:a="http://schemas.openxmlformats.org/drawingml/2006/main">
            <a:r>
              <a:t/>
            </a:r>
          </a:p>
          <a:p xmlns:a="http://schemas.openxmlformats.org/drawingml/2006/main">
            <a:r>
              <a:t>**Opening Question:**</a:t>
            </a:r>
          </a:p>
          <a:p xmlns:a="http://schemas.openxmlformats.org/drawingml/2006/main">
            <a:r>
              <a:t>실제로 바뀐 기준과 아직 풀지 못한 문제는 무엇이며, 다음에 무엇을 확인할까?</a:t>
            </a:r>
          </a:p>
          <a:p xmlns:a="http://schemas.openxmlformats.org/drawingml/2006/main">
            <a:r>
              <a:t/>
            </a:r>
          </a:p>
          <a:p xmlns:a="http://schemas.openxmlformats.org/drawingml/2006/main">
            <a:r>
              <a:t>**Speaker Flow:**</a:t>
            </a:r>
          </a:p>
          <a:p xmlns:a="http://schemas.openxmlformats.org/drawingml/2006/main">
            <a:r>
              <a:t>1. (0:00–1:00 / Lecture) 위5열은 S94의 모델에 실제 기록을 대응한 것이다. Resize 조사, 전역 Skill/시작 경고, Prompt만의 효과를 분리할 수 없다는 해석 판단, 평가·보고 기준 변경, 후속 대조와 남은 불일치를 읽는다. 해석 판단은 성능 변화의 원인을 확정한 것이 아니다.</a:t>
            </a:r>
          </a:p>
          <a:p xmlns:a="http://schemas.openxmlformats.org/drawingml/2006/main">
            <a:r>
              <a:t>2. (1:00–2:00 / Case) 왼쪽 확인한 변화는 DEC-0016의 평가·보고 기준 변경이다. 오른쪽 왜 보고와 원문이 달랐을까는 남은 불일치를 다음 개선 질문으로 넘기는 제안이다. 원문 대조·검사 방법 재검토는 아직 수행한 새로운 후속 작업이 아니며 검증 성공·보고 품질 향상을 만들지 않는다.</a:t>
            </a:r>
          </a:p>
          <a:p xmlns:a="http://schemas.openxmlformats.org/drawingml/2006/main">
            <a:r>
              <a:t>3. (2:00–3:00 / Case) 이번 기록의 대조를 끝내는 것과 시스템 문제가 모두 해결되는 것은 다르다. 남은 문제·근거·범위를 보존해 다음 조사/사람의 판단에 넘기는 연결을 회수한다. 실제 기록에 없는 중단·자동 재시도·후속 수정 결과를 붙이지 않는다. 가상 GPU 업무 적용으로 연결한다.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Resize 제작 기록의5열을 읽고 확인한 변화와 다음 개선 질문(제안/미실행)을 분리한다. 후속 검토를 이미 수행했거나 시스템 문제가 해결됐다고 말하지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“확인한 변화와 남은 질문을 나눠 다음 작업으로 넘겼습니다. GPU가 바뀐 검사 업무에서도, 반복할 확인 기준을 어떻게 남기고 다시 적용할지 보겠습니다.”</a:t>
            </a:r>
          </a:p>
          <a:p xmlns:a="http://schemas.openxmlformats.org/drawingml/2006/main">
            <a:r>
              <a:t/>
            </a:r>
          </a:p>
          <a:p xmlns:a="http://schemas.openxmlformats.org/drawingml/2006/main">
            <a:r>
              <a:t>**Time Management:**</a:t>
            </a:r>
          </a:p>
          <a:p xmlns:a="http://schemas.openxmlformats.org/drawingml/2006/main">
            <a:r>
              <a:t>Lecture1분+Case2분=3분 유지. 실제 대응1분, 확인한 변화/후속 제안1분, 남길 문제와 C++ 연결1분. 성능 수치나 오류 세부 목록을 다시 강의하지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S99와 production/preview/act4/S99.png를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같은 검사 코드가 새 GPU에서 실행된다는 가정에서 기존 판단의 조건·측정 조건·동작 명세를 확인한다. 반복할 확인은 기록하고 원인·근거에 맞춰 기준 후보를 검토·갱신한 뒤 재평가해 다음 작업에 적용하도록 설계한다. 평가 결과에 따른 유지·재수정·중단 판단을 함께 회수한다.</a:t>
            </a:r>
          </a:p>
          <a:p xmlns:a="http://schemas.openxmlformats.org/drawingml/2006/main">
            <a:r>
              <a:t/>
            </a:r>
          </a:p>
          <a:p xmlns:a="http://schemas.openxmlformats.org/drawingml/2006/main">
            <a:r>
              <a:t>**Opening Question:**</a:t>
            </a:r>
          </a:p>
          <a:p xmlns:a="http://schemas.openxmlformats.org/drawingml/2006/main">
            <a:r>
              <a:t>이번에 확인한 장치·측정·명세 조건을 다음 작업에서도 쓰려면 무엇을 남겨야 할까?</a:t>
            </a:r>
          </a:p>
          <a:p xmlns:a="http://schemas.openxmlformats.org/drawingml/2006/main">
            <a:r>
              <a:t/>
            </a:r>
          </a:p>
          <a:p xmlns:a="http://schemas.openxmlformats.org/drawingml/2006/main">
            <a:r>
              <a:t>**Speaker Flow:**</a:t>
            </a:r>
          </a:p>
          <a:p xmlns:a="http://schemas.openxmlformats.org/drawingml/2006/main">
            <a:r>
              <a:t>1. (0:00–2:00 / Case) S99에서 남긴 후속 질문을 업무 적용으로 옮긴다. 같은 검사 코드가 새 GPU에서 실행된다는 가정 하나만 읽고 기존 삽화의 변경 조건을 짚는다. 실제 GPU 오류·성능 변화는 관찰한 일이 아니다.</a:t>
            </a:r>
          </a:p>
          <a:p xmlns:a="http://schemas.openxmlformats.org/drawingml/2006/main">
            <a:r>
              <a:t>2. (2:00–4:00 / Case) 오른쪽 기존 가정과 측정 조건을 본다. 예전 판단이 유효했던 조건, 입력·빌드·측정 비교 조건을 기록하도록 설계한다. 실제 장비 버전·수치·원인을 만들어 넣지 않는다.</a:t>
            </a:r>
          </a:p>
          <a:p xmlns:a="http://schemas.openxmlformats.org/drawingml/2006/main">
            <a:r>
              <a:t>3. (4:00–5:30 / Case) 장치가 달라도 지킬 출력·동작 명세를 확인한다. 이 작업의 실행·검증·필요한 수정·완료와 다음 작업의 지침 개선은 범위가 다르다고 짚는다.</a:t>
            </a:r>
          </a:p>
          <a:p xmlns:a="http://schemas.openxmlformats.org/drawingml/2006/main">
            <a:r>
              <a:t>4. (5:30–7:00 / Case) 하단 조건 기록→기준 검토·갱신→재평가→다음 작업 적용을 연결한다. 반복할 조건의 출처와 검토 책임을 정하고 필요한 변경 후보만 평가한다. 기준 충족이면 완료/채택, 수정 가능하면 재시도, 근거 부족·한도 도달이면 중단/사람 확인으로 이어지는 설계다. 실제 실행 결과가 아니다.</a:t>
            </a:r>
          </a:p>
          <a:p xmlns:a="http://schemas.openxmlformats.org/drawingml/2006/main">
            <a:r>
              <a:t>5. (7:00–9:00 / Reflection) 자기 업무에서 반복 확인할 조건 하나, 남길 출처·검토 책임, 다음 실행에서 무엇으로 확인할지를 생각하게 한다. 답변·파일 작성·실습은 요구하지 않는다.</a:t>
            </a:r>
          </a:p>
          <a:p xmlns:a="http://schemas.openxmlformats.org/drawingml/2006/main">
            <a:r>
              <a:t>6. (9:00–16:00 / Q&amp;A) 질문을 받는다. 없으면 Fallback의 조건 기록/평가/다음 작업 질문을 선택한다. 검증하지 않은 회사 환경이나 특정 도구의 동작을 단정하지 않는다.</a:t>
            </a:r>
          </a:p>
          <a:p xmlns:a="http://schemas.openxmlformats.org/drawingml/2006/main">
            <a:r>
              <a:t>7. (16:00–20:00 / Transition)16분에 질문을 마감한다.16–18분에는 이번 수행 루프에서 확인한 조건이 다음 작업의 체계 개선 근거가 된다는 연결을 회수한다.18–19분에는 평가 뒤 유지/재시도/중단 판단과 남길 기록을 닫는다.19–20분에는 S101 제목을 거쳐 S102의 전체 여정 회수로 넘긴다. 전체 교육 내용을 여기서 먼저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 DEC-0094의 루프 구분·평가 후 선택·다음 작업 연결은 교육용 설계다. 실제 새 실행·자동 제어·개선 성과·제품 기능을 확인한 것이 아니다.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기존 가상 GPU 그림과3질문을 순서대로 짚고 하단의 다음 작업 연결로 닫는다. 같은 그림 bytes/crop/배치를 보존한다. 실제 하드웨어·Benchmark·지침 변경·재평가·적용은 수행하지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“이번 목표를 검증해 마치는 루프와, 그 경험을 다음 작업의 체계로 돌리는 루프를 구분했습니다. 이제 S101을 거쳐 S102에서 전체 여정을 연결하겠습니다.”</a:t>
            </a:r>
          </a:p>
          <a:p xmlns:a="http://schemas.openxmlformats.org/drawingml/2006/main">
            <a:r>
              <a:t/>
            </a:r>
          </a:p>
          <a:p xmlns:a="http://schemas.openxmlformats.org/drawingml/2006/main">
            <a:r>
              <a:t>**Time Management:**</a:t>
            </a:r>
          </a:p>
          <a:p xmlns:a="http://schemas.openxmlformats.org/drawingml/2006/main">
            <a:r>
              <a:t>Case7→Reflection2→Q&amp;A7→Transition4=20분 유지. Case는2+2+1.5+1.5분,7분에 성찰,9분에 질의,16분에 질문 마감,20분에 ACT5로 넘긴다. 실제20분 리허설 UNVERIFIED.</a:t>
            </a:r>
          </a:p>
          <a:p xmlns:a="http://schemas.openxmlformats.org/drawingml/2006/main">
            <a:r>
              <a:t/>
            </a:r>
          </a:p>
          <a:p xmlns:a="http://schemas.openxmlformats.org/drawingml/2006/main">
            <a:r>
              <a:t>**Fallback:**</a:t>
            </a:r>
          </a:p>
          <a:p xmlns:a="http://schemas.openxmlformats.org/drawingml/2006/main">
            <a:r>
              <a:t>정적 PPT/PNG가 기본 경로다. Q&amp;A가 없으면 ①장치가 달라졌을 때 이번 판단의 어떤 조건을 기록할까요? ②변경한 검증 기준이 적절한지는 무엇으로 평가할까요? ③이 근거와 기준을 다음 작업이 읽도록 어디에 두고 누가 확인할까요?를 선택한다. 무한 반복 대신 완료/재시도/중단과 기록 인계를 회수한다. 실제 원인·명령·결과를 만들지 않는다. production/preview/act4/S100.png 및 production/preview/full/S100.png.</a:t>
            </a:r>
          </a:p>
          <a:p xmlns:a="http://schemas.openxmlformats.org/drawingml/2006/main">
            <a:r>
              <a:t/>
            </a:r>
          </a:p>
          <a:p xmlns:a="http://schemas.openxmlformats.org/drawingml/2006/main">
            <a:r>
              <a:t>**Validation Status:**</a:t>
            </a:r>
          </a:p>
          <a:p xmlns:a="http://schemas.openxmlformats.org/drawingml/2006/main">
            <a:r>
              <a:t>ALIGNED — DEC-0094. Final package/render/Notes audit: production/evaluation/ACT_4_LOOP_CONTROL_REVISION.md. Windows PowerPoint / room / actual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내 업무에 맞게 조합하고 덜어내기</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S102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문제에 맞춰, 일하는 방식을 넓혔다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S100가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S103은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S110/S100에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실제 Demo는 문제에 맞춰 바뀌었다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이번 문제에 필요한 구성만 선택했다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S103의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S105로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결과를 수용할지는 사람이 판단한다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S104의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S106에서는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AI가 일할 조건과 확인 경로를 설계한다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S105의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S107로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S110에서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모델·플랫폼이 바뀌면 Harness도 다시 본다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S106의 설계 관점에서 “그때 필요했던 보조 장치가 지금도 필요한가?”를 묻는다. S104은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S108의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무엇을 남기고, 무엇을 덜어낼까?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S107의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S109으로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덜어낸 뒤에도 필요한 일을 하는가?</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S108에서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S110에서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내 업무에서는 무엇이 반복해서 막힐까?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S111에서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S111의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고른 문제에서, 다음 행동 하나로</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S110에서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S110에서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S112–S114에서 팁 제목·현재 위치만 회수하고 S115의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S110과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S112의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S110의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작업 환경과 기준</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S113으로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S113으로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요청 작성</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S114로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검증과 개선</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S108, S109다.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S108 무엇을 남기고, 무엇을 덜어낼까? / S109 덜어낸 뒤에도 필요한 일을 하는가?.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Q&amp;A와 교육 마무리</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S111에서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S102과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S111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S115와 production/preview/act5/S115.png를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fde6329aeb46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9d4d8c3668f43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a37f4318214478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2c75ef11a449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ead4311fea94a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56efb125a7146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751469-4466-423E-9F88-41AD862DB12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8D379B-4D0D-4B2D-A2A6-D2D8BE5A804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4248C74-555F-45DD-B9F8-4BA217F289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517F6B-4A22-4455-AC0F-02426AB228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897B82-C1F1-4D77-8405-11C439C4724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B3AD0FA-8B42-4B17-99C9-D841A78C61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7157B4-887D-4DA2-81CB-3BCB367DFB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1C1BDF2-4C14-4F91-AD89-094D934E7E7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8BA41A-8D69-4256-8DD1-C2D61AEA19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459EE4-FF50-4D0B-A053-8E498E815FD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8b757df89b40ad" /><Relationship Type="http://schemas.openxmlformats.org/officeDocument/2006/relationships/slideLayout" Target="/ppt/slideLayouts/slideLayout1.xml" Id="R78a34f5994c24135" /><Relationship Type="http://schemas.openxmlformats.org/officeDocument/2006/relationships/slideLayout" Target="/ppt/slideLayouts/slideLayout2.xml" Id="R7621e77edc5c45d0" /><Relationship Type="http://schemas.openxmlformats.org/officeDocument/2006/relationships/slideLayout" Target="/ppt/slideLayouts/slideLayout3.xml" Id="R7bf93ecc035c4b77" /><Relationship Type="http://schemas.openxmlformats.org/officeDocument/2006/relationships/slideLayout" Target="/ppt/slideLayouts/slideLayout4.xml" Id="R7401d2ca19fb445f" /><Relationship Type="http://schemas.openxmlformats.org/officeDocument/2006/relationships/slideLayout" Target="/ppt/slideLayouts/slideLayout5.xml" Id="Rf462079f06da4bd3" /><Relationship Type="http://schemas.openxmlformats.org/officeDocument/2006/relationships/slideLayout" Target="/ppt/slideLayouts/slideLayout6.xml" Id="Rcc6f7e04ac6145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a34f5994c24135"/>
    <p:sldLayoutId xmlns:r="http://schemas.openxmlformats.org/officeDocument/2006/relationships" id="2147483650" r:id="R7621e77edc5c45d0"/>
    <p:sldLayoutId xmlns:r="http://schemas.openxmlformats.org/officeDocument/2006/relationships" id="2147483651" r:id="R7bf93ecc035c4b77"/>
    <p:sldLayoutId xmlns:r="http://schemas.openxmlformats.org/officeDocument/2006/relationships" id="2147483652" r:id="R7401d2ca19fb445f"/>
    <p:sldLayoutId xmlns:r="http://schemas.openxmlformats.org/officeDocument/2006/relationships" id="2147483653" r:id="Rf462079f06da4bd3"/>
    <p:sldLayoutId xmlns:r="http://schemas.openxmlformats.org/officeDocument/2006/relationships" id="2147483654" r:id="Rcc6f7e04ac6145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69a9a4ff28641ce" /><Relationship Type="http://schemas.openxmlformats.org/officeDocument/2006/relationships/notesSlide" Target="/ppt/notesSlides/notesSlide1.xml" Id="R3c0282bad67142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680ce705c1c44e3" /><Relationship Type="http://schemas.openxmlformats.org/officeDocument/2006/relationships/image" Target="/ppt/media/image.png" Id="Rfa9e2077bcfc4703" /><Relationship Type="http://schemas.openxmlformats.org/officeDocument/2006/relationships/notesSlide" Target="/ppt/notesSlides/notesSlide2.xml" Id="R9f50f337c2ae40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ae12ce18084338" /><Relationship Type="http://schemas.openxmlformats.org/officeDocument/2006/relationships/notesSlide" Target="/ppt/notesSlides/notesSlide3.xml" Id="Racebfeba5dd648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3409cf52a94283" /><Relationship Type="http://schemas.openxmlformats.org/officeDocument/2006/relationships/notesSlide" Target="/ppt/notesSlides/notesSlide4.xml" Id="Rfe26e957d1f945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eb0fddc48546e1" /><Relationship Type="http://schemas.openxmlformats.org/officeDocument/2006/relationships/image" Target="/ppt/media/image2.png" Id="R5fa78821153c41bd" /><Relationship Type="http://schemas.openxmlformats.org/officeDocument/2006/relationships/notesSlide" Target="/ppt/notesSlides/notesSlide5.xml" Id="R037541e04dab44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75c680b3294412" /><Relationship Type="http://schemas.openxmlformats.org/officeDocument/2006/relationships/notesSlide" Target="/ppt/notesSlides/notesSlide6.xml" Id="Rae5034ea275c46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3d3f8907ea474a" /><Relationship Type="http://schemas.openxmlformats.org/officeDocument/2006/relationships/notesSlide" Target="/ppt/notesSlides/notesSlide7.xml" Id="R3fb937ee9ce94e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cde5c175a54b77" /><Relationship Type="http://schemas.openxmlformats.org/officeDocument/2006/relationships/notesSlide" Target="/ppt/notesSlides/notesSlide8.xml" Id="R4a66060aa49a43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4dfa82788e84b3e" /><Relationship Type="http://schemas.openxmlformats.org/officeDocument/2006/relationships/notesSlide" Target="/ppt/notesSlides/notesSlide9.xml" Id="Rad1b3595c1fa48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187f19702fd4a69" /><Relationship Type="http://schemas.openxmlformats.org/officeDocument/2006/relationships/image" Target="/ppt/media/image3.png" Id="Re7a5e72794674994" /><Relationship Type="http://schemas.openxmlformats.org/officeDocument/2006/relationships/notesSlide" Target="/ppt/notesSlides/notesSlide10.xml" Id="Rd1b2cc07f03c4b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f29106c1e8241cf" /><Relationship Type="http://schemas.openxmlformats.org/officeDocument/2006/relationships/image" Target="/ppt/media/image4.png" Id="R70dd3e991155415c" /><Relationship Type="http://schemas.openxmlformats.org/officeDocument/2006/relationships/notesSlide" Target="/ppt/notesSlides/notesSlide11.xml" Id="Rca40e48fb3fc4b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4e503bfb1ce4344" /><Relationship Type="http://schemas.openxmlformats.org/officeDocument/2006/relationships/notesSlide" Target="/ppt/notesSlides/notesSlide12.xml" Id="R1d4d6404c4104f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af435074367493f" /><Relationship Type="http://schemas.openxmlformats.org/officeDocument/2006/relationships/image" Target="/ppt/media/image5.png" Id="Rad4ecc4b37ee4b0d" /><Relationship Type="http://schemas.openxmlformats.org/officeDocument/2006/relationships/image" Target="/ppt/media/image6.png" Id="R9a62bf5951244ffb" /><Relationship Type="http://schemas.openxmlformats.org/officeDocument/2006/relationships/image" Target="/ppt/media/image7.png" Id="R36bf76934b7a465e" /><Relationship Type="http://schemas.openxmlformats.org/officeDocument/2006/relationships/notesSlide" Target="/ppt/notesSlides/notesSlide13.xml" Id="R4a5e1dfb5bfa448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26a166120954b4b" /><Relationship Type="http://schemas.openxmlformats.org/officeDocument/2006/relationships/notesSlide" Target="/ppt/notesSlides/notesSlide14.xml" Id="Rf119febbe94d461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4e5c13476084eb5" /><Relationship Type="http://schemas.openxmlformats.org/officeDocument/2006/relationships/notesSlide" Target="/ppt/notesSlides/notesSlide15.xml" Id="Rf725cc8c0ecd45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be298aef8664216" /><Relationship Type="http://schemas.openxmlformats.org/officeDocument/2006/relationships/image" Target="/ppt/media/image8.png" Id="R01790acdab0d4484" /><Relationship Type="http://schemas.openxmlformats.org/officeDocument/2006/relationships/image" Target="/ppt/media/image9.png" Id="R77f047b7342d4572" /><Relationship Type="http://schemas.openxmlformats.org/officeDocument/2006/relationships/image" Target="/ppt/media/image10.png" Id="R7516bafc90354153" /><Relationship Type="http://schemas.openxmlformats.org/officeDocument/2006/relationships/notesSlide" Target="/ppt/notesSlides/notesSlide16.xml" Id="R7c35caccc9734ec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984ef8704b741ac" /><Relationship Type="http://schemas.openxmlformats.org/officeDocument/2006/relationships/image" Target="/ppt/media/image11.png" Id="Rb5fb7a8a415a4724" /><Relationship Type="http://schemas.openxmlformats.org/officeDocument/2006/relationships/notesSlide" Target="/ppt/notesSlides/notesSlide17.xml" Id="Rf06f26bbbbb04fb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c539ee21cdd4444" /><Relationship Type="http://schemas.openxmlformats.org/officeDocument/2006/relationships/image" Target="/ppt/media/image12.png" Id="R95ea473e2b0c4e21" /><Relationship Type="http://schemas.openxmlformats.org/officeDocument/2006/relationships/notesSlide" Target="/ppt/notesSlides/notesSlide18.xml" Id="R54455a8e7917470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ec13ebb0053432d" /><Relationship Type="http://schemas.openxmlformats.org/officeDocument/2006/relationships/notesSlide" Target="/ppt/notesSlides/notesSlide19.xml" Id="Rf9bc1e9c87fe4ba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7c7c0dd46954d04" /><Relationship Type="http://schemas.openxmlformats.org/officeDocument/2006/relationships/notesSlide" Target="/ppt/notesSlides/notesSlide20.xml" Id="R1cb77e1c572b46b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f99c73a5a7d436f" /><Relationship Type="http://schemas.openxmlformats.org/officeDocument/2006/relationships/notesSlide" Target="/ppt/notesSlides/notesSlide21.xml" Id="R2fb0d2dc4c374d8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f98e53e7f441c8" /><Relationship Type="http://schemas.openxmlformats.org/officeDocument/2006/relationships/notesSlide" Target="/ppt/notesSlides/notesSlide22.xml" Id="R9f02e1d990e3441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0f519e1ddd347ab" /><Relationship Type="http://schemas.openxmlformats.org/officeDocument/2006/relationships/notesSlide" Target="/ppt/notesSlides/notesSlide23.xml" Id="R465f988950ee46e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5cd5c763a7340d7" /><Relationship Type="http://schemas.openxmlformats.org/officeDocument/2006/relationships/notesSlide" Target="/ppt/notesSlides/notesSlide24.xml" Id="Rcbf2423dd132457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cb8b85be10b47bc" /><Relationship Type="http://schemas.openxmlformats.org/officeDocument/2006/relationships/notesSlide" Target="/ppt/notesSlides/notesSlide25.xml" Id="R5af6a73745914d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03cea577658435a" /><Relationship Type="http://schemas.openxmlformats.org/officeDocument/2006/relationships/notesSlide" Target="/ppt/notesSlides/notesSlide26.xml" Id="R064298097e7a4be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c320634b536428d" /><Relationship Type="http://schemas.openxmlformats.org/officeDocument/2006/relationships/notesSlide" Target="/ppt/notesSlides/notesSlide27.xml" Id="R095e0c3edf20472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ed55fc2977a4c34" /><Relationship Type="http://schemas.openxmlformats.org/officeDocument/2006/relationships/notesSlide" Target="/ppt/notesSlides/notesSlide28.xml" Id="Re356b46d1256499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ee03e0824e74b91" /><Relationship Type="http://schemas.openxmlformats.org/officeDocument/2006/relationships/notesSlide" Target="/ppt/notesSlides/notesSlide29.xml" Id="R1b6592bb3bf7403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dafac98fd874b84" /><Relationship Type="http://schemas.openxmlformats.org/officeDocument/2006/relationships/notesSlide" Target="/ppt/notesSlides/notesSlide30.xml" Id="Re7e0ac36c123469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b9bfae04c1548b8" /><Relationship Type="http://schemas.openxmlformats.org/officeDocument/2006/relationships/notesSlide" Target="/ppt/notesSlides/notesSlide31.xml" Id="R9e142a70b2d84f9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62ac691083a4614" /><Relationship Type="http://schemas.openxmlformats.org/officeDocument/2006/relationships/notesSlide" Target="/ppt/notesSlides/notesSlide32.xml" Id="R04688e4ee0084ed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a01e643b1d444d8" /><Relationship Type="http://schemas.openxmlformats.org/officeDocument/2006/relationships/notesSlide" Target="/ppt/notesSlides/notesSlide33.xml" Id="R3a999dde293942c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decd0d6396f4aa1" /><Relationship Type="http://schemas.openxmlformats.org/officeDocument/2006/relationships/notesSlide" Target="/ppt/notesSlides/notesSlide34.xml" Id="R1feffa0747a8423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0002567a29b47d5" /><Relationship Type="http://schemas.openxmlformats.org/officeDocument/2006/relationships/notesSlide" Target="/ppt/notesSlides/notesSlide35.xml" Id="Ra38d7b1e82434ef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4e2aa10369248fb" /><Relationship Type="http://schemas.openxmlformats.org/officeDocument/2006/relationships/notesSlide" Target="/ppt/notesSlides/notesSlide36.xml" Id="R21e478188c0143c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fed353eb9eb40a2" /><Relationship Type="http://schemas.openxmlformats.org/officeDocument/2006/relationships/notesSlide" Target="/ppt/notesSlides/notesSlide37.xml" Id="Ra77de58fe9a5480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f9894c337574197" /><Relationship Type="http://schemas.openxmlformats.org/officeDocument/2006/relationships/notesSlide" Target="/ppt/notesSlides/notesSlide38.xml" Id="R375b3664a693485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166108325794632" /><Relationship Type="http://schemas.openxmlformats.org/officeDocument/2006/relationships/notesSlide" Target="/ppt/notesSlides/notesSlide39.xml" Id="R0e37926ad85647c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b5aff3cbf384829" /><Relationship Type="http://schemas.openxmlformats.org/officeDocument/2006/relationships/notesSlide" Target="/ppt/notesSlides/notesSlide40.xml" Id="Ra98da0c37e18403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3f7473a05bc4ee3" /><Relationship Type="http://schemas.openxmlformats.org/officeDocument/2006/relationships/image" Target="/ppt/media/image13.png" Id="R3f7ebc6c8dc14928" /><Relationship Type="http://schemas.openxmlformats.org/officeDocument/2006/relationships/image" Target="/ppt/media/image14.png" Id="R73d505dc3c7143ad" /><Relationship Type="http://schemas.openxmlformats.org/officeDocument/2006/relationships/notesSlide" Target="/ppt/notesSlides/notesSlide41.xml" Id="Rf3e28cbbc8af447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9e1edce4dcd44ff" /><Relationship Type="http://schemas.openxmlformats.org/officeDocument/2006/relationships/image" Target="/ppt/media/image15.png" Id="R45315c2c7dc64098" /><Relationship Type="http://schemas.openxmlformats.org/officeDocument/2006/relationships/notesSlide" Target="/ppt/notesSlides/notesSlide42.xml" Id="Rcd82976c9c2842b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4d3cec053db46a6" /><Relationship Type="http://schemas.openxmlformats.org/officeDocument/2006/relationships/notesSlide" Target="/ppt/notesSlides/notesSlide43.xml" Id="Rde66c68fac45456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17524213dd24624" /><Relationship Type="http://schemas.openxmlformats.org/officeDocument/2006/relationships/notesSlide" Target="/ppt/notesSlides/notesSlide44.xml" Id="Rbd1ac24de6ad424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8cf2f8cccf54823" /><Relationship Type="http://schemas.openxmlformats.org/officeDocument/2006/relationships/notesSlide" Target="/ppt/notesSlides/notesSlide45.xml" Id="R283dca7ad21b44e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c769b555fc524442" /><Relationship Type="http://schemas.openxmlformats.org/officeDocument/2006/relationships/notesSlide" Target="/ppt/notesSlides/notesSlide46.xml" Id="Rd241f8cc513e454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4260d1490684b4f" /><Relationship Type="http://schemas.openxmlformats.org/officeDocument/2006/relationships/notesSlide" Target="/ppt/notesSlides/notesSlide47.xml" Id="R048fec4eb8bf487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19103e512ca54f35" /><Relationship Type="http://schemas.openxmlformats.org/officeDocument/2006/relationships/notesSlide" Target="/ppt/notesSlides/notesSlide48.xml" Id="R0927c385119748c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0051aac4c8f4cf0" /><Relationship Type="http://schemas.openxmlformats.org/officeDocument/2006/relationships/notesSlide" Target="/ppt/notesSlides/notesSlide49.xml" Id="R8dec58c6f5864b5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cfdafab42844ecb" /><Relationship Type="http://schemas.openxmlformats.org/officeDocument/2006/relationships/notesSlide" Target="/ppt/notesSlides/notesSlide50.xml" Id="R883cb6ff04e0434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f2df12bb2fc484f" /><Relationship Type="http://schemas.openxmlformats.org/officeDocument/2006/relationships/notesSlide" Target="/ppt/notesSlides/notesSlide51.xml" Id="R5b54c56cbf9247d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b1e77424c0e4576" /><Relationship Type="http://schemas.openxmlformats.org/officeDocument/2006/relationships/notesSlide" Target="/ppt/notesSlides/notesSlide52.xml" Id="Rfcba65522bdd49e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b1452c338514105" /><Relationship Type="http://schemas.openxmlformats.org/officeDocument/2006/relationships/notesSlide" Target="/ppt/notesSlides/notesSlide53.xml" Id="Raf493c503af148a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ac6808c694a44e9" /><Relationship Type="http://schemas.openxmlformats.org/officeDocument/2006/relationships/notesSlide" Target="/ppt/notesSlides/notesSlide54.xml" Id="R6879baa746eb442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d2d0c1c5a3d436f" /><Relationship Type="http://schemas.openxmlformats.org/officeDocument/2006/relationships/notesSlide" Target="/ppt/notesSlides/notesSlide55.xml" Id="R8e20e15befad45f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a3a505e2b054605" /><Relationship Type="http://schemas.openxmlformats.org/officeDocument/2006/relationships/notesSlide" Target="/ppt/notesSlides/notesSlide56.xml" Id="Rc434d69c95bb474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76213dc4d674e81" /><Relationship Type="http://schemas.openxmlformats.org/officeDocument/2006/relationships/image" Target="/ppt/media/image16.png" Id="Rdf32a78fe69d42e7" /><Relationship Type="http://schemas.openxmlformats.org/officeDocument/2006/relationships/image" Target="/ppt/media/image17.png" Id="Rc46cefdfb2684df6" /><Relationship Type="http://schemas.openxmlformats.org/officeDocument/2006/relationships/notesSlide" Target="/ppt/notesSlides/notesSlide57.xml" Id="R4603cf457bff47e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655fafa75c74d3a" /><Relationship Type="http://schemas.openxmlformats.org/officeDocument/2006/relationships/notesSlide" Target="/ppt/notesSlides/notesSlide58.xml" Id="R21b4e17e418248c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bd4063336384867" /><Relationship Type="http://schemas.openxmlformats.org/officeDocument/2006/relationships/notesSlide" Target="/ppt/notesSlides/notesSlide59.xml" Id="R6a4fb4cc30f24ed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ab54f54bdfbb4527" /><Relationship Type="http://schemas.openxmlformats.org/officeDocument/2006/relationships/notesSlide" Target="/ppt/notesSlides/notesSlide60.xml" Id="Rc18df7a147484d7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ab03a89fecb43d4" /><Relationship Type="http://schemas.openxmlformats.org/officeDocument/2006/relationships/notesSlide" Target="/ppt/notesSlides/notesSlide61.xml" Id="R591cf4e985ff422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44376c756ea14cb2" /><Relationship Type="http://schemas.openxmlformats.org/officeDocument/2006/relationships/notesSlide" Target="/ppt/notesSlides/notesSlide62.xml" Id="R9d3258180dd04bc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fd87d2eb4ee940b6" /><Relationship Type="http://schemas.openxmlformats.org/officeDocument/2006/relationships/notesSlide" Target="/ppt/notesSlides/notesSlide63.xml" Id="Re956da6cf6b949c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cbececefbf694e31" /><Relationship Type="http://schemas.openxmlformats.org/officeDocument/2006/relationships/notesSlide" Target="/ppt/notesSlides/notesSlide64.xml" Id="R52fd6d5e0254482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fca0b29c788141aa" /><Relationship Type="http://schemas.openxmlformats.org/officeDocument/2006/relationships/notesSlide" Target="/ppt/notesSlides/notesSlide65.xml" Id="R5fcbf8533ca4457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72386b9e8394406" /><Relationship Type="http://schemas.openxmlformats.org/officeDocument/2006/relationships/chart" Target="/ppt/slides/charts/chart1.xml" Id="Rfc2f27891d6b454f" /><Relationship Type="http://schemas.openxmlformats.org/officeDocument/2006/relationships/notesSlide" Target="/ppt/notesSlides/notesSlide66.xml" Id="R98ad67fb2b354f6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82749452f65403b" /><Relationship Type="http://schemas.openxmlformats.org/officeDocument/2006/relationships/notesSlide" Target="/ppt/notesSlides/notesSlide67.xml" Id="R423ecd8bf0774c5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0209b064c4c4914" /><Relationship Type="http://schemas.openxmlformats.org/officeDocument/2006/relationships/notesSlide" Target="/ppt/notesSlides/notesSlide68.xml" Id="R01329c2031604d0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e3343c76fdf4ae3" /><Relationship Type="http://schemas.openxmlformats.org/officeDocument/2006/relationships/notesSlide" Target="/ppt/notesSlides/notesSlide69.xml" Id="R1b955b6221e4458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21372d6950f94e24" /><Relationship Type="http://schemas.openxmlformats.org/officeDocument/2006/relationships/notesSlide" Target="/ppt/notesSlides/notesSlide70.xml" Id="R9473f90613d842f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63708e86bb924235" /><Relationship Type="http://schemas.openxmlformats.org/officeDocument/2006/relationships/notesSlide" Target="/ppt/notesSlides/notesSlide71.xml" Id="Rb7842a1f2def4db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b461882e1854cc5" /><Relationship Type="http://schemas.openxmlformats.org/officeDocument/2006/relationships/notesSlide" Target="/ppt/notesSlides/notesSlide72.xml" Id="R49e84d3743d94ab2"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2929a86fe034af7" /><Relationship Type="http://schemas.openxmlformats.org/officeDocument/2006/relationships/notesSlide" Target="/ppt/notesSlides/notesSlide73.xml" Id="Rd03209b9674746f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7406c72595a4c51" /><Relationship Type="http://schemas.openxmlformats.org/officeDocument/2006/relationships/notesSlide" Target="/ppt/notesSlides/notesSlide74.xml" Id="Rc97ffb962290456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5b193932f634faf" /><Relationship Type="http://schemas.openxmlformats.org/officeDocument/2006/relationships/notesSlide" Target="/ppt/notesSlides/notesSlide75.xml" Id="R781ec4c864e644d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f078c51fe2bf4f35" /><Relationship Type="http://schemas.openxmlformats.org/officeDocument/2006/relationships/notesSlide" Target="/ppt/notesSlides/notesSlide76.xml" Id="R3817c870f55e4ec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5de5140e3df145c8" /><Relationship Type="http://schemas.openxmlformats.org/officeDocument/2006/relationships/notesSlide" Target="/ppt/notesSlides/notesSlide77.xml" Id="R6d0f2a0a29ed4017"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dda27dcb064403c" /><Relationship Type="http://schemas.openxmlformats.org/officeDocument/2006/relationships/notesSlide" Target="/ppt/notesSlides/notesSlide78.xml" Id="Rcaa5db1cb5e44d42"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e52435ef70d4b10" /><Relationship Type="http://schemas.openxmlformats.org/officeDocument/2006/relationships/notesSlide" Target="/ppt/notesSlides/notesSlide79.xml" Id="R0db2bd17de35452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18cbfc51c96049e8" /><Relationship Type="http://schemas.openxmlformats.org/officeDocument/2006/relationships/notesSlide" Target="/ppt/notesSlides/notesSlide80.xml" Id="R19c5f6d5cc2743f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9da7aa3775e4d57" /><Relationship Type="http://schemas.openxmlformats.org/officeDocument/2006/relationships/notesSlide" Target="/ppt/notesSlides/notesSlide81.xml" Id="R434f92a016a14cc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5aee538d3dd4a44" /><Relationship Type="http://schemas.openxmlformats.org/officeDocument/2006/relationships/notesSlide" Target="/ppt/notesSlides/notesSlide82.xml" Id="R0a4c9c357fd0481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5077f201ff4c4bc4" /><Relationship Type="http://schemas.openxmlformats.org/officeDocument/2006/relationships/notesSlide" Target="/ppt/notesSlides/notesSlide83.xml" Id="R9cb9091ce5d04d9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c7c374a95d634c3a" /><Relationship Type="http://schemas.openxmlformats.org/officeDocument/2006/relationships/notesSlide" Target="/ppt/notesSlides/notesSlide84.xml" Id="R23e859c6c0f64e3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096a98dbb694b3a" /><Relationship Type="http://schemas.openxmlformats.org/officeDocument/2006/relationships/notesSlide" Target="/ppt/notesSlides/notesSlide85.xml" Id="Rabbdb32635b14fe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645c3e09e1ae4c7d" /><Relationship Type="http://schemas.openxmlformats.org/officeDocument/2006/relationships/notesSlide" Target="/ppt/notesSlides/notesSlide86.xml" Id="R7d984e22ef7946f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01facdcb76954384" /><Relationship Type="http://schemas.openxmlformats.org/officeDocument/2006/relationships/notesSlide" Target="/ppt/notesSlides/notesSlide87.xml" Id="R676a3ee04a6341e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101faff1c99448ab" /><Relationship Type="http://schemas.openxmlformats.org/officeDocument/2006/relationships/notesSlide" Target="/ppt/notesSlides/notesSlide88.xml" Id="R2aa5395dca174bb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0f519dbdddd944c4" /><Relationship Type="http://schemas.openxmlformats.org/officeDocument/2006/relationships/notesSlide" Target="/ppt/notesSlides/notesSlide89.xml" Id="Rc605bb208e664b9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f0c859c897524286" /><Relationship Type="http://schemas.openxmlformats.org/officeDocument/2006/relationships/notesSlide" Target="/ppt/notesSlides/notesSlide90.xml" Id="Rcafcd7a76cee4bd6"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b1d286b44e2846ea" /><Relationship Type="http://schemas.openxmlformats.org/officeDocument/2006/relationships/notesSlide" Target="/ppt/notesSlides/notesSlide91.xml" Id="Rb2a63357f3294447"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c34dc7469a0244b9" /><Relationship Type="http://schemas.openxmlformats.org/officeDocument/2006/relationships/notesSlide" Target="/ppt/notesSlides/notesSlide92.xml" Id="Ra7b3d76a13194aa3"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718743f204d144bf" /><Relationship Type="http://schemas.openxmlformats.org/officeDocument/2006/relationships/notesSlide" Target="/ppt/notesSlides/notesSlide93.xml" Id="Rd59b1fdf704c455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4b84df8feffa4445" /><Relationship Type="http://schemas.openxmlformats.org/officeDocument/2006/relationships/notesSlide" Target="/ppt/notesSlides/notesSlide94.xml" Id="Rde77c5806ddc4281"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c5f85622896c4f6e" /><Relationship Type="http://schemas.openxmlformats.org/officeDocument/2006/relationships/notesSlide" Target="/ppt/notesSlides/notesSlide95.xml" Id="R5d1946fe2b9f43f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b3a9547591944ceb" /><Relationship Type="http://schemas.openxmlformats.org/officeDocument/2006/relationships/notesSlide" Target="/ppt/notesSlides/notesSlide96.xml" Id="R8f1b9e59c21b49f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3269167272f14d1d" /><Relationship Type="http://schemas.openxmlformats.org/officeDocument/2006/relationships/notesSlide" Target="/ppt/notesSlides/notesSlide97.xml" Id="R130e8b7f004e4521"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770d79695eee4b06" /><Relationship Type="http://schemas.openxmlformats.org/officeDocument/2006/relationships/notesSlide" Target="/ppt/notesSlides/notesSlide98.xml" Id="R518ca0358ac041ad"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d4a7ba91eade48dd" /><Relationship Type="http://schemas.openxmlformats.org/officeDocument/2006/relationships/notesSlide" Target="/ppt/notesSlides/notesSlide99.xml" Id="R6c35f15d87da4678"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12ad0450f3264039" /><Relationship Type="http://schemas.openxmlformats.org/officeDocument/2006/relationships/image" Target="/ppt/media/image18.png" Id="R3e6550d9f4524850" /><Relationship Type="http://schemas.openxmlformats.org/officeDocument/2006/relationships/notesSlide" Target="/ppt/notesSlides/notesSlide100.xml" Id="R3ad86f3d70644d7d"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fbd208326b934a36" /><Relationship Type="http://schemas.openxmlformats.org/officeDocument/2006/relationships/notesSlide" Target="/ppt/notesSlides/notesSlide101.xml" Id="Ra176584e54034d75"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cf8f636923644a01" /><Relationship Type="http://schemas.openxmlformats.org/officeDocument/2006/relationships/notesSlide" Target="/ppt/notesSlides/notesSlide102.xml" Id="Rc80d760ef52d4081"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055b044c71e546dc" /><Relationship Type="http://schemas.openxmlformats.org/officeDocument/2006/relationships/notesSlide" Target="/ppt/notesSlides/notesSlide103.xml" Id="Rc155031276ff4ab8"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93434fa65e2b4e1f" /><Relationship Type="http://schemas.openxmlformats.org/officeDocument/2006/relationships/notesSlide" Target="/ppt/notesSlides/notesSlide104.xml" Id="Rf1702b6c69af4383"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d4ef890952334cf6" /><Relationship Type="http://schemas.openxmlformats.org/officeDocument/2006/relationships/notesSlide" Target="/ppt/notesSlides/notesSlide105.xml" Id="R8245523927cb463a"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9e992116c9564f7c" /><Relationship Type="http://schemas.openxmlformats.org/officeDocument/2006/relationships/notesSlide" Target="/ppt/notesSlides/notesSlide106.xml" Id="R18fc5285e9f14673"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420495bd9c7d4df8" /><Relationship Type="http://schemas.openxmlformats.org/officeDocument/2006/relationships/notesSlide" Target="/ppt/notesSlides/notesSlide107.xml" Id="Rf283b3d1717543b9"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b02b6a4adbc54771" /><Relationship Type="http://schemas.openxmlformats.org/officeDocument/2006/relationships/notesSlide" Target="/ppt/notesSlides/notesSlide108.xml" Id="R54165197e0d542e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0bcf9a5166414097" /><Relationship Type="http://schemas.openxmlformats.org/officeDocument/2006/relationships/notesSlide" Target="/ppt/notesSlides/notesSlide109.xml" Id="Re9ab04da6fdd4466"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a699be7279934274" /><Relationship Type="http://schemas.openxmlformats.org/officeDocument/2006/relationships/notesSlide" Target="/ppt/notesSlides/notesSlide110.xml" Id="R8bbe8d5ed4794ccf"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9c2a45fe95a94bcd" /><Relationship Type="http://schemas.openxmlformats.org/officeDocument/2006/relationships/notesSlide" Target="/ppt/notesSlides/notesSlide111.xml" Id="Rae1646548ef94e20"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524e4294065642b8" /><Relationship Type="http://schemas.openxmlformats.org/officeDocument/2006/relationships/notesSlide" Target="/ppt/notesSlides/notesSlide112.xml" Id="R1c23d09f934e4299"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bc606b33050341c6" /><Relationship Type="http://schemas.openxmlformats.org/officeDocument/2006/relationships/notesSlide" Target="/ppt/notesSlides/notesSlide113.xml" Id="Rdab40a73a6ae4963"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cf46fc3c2342483a" /><Relationship Type="http://schemas.openxmlformats.org/officeDocument/2006/relationships/notesSlide" Target="/ppt/notesSlides/notesSlide114.xml" Id="Ra28d7be7ff4b4d95"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5c5cb84dd71f42b6" /><Relationship Type="http://schemas.openxmlformats.org/officeDocument/2006/relationships/notesSlide" Target="/ppt/notesSlides/notesSlide115.xml" Id="R60d6f9b264414e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0F46E28F-020E-47FA-83DA-F95BD7701A63}"/>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4E7B476F-AAFD-47D9-BE41-F80622CB24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30FD3459-318D-4394-8C06-E27B01C92A7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74D07E4C-5B04-408A-B6C8-4B85BDCE125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D180DD75-856B-4221-B226-C9E3D751C6E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B4CAC65C-46B1-4005-BBC3-8758F2C3D53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D38F8-1AEF-475A-9425-585D96072B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4903483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A54B16E4-B2D4-4C87-B1B0-A0EF349984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80802CBF-A5C9-44E4-B62E-06A95127F7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355E4DC3-FD99-44FE-814A-B4882D55D6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1921794D-4223-4170-A648-D03EC73B84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00B3094C-6877-4CA7-9080-5D4C67B4B8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068E1DA-475B-4951-80CD-CE0010AFDA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9953ED3-E241-46D1-AD87-7FD8F0F0B1A4}"/>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4F084C7-CED6-4DB3-95D2-546A9F14C61B}"/>
              </a:ext>
            </a:extLst>
          </p:cNvPr>
          <p:cNvPicPr>
            <a:picLocks xmlns:a="http://schemas.openxmlformats.org/drawingml/2006/main" noChangeAspect="1"/>
          </p:cNvPicPr>
          <p:nvPr/>
        </p:nvPicPr>
        <p:blipFill>
          <a:blip xmlns:r="http://schemas.openxmlformats.org/officeDocument/2006/relationships" xmlns:a="http://schemas.openxmlformats.org/drawingml/2006/main" r:embed="Rfa9e2077bcfc470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D264B1CF-17C5-41F9-8F2F-889E2ED82712}"/>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ACF6F65-6F11-44AC-B7FF-39D16CAF6A81}"/>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17E9257-281D-41F0-A246-14E40C09D92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6A21FE43-1098-40A5-94CE-EFCE650028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55580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D9772FFB-8D32-4BE8-9422-EAB42FB741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2136FA9E-2898-469D-8576-5B4B514308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3341EA24-3537-47E7-B4EE-2DAE83F0D4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4AEB855-C193-4F0B-894E-89B45EA456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AA905877-B8C9-4703-891F-6D79DDADA2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8A34B508-B291-4F37-BC88-1F0543DE25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BCFFC54B-3A70-49D0-A6FF-A5D0B68CE37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6B6EBB5-08E8-47D5-9029-236D6DC48915}"/>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E7A5552-811F-4A09-83F4-875B57E9E8D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BAFB5B0-13A3-4DAA-BB3D-0D1D8971B03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E07EF2-0D87-4DC4-89EF-6F723220070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CFDD356-B1C3-40F1-B8B9-70C32F31EB0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208FF56F-A7C0-47F1-B989-A1EBEB501E10}"/>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106A1230-B350-44D0-81B2-5311D621EF4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B20B022-DB26-4FE1-892D-8CA8F404880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8C7012F2-9ABA-4986-B750-803F58095B1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641F568C-FCDA-4E1E-97BD-A91F88FD0262}"/>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5D15135C-72E1-4C69-A94C-58DFABFE875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0EF3167-26F7-4D81-80F9-6A86C97C8F9C}"/>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4CD6913-E6E8-4325-AE64-71289B18CD2E}"/>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5BB1BEF-ED3A-4CA1-B578-3A645B3CDBD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4BC9DBB2-1968-4F1D-8AB4-D0800E53561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C8BA7A9-ADF3-4B23-ADA2-7E88FB10B0A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18257FF-9D30-49BE-A4D7-676E6F2FE01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126F4C54-971E-4F88-886B-328ACF7AFB27}"/>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5A132BB0-369A-40CD-A2CB-477ECE0F212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F47F7EE-BE7F-45EB-94E5-356B8B96D46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F22E448-4000-43E5-967A-FA9D0CB0DBEA}"/>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99FD49-C787-4E9D-AA5A-DD8A8564676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D3354B4D-FF3E-44ED-9CEE-353C84A89B81}"/>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FC37BCE7-FC41-4C71-8486-5167E01A536E}"/>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C546DF3-4794-47CF-9DDF-8657A310488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E392E9DF-B11A-43F0-A3C9-A67F245CD4EE}"/>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DBE2B5C-B45E-464D-B35B-7B12E142785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C61AA46D-B0B9-449C-BB7C-C38970109ED2}"/>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04247B5-B7A6-4F26-9B3A-25C997C5AA19}"/>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2CED15A-C7E9-4B9C-A815-0A425D66441E}"/>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50B0E7C-5928-4F68-B5A9-8A879660E0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8042281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76EC858-2A78-4742-A772-4F4D392D9E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3C870AF0-B1F5-4EE6-AE23-108563EF61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F16A615B-9035-4D53-A3FD-D1C06C833B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D7CFC6E9-F777-48A3-A375-A5F982BE6D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BE3F92B-49CE-4116-8235-654B2F0935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BABD59E-986B-424A-A455-BD4649D868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D291BD4F-9AA7-481A-88E5-FA5CD4BE7FE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8B7F812-91C5-4322-B5B5-5F4A58095B2D}"/>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0CB04D9B-3CA4-403B-B0A0-503743FF0689}"/>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F101FEA2-8971-41EC-AC18-155DFC44C224}"/>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1234272-8F8D-4F03-B28A-162E53D3CEE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3308C451-05B7-4618-AF5F-073BFFF0B4FC}"/>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80C683A6-E223-4A92-8FA4-C3AC445FCCA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14DB63C-E922-4406-9622-0197C5A1700D}"/>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7FFC94D-1932-4F6C-99EF-7344A827156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0DD725C1-D32B-4AB9-B054-B69A92BB350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FD3CBD4-4DB8-432D-9EC1-57208A7994D6}"/>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EFBC63A-831E-45E7-985D-E22AADD7D028}"/>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5075A08-BDC9-4B6F-892E-7500E0AFB51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61E7405C-2D0B-48E1-BA25-520246F206CF}"/>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8388C573-0106-4854-87FE-4E354F21EEA9}"/>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C4F5A73-4E49-4E3E-8223-4AF3C3D84515}"/>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33EDFB62-D446-43C4-8B21-4019230003B4}"/>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77756FE7-2620-4FF8-8612-BFAB2685B89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ED473571-2925-4254-94FE-1791538D1D33}"/>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E4BF486-2BFA-423F-BFE9-515D47FB8FA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8AA0D59-F020-46AC-88BE-A76979596734}"/>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4BD02BC-0DA0-4BC6-890A-F7638C69CA0E}"/>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B37AE15-40EE-4F34-9083-FE456D8E94A8}"/>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280D41E6-34C9-4C68-8BEF-2E493C10A21E}"/>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A8ED57C-4BD6-4B14-88CD-82B262F96FC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0C4646DF-06E7-4C0C-9915-749BFD05E8C0}"/>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F8074B1A-DCCD-4E98-952A-931ACB0F15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84199570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AEB0BE60-FA2E-4719-AA8D-50915C8DFF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BAE90A4A-7CBB-4134-9846-62CC9B76D6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79C8C861-AC5E-480E-9137-9AE1E76C89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511F70E-859C-45A2-9F6D-E921495362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7C82D725-44F4-4F6C-89CE-D32E73CB41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5AAFFC1-1B18-4F4B-BDF7-7394B801D3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9E461465-9F2D-435D-A518-1C3004CA3B6A}"/>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F807F30-335E-4BB4-9045-FDD02BAE5C1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C849D0D-F3DA-447E-93C4-539EF674D5A3}"/>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CDA6DE6-15EE-4FC8-86E2-05D6E176F0E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2174EA9-A07E-4FAD-B306-C5F822FAFDCA}"/>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1CAAF0A-8C55-41C2-AF37-80C237C1FDD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388CD6C-A8C9-4386-8CC3-72300B6A660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66FF39C4-C781-49BF-ABA6-FB2DEA23381E}"/>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6A50162-62A4-4F61-9898-4910DA09871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C02A5C4-CD04-4232-B6D4-73DC61A5C8A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CD8235F0-DF57-4B15-BA61-875057E89179}"/>
              </a:ext>
            </a:extLst>
          </p:cNvPr>
          <p:cNvPicPr>
            <a:picLocks xmlns:a="http://schemas.openxmlformats.org/drawingml/2006/main" noChangeAspect="1"/>
          </p:cNvPicPr>
          <p:nvPr/>
        </p:nvPicPr>
        <p:blipFill>
          <a:blip xmlns:r="http://schemas.openxmlformats.org/officeDocument/2006/relationships" xmlns:a="http://schemas.openxmlformats.org/drawingml/2006/main" r:embed="R5fa78821153c41b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EA6F628-2A3F-4A56-8125-FD0B09055ED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011623D6-20EB-4388-93C5-1B596A0E6A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506429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D4E1E873-5DFA-4057-8C0C-B350ED0310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790F11F7-1436-4A3B-B1EA-FE5C7F5462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DC5F9AF4-8C69-4025-A3E0-606D3E2309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CD1B6B4-41B2-4A81-9FDA-E8112F851F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30216586-B3E9-40A3-AB2F-AF776EACD4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2E18F990-48D5-4E3A-8E90-5946E5A7A6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3AFFFE6B-B65D-4A02-A8F2-29C5F6A7CCE2}"/>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83AC15E-CACC-4F78-80BF-BBA535961BD8}"/>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4F21E100-15DF-482A-8279-20255AF9197C}"/>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45B68140-D510-4919-BC97-A9FEE2B16EF0}"/>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9983C40B-C821-47A5-BDF9-6BE81B86C58A}"/>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18631CA2-9FA6-4114-82C5-5EC8057350F1}"/>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96B8828A-7763-4121-A6F0-45C392D266AF}"/>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B183F469-7D55-4395-AA5B-BDB539E38AE7}"/>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1930A0D-81B5-4905-98D5-7D15AA622951}"/>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53555064-3C2B-41F6-9BDE-52A6B002E606}"/>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A7CE5514-1FE6-456A-83B6-420EFFC26E2C}"/>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460A3B13-D75B-4D6C-8D2B-2973FDFF26C8}"/>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D03F0A8E-D2EA-46E9-988C-1D9FE6F0433A}"/>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F002D7A1-95BD-4105-997E-45A79CAFF82D}"/>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63193701-7524-414C-B785-A2C851AC454D}"/>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F22B3B2-884D-4778-AD71-9685183794C1}"/>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DC3F9EF-056C-4062-B3C1-1392D3875897}"/>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C7C249AA-0B83-46DE-AB10-9B1411380E75}"/>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EBAAB246-82D1-4CE3-966B-5BAD199268D9}"/>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C9EE2AD0-8926-47F3-AA8D-A1C5CAC70026}"/>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9E614F3B-8B2E-4AF8-8135-674DA5BA0981}"/>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A2C359D1-8407-489C-B50F-05DC6038376C}"/>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12B2075-977D-49AC-999E-3E9F53CD05EC}"/>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6A194BF-3159-4438-9757-925D4A6745A3}"/>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83362F41-ADC2-475A-A5A1-488D75973487}"/>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49A9508A-C2E3-41D5-87F6-7C8DC36AD762}"/>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D4D284B8-08DF-496E-B71C-5B967DFAB668}"/>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B34F65C1-C6DF-40C6-B210-334940A8D4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5996158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C9A7AC7D-44DF-443E-B56F-A1C05A3003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748DD8F4-0166-4090-A763-511B47F961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1EBF28D2-67E1-41D2-89CB-4E62FA16A0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61F051A1-BC85-4CB0-BFE3-4FE833E452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68B84F5-56E1-4922-83D4-9EBC53B94F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69003C28-6616-422E-95F8-0750B8D1BE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FDC4B1EE-E439-4F9E-9442-FC7F452E81F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162B404B-0C7F-4E2D-896D-7FFD426046A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F8711B93-3E7C-4E99-A3E5-698E568DD674}"/>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79899685-7B98-46F9-9F3C-230BDBF296E9}"/>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F60CE8BB-A82F-4AB5-9666-92E6E51DF6C7}"/>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F97449D8-3C76-4FD2-9544-E396DEC01EB9}"/>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54114A54-3A63-4090-9C5A-CD585669BA3D}"/>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EA2A3F86-EF4F-43B0-9877-D11BAFA73804}"/>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2CD76897-38BD-4C23-BB2E-E9922D0AB565}"/>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FFC02DD3-E2A4-47A7-A6FB-3ABDDBEA3FB9}"/>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DE8090F9-D549-4DA6-80AC-0BF52D92930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9FD9C3FB-21CB-4FBE-BFE0-D0F728DDE45F}"/>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8297F42-8EE7-434B-BF67-C2A80E5B74E7}"/>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27C38378-602A-49AE-87A4-50AD7FD06B55}"/>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41B51E54-8B99-4ADA-9E65-8BAD423447C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43066DB9-25D0-412E-BBB3-861753E0E4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715561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A1F856E4-B10D-439F-829F-47372FD75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3C8CAD82-7375-46DA-BCBC-1C5E68FAF1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BBC35605-BA5F-4D15-AC65-A46AAC78D4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C044E5A7-CBD8-4494-AC7F-01CB5A7076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EC60157E-A2FB-435D-9C03-56E526225F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14C05576-53A6-43DA-8FCA-C1E54E6399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8D1F6D40-7D03-41D1-AB8B-CCD0CCB38AF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1911FBC2-1744-4FD8-A103-B37E0EE5174A}"/>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A6146239-069F-441C-90A5-94C8AD6D588C}"/>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C610A7B-33D3-44B4-910B-AC02F967A30B}"/>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CA04BB6B-129A-4BEE-BF0C-2E387614A68E}"/>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CE1DA3D1-AE2E-4166-B5B0-12295D4C74F0}"/>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10CC1BC9-0E24-41D1-89BB-B8EC6AB76630}"/>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C1073E9B-C840-4C49-9626-AF61FB8A33A7}"/>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948CE30E-C1D6-457E-AF93-20DBA8F9555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DF0323A3-9C02-4568-92F5-611A74032C5B}"/>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8F9734AC-EFD1-42E0-8886-17F5B76D478F}"/>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21D8E1EB-B1FF-4099-90B8-F4E0AA26C0DB}"/>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5AAF3AF6-5166-4929-AA0C-25139BFD7D5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FBE819FA-3723-4C10-B1FD-32CAC7BAEF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2158972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9C0CC23F-4C3E-43F7-A159-C8CF554081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CFFB5DF4-FDD1-46AE-A152-F636B34264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D2EAE7C3-6970-4387-A836-05E66C0E6B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98905146-E374-48BA-8419-A49920AB2C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3FE5CF53-A813-40CD-A870-6C63BB9BFF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710B1CC3-4945-4DA1-A153-8EC8517B74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1BC909C1-F57A-4F6B-9912-BB58F38BBA6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E08F2D9F-B2B4-44DE-9E2B-8D0CBBD49BB2}"/>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85D57B53-30B6-4302-A846-90E24E9FD65D}"/>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88B094E6-7A9C-4CFB-9486-AB08003A2026}"/>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275AC735-3AB7-4234-8FB3-33E1DD94A83B}"/>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88BD7544-510B-4C8D-B110-0E506F193654}"/>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C2E1281F-9AC5-4479-98C0-DD1DAD5F6CEF}"/>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4B64D278-D140-4A60-9673-0DA8CDEA0D5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51C86E34-A3BB-4CB7-968C-1A9F80A800B9}"/>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8B2EAAA2-81AC-4AE5-8330-E9C174799425}"/>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C9FAAD5C-A033-415F-9760-7DCC50BDC536}"/>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BA73A713-9CBE-4C7D-A97D-67284599ED2C}"/>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CBE24B98-ACE5-4F10-84B6-2C3D70BAF18D}"/>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28DF7FE7-0A59-4475-B97E-66235A38E1C8}"/>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BD25099E-317C-4A90-A6C2-AFDCB3BB19F1}"/>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9EF90D9F-39DB-400C-BCFF-B45AE1BA5D12}"/>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A2A74C5B-3EB6-4DFB-A801-DE4C2C94A74B}"/>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F8EEBCD8-3B79-4D19-B166-73F3EA42923D}"/>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942DB08-52B6-453F-8AC3-1AE89DB7CE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5850927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4E8735BF-4D68-475D-A3C1-321579FD9B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79932F0-D400-4786-A225-21E66162C9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A3C107AA-BBC0-43F4-BD71-BF2BF96B29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9C216513-371F-4FA1-A470-221FE50B69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222AAEA0-FC10-4279-8136-3E2E5DD44B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0ED78C74-ECCF-4109-98DD-2683939EA0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C6FDFFE0-C379-46BD-A548-F4D2F6FDDEA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B939C948-7BDD-4591-98E5-63B742A9671C}"/>
              </a:ext>
            </a:extLst>
          </p:cNvPr>
          <p:cNvPicPr>
            <a:picLocks xmlns:a="http://schemas.openxmlformats.org/drawingml/2006/main" noChangeAspect="1"/>
          </p:cNvPicPr>
          <p:nvPr/>
        </p:nvPicPr>
        <p:blipFill>
          <a:blip xmlns:r="http://schemas.openxmlformats.org/officeDocument/2006/relationships" xmlns:a="http://schemas.openxmlformats.org/drawingml/2006/main" r:embed="Re7a5e72794674994"/>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7836ECE3-0954-4DF1-B8B8-4DC3B5047F0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B34B2914-1AC0-4DCB-A953-BCECE27491D8}"/>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31D85C8-3815-415C-AFF0-35A84EEB3C8C}"/>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DAE50583-D85C-4C84-8185-2F8CDECBC2D1}"/>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C0D71BB6-4533-47D0-AE89-4F8E98E1C146}"/>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C5C9A3-FCA6-4BE9-BD46-DBE073A1DD13}"/>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DB6B113D-FC4B-4A06-AD36-847EFD7BD6A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2A9BB0C7-FAB8-4C9C-BECA-9C12AB8D939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E38CBC61-EB6B-409E-9992-9AFD96D8B45C}"/>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6D153E4B-1310-40BF-8C45-5FC55AC6D24A}"/>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A21FFF8E-984E-498D-8370-94E738D9426E}"/>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B0A1289-1C3B-4D6A-8FBE-BD30192FD74E}"/>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711B6682-21D1-4AE2-B7D8-3188496EDA1A}"/>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B58811BB-A347-41B3-A5DE-4577B2AB61E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D4078D5F-5B43-4EE2-96C2-4FE50A9DC1D2}"/>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74A222FF-50B9-4530-A710-F66D834FCF23}"/>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0C4B33A-9605-440B-B394-595B264FDF1C}"/>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7E9EF0AA-4A8E-4A34-92C0-3B7BF4BF2353}"/>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0502AB8D-7DDE-43A6-9C2F-5F17E03B63BC}"/>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C2227097-3A8E-405F-A1D5-2A5E1767D79D}"/>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6AEEC536-B462-41FC-8FAB-56593DB71095}"/>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E28A894E-5A8C-4ABC-B360-C8615787F1EB}"/>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75E7875-A695-4CFB-926B-6B1E01C25BC0}"/>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5709F930-73C4-4A45-8F96-AA6EFFFC5C92}"/>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AC22EF46-2180-4412-A7DE-C23236BA4235}"/>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2139A133-CEB8-45C4-AC0A-57213EA3EE3B}"/>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DF20CFD-149E-4621-B22D-8FCACC4E4B54}"/>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73035A4-2207-4E31-81B9-653F6F1E55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5339724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53F8D1F7-7257-4001-9760-5B2AAC841D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328E9841-0628-4168-BEFE-93A662D36D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A25823D3-1B5F-4A14-A0E1-D05B8A5673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6D3C3FDB-12E4-443E-8A78-6CAA2F6B73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6A22ED31-6E0C-43AC-A9A3-C872BD5A69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45F5E234-5F91-49F8-B4D4-916AC34461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25241E87-649E-4046-B65C-DD014F9311BC}"/>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D5B81222-93ED-4D9D-AD62-48BD0AF489C5}"/>
              </a:ext>
            </a:extLst>
          </p:cNvPr>
          <p:cNvPicPr>
            <a:picLocks xmlns:a="http://schemas.openxmlformats.org/drawingml/2006/main" noChangeAspect="1"/>
          </p:cNvPicPr>
          <p:nvPr/>
        </p:nvPicPr>
        <p:blipFill>
          <a:blip xmlns:r="http://schemas.openxmlformats.org/officeDocument/2006/relationships" xmlns:a="http://schemas.openxmlformats.org/drawingml/2006/main" r:embed="R70dd3e991155415c"/>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F1E10F40-E599-4276-A54E-A4235DFBB8AA}"/>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7A07D692-4B69-4A54-9E84-BBEB48E1659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62776C66-5629-42E8-9150-E65C4F87D94F}"/>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593EF474-096B-452D-B055-A476A455888F}"/>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7B512ED8-6710-4868-9079-04B0F4FF50AD}"/>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2A7F140F-E8B5-4B14-9D0A-00B320DD1620}"/>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879D8324-9F13-4380-9F48-A09D77FBFFEB}"/>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5C1E4593-64FA-4DFA-97EB-EE02DA96A10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286D5F5C-9632-42DA-9B4D-5B470E5F8A50}"/>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F82900D9-6BE6-4962-8F55-83F0B2312C0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7451C964-479A-4A8D-8AD9-EE1614164ECB}"/>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51740754-C94A-445C-BF5F-D4C37C32665E}"/>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56B7258B-0B95-466B-AFF8-DA01F0B04058}"/>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15D9350C-8E97-455A-8C7F-0CF656A08EEE}"/>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E5BD4535-F6B6-4D4C-BE16-06984632C56D}"/>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92648045-977B-4781-B06D-7108885C6FF2}"/>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7BEA5F15-EF4B-4AAD-8CDE-EF908C0DC8E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7EDFA21-B2BE-40E1-842E-BFBFB89546FC}"/>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9E23995E-984B-45D8-A0BB-F38961AC18E7}"/>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915648-982C-4B77-8A27-5C70BE77BD4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93E074F0-E43A-4AE8-B66F-B554DF6DA782}"/>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5467432C-A00E-45BD-8CBC-9241C5219AAA}"/>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0C9E3AB0-DFFE-4866-8A07-CD63FA728990}"/>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22D64BD0-B1E8-4EB2-AB5B-E82501D7243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E134DD6C-8A8D-4408-BC6E-D58F18AB2A58}"/>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E6B5399A-7B6E-4252-AE88-6248AB64883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67E3406A-AE7B-4D1F-9E34-47F1247E4DCE}"/>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ED653CEE-47EC-45CC-87B9-75AD237CF8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3155068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1F341D08-6CAB-4A46-BD87-DBF1333152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86BB70AD-63E1-4125-A735-485FB00347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82CBEC72-3686-42D0-A887-F809DF6F12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8F053EF-CBD5-467E-82F6-89B16821EA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9A4C9CB-DEA1-4E64-919E-CF81655BB4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6768F777-E417-4109-B41A-0EB3D7F0AC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11B82A7-CE1E-4829-84E7-E2598699082F}"/>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837FC6C5-FE67-4E15-B927-0749BF5DBB5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C9C0D105-7277-4EBE-914B-669298C50A5E}"/>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BEC0A04-13C1-4FB9-A510-56253313EA39}"/>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79E2872-AA9A-484E-A8A3-7E8AA0D5C00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12C0542-96F7-499B-B6EC-EC9F809E087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063A3A6D-01FD-47A8-ADF9-C1544BE7848B}"/>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8321C95-48B3-4251-B9C1-89DFBDFEB1B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42251E46-A4EA-4807-B5AD-4DB63A8F604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D3CB586D-39CE-4EFE-8BDE-F8209547D05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931B2BCD-5F82-4F3E-A24C-A94AFC64E9C9}"/>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1F750D6-C8C7-4A73-A9C2-6917801FB68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5B60E162-BAC4-4359-929E-09085C13CD9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69EC07F5-F60A-454C-8871-3ECF8FB12666}"/>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8946CF1-3C45-4F63-9F4E-9EFD3A6C6106}"/>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5382EBA3-3423-45B4-A2B7-A3E2BDA5FFB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6DE108B-4C0E-4E82-809E-F7F9FE6AD4F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E1FF2B3-108D-4AF7-BB9F-6B9029BC40A4}"/>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63EEF2D-59B0-4162-BD0A-AFD3BB2FD31A}"/>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54A2DC1-6DEE-4290-8152-8A660A893C0F}"/>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ED53790E-BFD2-40D8-8BC6-3E852B7A29B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E50CB175-80EF-4799-A7E9-3DA2C7CA43B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0163AFA9-3D33-417C-861C-14D9E480740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A3D42F4-D35C-49B1-A8F5-1D300262B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1532851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499C1B57-C15D-4294-8489-EFE1002693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A18140AE-51B9-43BA-A62A-2246590E4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CFA327F1-A6C2-4248-807E-EECBD6B341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9802BB3F-FDF5-42A7-9C83-33A513951E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1C233F5D-EB03-44D9-8550-ED7A26A8EB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E678B236-9B0B-4C81-A293-4BE0859761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5704262-3D20-4A29-9C89-A5012929BD5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A6E6AADC-C4D8-40FE-BF2E-5C3EBF1E0B0F}"/>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1C011A7-8458-4272-A5E0-8F96003928FC}"/>
              </a:ext>
            </a:extLst>
          </p:cNvPr>
          <p:cNvPicPr>
            <a:picLocks xmlns:a="http://schemas.openxmlformats.org/drawingml/2006/main" noChangeAspect="1"/>
          </p:cNvPicPr>
          <p:nvPr/>
        </p:nvPicPr>
        <p:blipFill>
          <a:blip xmlns:r="http://schemas.openxmlformats.org/officeDocument/2006/relationships" xmlns:a="http://schemas.openxmlformats.org/drawingml/2006/main" r:embed="Rad4ecc4b37ee4b0d"/>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41C5015-77E1-498B-83CE-77B57C0EA2CA}"/>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30ED069-7C54-40F7-90B4-8F57C45D452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4442DD2-CB5C-4CE4-B3A5-C80B597DC241}"/>
              </a:ext>
            </a:extLst>
          </p:cNvPr>
          <p:cNvPicPr>
            <a:picLocks xmlns:a="http://schemas.openxmlformats.org/drawingml/2006/main" noChangeAspect="1"/>
          </p:cNvPicPr>
          <p:nvPr/>
        </p:nvPicPr>
        <p:blipFill>
          <a:blip xmlns:r="http://schemas.openxmlformats.org/officeDocument/2006/relationships" xmlns:a="http://schemas.openxmlformats.org/drawingml/2006/main" r:embed="R9a62bf5951244ff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EA9521F9-2FC8-4036-AC04-21B0BE91A6E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BDBD1B28-CD26-4238-B286-603E2757263A}"/>
              </a:ext>
            </a:extLst>
          </p:cNvPr>
          <p:cNvPicPr>
            <a:picLocks xmlns:a="http://schemas.openxmlformats.org/drawingml/2006/main" noChangeAspect="1"/>
          </p:cNvPicPr>
          <p:nvPr/>
        </p:nvPicPr>
        <p:blipFill>
          <a:blip xmlns:r="http://schemas.openxmlformats.org/officeDocument/2006/relationships" xmlns:a="http://schemas.openxmlformats.org/drawingml/2006/main" r:embed="R36bf76934b7a465e"/>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7989712-2EF3-4567-9A0C-8C07E604B776}"/>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B4E0C2F-B018-4FDC-BE95-D106D99892F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3716C4A-AD45-4006-9E17-3613DCA8666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7B9B10A1-D87B-4209-9CD6-3C2C5827EBC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F3A88E7-1BBD-4335-808E-4D0A3BC5DCF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280728D-D374-4EE8-8B05-2FDFC141293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A1666723-2AD6-4504-9B31-B6B403A39B58}"/>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C3F5FF0D-6160-467B-BB20-90087FFBE9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4017510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A47000A-4695-4D39-B651-771705C88D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DFB673D0-A6D5-4609-AB09-D5679D3367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541CC5AA-7CB2-4974-B428-3F489DC60C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E26EF576-095C-48B5-9B0A-12B32C491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0372492C-216B-48D7-AF5B-843A081FA1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830096F-90F2-48F1-8477-BF3BF68E1E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C332B2C-01CE-43D2-861E-006942496149}"/>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717219E5-A2C8-4493-A24C-A81DEBA9E4EB}"/>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53D2957-91DB-429E-8618-CDFD06F416F9}"/>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2AF0C45-A918-41D8-B896-2ADCF5E032F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ADAE811D-9F0E-4D73-997F-6CDC47EF6245}"/>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45316B03-C8F1-4758-B43B-B9C14D824828}"/>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C3ABB80-3E3C-4055-89E6-92C18CDD4708}"/>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9B1E3D-5895-452C-920A-C0CB0D2BFA53}"/>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97DD6AD-31E1-4339-99C1-8570A0B5759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7F509C8A-EF55-4042-AF89-9C0D8A873BF5}"/>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B80837E9-FFD1-42B7-9BF4-8EE333671EE7}"/>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C76C51EC-6C6F-4B9B-B2E8-7B5D0FF10DF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31DD915-25E2-4651-8EC1-EB9C4258871F}"/>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C9AABCCD-BBA3-4B76-9EB3-6E75CDB8CF01}"/>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6983EBE3-D93E-4E59-A03A-325039F1A06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03F4BABC-E910-4CC0-84E6-B1F67956A5AD}"/>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2C6A6DD-44A8-4947-8F70-41928D316BB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8EFD3FE-CB94-4EE0-893D-68B36C6F2B4E}"/>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8E309D00-71E6-4321-81D1-9686DF98D3C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8562BB5-45E9-4A86-A46C-AAF4E9E23E7E}"/>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0E120C33-4969-41F3-AFA5-AD9DC15F43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150AEAD7-A4DA-4F6A-8D42-00BD39A3D80D}"/>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043938D-670A-44CC-A1EB-3EAF0D9E1155}"/>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8A949FC-AD23-4D46-B90D-B72BA58FAE8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C0483423-EF3F-46B3-AE86-2A3167562097}"/>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17B88A0-5DC5-4436-BF14-9CE55646B2B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8C874B5-3B9D-4C2A-BA75-43DC1BD5EA7D}"/>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A53EDB17-2B6F-4B55-9399-90DD6A5B02E7}"/>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C201CE6-D0A1-4D6E-AA27-7F8A5CB1B64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58CBCA15-1B61-4582-94C3-5F1BA84635C8}"/>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4322D873-40B7-4F42-87B7-CFD0060EDDA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5EB2CF3E-A4CE-4EED-8067-9E99B0CF82FA}"/>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06F05CA-23D8-4825-8250-9032F1FD65E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9771FAF-7681-40F6-ABE2-993DE492FC9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DA73166-952B-4346-80E4-19DC051556C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737EF041-F5CD-4C61-BFA2-535A048EA241}"/>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746F281A-233C-410F-A2B2-F50CDA2A856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DC01FD2-7A7F-4F0C-994B-9C7843ADDF0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BF75D500-18EA-4BE1-B5A2-E61D89F8E985}"/>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3E85C7C-EDCD-4EB0-9326-D7CB37100384}"/>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9A88F9B-70BD-44BB-B91E-FA402B17F88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3956CC97-82CD-4342-987F-30B1D8CD15D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B5E0362-95EE-4702-BFA7-52705F10656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D9E99F1-20ED-4FFF-8FAE-55981A2432A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D9A7A983-716F-4927-8822-D512F7F75C8F}"/>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880C178-613B-4244-8D94-7DEFE296747C}"/>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D8604FB4-7A02-4DC5-9F30-A115345EDA1B}"/>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248B77B9-A057-4854-A6A5-C8465B7A524D}"/>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B5C124D9-6A2E-42F8-9249-7678C8A4304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129E18B-82B7-497A-B4B7-1A0AC6E0716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C9D86EF2-A1E3-4D02-B9F8-90BD46366487}"/>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EBE8AEC7-DE94-4CFD-921E-B4F3B89D6A6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F5556146-DBDA-4CEC-BA01-D7E0E88F5D9F}"/>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962F726-16C2-447B-8FE5-4CBFA7FF210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7892BF07-7F9C-49BB-B7D3-D2B57C3D44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9905954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07A13ED2-6BE2-4E74-AB0F-4F785A957737}"/>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4C8D0532-60AE-4031-ABE5-9A5DAA23C1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7D0CC446-E0A0-4D92-9FFE-893FC275056D}"/>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2C5D5FE4-5A12-4709-B46D-55FCC5BA8C2D}"/>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F3A374F7-DA62-4285-851C-B0C79AC91198}"/>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7DB349BA-AF7B-4CE1-8D65-AD0DBF57A72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72A5F50-1973-49CE-B00A-2F9E4CEB3B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3861788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316837D0-696D-46E9-8E7B-259372AB7D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72DE862F-0554-4F21-8D56-6B4761BD8A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97BF4DC7-02CE-438D-8F9A-D2BF9AB534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D113E29-8D28-4AA1-AB6E-883DE945A0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2AFEFFB-5B4A-438C-920D-BADAACA131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980504C-E92F-45CA-A978-D1B37C7BAD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AC1DA79E-6912-4CE1-860E-E9DF3D752C19}"/>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DB78ADF-CF8E-4F20-BD0E-AC7D49C81578}"/>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D758D43-6171-4B90-AADD-00E503BEB8F3}"/>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FD38690-2E7D-454E-98D2-88496E5111E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6E470926-4D47-40F4-BE7F-2DB13B0D9E9E}"/>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E6C4B54-B870-4166-A1AE-51578236E3A1}"/>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711A3D0-24C7-41CC-A2C1-FA1524F40E20}"/>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48F00B-41B3-4808-82F5-A84FCD379197}"/>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E3F0323-67E4-4123-BFBA-1CBFB3DC82E5}"/>
              </a:ext>
            </a:extLst>
          </p:cNvPr>
          <p:cNvPicPr>
            <a:picLocks xmlns:a="http://schemas.openxmlformats.org/drawingml/2006/main" noChangeAspect="1"/>
          </p:cNvPicPr>
          <p:nvPr/>
        </p:nvPicPr>
        <p:blipFill>
          <a:blip xmlns:r="http://schemas.openxmlformats.org/officeDocument/2006/relationships" xmlns:a="http://schemas.openxmlformats.org/drawingml/2006/main" r:embed="R01790acdab0d448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A77854C-9974-447C-A193-45B93C066C33}"/>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55E43BD0-47DE-4D19-8BEB-7BA00A1C57C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7A29AA4A-2AA6-447C-BA23-87B15181EAF4}"/>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3D53DCB7-090F-46F3-A072-0763B83B65E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2A2CD9F-FE9C-4DCA-90C0-C69F8B6C13FA}"/>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A9B05C65-01D0-49CE-89A3-CE4C017FD26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DD446A6A-575D-480F-9AB2-7296994E063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4E6C8FCF-1F73-46F1-8467-A993537C3E61}"/>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7737B43D-86CC-4CC6-AC68-761E7B9A3EC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1637C948-081D-43CB-BC85-8AADF126F14C}"/>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32D315F-2DAE-4D73-8574-42314346235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872907CA-C6C1-4E17-9796-D61FACEC5C3B}"/>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D12A712-05AA-445B-ADCF-6797BEAB45D8}"/>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277F7EDB-28AB-4400-9AFE-0C50C7FBBE88}"/>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34B2AE61-D66F-4E5C-B9DB-DFC884A21160}"/>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C3573DEC-B60E-431A-9729-6F08C3BDBE8D}"/>
              </a:ext>
            </a:extLst>
          </p:cNvPr>
          <p:cNvPicPr>
            <a:picLocks xmlns:a="http://schemas.openxmlformats.org/drawingml/2006/main" noChangeAspect="1"/>
          </p:cNvPicPr>
          <p:nvPr/>
        </p:nvPicPr>
        <p:blipFill>
          <a:blip xmlns:r="http://schemas.openxmlformats.org/officeDocument/2006/relationships" xmlns:a="http://schemas.openxmlformats.org/drawingml/2006/main" r:embed="R77f047b7342d4572"/>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6F19415-7132-43A6-B31F-45BB537B3C7C}"/>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1328F12-15C4-4C07-908C-E8672150CB3B}"/>
              </a:ext>
            </a:extLst>
          </p:cNvPr>
          <p:cNvPicPr>
            <a:picLocks xmlns:a="http://schemas.openxmlformats.org/drawingml/2006/main" noChangeAspect="1"/>
          </p:cNvPicPr>
          <p:nvPr/>
        </p:nvPicPr>
        <p:blipFill>
          <a:blip xmlns:r="http://schemas.openxmlformats.org/officeDocument/2006/relationships" xmlns:a="http://schemas.openxmlformats.org/drawingml/2006/main" r:embed="R7516bafc9035415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B4B411E9-91AD-46FE-AE6F-EF84102B29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162242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FA061FE-727E-4AA7-A748-E4AE684382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DBD465FD-DA8A-4F38-A7AE-1379CA5E2E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239CEA90-0364-4D5D-B4D6-11EB7BCB62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8F0AA34-ABE1-4420-A7A6-55E9C3037B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F498A6DF-A4A1-418F-9E3C-B27DE36EAA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5886842-E4C3-47C2-A1B9-BD2D3EEBDD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9D52DF74-E143-4484-9092-B55EB5034ECE}"/>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5502AC2F-42CA-4930-AAC6-429401B2A4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D077AB6-82FF-4E7A-A806-51FB72F3B325}"/>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6C01220-A6CE-4B53-8336-9DB18051BA49}"/>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2E7E289A-B32B-4788-8E87-128FB286768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8DCE7F0-7C78-4823-9A31-634B908F0D5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E21DABC-B919-4B60-9B9A-3D48C38A069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836808E-6122-452A-A125-5674404ED9FD}"/>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DBC9621-1CCE-4A90-A7A4-40A7E726594E}"/>
              </a:ext>
            </a:extLst>
          </p:cNvPr>
          <p:cNvPicPr>
            <a:picLocks xmlns:a="http://schemas.openxmlformats.org/drawingml/2006/main" noChangeAspect="1"/>
          </p:cNvPicPr>
          <p:nvPr/>
        </p:nvPicPr>
        <p:blipFill>
          <a:blip xmlns:r="http://schemas.openxmlformats.org/officeDocument/2006/relationships" xmlns:a="http://schemas.openxmlformats.org/drawingml/2006/main" r:embed="Rb5fb7a8a415a4724"/>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F6B03D72-B1AC-4645-B007-8C6FE294FDD8}"/>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AD48F523-2D13-4C73-8DDE-FF19513DA345}"/>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6203205E-4B13-4C70-A398-DCF72B3B5E5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FE5508CB-B242-4485-A9AA-C5289CE8AE0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CA6F500-057B-4946-853A-36F109E3C59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20AC6857-7788-4768-AEAB-4B9E710709A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11A302B2-6D1C-4D13-8E06-25F87CC8DD0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A013A3B8-A67D-4CC4-AE00-99CC352C97D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68050D92-D1EA-46D6-B0DF-8E51CB81B275}"/>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A36AEE3F-C0C3-4ABA-B10B-BDB795FB1A5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B579003-CC6D-4216-A4F1-E05454377C06}"/>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B595FB3D-C467-4B6F-B5A2-FCAA57B43C6E}"/>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0E84C914-D722-4E5B-A86E-C2D38A92A4E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60F5543-F643-4022-85E1-B03DCCD8167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4882C23B-A362-4FFA-9DB5-8376227A125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0063ACE-314B-4014-9560-391A3042EC7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97EF7AB2-C971-407C-BD7D-B82AA1B2F950}"/>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7153000-201A-49E1-99CB-AB702252A32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E9F09361-248A-43F3-B0C4-AB925576EF5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CCD7BD85-2FC3-4CAA-8CC0-2DAEA36B23E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A60C6C2-8155-4F20-A849-8010B9D25770}"/>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71BBA8E-FBD0-41A0-9B91-71907B62583F}"/>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10A560CA-4C87-4410-A372-BE570C463C43}"/>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82FEDF2-E5B2-4241-B91E-1F6F84DD494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F3063D7-6A8D-4A4B-9F0D-67511DF8C8DF}"/>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E97023A-9D16-4532-B4A8-1943D6158D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405647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2947A075-888F-43C6-9274-5529455D56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8242D639-BF82-40FC-BAF6-9B7240D44D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BA386DF5-1049-4FD3-8EAE-7BCCC5634A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8DF965FD-11EE-41DA-BF93-3E2AAACD62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F78375F7-DE53-49D0-BEC3-EA018F9967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D93DF67E-9C24-4C13-8527-7424BF3795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1EBFFFF-6F48-462C-9AC2-E7DF621155B5}"/>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09CBA71A-E613-4E41-8064-904CB0B0962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4E8FCE9D-26D9-47C9-866F-441203DFB317}"/>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7AD030D0-E532-4EB1-9ACE-9C4D7510C81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B0A0742B-4FE8-4933-9D6D-160F660845B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CF58F4FF-707F-4A78-BC9D-20CE9BC9C796}"/>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4B00A407-0B4D-4365-A87B-A7A17578E6FC}"/>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57642357-124B-4195-B470-E08179175062}"/>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D194B4B7-B2BA-4D2A-ADBD-CE45F6B9952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10B8966C-F350-4501-ADC0-4034105D76C8}"/>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F3B2B9C4-17C6-4141-838C-3814E1C8D59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09F980D6-6717-4B50-A94C-ADC133E61939}"/>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BD0A26C-57D7-4127-9ADE-C4D2D06FB94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9D546F63-C20E-4B13-B464-D771C3D4398B}"/>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B4921EA-50E8-4207-B5F4-A4C578D223C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967342D1-D93F-4F29-87C2-5BB875719598}"/>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58FF159-2D7E-4579-9169-49E34377C09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B01A997-71DF-45B4-84C3-B79D54AF7C4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E12E44AA-332B-42AB-86A1-1B2C2A0F5392}"/>
              </a:ext>
            </a:extLst>
          </p:cNvPr>
          <p:cNvPicPr>
            <a:picLocks xmlns:a="http://schemas.openxmlformats.org/drawingml/2006/main" noChangeAspect="1"/>
          </p:cNvPicPr>
          <p:nvPr/>
        </p:nvPicPr>
        <p:blipFill>
          <a:blip xmlns:r="http://schemas.openxmlformats.org/officeDocument/2006/relationships" xmlns:a="http://schemas.openxmlformats.org/drawingml/2006/main" r:embed="R95ea473e2b0c4e21"/>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85371CD-E49A-477A-822A-6094426E522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6618ED2-25B8-488D-B399-595DB6D4F35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225017DF-99AF-443C-A586-148E684BAC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B846ABE-ACB8-4E41-A564-2006DE83DD6E}"/>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83167F08-A94D-4090-BD8B-9DD91CDCE71E}"/>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F4D6472E-F847-450E-9D6E-973DECB0D804}"/>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459C4D5-91B8-4CDD-8C98-3B09A5287FE1}"/>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1336CACA-9B4A-4A8C-BE45-22E177D35A6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68C92171-A184-4901-BA77-ED670252126C}"/>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D75E7A7B-3086-46B0-96C7-B9A347B99E6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605236B6-EEB0-4A23-AE36-AA07BA342E0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8B10DF9-1677-4C80-81CF-7FCC13F02059}"/>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77974DC-08F8-4362-8546-43847B99883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A248070C-C519-4683-BC0D-77F24B467915}"/>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DF2E6582-C31A-4936-B8A7-BC98DDCBC4D7}"/>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A8EA9F15-26FE-4E5F-B830-6C2633B9711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9244BCF9-692E-4C8D-886E-1D6EBDA1B0B8}"/>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9695839-1B13-4D8F-A27E-186E98AD994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DEB33D72-2016-4FDC-AFDD-4C0BEFA11EB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6D02BD7-9C4D-46B0-96B2-289BA347BF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464322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19660E8-22B4-4B83-A46C-BEBAB0601D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D8E16C3E-BEE5-4471-B754-45BBD1D1B9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8F483FDC-9D5E-421F-A705-F1606C32C2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1A4BA365-C759-4746-8353-DD2CC8B501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7E5F3D7D-97EC-4FB4-8E06-D8D24F1739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72004DE-C4D4-400D-BE58-684416B58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90C845AC-FAEA-4740-A53E-1125626589A5}"/>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AD423E69-A39A-4387-8CF6-6703CD021459}"/>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C86EA93-A71B-4111-B2BC-B995D4696588}"/>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15E910B-8746-4874-814E-A8CCAD224027}"/>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A782719-ACE7-4799-90F1-BEB07A01887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4FDE222-655F-4841-925E-9DC121B972BE}"/>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C98C6C-E419-4771-B51D-3DE70941565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8E146D8-85D3-4E53-8120-D209463524E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C06E6AF-14B2-45C8-9ECE-03DA400FCAB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7A2CC376-F0AB-448C-91B7-38B5AD4DF24F}"/>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88CEB83-C736-46D0-A2B9-915F6C4153C7}"/>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AF34D58C-DFC9-4C39-A901-807E2501316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EFF688E-258D-4BB6-9BBA-8FBB20791F5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FB1DEEA-8ACE-4E26-972E-55FED5765497}"/>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58BAFCC-5EC7-4904-AF51-C224BB1105F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E7D07BA-7B4F-4A4F-AFD3-F6FF27B5E970}"/>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DA573F3-F630-4A04-9D16-A7343DB11D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5398591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4659074D-2638-4A27-BF87-83CCDB4E6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149457EC-CF6F-4469-B718-73AEEBA664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B8C68318-5F4D-47B5-879F-FA16402071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D0D138F1-EEC8-44A1-A263-A34076EB1C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E74AF590-F2E9-4B24-AFF2-1F7B6F1055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7F8D7AF-2871-40A9-9AE8-73D12B6165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9C22B0F-B251-41E2-AC5A-54B63A308A2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61FA9D2F-8185-4004-90F3-C52BA79A650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F357B6F-964C-422B-A69C-78A2520A1E6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CAA0F129-DBAD-4C01-B28D-C54D6EED5908}"/>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C4295CF7-9404-471E-88D2-58B65FEC0C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48CE10F5-B516-4788-BB18-6D15EA9867E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3670FC4-1C11-48E2-89E3-3D91124C5D8F}"/>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9EA5E6B-C4C2-411B-ADE4-D9FCE0BC145A}"/>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E008049-DD04-438A-BC02-F67C4EFC149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4823A14-18FA-4049-8F28-DE6319DC35D7}"/>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66642667-016B-4A3B-B453-99E35118064B}"/>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1B95C3EF-BE06-48B4-B772-A59ADA1FD00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08B16EF-A260-4AE3-9E20-B0C6377FF44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45E30A60-A631-496E-B1C7-97B2301C46B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FF708A1-BA68-4150-A2A0-BDBB8D39750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FDF931D1-0322-41D7-9BC5-75A3E0D8BA42}"/>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B692B18-6C76-402B-91E4-93196173393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A11551B-4404-4407-974B-17CB2314199D}"/>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BD779275-BF56-4080-B9B2-ED8020A33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38519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371B02E-78E9-4254-9B4E-DB51FD398F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018A8B90-E138-4ACE-9868-DC6E296237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59724420-969B-493C-B75D-27FC6EB4C5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29D36D29-AE6E-4A81-990F-DC27DFBAF6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E14C1E38-C413-4149-A2F8-12A592C6EA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BEDCC4CC-3764-4310-ABBF-B81721C5FF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0671F4C7-3A2A-4FAC-9489-12D34CAD952E}"/>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768D60BD-1DCE-48D3-A82A-483E27AC5F9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62146168-5569-41C7-A70F-E4350338B13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8BE5285-9A02-4135-9069-6F2A5C39116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F26B8D72-3ED1-49C2-B76A-7FF7B19171E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A9F3283-FED7-42F8-BE62-6BA84B84471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E41DF9B-FFAE-4A12-8A2F-D8D635E53772}"/>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24ED83A1-375F-4DEC-85F7-34B6BF6755B2}"/>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C8156FF4-1872-4329-85D3-6E1DD959386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08E610F-9082-4765-870C-86E694E7F9F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B2DC662-F6D0-4562-A5AD-5349FDFE2DB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123B1A7A-17C3-4F24-B447-28C775D03221}"/>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18D1944-36D6-436F-B919-0419530BC787}"/>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4345A4B-2036-4CFE-A2DC-87B2A40A10B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67E2A14A-245B-48E4-8455-EF91F6A9CB77}"/>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CECF39F-A275-4018-B29B-3C2E79A3D594}"/>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8533F9CA-B42D-4213-BA23-70394E43876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23DB5322-907A-4110-B2E5-073F6B569F11}"/>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54EF1075-17A3-4A88-BDEB-DC177B11F55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1EBD363-62ED-4BD5-9D4B-91FB9F668E43}"/>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76805818-87EC-4A4D-887C-AD7AADB5887B}"/>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2CA2E8FB-3023-4597-A50F-03B1510E2AA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50DA6666-D0EB-4623-8A48-917B609536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868681418"/>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1CD1167-D1FB-4FBA-BB33-EE8F646D27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2C6F7EDD-D85E-4E33-91F5-57C2320D2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D173D79C-2AED-4590-B689-4FEDB779D2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7F978AC4-DB55-4F59-994A-F8DAD86FC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5B52F3E-41E5-4116-9102-500A34087E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9F0A9522-4914-4E85-8414-F8AA573192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66295229-E341-497B-B0E7-BFEDB1A739B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FFDF02CD-E6B6-49ED-B723-6406764F914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534D9F52-303C-4574-B174-75718DDB0AC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A5B6EBA-6B27-4E3C-9DDB-92B8CEB6359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FD329D5B-4D82-4B1C-864B-DE7EA577CE6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9444DD2B-3854-4D04-A7AC-BB7CAC57B47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0AFAE70A-DBA3-425D-A8DD-3AE1A586A927}"/>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DB602199-0A06-4D5F-9645-2BA5C9C669F7}"/>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98424C69-15D0-45FE-88DA-84D80C5CC81F}"/>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2617F2B9-5AB3-41A7-86BA-0C5F8F84A3A9}"/>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E4A918AE-0559-4278-8D8C-21938E5F8FD5}"/>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119FB24-8FAB-45BD-A048-983B5C7A42B2}"/>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F109DB37-3F76-464A-9635-6167E932424A}"/>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8F78DD7-3EC7-4BEB-8C4A-BF2EEFDFFCE9}"/>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ADCD8A97-B5D0-4CFC-AD52-C6538CB499C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8F2B8CF-C1BB-447B-99BF-7A50212D8B7D}"/>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A99C3849-D57C-4F1E-B5FA-8DD6CA5E8E72}"/>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8F81AE5-0456-4D11-AE62-26088957F17A}"/>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28A662D5-E4DB-43B6-B452-03ADFB54DA7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786CDEC1-89AC-40AC-AFCE-7540462EA3A3}"/>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64D7470-AB61-430E-93B4-AF4994B4C6A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49A70C0D-BA1F-41EB-A97A-1FDBED2BD3D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F601D154-B0BE-4921-BAFE-24694CB2FC21}"/>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C2F10C6-F0E0-422A-B1DC-9949A3B6AAD9}"/>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DDDA75F-7883-4327-8A45-A1C2A42BFCB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E52A3386-AA5F-4DE7-9743-B22B95F58FB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8560A417-63E7-44B0-A57F-06C9C27D77BF}"/>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75B29F2-3F67-4950-9FF8-76AC5F62E7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6373493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B31939E3-DB61-4845-BCFF-F051E0567C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E1A4E6AA-F6EF-4B20-BF6B-88F7E4EBDB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F8BDD812-2386-4A54-8EA2-0F22698626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811C1E0-02B1-47EF-84CF-C6E4B7E509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2AB9BB6-7656-4CAF-9F3D-FFC04B1BCC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06DF296-5A57-4CD8-B626-C401BD811A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ADC4A22-6F44-4AD5-998F-B106576E105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392D7D06-8ACD-4A86-B32A-299547C66C5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17D3776-6EB8-4B5A-AAD7-F704E46ABA63}"/>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1470FE-4733-47A8-B22B-4921F0FAC1DE}"/>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D72264A-2CEF-4879-A773-DAB40594DA34}"/>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3BE520CD-9714-47F6-88C3-5B049199EC3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BC481AA4-C7C3-4867-8A09-1B3D7F26C96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96CD712-7EBD-4D12-AD49-D3CCFD606E1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1DD6381-2166-4DF6-96DA-12DD24B77C6D}"/>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265A2E8-F8A0-4ADD-8AE8-1B50191749ED}"/>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74A6FF4-DF2F-424E-96C1-02928B158AC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68F4F51-5F91-4268-A909-7345D86378AB}"/>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6F307B2-229C-490B-B5AF-DD6215D622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726409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893ACA61-338D-4F97-A367-A668FC0AB1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D82EB21-D406-4E73-AE70-735BAF03CD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AD4F2EE8-EA98-43D2-9602-5ACED3FF4F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4215401-2A21-4383-9037-2E53F53684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DF44DDE-DFC9-49AE-863F-224A12D5E6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38A7B8A-C729-429C-9D18-B47CE4E627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3729CBE-4B65-4204-BF79-BEB68D2C6771}"/>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DECD141B-5E45-41B7-AAE0-A28EE258545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2DA25737-B402-46BD-BDFC-9094359E2AC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3842423C-0649-4C9F-8989-AE7ACF13342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F2E8C42D-D488-46D8-B8E6-01256A5EC930}"/>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E0FE989-40AA-4410-94B8-DD5F99BD922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D3842EF-1C42-4287-9BCE-3C088CE3A60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B39166D9-4289-4B96-A60F-F523DE08466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0ED607AE-8B43-4604-87C5-8764B17D3A83}"/>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E8DC17E-7B39-4C53-9E0A-C274ED0B217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9B604604-8A50-4055-A762-44C2E2DBCF7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0DA46305-33C0-4406-999E-2B51F7B518E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10B65FCF-DDFA-47A9-87D9-20BD6868AD5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EA8CA7CF-7E40-402D-AB27-1B65331A5CAB}"/>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1899AE86-38ED-4660-B88C-EC96764C58F7}"/>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D85F122-C189-45AA-83C9-77794EC0A0F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CE3D04DD-27CE-462D-9884-177E499866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193992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2BA3FFEB-7411-467B-9808-C14C68A6AF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6698B85E-7152-4E50-A227-72251F186F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29818E7-68C1-4E76-B990-3E7256C227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22FC56C-C838-47C6-A688-642D3D0EF4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ABFCA115-40B0-463D-9417-418FAF9817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9C7BCF7-B2EF-474A-9C2A-4957817F72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BFC8CF1-891C-41D9-84FA-4B67250D1284}"/>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28C9A56-1B8A-4CF0-82F3-C0AC3EA8F12F}"/>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C41A0C40-1BC0-40DC-8870-E4970C8D898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553F48D-A550-4F49-8671-4147794FD90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1599D999-FFB9-4E17-9BD7-65C79C5B27D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9200191-5FBA-43C1-8674-65CB9C9D64F0}"/>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FF9C4350-FFDD-444D-88B6-C2C8FAC8908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B7FAB6CE-7254-45D0-BD77-7E7FA677AEE5}"/>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7096A48D-41F0-403E-8A57-F0F972DB1D24}"/>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F8146742-FAFC-431A-AE63-BA6E825F0C95}"/>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D8AF8401-C7B9-46FC-9179-102A2D47F78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B1A90693-3E68-4730-B918-2A088DF98F6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9762337-83C2-4FA9-ABED-5B01A81ADF5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AE3BBE28-F0E7-4A71-B6B1-3547ABF2F247}"/>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8D3BC75-CC28-4609-A842-8C4FB553C57B}"/>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3BC43E2-53E8-4F24-8A91-1F121CE360F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B95F3C2C-6A4F-453C-9C0C-7D8B46F808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0538743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42683C5-D9D5-452E-AFAB-3D3E2FB3A2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13B6425B-E0B4-4763-B6C1-8B2F72185E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8B1FE63F-A3BF-428B-97B0-C114FF2546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60DC5E41-B5D7-49D1-AA34-A21AB4CC4D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583857E3-7745-4FF6-BDAF-A238928D79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391596E3-0474-4CA4-A044-12DC9B4E83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26227FD-CFCB-4EB7-A44E-0B348551BB93}"/>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4AC18387-A834-476A-9486-212B5EA064EC}"/>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C37391B0-575F-4B15-A511-0BF4D570DF9E}"/>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23690359-DD86-4FD7-B9CF-F3D02EF41D13}"/>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F6EBBC14-BDC6-4EFB-95AE-3BDE2279F10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88E20AE9-7FD3-4ADD-807E-5A2141B06709}"/>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72F7495F-D4A4-42DB-813D-D30F3F70FC62}"/>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48BC70E-4C3A-4DF9-9431-B260FB794EF3}"/>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9202849-BA37-4EA2-83B6-C2A9D2E4D01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ECADF88-2F14-4D2F-BC25-585931858D84}"/>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1F0F8B93-6BAD-46E5-8BE8-059A5E323AE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C01DE32-FE22-438B-BADF-BF4DAE392F72}"/>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D65D2AD-ADBE-4723-A11B-DDC81E28E1DC}"/>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246E8C4-A034-40AC-9D8E-2632517244B8}"/>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D1BB660-B33E-466C-88CC-045730BCC69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FA02994-70EB-4925-9847-90EBD3336DC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3E542CD0-FF33-447A-81CE-AD65E3B4F59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17426AA7-2C45-4973-BCB4-1AB735C61524}"/>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5E0355DC-A6DA-4D74-8955-FB2D0583D58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94D4FC98-FE85-4160-A451-4150A780DDA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B8576EC4-966C-44DF-9B78-A6667B9A5472}"/>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C6122778-37FE-49C8-B074-37800CBE9F8D}"/>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A592DBB-2296-4AA0-AFD8-12912CD96A8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E92AF6CE-E2DE-4C03-A881-CAC18F6353A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A4808DE3-516D-49E0-B6A6-E888763DD884}"/>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A04F6D0C-FC85-482D-8450-720F4D15910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D321A54-D56D-4A2B-B6BE-1AE26C03E23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E84A520B-24AA-46D5-AD7E-35684E960548}"/>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2EA5527-93E0-456D-9A55-2D9D3B389EB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3813378-9E5D-4355-9DA6-7867682F6E1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8F28F8B-EB51-489E-B51D-6D9C7480B77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42DC0274-12EF-4F28-AE26-1C77AD3CC48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F8FF3B9-F795-4EA5-AFCF-69F1AA3C81BC}"/>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610B071E-2AB5-46A5-B478-769B3B87A7B2}"/>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1D2DCECC-82CC-41EA-A55E-36F70CC7CA1F}"/>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BB2DAF3-0B08-44C9-BE4A-41E16D52C00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5C27FFC-C77F-4EC9-8CF3-CCCB4DC4EF56}"/>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FC072BE-2556-492D-82F7-8BE2BFB3FDF9}"/>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725B553A-DDBD-43D5-9C0E-6B4A7E6381E0}"/>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094378C-68E1-45AC-881C-4A9E51F791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423003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ADE8218-42C0-4543-8057-BD6FB05E66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3E1EF80E-D0F7-4D49-8032-DE37C54D23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EBB5B46F-048D-4AE7-99C7-E412EC8A43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BD822D4-AA29-460F-AD8C-DF976865A7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751280B0-FF11-4419-99F1-F3F86BBE24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A4714579-C1A4-442C-BE35-DF53DD47F1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4487A14B-C739-4653-BC60-4DDA07E7BDB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3104B0-13D2-43D1-A65E-0AB55A40217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27A7C89-A57E-46E0-83E5-DA29439B06D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C51C470C-C4F3-485E-88A0-F3887FA6608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835A4B5-6EA4-4C45-81F1-517E1A8D1DC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9873236-822F-4B24-B630-5E204FD5719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E38BB9FD-84D5-43B5-9023-6A3AB40B6C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A881D350-9F7A-4902-AC12-A723881E399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2A19BC7C-5E2A-4775-859F-0F2F18CC804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DB441150-71EB-4706-AE66-C5323BEA9D2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15892E4-C0E2-4BEC-82D8-90AFB406E37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E4BB06D1-2B54-4810-AD68-082500D7254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1D6B6DC1-E702-44F0-B008-E3B29CB67E2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2F685000-FA15-487E-A433-81114F0F54F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9BD12BFD-65DC-438A-9253-693FFAECB26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BAAB684-5019-4E42-B18A-8B8CA436DB4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EB6B0CE-01FA-4C82-86EE-DD418FD1DD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3824972"/>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6087A254-21AB-4366-B00A-5E981A3E8D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E6750448-2F05-443D-AEA1-84A10B32ED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F71E2154-9F92-4F93-BCD5-E9212E9BB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BAA608A3-E1F5-42CF-A2C3-39800F3DC9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5ADF9161-3A62-4454-A50D-D9981BEF7C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E0934DD-AB61-45A3-AB02-4A03220359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EE089D71-74A4-43FC-8C87-45BE1D12431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A5D7B67-BE9C-440E-B005-68536428E0C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D581995D-2CF4-4B23-A57B-5DC267DD0BF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83B08873-5020-49AC-A429-738AC596B9C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061A16E-1EAE-4C04-9878-49A8E15BFB0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B33E9B7-839F-4598-AA37-002ECCB00D6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CAC91632-A770-44EE-B686-F7B58459FEE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AFA105A7-8158-4AF8-B256-C0285B6DF64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813C58E0-917C-4250-8135-EE0F4DF7AA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AA31E2FB-E523-45B5-A8DF-B2BAE0F6534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460FEFF-1B55-4AF4-9386-917DAFB885A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36AE77AB-63E6-451A-BE64-62B007C3D1C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8D4AC7EB-04BE-4BA7-BD0F-4FE96521445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72F70514-E756-4646-B701-15D23BAA57D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371587A2-7A42-4B67-8770-9406BAB3F2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5A6F961-C865-488D-8705-782222CB2B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2E24652-F976-4B99-B2DA-CD6A005316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106182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9956F5C4-3E9D-4BDC-9733-3155FF8722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7D7D1162-A263-47EA-898C-00132477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47B5DEAD-2F53-4794-AED8-986E542CBA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1C2E40C-265F-400B-A810-F1D2CB7983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712D98D7-62FE-4F06-9099-E990DFA85E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D2D2EAB6-B03A-4897-AA5B-DFA50009F7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04F88829-E4CA-4938-8853-1D3C0F146B1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B2336E9-AF5D-4881-ADA9-CDF0BD28155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3A346C19-3A7F-4CAC-8A57-B7A0022DE09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816E569B-4AA7-43DF-A76C-3247B42325F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2BA0C2E-087E-4B0A-AFAC-E238EFBDE61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EAA2C74-F1A5-4134-8D1F-7AB99A29DE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7687038-F943-441C-915B-3D9AA4E1350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C8A5A0C8-65DA-48EB-8A23-282B052A0A1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475E6C4D-D276-4715-AC58-13BD642BD52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4756BFB7-8F4C-4F12-972A-40022BBC699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C162FD5F-1A46-4E54-9593-F97AE08E06A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6F2B410-591E-487C-ABAF-CE789E7C3D9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CA5A3B44-ABBA-45E1-A441-80E6CE3F0F2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1B0FA3C2-B671-4F8F-B816-51AF29B811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CF7E77ED-DE8C-4576-94F1-1EC5F02A4AA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9BE0EB6-7016-4568-988A-E0848964177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D1AC3F1-A0A8-4D5A-AA97-A2FBE6A3A4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2640632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49C2CC8A-774D-464D-B2FE-8C8CD7764A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3885B283-AD89-4672-8418-D61E3C43F0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644DEA1E-1ECC-43F8-B882-3A7FA8D596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4ED90674-4F63-4863-9F7E-6E535FFD1C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CFBC91E-6867-4D47-AF60-BDC1E94493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ED65D5F1-4359-4103-A1AF-52CB3BCEE7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3C5C663D-772A-467D-884F-7BB2EA228DF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7DE9F3F-87A5-4A20-8BD7-A744B311EFB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400E8370-8955-480F-B09C-82D35B1F0B1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5E9212B-9AC0-4E99-9115-20E88ED1B4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876F76B-E5B3-4CF4-9F9F-6D9B769900D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76566A7-CFD5-4A29-80D7-0FC8D884D4A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41A157F-DB11-4636-8EC6-9F7B56D7EA3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67A06E6-7C69-4638-9BBE-05F2A96A341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ACDAB8A-581C-43C4-B25F-863E06AD45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8C92EA06-D75E-4B7B-A59B-C427693EAB0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EF7C8DD-5720-41FA-BABA-F09A33EE25E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70D6076-ACCB-4B0C-8C63-812B16F64C6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D823567-F630-4B8A-A092-247A0CFE5F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F2D4FFC3-3EEF-4F4F-950E-B53F4F8364A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95695B98-ACAB-4C3A-B53B-D4705D3C35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4099A6B9-EDBC-4D1E-98E1-002E73A15C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599DD62E-A293-4D31-AD97-992BF8BC2B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2817939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9BEFE2D2-7DC0-4B07-B0ED-705DA31A47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1CDA1103-164B-444C-8571-2E1AF87681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8F9E22E3-FF48-4D48-9E29-7C59E6D841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F1C8BE6-7085-4D38-BA11-D5E7E6697D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56E88387-1536-4DA3-BDF8-4615371DF8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B835BAAC-3C5B-4F4D-B10F-E60E2CFD41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C7377876-0C04-4929-8D44-349A89B4C13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D4DF48A-8304-4CB6-91C5-78C3DBACA8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92E8D17E-049F-43C3-BEC7-ACC4CD7FB62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4CA890BC-673D-4658-9EF9-7006C001016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6AAD24E-352B-427C-836A-D10CCFB1978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A4088FA-172D-41B4-95AF-08A72E2E39A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1C18E0C7-DB61-402E-BEBE-F97EE3DAAC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1AF7BE8A-E296-42F9-97F6-A1E234D661B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7B8106E-E094-4C89-8C69-B61F50A0E3B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85B3134D-F2DD-4A0C-A2AB-4CB833B807F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C852AA0F-0521-4C39-8654-B8E38F60F4B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79096562-42D4-4580-AFA3-3C20CC46F6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A58975D8-16FA-48A8-BB15-2E3025595A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DA9CC3BA-4562-4D4F-8D78-72F92DC951A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930BAA4F-180E-444C-8B5D-FF681ABAF8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91946CF-C593-44EB-828F-E92DE3AF740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E0F911A-BC2F-4A29-9B38-FCB0369BC0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034195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AA60FAA-20F1-4F9A-8909-8E465BC893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3D1DEB6F-DA09-45CE-BCAD-55C713E68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059125E8-5392-4208-9CE6-6178401681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3C896191-46D8-4CB6-A03E-04DCB66085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489497D-8542-40EF-8E13-2F1220CAC2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CB237CE2-2491-4F70-A5B1-F26F40E767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38355C06-8A45-4920-8E5A-2385E87937E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3345631-EAFF-4E56-AE3F-E76DDCA847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F5757D5-2A02-4AAC-BADD-A042F152A4C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46B5E976-F516-4ECA-852A-E49BAD3E7AE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CD4F7DB-2EDF-40D6-85F8-5554F6D7C41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353CC7D-D108-4DFD-8050-B8F1450D4E3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6D97A220-43B0-40B8-812C-8E188DEED14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DAA6DE2-1597-461C-88A6-6945A9A568B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84FB0759-278C-4DE6-ACE7-F0A4A0CDA05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FF4224AC-67B6-4D54-8423-2B6141B87A1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8F014637-FBD3-4007-A857-123E6B1DEDA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7D360CB-53A0-42C1-B3FB-F61479C7609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5029959C-68E7-417A-9934-39A79FAE20B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AC85F48B-41C1-452B-88AE-FDCE5386F79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35020B6C-7C03-4D85-9AA5-54411CE1E37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A926C6D-828B-4DEB-ADA0-1A729BA33E0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6120842-83C5-4C79-8967-B223584E45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773862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791B5AC4-F810-4EB0-8F79-91E5634823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A6431E18-ABE3-41E1-8779-D4EA46F5D0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E29EA106-9163-4E9D-BA26-64275DAF27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06DAF70-A1F1-47D5-BA59-4C0A8A4085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B877C4B9-13B2-4856-8284-09071280F6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B62C750-1BCC-4533-B1EE-4E09C81437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EB2DFAB7-BAA3-4D89-B28D-EBB2CB5ACFA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0774AA-F6AA-4EFB-B4E5-99F1323FDB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7547971-BCFB-493F-B587-2E13CDB4114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81B57571-A7B4-43B6-BB8A-A64B057BDB3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7E8BE68-A1AD-462D-8AFF-3B386D8991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18E11D7-BDB9-49A9-A19E-C6A819FE44D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A31E1846-A9B0-4258-AD56-02933E24931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0927AE40-0223-41F2-BF8B-55810265BB7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AE4E120-97F1-4FA2-B747-5802667C38F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5150B4A0-0446-4D73-ABA8-465BF44C7D6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67639BFF-2929-480A-9AE5-36D18F9C422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1423E0E9-DB71-4044-A498-280A5746AE1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2EE35000-58D2-4849-A068-9D4ADC5883B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2E039067-D5F9-45CD-9F64-4DF64E52717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EFB9DEE0-8CFD-49B3-8A3F-5EACB696FE2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989236B-298E-49C7-8885-1D9A4D14630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6F39DC0-0CDF-40E4-BE1A-0A92F7FC3A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1850490"/>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BE878D57-6215-4FA0-8D98-786A6E53A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40D0D31F-71A2-4A4D-9830-3097F74411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9247FBED-AB21-4783-BF69-C193F462AB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E598352-53F1-4FE3-A8B5-B5F63A2A9A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37FA78D-7879-4FF9-A3E9-4E9AED2CAD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52BF9689-A969-4D78-9033-552E5B0F09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A0BF2B62-0F79-4B11-9A57-9B1E6D0DA0F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7600738-3973-4717-AC23-9AC1A571583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F2E74215-8B93-44BD-BA3D-F5B63B3C1A1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5DC1715A-548A-4A37-9481-E74325FDEE2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143FCAB-9733-49EA-954C-3209377D377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1CF8735-70C3-4A21-BB13-A45DD7C673C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8D7D1708-6E29-4F23-9550-A6210B9141B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C35D2224-FF7A-412C-BCC9-42F4EC7FEA4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3F698210-1593-4A97-8D23-B06207EBCA3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FFEF03D-5742-47C8-AD70-E1357845BE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2B84840D-C82C-4F62-9683-8D7E3A0E608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278B0360-975D-4929-8CC4-F43690AEE9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8CC2C181-857E-4BF5-94DD-EFB734255A9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09817E1-70DE-4CC0-AE29-7214622AF7F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9035FFDC-C026-4705-AA07-0552F0B5D10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62FABF1-01C2-4927-B5C7-DCA346585E8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720F66D-F7F2-4F44-A8FB-10406584D8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977203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1E4836B-8E84-4AB3-99B7-4C627C5593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7C6E1108-19CB-48FA-88CC-597FE42F1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D4D2E568-65E7-4941-8CF9-2BD7489F688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E8FA79AD-AB5F-4E05-85C1-046C9C6D6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1C55BD7-4D69-45E9-9B1B-8C862A7B73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2CAB207B-C509-48F7-9AAA-ECDE4B19BF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80DBAC4-FFF7-4897-A1AA-D52F98E6EF24}"/>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17AF1253-139E-4F3C-A98E-D190C3DD9FD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E8169486-69A3-4BBE-9A1D-2040C79D0FF9}"/>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CC1A000-2B7E-461B-A13B-06ED611CDD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C1B1F7B-616E-44CF-B42E-B76D1C638005}"/>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491E75E3-1705-49D5-B802-227CDCCDC489}"/>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D120CC1-E5DB-44D1-8F78-732C186D03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4820251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0474F5A7-A1D3-4874-9CED-19782B443F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5F047A8A-4ADF-478D-95FB-C29D6F4444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96D25652-4CDB-4C99-9DFF-4D15E319DB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160F4A5-E5B5-4092-BE5D-3B39DBC900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DCEFC658-819E-40EE-A508-E4E02EE246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CC6923E7-32A0-4995-80F7-6D7609060C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171C06D-C29B-4044-9E7D-040354725C5B}"/>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87708074-EC41-4776-822E-077F58B65A9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6DEBD80F-49A3-4604-BE1B-5D0D040779E9}"/>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834571BD-D1AF-45B7-A0FA-22983BA437B5}"/>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B9F5B87-BF19-47F5-B123-7683EAA7E86F}"/>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7B3510B1-3D24-4AB0-AD73-2193D3F00783}"/>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E948E826-F6CA-4DA8-96A7-3B25BF9AC12E}"/>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B4996178-8505-44F1-A4C1-7DB078F306C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B58E7F24-9F0E-4278-9D8F-4577C52760D0}"/>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BB40D454-95F3-4B71-864B-D0052E3B52E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15942030-286B-4B11-AAA8-AF775B93CA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091737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2D8E25E-BC58-4DD1-9BA4-55AD25B72C23}"/>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88F9A887-B882-4899-AF07-7E9D18AB49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F198ADD2-7F3E-41EF-92D8-CC585E4A3F48}"/>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5222DEC0-19EE-487C-BF42-232F20E83ED7}"/>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ECEF8CEE-B0EE-458E-A2FC-38100E951383}"/>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521B8A2-F124-40E8-9FEA-FC3036F309DC}"/>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50A1E633-1C7A-4063-881D-99137FB79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700158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091A797-9D87-480F-A14D-1802E25506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2F7D9C0D-7E39-4773-986C-CA2C8D5EE7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3F59E0AA-3DE1-4CCF-8825-821A74DE9E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339BDB80-6EE8-41A0-8C88-92D952CA82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4CFAD58-D1C9-4D11-AFED-06D7DBEC6E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F9E2762-F681-4F7A-83A8-011967F968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835335F6-8396-4134-9F99-8D2FA85E0D64}"/>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F407772-1785-489D-85B7-2D812D9E8FF3}"/>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A3FEBE93-F583-4CDE-8990-244C31B2012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1BBDC63-2A3D-431A-8ACE-48496AAA66BF}"/>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4868E3F-3BA9-42D5-B6CD-986A0CC99B9B}"/>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008834F9-4B32-4017-B617-DD1A37329ED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43A4CA1-C7BC-44E1-A03A-DA5B3B319DE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4A020D-C72B-48DA-BCB0-4CC5FDD4E8C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0374FE0-8BF4-4495-AF9D-FFF1453AA8E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FF8A73E-8804-4105-A299-44FFCC344C4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51E1C982-A2AA-455F-8995-DA1D7396CB8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DCEEE04-EE37-4B9D-9DB2-DFD758CA1F4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C82E864E-262B-4EDC-9187-E94DE310E40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B8C1DAC-AACA-420A-A8C8-30FD1209E2D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C56A746-9B3E-4A62-82EC-A66A707B1DD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B39F4550-AD21-4C94-A4F8-F8D21AD9BD2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AA1FF5B2-2FC6-4C36-ACEF-80D3DFF42E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4945368"/>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69A16D1-E76E-4C1C-90C3-51FAF16FC2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3DD52F78-80A6-4DA2-9AB2-D1B62593EE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D37D4BF3-5194-4033-9BAB-A80D5A8684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25C15E8-6806-42CF-BFCD-52471AD8ED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BB450CF-5178-4602-BD9A-895A721421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D249F4FD-1D35-4025-A9C5-CD305C8E17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CBC18584-E1C9-4BE7-9016-ECA26D57706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935C40C-2E8C-4A08-8B91-DD263AC9830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3080E8D-EB6D-4B3B-A905-F5E96B5788D5}"/>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7358764F-316D-4442-AC23-54C430808ED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6F96018-F7A3-4380-A91A-D1CEFE1AB62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84AE20F-BA4C-452D-A641-54EDDD02C76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A78D5351-349D-4036-A07E-B3219C6E313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ECE79C7-59F1-4374-B1B9-BCC11D29276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0FF4382-024D-44D3-BA23-D46954C5B2D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88EFE9E-AFEA-48CE-9716-E837E98F00E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7341911-71A5-4005-9569-5758D12812B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5510D9C-E24D-4A0D-A84D-63DAC675FA2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6243E0AB-9034-4DD0-AC3E-7928EC11487C}"/>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5F56012D-0463-4D65-9B7F-5357FE57EFD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05780AA-D71A-4551-AD30-5780CFFB94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200ED44-3CEA-44F9-99EE-009DA5A7994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DBC29BD-3A26-416A-87CA-064466E5AEE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4318C556-132C-41A2-80D2-72F7CF673A8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A8DA332-8A78-4AD8-9ED9-9D443E8A14D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22FD5F77-1EAC-4844-A20D-9BA190E917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9893704"/>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4C2296C-55A8-48E5-88A0-D62C3455AC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7BE6F2C-3592-4C8C-AE00-12F9912BBC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607A8538-487C-4836-B12F-4FD9041510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9EC394F-2D1A-4040-AF67-EEB17EF5B0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AFD1B1AC-C87D-4CE9-A2AE-AE1CAB08BF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AEF4C37-1E70-4EDE-956B-C697B47177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BC246542-84FB-470C-ADFB-8306A60085E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CA61F753-6931-4408-BCC3-0462589D742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87C291C-4121-4956-948D-B79553966C2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812009C-9743-425C-ADA4-DE2CED0EFBB0}"/>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11D9433-6A01-4536-8068-77F10A5DC6FE}"/>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448A735D-D059-49E8-980C-E498E7CC6CD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E35B2AB-A163-4D78-A955-4EDE268C47C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CA5AA1D-3B1C-4A7E-8F97-362158E69C47}"/>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C79B5681-618E-4401-8868-A387ED007BAE}"/>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DA5B81F-35E8-4FA3-946C-A0E544FB817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674B7A8D-7D92-4694-9243-C69BF83679A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2CF9B8E-FFDB-4EE3-BAC5-A86B25AB4214}"/>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BC1F853E-6291-49ED-BED1-6259B183CF16}"/>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C98826B2-495F-4F49-AD2F-D0A87F49963F}"/>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AA9A6B3-C213-444E-913A-2E42F7AC607E}"/>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C1253-3DDE-4813-82EC-0D5F8CF6602D}"/>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239E4C3A-67D2-47EA-9C02-DA19CD808D28}"/>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41101E6-F4E7-4F33-A436-A17A548E31F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59AF936C-928C-4667-A111-9DDE84217FF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C5434E2-BF61-4ABD-942E-6F56234E0E3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7461C78-AA17-4D95-AF3B-31B0199D7931}"/>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F3C5AD8D-0366-4190-95F2-A08EA53B1D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6647402"/>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3D150A5-092B-48F9-80C1-411DE04697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5CADE764-3890-4827-9BDA-A84F7E6171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CD4D3303-458E-4B2E-B83D-A2BD19BF7E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37E97285-4B3C-477D-8C6A-21197883F4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25117302-D2FB-4432-85DF-64EE3CAB19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41F7F1C6-6659-4C18-AE6C-90B5B79D9B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97E40DE-F834-4466-BC2D-FCACB3086CF2}"/>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74C1C6B-3C40-4D3F-AF6D-314E4BC8DE2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5ADC312-92D7-47E2-BDD1-587C4BC04B7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139E97F7-D673-4CEE-846A-531BE41823D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C90F4729-E108-4742-949F-F6B5F8AD665A}"/>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1100A581-B7C7-4A36-886D-FD9B77B28E8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CFD659E-2A60-4860-BD72-01FC7FBD69A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9A98E2DE-A705-4C63-8BB7-F4F67D848524}"/>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4DEB409-B4BF-4BE9-8C04-E6933751BB25}"/>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1B80F59-11FC-421A-A094-6ED48CA9C2D5}"/>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4431A04-7B9B-4BA2-816F-5A430A77486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F6D0E7-9B21-4ADC-A938-AAF2A67F277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2B811C8-EE88-4293-B573-E76AB1C216F9}"/>
              </a:ext>
            </a:extLst>
          </p:cNvPr>
          <p:cNvPicPr>
            <a:picLocks xmlns:a="http://schemas.openxmlformats.org/drawingml/2006/main" noChangeAspect="1"/>
          </p:cNvPicPr>
          <p:nvPr/>
        </p:nvPicPr>
        <p:blipFill>
          <a:blip xmlns:r="http://schemas.openxmlformats.org/officeDocument/2006/relationships" xmlns:a="http://schemas.openxmlformats.org/drawingml/2006/main" r:embed="R3f7ebc6c8dc1492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667E423-ED50-42AD-8D5F-1C1FC898E899}"/>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9902EFA6-1657-4377-8D96-C8719D20EAB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95ABF0DB-8B6B-4D72-9EE3-BE7B5FDA2D32}"/>
              </a:ext>
            </a:extLst>
          </p:cNvPr>
          <p:cNvPicPr>
            <a:picLocks xmlns:a="http://schemas.openxmlformats.org/drawingml/2006/main" noChangeAspect="1"/>
          </p:cNvPicPr>
          <p:nvPr/>
        </p:nvPicPr>
        <p:blipFill>
          <a:blip xmlns:r="http://schemas.openxmlformats.org/officeDocument/2006/relationships" xmlns:a="http://schemas.openxmlformats.org/drawingml/2006/main" r:embed="R73d505dc3c7143a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2D9A5D0F-CF8B-47F4-AFC4-FEEBD5EC9146}"/>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EA09861-69C7-4D0A-9166-38BE0D233052}"/>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2A624C7-47C9-4D82-A950-7C91E0FAC10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1E91C8E5-DBA4-4B7A-BFAC-3BBDF75E37A5}"/>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36C89078-5104-44CF-914C-CC17453171BF}"/>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1C1CD52-C4E4-42D1-950E-B27772EA84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789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910590D-B8DC-4EFF-8FB8-924AF2065B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2B0A66A3-B67C-4F46-BA2F-A392060DF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C54E8E3E-FB3E-4D55-B35C-1E75D1F233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E51DD7F-7AE1-49F1-878A-8CDE438E0D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6A1C3297-575E-45E7-84EC-944C8D723C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C3DB0733-3271-44B2-96A9-6060BC245E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A794A4E9-B322-4A73-9141-01D63858AA7B}"/>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F277CA4C-3CC9-4728-A187-43C4E36363E4}"/>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A92AFB6-A196-4DBC-9554-478C807FF895}"/>
              </a:ext>
            </a:extLst>
          </p:cNvPr>
          <p:cNvPicPr>
            <a:picLocks xmlns:a="http://schemas.openxmlformats.org/drawingml/2006/main" noChangeAspect="1"/>
          </p:cNvPicPr>
          <p:nvPr/>
        </p:nvPicPr>
        <p:blipFill>
          <a:blip xmlns:r="http://schemas.openxmlformats.org/officeDocument/2006/relationships" xmlns:a="http://schemas.openxmlformats.org/drawingml/2006/main" r:embed="R45315c2c7dc64098"/>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4422CBB-F667-47E8-98B5-F4F34DB2FD4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13D43197-BAE6-4184-9355-A0D4A8DF954B}"/>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CC2A19AF-CF72-4F82-B4CC-37CDD3A0268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649D7961-220D-4D71-B21B-1EECA6097128}"/>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1D36832-CB16-45ED-9383-6209554F6A04}"/>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8199407F-1110-4DE6-982C-9B69A579B8DA}"/>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28656F0D-1CA6-4965-94E8-30605745514A}"/>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360704C1-C1E5-434F-B2ED-FE2C711BBDCC}"/>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DCAF242-EFC0-4CAE-94F4-493077C71A0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08F17520-15A9-4776-BDAC-F7FB2B71C7D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F245831-AEB0-4E05-96CE-8934EE18F83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BCC7661-9D75-4656-B665-0243D4F69B3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5FC13301-C242-4C79-B948-715E0D8B88CC}"/>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A927046-0307-450C-8A7F-A0ADA673B99A}"/>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BD150A97-5635-48B1-9723-F527A92EA8E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D6021DD5-F445-44BB-A2E0-210B655878C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A8E848E-9DF0-4BC5-9A4E-E3B3593A74E3}"/>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E04041D-0AE7-4007-9452-14F1E7723A5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2C10D8DA-C659-4DF7-93BF-CC052D27A26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1E16124-87C3-45FC-91F7-2215E6B75E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303950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5B528C2-DA76-43FD-A214-8C055B9771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3D6A63B1-B8EB-47ED-AFC6-A2C07A5600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12D5FB71-D87B-4805-86E9-A3B3B2B335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7C4D31E-4007-4B00-837D-1C0A90E1C2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C13A682-17CF-414B-B8E3-025E75A72F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58DDEEF-C4BE-449F-9BDB-E69E6EB264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9C0F512-839D-4DE5-934F-AFA462F040D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99AAB0E1-7459-4E08-802E-275B78E3FD54}"/>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AFF2A48F-ECF6-4784-BE86-450EC5DE406B}"/>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479C395F-442E-41C9-978A-644F7DAC74D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27854ABB-2CCA-4709-9D01-AFA00A0CD97C}"/>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228F9B7C-52EF-40BC-B566-731F495CE83A}"/>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F3E2CE8B-E5F6-423B-A7AA-F61886C38497}"/>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79C8DD0-B29A-4041-81E0-955EDE40130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18A4CD5F-59B7-4D1E-9CD9-EE95BBB8D0D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60FF16A-776A-43A6-86D5-AD2466B7B26D}"/>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03ED284-AA78-44A6-BC7B-DACD0A7E386C}"/>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52071D9D-DF47-4CEA-B9BB-29FB046EE37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031A9CFE-C5E1-4651-BB5E-6B959D7300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728CB3E-6986-4DD3-8962-0D27C9F34394}"/>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3B976299-ED08-48D4-BA44-F7A86D9C2E31}"/>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B37D63A-D7CB-4863-83E9-7B73D2D26D7D}"/>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3F0D3AC1-92A1-435F-B120-749B746F81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32151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7F3BE9F-7E6E-4D91-9B21-82D8684349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14001D6F-0C4D-4214-B4B7-9AA7C9F0E9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37A02468-02FF-4599-A83E-D2679F411F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3C6CA85-169E-4B0F-BA9C-BD90CA41F8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FB12D310-2BC1-4B00-BAD9-B11BEFE4B4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FF66FF25-A211-4301-AF54-E38F291F7A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13324B0C-97B5-4C3C-8D19-876C4677A15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83EB78B-62B4-418E-A795-0EC9801231E4}"/>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77D7A362-4D8D-4A7D-99C8-9ACDDCAE0C50}"/>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92D12E5-C54C-4E4D-ACE2-46E3350761F4}"/>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D54C2BF6-F989-4E6C-9562-2CE612C0201D}"/>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DA86AB2D-91DD-4B25-8E29-FF9D7969DC41}"/>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599039C3-C4D8-4552-9AF1-FF51660EBA94}"/>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350C1750-19FF-4F0A-99E3-BF04862D0955}"/>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96D59EFC-B3A4-4B2C-BB06-69B77C057988}"/>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6334E792-4612-4205-8908-2B2C34E88029}"/>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0BCAB15B-6648-41AC-B679-4D7D4F9D8CBA}"/>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09C92BE-7E0E-439E-8A71-875909D9C5BD}"/>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3BF0B3E9-D451-42FA-AEA2-C4B218086A56}"/>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CA3AD249-63A1-4774-8677-712C65E5E948}"/>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00960BC-171F-424A-BB2E-083B66D59C89}"/>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EDE97871-F882-49D0-8088-D2C967DDA45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92FBF522-B5CF-4CD5-910F-120A0A86A515}"/>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99EB7EE-6BE2-43F3-8DD6-D879A18FFA56}"/>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93D3E0B-823A-47AC-B6F6-2678756A1972}"/>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6F99799-AF4D-4134-BB32-595EF86E79CB}"/>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0C7735C-1DCA-47A0-B6A6-2CC654BAA995}"/>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FE04EB34-CFA6-4641-B5B1-5E4462E2B4A0}"/>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8755353-5E93-4180-8722-E719D45AF702}"/>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9906D120-B7F9-418C-9D21-9C79E3E0A3B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2366D619-E60C-41BD-99E6-66514D3CB394}"/>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00F1EBBB-E9AB-49AD-8F6D-1EAC173C9E44}"/>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A25523D-7D1A-43BB-B1CE-67B87706A971}"/>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D6AD4301-AB0C-40EB-A111-D70C858E2DD0}"/>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A416F9C5-A512-403E-8548-8461CACE676D}"/>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E8FEF2F-60C6-4372-8236-F25759AC3DC8}"/>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688A65FA-BBB4-4E5F-BF63-9655E1FEC293}"/>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50D756D-D255-456E-8297-7EB0953FD507}"/>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D4923C0F-E758-46AA-8630-451F376D4B9A}"/>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19A3AE90-DB3B-4007-B7E7-3BF1361726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6911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63B51A4D-4823-464C-8743-16F8D4C9B4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ED053A45-DC02-41E9-AB85-88C70B3EEA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549651BD-13C5-4CC3-AF21-C9BDCC4F7F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8E87694-4578-48A6-8821-5BF8B88140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457C5BD9-F064-4422-8394-FB31016ABC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D091E76E-81CF-4132-B6DE-A3A742A639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64AD53E-9D7F-4604-9AE6-2C12DAAED5E7}"/>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E5226EEE-65BE-423C-A76C-6EF50C19A657}"/>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8AAB0076-669D-4589-9ED1-0BFC39A73C54}"/>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4C42A235-547A-41AB-9B42-C0B8F7BAAEBA}"/>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B89CBA54-CD21-4469-8644-E3F0B229ACC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1E9D2BB2-0515-4D49-B06D-423E17620A91}"/>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60FB053-E238-4A52-BAB5-B40CE586462B}"/>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47517D0-879F-4E82-AE7C-E1FF2D90EE4F}"/>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58808F5-25B8-4FD4-8EDE-DB1DF55088EF}"/>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228B796-7F10-41B7-9EDC-06B8610D2F35}"/>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69B507D3-1C2F-4FD3-ACB3-D5F50E9506E8}"/>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7651AAF-1BF4-44BE-BB4A-15363E063EE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2D9BEAB-19AC-4715-98F0-24DEF53DC11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D53AF973-B3AF-4821-BF81-06CFA96FB60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F9015E62-C317-4400-83C5-C42CFA24A6A3}"/>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8B0054-6C23-4B17-838B-E9EDBDBF0BCC}"/>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CD030ACE-CB09-4387-BEFC-D9001D3E64C3}"/>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C4A7D4-F5FB-4BF7-BCE6-A033B47E3197}"/>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F31EE58-7342-469A-BDA8-B239B119235D}"/>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244FF23-D97D-4EDD-8085-8A3D9D82549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BF533BB-EBD7-495D-B191-E3A5721AF4E8}"/>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E3BE845-909F-4C60-95A6-FBAE13AAF4D0}"/>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05779C07-8D10-4D4B-BBB7-3AB44D2E1B1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A09B96DA-CF98-49F9-B5B7-8281B3BE9D9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4A28844-34CA-42E8-8376-07E1762D7D5D}"/>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9877019C-3CCF-4E62-A919-92656AAA59EB}"/>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A602BE70-7A60-4611-A0B2-4B1C00748339}"/>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7BA7604A-12E6-432C-8687-7A40B63E4445}"/>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9FCA381-06F5-4E82-AB51-A34607F0538F}"/>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F9315F6A-886F-490F-BA66-2754AED1C3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269489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AD873AA-F711-43EE-985B-095693D072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65E3321-3127-480F-BFAF-A1969A1A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4E780F58-BD67-4F0A-BAE5-D125584CAF7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B319B170-FCE2-41FA-8F28-7D398E2FA3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48A93A15-6984-49A8-853C-9E4A458652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F1C13BA0-1E15-41AE-B076-67DA1918F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E7383A66-A4A8-43D2-8C60-16A964E8FB8E}"/>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16FD3B18-DEE6-47E7-BF3D-B8E44D8DA60B}"/>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3B5A8153-215E-44C5-868F-134AFEE9A08E}"/>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CD872C2C-4072-473C-A8E8-361D52299E2D}"/>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8911721-B17A-44DD-BC73-F915E98F49C7}"/>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AADAE26-92A8-4F76-B57B-81CFAF6F2923}"/>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AE8CD310-896A-4521-A017-B8F229D42E24}"/>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122577E-B458-4CCA-8FE9-1BF751590E86}"/>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3675AB80-8571-4428-A6E9-AF2341FB26B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4CB1DA71-DAF9-4D7F-870E-CB4431E6C59B}"/>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DB4CEC3B-4827-4F17-B5FD-29AE8C9BEC38}"/>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C0F26D5-517A-41D6-B447-60B72F222E72}"/>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A7A829D8-8C32-40A3-B2DB-DF35292508C9}"/>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54AF2893-FA54-4353-A975-A8620C7FBE5C}"/>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49A30307-64B2-433B-B0BF-2B6343BD9416}"/>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A6082B44-05FB-4C64-9E0A-E0A6BE67C5B5}"/>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9C6672D8-CE00-43C6-9117-42AEE88C21F9}"/>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7B3AA4E8-978B-4464-A528-D654EFEB2F6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D5B2BCAC-8231-409D-B448-0C4EE62F7D83}"/>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65258371-3B6B-45D4-9E50-93CB502B5BC4}"/>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1C322FF-E58E-411A-BF6C-353C90DC044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FEED37AC-26D3-4815-8EA5-C3143589C399}"/>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BAC99BF-AFCA-47D1-8646-133C53DF20B9}"/>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28876F2A-5F30-4520-B761-B202523C66F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79BEA93E-CF0F-42F9-A5DC-751DEF017930}"/>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3391BD8B-4CCD-4A89-A768-01FFD8E7D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996406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A0FB2397-59F0-45D2-93DC-503EF8F318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D3FFB690-6615-45B8-B34C-359571E285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4B33FF3F-45CB-47BC-A634-3640FCD89A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78A3306-D66C-45E0-8927-E951AA40DE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4835B81-7B42-4E65-9AB7-F20A385440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F4B57802-856B-420B-89A3-DDA0DF2706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070A5521-10B1-4C8D-8C0F-01AF78F8ED9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9D0C0539-D84A-4280-A286-00BEE54AF0C0}"/>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AB0F17C3-716B-4927-ADEB-85827593872A}"/>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E1826AAA-E285-4C17-B4FB-A87D78677C7D}"/>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C135635C-02A2-4CAC-BBD5-C2EFC189CF09}"/>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D290C960-06C5-4E75-8355-E384A6132F4E}"/>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5335BB1-B88B-4265-BD14-7DE6D42ACE91}"/>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E0E229A-523A-4ECB-A78E-5A99AEC6997A}"/>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BE6A880-2E09-4C31-A52D-F0899556DBFE}"/>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86B4C7B9-9B29-43C2-B872-555D65EE0846}"/>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6F86B133-984F-4E4F-8F28-31F91B2374FB}"/>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11F333BE-355E-4FFA-AC5C-0F10B818C6C9}"/>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18AEF182-2699-4285-987F-D3C70492F2F4}"/>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EA24543A-4105-4910-A801-BCD9E10906B8}"/>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5841E56-80E9-4A6B-B972-65898E2F7488}"/>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24F6530-A451-4199-9988-F925D631103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BABF222E-B480-4092-9CBB-8DAE29CFD3D8}"/>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C69BD613-8030-4292-864E-C661BCB33630}"/>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5E29822D-5F6B-4457-BAB5-B461BCF12A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781853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FE57D71C-5336-4334-B86B-D0F0B48460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8758663D-D177-4F29-841E-DB135FBDC9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A3C1A22C-DD1E-40FD-8985-8E3AFD47A8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BE1FD4D7-1E3E-4101-85B5-44503A268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587B3050-1951-4BFF-B082-3CE8E6D516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9769F339-135D-46DC-A448-CEAEF4AFD4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366DD402-737E-4FD8-A72E-76A03F2EE1F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9A5488E-9C95-429F-9A33-124480272D9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E16138FF-86A3-4847-A3FA-E0BBB2C1E0DF}"/>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E2715237-833F-4CC3-889D-6A97683011C1}"/>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846D4F33-20A0-484A-B11C-12E19673A63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5B87DC72-C2FC-4628-B940-EBA9C3D06752}"/>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5DF15825-4ECF-4150-B379-A67686F32D4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8AAB01DB-89EF-4A79-9A68-166C83C0017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3B59248E-92AD-44AC-BD14-A964BB531B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F1733085-6BDD-4A0C-AA57-20E2D9F779B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26067FD0-0012-4BF4-8519-0B48E7CF7C5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B4F67B8F-D3DE-47F5-A345-8B00CE7560E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479EB63B-9B2E-4FD5-A440-6253E139AA72}"/>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06B0F5AE-B127-4A61-A611-687D456A4F5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040268C3-BAEB-46CD-861A-A368D613808B}"/>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286DFCF-8470-4E84-A06B-E9CD50E2DFFD}"/>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E68471DE-5512-43E1-AC56-21691D50C60C}"/>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081E34D-B4FC-4AD5-9A3D-90B022B7028A}"/>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FF00F89B-392F-4821-85D1-33DE9B6E622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D8E29BE5-EEB6-4B17-9D61-B4031A0AE237}"/>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1FBD557B-50CA-494C-AF41-1B72D4D83C0E}"/>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82E36C62-8286-4B27-9EED-DF0BEEAE8D74}"/>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2DAADD93-0AD8-4D85-946B-79E30ABF2904}"/>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EE97F8B-9DC1-47F5-8B42-406CA0CEA803}"/>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11862206-3784-4650-9C22-671DCF621EB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3B4C42A0-670C-4138-AA97-3426A816916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3A1BDF98-984F-45CD-B8AE-AF687AA7F8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88313099"/>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72536F7-7E3B-4989-9184-376B879EC5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DE767C83-8D7B-4B97-A8CF-707F12B0C6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80E9AC79-68B2-48F0-93B9-44FA6DB8D0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A3FD07A-804B-409F-805C-11C89D0314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CCBF9E0-C5EF-4AE0-B968-14A64A2DA4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28296734-0CB4-40D4-86BF-84D098958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9BE41737-F27D-4260-9C9A-EB3862F473D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CAA49AC0-7A46-45BB-9C0B-8B7B6B05D63A}"/>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5553FB4-5B47-411F-B6BF-6D77E6460681}"/>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AE823FBB-0E63-4151-9758-D0B8FF279AE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215EEC9-6343-4292-8622-80A7CC2B6C85}"/>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D30C8BF0-1DDE-4F9F-857B-5A20C462EE93}"/>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801265A9-EFC7-4D77-9D82-8A6A7BA4635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9FB44785-BC52-46B1-BC88-56C08EE9C63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BE20CA5B-A668-41EB-8B52-77289A275EFD}"/>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F7A60E14-B707-4C2E-B6AB-EA32E037EA7A}"/>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F09419F0-CEA7-4195-A2C0-54B688256205}"/>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6E65444-634F-47DF-8055-0FF58FE10CF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25042B3A-CFF2-4234-BEA5-99DFAB0F3700}"/>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E0CD7C85-0CCD-4143-852F-15425B79951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9C3E0FF-95C9-4229-AFC6-6B30C32FD321}"/>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D2C21CC-B99B-4684-BEA3-FB0C707121AA}"/>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798B3278-3B2D-477A-B1F4-EE8C64B3FD7E}"/>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A7931666-70F9-4A17-B5C1-550DBEFD65D6}"/>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09615546-A875-4225-B5EE-0122493F145D}"/>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C695EEA9-8F22-4678-919A-514CC05404CE}"/>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655BB63-35AB-4376-A4FB-531DB3D4C8F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15A93D6F-D0D5-4519-A836-4F545C00C9A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880165E-FA5A-41FE-B449-38459AC3791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F81E2293-9314-4433-B5A0-8FC9B258E1FE}"/>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6DC0498D-3D05-46B8-A87C-0AD331BE78A7}"/>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6C31F98A-CC37-4A59-B00F-BB1B89A18BA6}"/>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8AD2EF95-CA7C-42F9-92A6-36A43C17D451}"/>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7F1AD8E-832D-4839-AC09-6AF41AF354E8}"/>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6804A22A-9DCD-4A53-8604-85814E247B3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B70C9C7-33B3-4A4E-B85F-15ABBF51572B}"/>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3E231CF-97DA-4415-B91F-C4C64E20F11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38C5C551-43A5-40D0-93B1-D1BC727FB26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74845C50-C924-442F-AEAE-BF916FB4130C}"/>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CFEF7D7F-05FF-470C-875B-7EAE4A82AF62}"/>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7BBD62BE-FC34-45A2-A18F-F5271D5BA9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572605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2349EF9E-88E7-473B-BEC0-C291EA9ABC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95A45FD7-3E42-4148-946E-FA8C96FCAD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D859E082-8ABC-4A98-A9B7-6BEE031EB3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0861827-A264-4A03-87C3-B9BF23FCEF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5BEE0F36-ABDC-47F4-B056-BE1EB9E14F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522C0AAC-B55F-4C16-86E5-B46D425ADC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ABF220D9-B636-44EB-9BD6-5CCA4B4DB80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68E04A06-E3DF-43C8-8BB1-64706CBF5FB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38362F70-F5F2-408C-BF20-AB61854A928C}"/>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BF4943F2-C1E3-4B65-BD7E-CFD5692924B6}"/>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709203FA-5DA8-4E1B-9ADC-8B62E1F91AF9}"/>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D3857AA2-47E1-4415-8943-D84F771F3930}"/>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832D7DE5-AAA6-4F10-AC77-8082E8535B30}"/>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81AC73C-B8AF-43CE-AEC5-EC9C916F1CB7}"/>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1C7909E-1EBA-4655-AE4B-112A5D0A585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A26AE1CF-5C7D-47B7-809D-59D8904EC628}"/>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87936B28-FC6F-416B-ACF1-F04228ED4FD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AC57A62D-1EE6-40AF-949D-DD819B607C24}"/>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809F839-FDF1-4A3D-80AA-A5E6E97AA6D4}"/>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BAA9AD4-8580-4BA6-8B98-9248EA05562F}"/>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4F43E8E-1C85-4BB0-9AAA-FE186A16BEC5}"/>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48880A5F-8635-462A-90C4-3F3E6760752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6BB87978-A5B5-4779-A0DA-162E8E39E0A3}"/>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B275B81-B57B-48B9-9739-68049A13781B}"/>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62EE0E1D-D7CC-494C-A6AB-9DE71040239F}"/>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F6D81FB3-9EAD-49FC-B675-929270A9E268}"/>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7E390BC8-6D45-4F2B-B6DC-1915DF6C3CFD}"/>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1D89B3BA-06CD-47C7-8EF9-72B9977B9C5A}"/>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73F03D3-7019-4594-B999-52B310D415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190457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41567B06-AB11-4452-994B-E1F2B3ABC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EB6B3C26-479C-440C-B630-DEDFDEC6DF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B2B96EFD-7800-40E1-BD0C-CB1AD3A843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98805AB-D6BB-4B2E-8AD7-53B4AB302A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B4D9DB9-0485-4AB9-9838-1C9186F859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EC28DE5-B22A-46B8-ABEB-E415306404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CCB30B78-1E3C-409F-BD3B-C9909B165A0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2F624F93-0381-4AF7-A869-AADE56FD2820}"/>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CA88FD75-CBB8-4930-89EC-E3CAC8D79371}"/>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4FC08ECC-8B44-4AF4-A37F-FBD60686C82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DC017AFF-9F4B-4255-87E5-E5B55FE3F54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A6409DCD-EA42-4B23-B1B9-AEB8505C389E}"/>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94955D9-5778-4D84-B283-DB4348C9D1CD}"/>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7CE900E8-175D-4C3A-BFFC-B4A647BD361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C5024AB-06A8-4A33-B43C-7BDFE693E0FC}"/>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B87AC4D-3AC5-48A6-B3CA-4D01A7149CC0}"/>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1EFA7C8C-2B2A-49B8-9DF0-AAC2505F28FD}"/>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0357BC01-13EE-4A40-8A9B-15C0A577259C}"/>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17EEDC1-04CE-4D44-AA37-89E5432C3412}"/>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32B45C61-D21A-47E3-A11D-142FF7BB7D7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C6D45B5D-E749-4562-BF3D-C3024307A380}"/>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267BE7A5-8223-4F5B-A011-CE00AAAF9D2E}"/>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784FC74-A799-4631-A056-23B8D5CCC11A}"/>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63324DDC-F27B-4C7D-A9CD-4ED8B9E54AD0}"/>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566EE97E-E982-4717-88AE-83A5CF1D87B0}"/>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D8E77639-0E03-444B-A5A5-31C4A3630074}"/>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431CC689-2F54-4005-8B2B-CF2AD5C940A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8101F887-7202-4AC2-8483-402079B403E4}"/>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38B70AB2-8147-4827-B7D4-F708E30DCBDA}"/>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EEAF1002-17E4-4201-B628-D101B81483A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ED5A6AB-994F-4066-8963-24CFD27A2309}"/>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D1E525CE-5BB8-400A-A7F9-96C6A4218EAF}"/>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10C00C0-6754-4BFC-A3B2-8CDB726E215B}"/>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7406CB5-01C4-4A4B-B6B0-8024E597673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7BD1B6E-1747-403B-BFA3-C1FBE3AAE02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403020B-A350-456D-B248-A049F7EAC66B}"/>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2EA6E498-758B-4662-B940-C1BE11B29AAC}"/>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31F3D27D-2115-488B-80AF-7FCE2CD3FA0C}"/>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AADBB56-BF05-4221-9AC1-B847130B962B}"/>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F1F6AA41-3614-4845-8763-CED8DB84CD46}"/>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3E5ACE4-FD03-46C9-A8D3-45A24DC94697}"/>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C85C0827-24BB-452E-88EA-4EBC83562EA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CB2DC229-E601-4CEF-B22F-9291715E62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016463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0BDB657C-5616-465E-AD34-7DC0619923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BA9FA330-1292-40D5-88C1-5DE26E1D7C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33F6C3FB-DC51-479E-8748-6F953C7452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959916F2-E03E-4F61-99E7-467830CAB8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5FFF6EC3-6374-4111-8F8D-9C73A2A3E4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4E112472-6C20-4535-951E-85845673E8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59F9E198-B022-4659-A35D-362BF088A88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26B63C2C-24F5-4271-86D8-69F0394DB36F}"/>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DB35C76-4A8F-4C38-B39B-9F9D19FFAD7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786CC3CF-D99B-441D-9D36-CC6EB1380C7F}"/>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0C36E4D0-C248-4577-85EC-F8DAB4FBEC8F}"/>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52733118-8354-4D51-865B-0ADAA7C29CBE}"/>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6BA4C429-C38E-4683-9FDB-9050B5A7B7FC}"/>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68AB13A3-2FA8-4FB9-B36E-2D19F2E79444}"/>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EC9D90A-8762-4E9A-B982-A0A128D98B4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B35DB044-24AB-44B3-96EF-5A5E0598A31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73491E19-B719-4095-B50F-C6E6229EAF6B}"/>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4665507D-129D-4D5A-BAE4-99FD3341FF89}"/>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22C03BF5-73C1-40DB-9D49-59639646C419}"/>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94E311C6-09BD-4FB4-AA54-00E558DB2759}"/>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B48FBD7A-C2FA-467E-B58C-2CBD77A6C8DB}"/>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DBB41E21-6AC1-4EF9-B2E7-FD83A92A4275}"/>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FB672FDC-9FA6-49F8-8616-8A107E76BB71}"/>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F13DAC99-1D52-4E73-9A6A-E56BDD000EAE}"/>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B35EDFA-FA50-4F06-B622-8C2B8B9FEF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261455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EECB8B44-43DD-4FDE-A89D-A8A7C939B2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1F9D5895-475A-4021-99FE-C8814BF4A1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262192CA-3FC5-40E3-A7B6-B78DCFFE03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0A815698-70B0-4C58-8CB2-45874C72F1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0627DAE4-90BC-4555-8263-ABE4D952D9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49F88067-E874-48C6-893B-E52DF32501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F2736BA3-6633-4EE0-8750-93E1B6DDD66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AC86FB28-B1C6-4CD6-8A0D-27D5ACC93494}"/>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493D0860-DD0E-479C-8256-41220B4A63AD}"/>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70F04B1F-C3AC-4DF6-B93B-41239FBE6A6C}"/>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8022B57C-924E-4969-BD31-4D72DEAD9C52}"/>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784A89B-C843-4D7E-9C15-80AF42DA4075}"/>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D3B015F-9F21-4499-957E-64CCE23C2E32}"/>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6911745-FF67-43CB-AD5D-A53373B8FE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5550598"/>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943386B6-750F-4828-9D3D-1135EDD697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85B6BE1F-B1F9-4B6B-9816-76524012DE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F9CA8150-56DF-4613-8BC5-C71F7880CF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50A2670-A678-44CA-8207-066819D812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A07D5E3C-FA95-49FA-A262-336AB68140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2351A545-61A3-4346-93EB-36A89831FA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51BD24C8-7D55-447A-96AA-CC408B7E35E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9EF256AC-A102-4711-91FB-5CE8C16CB109}"/>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AD11FB4-A2B4-45E8-B266-05BEA7E8853D}"/>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B086EE86-7F18-40A7-A93A-4282E689BEA0}"/>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7734A151-BB72-4B23-BC1C-AC03C1D7C388}"/>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60745977-0913-47B5-A8E1-EF6CBA0EE885}"/>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427F4D98-A322-4931-ABF8-B65245093EBF}"/>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FA7E066D-E95F-448E-8BE4-4ABEB392E731}"/>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F5E0FB18-4F83-40E3-A0BF-79681E6567E1}"/>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08A3F0BC-1ACA-4525-96C6-62AB8DD168A4}"/>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94BC5B37-99A3-4B6F-A46B-D434BD52EA6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C5950C65-794C-4CCB-A7F4-67827A1DAD61}"/>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F67173F-13A6-42D4-894C-D8544BAE335C}"/>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CA9DA-B6BF-4967-B1E1-7D98BAC29B7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7BEFF914-F0CA-4D05-9669-2CCE3A2C928B}"/>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F545B2D3-5A1C-4BA2-B840-2CB58F5868C9}"/>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D55C0BC-C54A-44FA-B513-9A096B4ACF9C}"/>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BCC6F59A-A2A7-435C-B1DF-65050C3D837D}"/>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304991D9-86D4-4DEA-BAC3-2DB2D57DF6A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F72CE1B8-0CA2-4D5F-9E7C-D4A4B808B510}"/>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AA02CB1-BC37-4352-9974-40507AB803CB}"/>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7133F05-8A25-45F6-AA21-92D2BACA44CA}"/>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C034063-FA01-4635-BADC-8ECE78C437E6}"/>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33B3869-3193-4B31-B3DB-948DA02B261C}"/>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E9DC401F-C6F9-4186-B8C9-FB1D86BA2735}"/>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B6F10856-8B52-4CCD-9896-2B17B96220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90211491"/>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F9334B62-B6B3-4AD7-9D3C-13B828EC53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BE40024B-ED1B-40A8-A672-81CFAE71D3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7A3D55C6-CBBD-4055-B286-599BE0D0E3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6E9099FA-2010-4472-9FB3-1504942553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A9AB88F0-7862-42FF-98A5-CCDBB0C872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BEED203-51E0-4760-AA89-162133C3EF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1253CB0-3BCC-4425-A422-27EBF16E870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3982AF39-BD2F-43CA-B9CE-DAA63E649105}"/>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F04A62E9-4125-47EA-BA29-B9E3BEABF8AA}"/>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9E1DA25A-7938-4A2E-8A79-BD6916F07075}"/>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2738A81-7702-4329-BAE1-802205FFA19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17F0DF0-E8B2-4B44-B3F0-3B082534B39A}"/>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0EECDCB6-1E61-41CD-9967-5776B9EA5CE1}"/>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1EBCA8D3-BFE6-4FE6-A82D-BAF34FD6EB4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DA89AFF-CE36-4867-B838-E56144DF2A1A}"/>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9ADEECB-79EF-43E5-BCE9-14DAC943FEB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B9B5D28-ACB1-4D9E-A1C4-A519C42E74B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A32CF96-6517-498E-8042-5DDBBE56F3D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2C55B71-7190-401A-A658-F1D0E91CCFCE}"/>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DC919536-0C5B-4D9F-8556-2707B122F525}"/>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C1098007-833A-4AAF-B570-27144F8AE78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C1484AC1-F426-4CBF-8F72-ED2227064E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5119673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DF511CDA-F7D4-41AE-AFF9-D8B3D0F79FC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EA6FDB41-1620-4BD9-8709-E998FCAEB2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1F9827BF-B468-45A6-94D3-55891DC76CD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6F119084-8641-4780-8490-BA6D4E37BA9B}"/>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6C0A8719-BE68-4CC6-8A34-AFAF12D175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DABC1956-5FFC-4295-9322-B98D0392525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9C3249DD-CC26-4661-8157-242BBA28D6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86460354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4586EF3-0C52-429E-B72E-F134A9425A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A91E074-713B-404D-8261-A2F47760E5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B7B8C54A-F58B-41A6-8441-74C6BA7C42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0FE2630-46EC-4DFF-8C72-79E01DDC04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B9DB9C8-4952-4904-9908-A4E770A43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5141D89-8FCE-43AD-A66F-9ACEBA77BC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62A6531E-3A58-471B-96DA-004751BEF01C}"/>
              </a:ext>
            </a:extLst>
          </p:cNvPr>
          <p:cNvPicPr>
            <a:picLocks xmlns:a="http://schemas.openxmlformats.org/drawingml/2006/main" noChangeAspect="1"/>
          </p:cNvPicPr>
          <p:nvPr/>
        </p:nvPicPr>
        <p:blipFill>
          <a:blip xmlns:r="http://schemas.openxmlformats.org/officeDocument/2006/relationships" xmlns:a="http://schemas.openxmlformats.org/drawingml/2006/main" r:embed="Rdf32a78fe69d42e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D807359-6325-4417-B5AA-49BB842CBE80}"/>
              </a:ext>
            </a:extLst>
          </p:cNvPr>
          <p:cNvPicPr>
            <a:picLocks xmlns:a="http://schemas.openxmlformats.org/drawingml/2006/main" noChangeAspect="1"/>
          </p:cNvPicPr>
          <p:nvPr/>
        </p:nvPicPr>
        <p:blipFill>
          <a:blip xmlns:r="http://schemas.openxmlformats.org/officeDocument/2006/relationships" xmlns:a="http://schemas.openxmlformats.org/drawingml/2006/main" r:embed="Rc46cefdfb2684df6"/>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3CD5379-D718-4737-98EF-59B7B1B0434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EF19146-604C-47E0-899F-3B435B24BBDC}"/>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133E7AD-7C19-41C2-914E-EE3DC9BFFE2D}"/>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74AF177-F57B-4F15-84E9-90CC9C33160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254855D-EFFF-48A7-8C1E-4FA2D5062711}"/>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E3339ADE-3762-438A-88E7-A0A0582D3A2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5857B1B-08F3-41EE-95A6-11723A6F02E2}"/>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97D2CCC7-B5D7-42FB-97AE-B9B37AE2EAA5}"/>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9F1F1842-F2A7-4B8C-A11C-5DCDA9B9B61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40577A7-D933-4165-904E-9FDD08483E3B}"/>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CC05E0F7-AFE0-4183-B049-5D96969FBABF}"/>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3365FD0F-8D29-4BB1-AB75-3A5A9A4A2C14}"/>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DB86BB05-25E8-41BF-B703-A8BEEBD6049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51EA9AD6-753D-44CB-AD31-018DA4407E9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DCDEE895-97CC-4367-A6F1-009481106C47}"/>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5D287C04-0AD1-43EB-BDC5-DBE79EC07CC0}"/>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0B642B65-D39E-403B-87CF-7D258DEA40E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34B451C-6EC7-44E7-A351-6E7E8DFE9539}"/>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E58AD5D-2633-44CC-8128-042C2FFE8BA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891BA62E-D924-47C9-BE23-543E9891824E}"/>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4258ECA7-EAC3-45BC-B270-BAD51674719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B996DA97-13E2-48D2-A6A5-EF24F5C6B55D}"/>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9BBEB50-1BCD-4EE1-B52E-45D31EF6BBE0}"/>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D9DEB35C-19D7-4CA2-85A9-963AF2C8412C}"/>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A647E565-AE34-4EAA-B850-52E7386F8DC4}"/>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D0C1D6EC-FD60-40FB-87FE-B06D2F196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75455677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F788A0E5-8B74-44F9-9636-4966175CBC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700AE995-2AA4-42D8-9442-334A0E5AB3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E6883891-47CF-4B21-9010-10BE2E944D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F1010735-584E-492C-8A7D-B78926A816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48153F9D-DFE8-4971-A4E3-B11EA31333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7A087BFD-2612-4A12-8F7E-A1FD365347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D6988B1-4AFE-46CE-8AAB-44C8647FA2E9}"/>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EB5D5BA-E755-4A90-8586-49EFBE55910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4CCAEDDB-0AE5-49BD-8F46-D6EC10A8303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0C822987-F3D7-4F2C-9DAB-B33076EB20AD}"/>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25B6F5CE-2707-4F99-8B34-9029D183F2F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264880F-6760-4940-BBD1-6D55868988A3}"/>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3DC65884-ECC9-469B-B99E-81A8C2B62DB4}"/>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9D95FBE4-529A-4F30-B1EA-1DC45004B17D}"/>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2BA766F9-1B1C-4C44-BC68-9F615C64D830}"/>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B23340F8-F5BD-43DE-962C-81B9317D843F}"/>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1986700D-D261-4628-8CF3-D757D1D664D5}"/>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AF4161D-BB05-44DB-8F1A-0EED68EE721D}"/>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78009690-B519-43F6-B042-D43D90E7EC40}"/>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BBABCA5-FA41-45B3-B011-3040FA8F5BF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C0E7FEF5-5AE8-49E8-8636-110A000B177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E6DC6A2D-DA30-4ADB-B2BE-BAD5289E672D}"/>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58E0C8F-D630-4495-AB76-E96C59CE318D}"/>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0871688-63F8-4F16-8D8D-5399D04E3B94}"/>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F80569C2-FBA5-41FA-AA58-7E2BB70BFAE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452A6D-BD94-4E44-8E63-A8377B0246C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1756E48B-FB7E-44C6-B749-F4DE24B20ED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AFAF650-8097-407E-9BA5-221E8389958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A172503-A3A8-4CF6-9145-03F123DE82F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95B07E00-4B31-43F6-9EA3-C464E439E8D4}"/>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C5FDDF91-84E7-4B87-BBB9-AA33F29700B0}"/>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DB2F2E1F-A0A4-4469-A528-9B4BCB2A081C}"/>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9F100D35-AC07-431D-A8E1-C8A5F856C2F5}"/>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1BE24420-FE55-4CA5-8DD7-304174684091}"/>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137DF0C-9012-4C5C-9694-A3F9AD114E1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F86A546-DCA8-4C79-A592-C9015EBD5B4B}"/>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5E16AD7E-E474-4CF9-88BE-F86446E67723}"/>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9FC8383-D337-44E7-A5AE-0FDA4691045C}"/>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ED2929B6-B160-4A5D-8AFA-74943309EB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8022BF6A-5756-4C36-AEAC-3FF0EBC5091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44CA8C01-DBA3-4D4E-845D-1F508A53177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2B286DC4-B27D-4EE0-A9DE-B919FE1DF0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4601140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BD5858CD-69EA-4341-8EA3-2A54F166FD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35D4A6BF-EF44-430B-80C1-707A24B0D5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EA142A30-83BD-4BEB-A7D1-A3E39EE325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031A381-804A-41A4-BFCB-D295E58382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6F2A6E37-91FD-4383-9035-62562354CA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4DAF0D6-F18C-4D53-AA77-52200D1C60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67F2FF3F-8D17-483A-BFB1-288C930F3594}"/>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E05A1EAC-5A09-4418-AEAF-D91FF4323BF6}"/>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7E87965C-8A50-474B-9898-3498C97ADCD8}"/>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385F33E8-2BE4-48FA-9830-5FD6BFA7E9EE}"/>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879253-093F-40D2-81FF-1C4541B8DEDD}"/>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0C3A9804-D39B-469F-B499-D1CE794303F2}"/>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2545A236-C656-4439-B086-C7C9F36A23C6}"/>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0E1F7A0D-4D03-49D1-BDA5-49FF873DC18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3859101C-8DDB-4FE8-B997-BB113AD9CCAC}"/>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D0F5C7F0-5105-4652-BE10-F734318606D7}"/>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8524E9C3-DA4C-4F8A-9ED9-ADF8C2484A8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22D9BA32-4FFD-421D-9E9F-ABFD0EB230A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C4463F3-AE63-4657-A5E5-0B15158F24A8}"/>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19D496A0-9683-465F-AB3F-A10AE6C3AF35}"/>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66AD6104-D150-49E5-8DFD-34575503B6CA}"/>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FA55DF07-0FC2-4B63-BD50-A31DF7D39EC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A188E57A-446B-414E-B534-4AE02051A6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4182240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E3BE54E3-A71E-4D41-9DE6-6628F8595A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5A1BE339-9634-470F-94BD-D1180840A5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7EF85F78-4658-4763-A4A1-631C20823E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621D4CD-A45A-4AF8-950B-5D13D801C0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E252873D-FF93-4B64-8019-46D99F0C46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A07A8D2-1FF0-4005-82E2-9152643246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ABE58D83-B2BD-4F37-B911-AD54EA50C70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9293760F-0D1A-4F8A-80EF-EB121C386D3D}"/>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C908C545-9316-414A-B91B-EE461ACF3794}"/>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3AA8FB76-C354-436C-8529-C5DDCF106C3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7FCBA38-2120-46F6-8457-35995D7A087C}"/>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BC3F90F-9F63-459F-B984-06FC8E477BCB}"/>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A5CC4E97-DD5B-4767-9DD4-A0099E014431}"/>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0B3E630E-A1A5-432D-B878-FF71BBE6F6B3}"/>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B28D3A6C-AF84-4CD0-A524-1333636F7C98}"/>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5579C47F-F0C2-4FB6-A5BD-3AFA19841672}"/>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A7971FFC-F599-4731-A252-3228B6CE08F4}"/>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59867D84-D96D-42D6-A353-1A70CC7020FD}"/>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9EB7F3D-44A4-4D27-A581-1ECBD6D889A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5D9C4F9-439D-44AC-BDFA-AEDD324616DB}"/>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4A7AAB5-D87C-4EE4-8B49-BF709CABEC8D}"/>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D69B1A57-B2CA-4357-893B-0A68305E76A6}"/>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1A45E87-C801-4972-B7E4-E7E4CC599D57}"/>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521278F-114E-4B7F-8B18-24815ED97A7E}"/>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858C6D4E-4F92-4BCB-A06E-4CAFE1E545D0}"/>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F7C3A9B-D290-4491-BCCB-24511FF2EF1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D3CA1E5-F133-4ACC-8EA4-326D61F326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5904352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B4970694-9D40-4D3A-840B-680AADD77F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5DACF877-F6F4-4237-A0EA-61D47911C8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694546FA-7742-4A82-8FC3-3C05E9AE62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9D12C0D-5E9B-431D-BE21-47AE032424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7FB3CB07-23B6-4C7A-ABA0-4090B01F72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0661666C-AE70-4170-915D-70284F51C7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2FE6303A-478A-4BB5-8E31-5F79BE6AAA0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839AC70C-6C17-4BF8-8883-D58ECD3B236C}"/>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F4BB49AE-6BC1-4F13-85DD-6FF3585529A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EEE168B3-E8B7-484C-B0FF-374988E21C8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EEF3D78-DE1E-44DC-A98A-662FDB37B10D}"/>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C969F2F7-8CF0-4C60-AF64-44EC6F65EA41}"/>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F3ED8694-9CF7-41D8-BB40-1858C241BDBA}"/>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6E75C9A8-1286-4B82-810D-D171188D7CC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CE3DD198-70FF-4341-AC0F-6B643F81D2EE}"/>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D04E89ED-B6F8-4F3C-98C8-63BEFD2A3BD3}"/>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9C251CC-479F-474C-9F2F-1FA52D47C74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ADB2E981-50E3-463A-AA12-F1A3F072C529}"/>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5E8EC18-6B63-4C8B-81D4-6AEFA24F3ABE}"/>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10F4625-A1EA-4714-8698-9A9A1FEB36BB}"/>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504F8AC2-86E0-42AA-B75E-2AB34DFFA900}"/>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826FC31-F07C-44F8-9F2E-E5A17A0898AD}"/>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0E5CD403-A787-4EA3-B531-F2657EAA81DC}"/>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4897F928-C55C-405D-97EA-DB2A7F03A281}"/>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5984FB1B-A96F-4C51-BB7D-A44725CBE99D}"/>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5E8532C2-EB98-4642-8305-6DC8FD9C348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82E7C670-46AC-40F0-9524-4A05BF1F122D}"/>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F28D3FBC-B969-4B38-8716-6D6E8F9A2DCA}"/>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D18D2234-12D8-4838-9A18-AA76AAEEB61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4D73C5F3-AE52-47AF-BBFA-548AEC4E3F58}"/>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E4D1733E-F582-4F46-AF3E-C06BA7DB9ABE}"/>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1B77C4F-351F-44D6-81AE-2DB749708FF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BAF8BDDA-FD58-4D95-BA64-790750FDF8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719433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7D749024-73EF-4268-9FE6-3FAA7EC808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D6EA9590-F768-46A5-AC51-AA4DB5E581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DA25C114-EFE8-4517-AA51-35EAE14A68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643D75B-4855-472A-B432-941AE9A8F7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5C94871A-4968-48CA-B5B2-64B06EF737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71C9319D-62FA-4168-AA42-7417FE4191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70C54E78-0EDA-4375-9F1E-DE3BCBE4B4A4}"/>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E9D20044-B45C-44AE-8EF1-A861B82B7B08}"/>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82C7C3D7-7E97-4EED-AE87-4D527D1FB18A}"/>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6217FD1D-D1B9-4CB2-A278-A5C2B898EFE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D0C34904-A482-4EFB-B959-BD916EBD2D61}"/>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B561C745-3C70-4FBC-8BC9-E1B99FC17AA8}"/>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1A08515-52F7-4D27-AEC2-3604E73896A4}"/>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3DD88FF-F822-4FD0-AC20-56393BB29F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3310304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819FA070-C8F4-43DE-B1C8-9A1FF539D3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653B927F-CA76-43FD-B990-EEF1E5744F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1213E51C-C126-4EBA-88A9-F5F5867F06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1A5EBCC8-9DAA-4E57-9AF2-A218C1B393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33270F56-399A-4F2C-948A-67B3DE6EA8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269D20F0-569B-464A-9CFC-4FEF6D41A7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911A77D-C3F3-4A7A-97C4-B29EF36EB598}"/>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C6F92352-017A-4179-839B-52E827ADC076}"/>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0081D3C0-6859-4259-A635-FBA687AD0F52}"/>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A70A4CDF-9377-4253-9111-B090D89962FB}"/>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E796AEE-FF1C-48FF-9485-8773196B58DF}"/>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780A6CFC-984A-47F9-B508-171E32D012D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E840CE8B-C343-455E-9C0D-09E212887040}"/>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62FD3DD-97BD-4BC3-A4B1-6E49ED82EB5A}"/>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18E81C38-6E7A-47A8-83D0-0008C2AB850F}"/>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02B79A65-7F53-4B19-AF68-45C902BE00C8}"/>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F3EF89BC-A282-4B4A-A451-00B91A34BAB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FD7A5F00-A837-4479-ADE8-F01F314312B8}"/>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4AD23242-882D-4247-839C-097ACE05B5A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A1665DE6-B3E1-45A1-BC79-B82E63F3D75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5D14FA18-5FB0-462F-B5CD-6AD1D93B2500}"/>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DAC80EA6-EDCB-4A9C-89F6-9E5393C004F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85B293D1-7156-4C0B-84CF-BBE3CF2E205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6FD8E9B5-CAC1-4190-AD36-2399E5F52E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840595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2FBB51E9-0B49-456C-B57A-3B89ACC554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1E21EBA4-AFC6-4506-8677-820F924D0C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631C852B-44C7-4314-8870-D90313A1B1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076A73F6-AFC0-4C37-9FC2-0D760ED5E4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81C2F880-94A8-4639-846D-47B4F8D304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CEFFFD1B-23F6-470C-8111-0ADC6BEC4C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3070863-B8E1-4FCC-B69E-E57A950C3D2E}"/>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2EB450A7-140D-4F7D-B05B-A57208A01ED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F35AAF3-14FC-4964-8C78-AF69864874B8}"/>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74A0C39E-C6FA-4DD3-9C49-654F99172425}"/>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7E43088-B6F5-4AE4-A9B4-42CD4F8EB1A7}"/>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2BDE63EB-08A5-462C-A362-5A715395E8CD}"/>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403DF7F6-0494-40D4-9AD1-4324A5842C15}"/>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84D0293D-E40A-4A20-A397-6C8D7D4CFBC2}"/>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FE3AA32-CE13-422B-B91C-644D0091CAA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F5796BCB-4C6E-46AD-90E9-67F9F36B417A}"/>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F28EBD02-31EA-4743-B22C-CE7CC3FC2EDB}"/>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0195DD8D-5CC1-4153-AC0A-CB702601E08E}"/>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D8EFECF-B73F-4326-941E-DC13C3FDA281}"/>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8BDAC955-0D79-4B94-8150-7DD4FB2C5A88}"/>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77EE57D9-67B6-40CA-B12E-49EEE91945A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9498AE60-7B91-4FDB-99F4-03B4191592B0}"/>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0C2FDC7-5149-4F5E-9AF7-4DBA0AA67707}"/>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EC8BAFA5-9C36-4B08-9E9E-F5C43502D734}"/>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D1773115-1E3C-4150-9EBE-876304ED3E73}"/>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C80C626D-C249-499C-8333-939E7933E7F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F9B612A-27E2-46A4-94F4-956BFF7D17F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E23F4BF8-4F25-406C-B33C-543B982381BA}"/>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10A975F1-76BE-47EC-8EE9-89268C30672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95487C8B-B694-4CA5-9C19-B8BD35E5A18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E4ACA6D9-BCC5-43D6-92F6-4CDB7CD1C01A}"/>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3AD7F461-3E32-4B0B-ACE1-5A0D902C4B6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37DBD8A0-AABB-4296-8925-9816E21CE990}"/>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7644A48E-BFA6-45C9-9F42-592D2DCA762A}"/>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2E5CFD9C-4271-4B57-BE69-5BD2467129F0}"/>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8E6C641-101C-4BD3-AA86-F9295F76F24D}"/>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FF0F5BB-214A-4268-8C3F-984CC2C0001B}"/>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F6DA60F-3F15-45AF-A273-1E0F54D22E22}"/>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B8FF03E6-CC28-4140-BCA7-76D2BDC0960B}"/>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3195C2EC-E4AD-4486-9FC2-926C7B9F2210}"/>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1D1E09E-FC56-4158-B683-A8ECC4D9B143}"/>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D5972A89-6B46-4157-BA8C-49FAB9F3051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789D06A-ECA7-4FC9-BDF2-C60F51D081C1}"/>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BB068ECA-0E1F-4422-A3ED-B60D30FEEA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2746650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2271CAE1-7C57-4621-88AA-4B1C701F19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E689729C-53C1-4033-BA5D-730EE8B254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CD84D932-954F-4A4E-A576-C4279E4116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7A6EBC10-339B-43A9-88E9-578A0489BC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E790139B-A945-455A-BA86-206BD916A5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181EC845-E35A-4ADE-B271-7167C15C1D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F80D3EAC-0375-41C7-8297-31946EDD75F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E9B5437E-BD09-437B-8711-C01055288574}"/>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3F57E60-293E-4910-96BA-0097A96C6BF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8B12A6C-9E5F-4F89-8639-55A458685FE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9F0660AB-571D-4B84-BD15-72FD838BC6D9}"/>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C1AC7F32-E0E2-4D57-902D-8D455A90FCDB}"/>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2946F27E-A6BE-4FE3-8DA0-B5210FDB3020}"/>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920AE994-8976-4EBD-8AA2-4C1CE70802DE}"/>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5338CCEF-0FC5-42C4-975A-989967B79B4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A565E582-5DD9-46CB-BC6B-190E1D0365B4}"/>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82F7AEAF-A8AE-4EDD-BD35-CC0F961BB298}"/>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3467B820-A44E-4F8B-A023-DB773638768D}"/>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54A6FB56-F220-4D37-A53C-4295860F0C26}"/>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5F826D42-7B28-49A7-A0D0-11E4B41A8EFF}"/>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7EAC2E10-3EFB-4794-A6B8-E4CE37821C67}"/>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6C8DF5B7-ED41-4721-B577-D1B239F20F9F}"/>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9E7806D2-D033-4C9D-9152-3C0765C964E8}"/>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145B3519-3659-42AC-B16E-85E4FC05CEA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6BED0866-853C-44A6-B4E4-743FDD074455}"/>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16FB32AC-D50B-416A-9979-A7D421BD6C09}"/>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C09E1CFF-FAD0-44A3-ABAD-A877E476E3C2}"/>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801E5A96-94E5-4FFE-B2C3-DDDD30B7E0F2}"/>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A566032C-47C0-40AF-A849-B1F26012F1E6}"/>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51F65F6-12BB-4E75-A62B-FE52369D9D23}"/>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2EEDC5E2-04EA-417E-AF5F-97F094322FB9}"/>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6E74F2E1-9F5D-4673-A6FE-10643CC38F8A}"/>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E0BD8DA3-1172-4B88-A195-E33A2CF47DE6}"/>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FC0E151F-9747-4E9F-AB38-0561E1241A98}"/>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8BD2B2E0-7B95-4D38-8A5C-15C36B0A06F9}"/>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1AB3DFDA-AC6E-4501-AD87-2A0DA473B76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4A8CC712-CE92-450F-9922-6AFF56171D82}"/>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E7AF1E3-B8D0-408E-BAB0-A6F69B4638A1}"/>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04DE5C5D-97C2-4ECC-9786-49ECEB245659}"/>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AB929A4-B396-49C0-928C-A8FD5836C46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CFD56DB-35EA-4BAF-B531-9E27074520B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1D8CBB5-C13D-4FE1-B07D-A2FA7B8676A7}"/>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089BE39F-7FF9-42FA-BD15-59FEE17BB409}"/>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D3ED4BC9-0EA0-4764-A300-C0A498FA904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17A9A25C-4D5C-49E4-90D0-7DE0EFB3F4A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2F10FA65-FE83-48A6-BCBE-EBD3AB86CA39}"/>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73920281-FFCD-42F1-940E-88A22DCB9C8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15A9B268-BC3D-4AC4-98B1-4F4D43A7D532}"/>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6148D027-08F4-4A77-BE7A-E6DCFCE4D31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F5BC083-D1F7-4E2E-B2C2-21303EE23449}"/>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511E0C02-4591-4B7B-A678-C7A71500DA22}"/>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9A9A99E9-0692-4AA4-96B1-EA71845A0BA2}"/>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ECD7AC83-AB91-4E55-891D-0275BC078925}"/>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0624E7AB-BDAC-436A-990F-AEEAC01694A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7B1144A-8226-4DDC-8327-0668B2D8D7E3}"/>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01CB434-B4A9-4CF0-B102-15390B8082C0}"/>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3C1A80B4-9BCD-4DCE-8481-5478022667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6976925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7D8E4C3A-836C-4FB7-B3FD-81C5D53988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2DBDA10E-2D68-4EE1-93A5-C3B5CF4A01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51A3E58B-10AB-4014-B574-7EF94B7997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BB4D50E5-7AF7-4214-A721-A4F6842ADF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7D59B976-DF33-4E90-8CF5-B22D461CCB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5FC1AA1F-D5EB-43A0-BF06-C22CE22D86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E0623C64-8B98-4E5D-B20E-7C8B342F0BA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D4EE8154-70DC-4802-953B-7286F97020F8}"/>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574F6CA7-5E42-4A47-B7A7-4FA769EC884C}"/>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3ED403D9-B717-4816-9844-F97A10CDEB2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EB6CD8E6-6A26-4102-81C2-3792AD75C0E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F7A826-A07B-445A-888A-39AB2DAC2E5E}"/>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935A6E60-62C8-4FDF-9978-5F2C3E4C518F}"/>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0C741924-C53D-44B6-9822-8BCCD5015BC4}"/>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fc2f27891d6b454f"/>
          </a:graphicData>
        </a:graphic>
      </p:graphicFrame>
      <p:sp>
        <p:nvSpPr>
          <p:cNvPr id="15" name="Python 할당 피크">
            <a:extLst xmlns:a="http://schemas.openxmlformats.org/drawingml/2006/main">
              <a:ext uri="{FF2B5EF4-FFF2-40B4-BE49-F238E27FC236}">
                <a16:creationId xmlns:a16="http://schemas.microsoft.com/office/drawing/2014/main" id="{E3238114-AF0A-4505-93C2-E197EB2362B4}"/>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2B186615-BCFE-492C-8E82-4007D971EF1E}"/>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64E97F0-5FA3-472F-8ED7-DF358985B41D}"/>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FCB654AE-A98D-44B9-82C3-72FDDBCAA35B}"/>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839146E2-2471-4E72-B3AE-F924C5F7BD14}"/>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B2D6D552-4DB1-4B44-BB28-2F33BEC440E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DE4739F2-6E16-4A06-82B1-5AA9F60ACABD}"/>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90585C05-A4E9-4195-B08A-7263F4D621C0}"/>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EF357FD7-2768-44B0-B0CB-17741E799934}"/>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631460F8-749B-4655-840D-82881D29828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00A92BE9-9FD1-42BB-8438-0AD8F0BDBA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9216919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E47021C8-EE03-4606-9D8A-AFADE8282C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58BD38E7-0087-43B3-A868-489B053123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2F479F60-BC5F-4E43-A384-70D7ABE21D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394094DC-D29A-4FCF-A6CA-EFD193BF41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5E682842-FB40-4E86-B9E5-ACEF52CE1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9B29D9BB-E04A-48A1-9745-34DD26F534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1529ABAA-A010-48A4-BDCA-EF56497664B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040AE176-AC34-45EB-ADAA-060A0F001E0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DE9DBEC3-AFDB-4431-9D8D-402C9338EACA}"/>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B6F94C77-B311-4014-B905-8A15596A0ED8}"/>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A28FA04-720C-4FEA-BA9A-B2B83517BFB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45B8FB21-BF1F-4EEC-8A53-0AD266C2B2EA}"/>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5017474A-1213-483F-90C0-E667FF91D9C2}"/>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751F9E8B-D054-4531-A2DB-B6D6F23EF919}"/>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24E1832C-ADB1-4C7A-A8F7-867553392810}"/>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A473622-D1C4-4E6F-A3D2-DA939B3C9F75}"/>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8407947-731B-4265-9009-B82A352653A1}"/>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54E43988-35A4-44E6-BAF4-E1563AFDD35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84AE7FF5-EF1F-4F73-AFEA-335436B97C70}"/>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35EC6C7F-5194-49CD-A9FE-A41C0ECBA4B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5E4A264-8CA0-4C66-9C06-22BB6C211A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6C46D7D4-4517-48C2-9A04-7FD47275E960}"/>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42A92AA6-AA03-408B-ABA3-288946F801AB}"/>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C05DC731-B477-45CC-8A09-2535F572A528}"/>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445ED4E-DFD9-4253-9A73-0D2DCC4B683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B6DAE5F1-032F-4681-80D4-CE9F38948D1C}"/>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D54F3B4D-A819-4CB1-A089-497209FBB58E}"/>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40BE47C-D57B-43A2-AFBD-6FA5CC9C8690}"/>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E6945E9-E2D9-4E4C-A9EA-9E4463924491}"/>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D9244281-7CC9-4145-BB4E-DD3EBE2AE878}"/>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38D67C21-1231-4E65-BE9F-57DB6CE1A4A2}"/>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659784-AC00-4564-856F-C339A6F622F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DEAD5A3E-F1E4-4A33-ADAF-7228BA0D578D}"/>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CAFD11A6-4FA4-4A26-BBE4-8E7A0FCDF9DA}"/>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D6C56C9F-990E-4B23-91B7-F3FAE3EC2250}"/>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6D75DC50-8B6E-4B4E-9309-6ED1690CCE7A}"/>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3EBD9A3A-C452-4FAD-BEF6-A658634E55AD}"/>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D352716E-A48B-44F7-8647-08EBE1B8FFA9}"/>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6355E5E3-5520-4C80-8477-0909FB800090}"/>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69126DFA-A4F2-4897-8B28-EDE563888843}"/>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1AFEF99B-976E-47A8-8148-FD7D62EBF2DA}"/>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40952989-B33F-4C15-B016-3ED1DEE92543}"/>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083D8168-3BE7-4B75-9851-3F6A2F11A373}"/>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C8A5BE83-C24B-4426-AEDA-0F340FA2B273}"/>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20A82A7C-3F1B-44A7-8BCB-4E767138325A}"/>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4383D32-1CF5-4A79-8825-3516295AB767}"/>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880A06CE-27B1-409A-8D5A-592D9E0D7B8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A4E9DB9-651C-41A5-8C93-8E4EE1FB32F8}"/>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B7E9A78C-273B-4493-AE91-F2501BD8F9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844949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8E4179C5-931C-4190-AD79-D7A2D376D7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64A1D9EB-7591-430D-B71E-6E68E53538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477F374C-BC16-440D-9754-8936750D24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6DF30002-EB32-4392-AA5F-1D85B81D32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9941A1BD-79AA-42B4-8A41-B7C92B3B52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99E46BCD-BE5D-41C2-A1B2-AE67CC300B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BEB0D0E2-B906-4043-91B5-B825CBF411FD}"/>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D241B350-286A-46DC-A443-AFC508E228E0}"/>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8C50D98D-F2A4-4548-A51F-7D9806F3827A}"/>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A855A4B7-4BB3-42BF-A856-1120F02D4FA1}"/>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F2E98A8C-B851-46BD-AD62-CA136F076136}"/>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9C302BB9-9F43-4F2A-B5BA-D7C9A2CFE47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D2EB1565-4CBD-436F-8212-297F20BA2630}"/>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FD3BFADD-6590-4B5C-9C4F-A90D09D647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02C71FB0-281C-4DE8-8EED-7593E34D54D2}"/>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86BB40B1-ACE1-4E3B-BB36-89C6379CBB2F}"/>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E33A49F7-7236-4441-8A44-33526622C23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37033E26-6B11-41F6-A9A6-4580FCAB1545}"/>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6C632981-8705-4D22-948D-D49C58517B7C}"/>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BA4E03C1-529C-4211-B8A4-452587B7120F}"/>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9B818726-AFE3-43C7-967F-4CDD73269A03}"/>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EE8627E2-E341-45A1-BA7C-63F763894C9B}"/>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9D4AFB6D-5096-4A84-97F4-B0C1D965C1D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88FCED4C-380C-4C74-AAD6-9B7DAA5030F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FEC1AC86-1729-41F4-B4BB-B462CDF685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884220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7F2BCBC0-6F5C-4BA3-AB10-1BC4EB6BD9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DE71DBC0-EA48-4640-A2A1-ABA50C50E1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99AD5D8C-AE84-4CE4-AAF2-91053CC1E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CACB1F26-7802-4546-9B57-C24EED1B85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7A220C80-F4A0-4D3B-8319-7AC049800E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540572A6-691E-4E15-B529-1876F78B59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2BFDB8B7-999D-444E-8918-5B122F5F813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0891D6B8-39EE-4FA0-AFC0-AD4DF76A26B5}"/>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8FE677D6-BF90-4D0D-8841-951AC8E05F8E}"/>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0395524B-7E22-4D49-B32F-9CEDCCE2848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D662F581-F20C-4F61-A614-9CD803434094}"/>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5132C794-AE11-45A0-A7FD-C210936422D4}"/>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39404FB2-9209-437E-B0E6-F8C0B607C841}"/>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86015707-7433-4605-87FC-7FA874D22672}"/>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CB026C32-5796-4902-9F1C-A4B42F9B5B9C}"/>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BFCEC2E-4BAC-4D94-9571-A1F0D13074CF}"/>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447F82A8-9C00-4286-9F66-DACD3A4C6DA7}"/>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452F3D56-B28F-4C3F-95AD-B9B3D0E3AB6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2FEA68B-A32D-4B65-9573-41104279FED1}"/>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F619279D-06B9-42E5-947B-9DBE0873E0E3}"/>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44EC9753-8E41-413C-A832-5DB1864DBEDF}"/>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31DC85B6-1697-4971-AE5E-EF8289A15465}"/>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35399F88-0A72-4E2E-8CBC-81F484FDC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557929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3704B287-7F58-4987-8F97-30EC4E76E0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D4D00F8A-8578-4899-872D-B42A00BB15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68C0384E-4E6B-4DAC-A73B-3963F26FCE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5563E83-C587-4E43-B56F-28F0BD26FF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684C05AA-9292-4B3C-A115-861C3D2BB0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DF95DDA-E4A4-4937-9A55-60BEE15D29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05FE5B8F-54A5-409A-B7B3-0DF4FD15A788}"/>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8EF897E7-4CFF-48F6-9BA1-8C99879B8E47}"/>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86C73925-2BEE-4D03-B59C-5EFE0B3E4E09}"/>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CAD9AE30-5873-4E00-AFD1-2506962C79B2}"/>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A4665850-7E7C-404E-8D82-4F8FB7F5E874}"/>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5D891B6F-C3FB-4612-9588-E2D25FC8C42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FCD13940-A11F-42F5-AFF9-A95AD2D79AB6}"/>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79F7F98-C29D-4060-953A-A0339615089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F5504627-FE83-448B-BF1E-19A4BC04AC99}"/>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DCA861C9-9522-4469-91D4-0669910D8880}"/>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D6EB56C2-E3F1-449F-AAB8-9121114FC80D}"/>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24C2CFB-A684-48CB-BA8B-C157FBBE69E8}"/>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D2EEBBCA-FB9D-40FB-9614-68BFC44C2D56}"/>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2C16B862-2846-49DE-B8E0-1C34BD3AC218}"/>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4B78EBC1-1E86-4261-A56B-4EED39DC0972}"/>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5EFAC40E-4F9F-457D-B131-10FA171E0726}"/>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F6756A9F-CF0B-41F8-A7C2-06E2C371D20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E4279ACA-05F8-4AF0-9FD7-D147750F97D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C5EE4E5A-784D-44AF-BA69-D5DC7F5C8F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59849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054D0B2A-39CD-402B-ACCC-D2FAD89A94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3BBD440E-BE15-4A10-9C65-7B9ACF5745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52850B42-F185-4F0A-8CA7-BA91C04EE6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82B3CF7B-7A11-4F89-BA81-E6255BB30A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DB85692B-2315-4319-A43B-23B2C103FC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117BC3CA-BE17-41C1-9B44-163B64FE8D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3B16AF30-BE70-4D0C-B823-32D7BD1AB597}"/>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869669C-3434-4D18-8B30-16651BEC549D}"/>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031E6F3F-2890-43C7-9656-E6215373564E}"/>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C1AF7F2F-0C84-4EF2-B79E-08C2A4E23265}"/>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C2BB6A19-E3E8-4950-8F18-FDA8BBF44CEF}"/>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3EB2A49E-2A51-4169-B7BB-B4E1436594B4}"/>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A559E434-FFF7-487E-9AED-21978ED574B7}"/>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F8DC5A1A-4D51-4634-9BB7-CFD054F0B091}"/>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3C4B693F-1B41-4F3D-8577-2C7EADB868BA}"/>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4EA5E4D0-9214-4A6A-9E28-D46AA58AB9AE}"/>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A404E8F2-C9FE-4925-AFC3-DD5E1A0241ED}"/>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59FA08D6-49CA-463B-970D-1A8239D77843}"/>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B03B4FD-1736-42BA-9DA8-CDC3FA9E243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971E188B-302E-4E82-BE76-7E6B32D6998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4261F470-3892-407C-82F2-33849980E757}"/>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F72E5C7-9CC1-4FA2-8E38-7A8C987305F9}"/>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9A5F8734-9EF2-4E87-B741-ABB76FE92C70}"/>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B52C92B6-CD6E-48FA-A736-0DC2C1C711AD}"/>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73432C9-E747-46CC-818C-62892D14787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6D22E36-AA14-4909-8EDD-6C824B4445F9}"/>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AC6DE7EB-3658-48D6-9707-95326566D8AF}"/>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79EA64A-C2BF-4061-95AA-4E61183AE95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EB2B0966-EA18-4626-AD24-4CD83414FF35}"/>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AD2A7AE2-A776-476B-89C9-3E11D9D0D833}"/>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A0FED655-7462-4CC7-B4C0-DAF350895B84}"/>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CD559135-FA82-4DC6-9E9E-2D8EAB64A601}"/>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63A8779A-A19F-4A10-8467-CEF0C4AE775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70FE6F4C-48C0-4EE4-BEB6-3E6305B7F6C6}"/>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B10D94DF-89DC-4157-8314-3AB5D7763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261246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8856FB91-20C7-45C1-9951-41F0FBD33B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DC04FF71-B369-4CCB-870F-024347737B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4026C488-29F0-430A-8C5D-A96A611DFF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6D838EDB-4B4A-4435-AF87-C029A66AB5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4DB4E4EF-24B4-4EF8-816C-7AD12C1D5F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8B652A0F-44A7-4B73-A66E-CB67B11CCC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45B2952E-E713-42C0-83D6-70C99F44471A}"/>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8AA1ED07-CA92-44E2-BEF6-0396849D4EC5}"/>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81B8D7-79BF-48B9-B24C-A3593947B84C}"/>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D35707CD-7C09-4A1C-B35E-D0B222A337C4}"/>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44BF3C25-14B8-4F2C-8C91-EC0D89D8621B}"/>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B0201B8C-5675-419B-824F-38B1FFAF92AA}"/>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1AC0868B-F6EE-47C4-AA55-D2C9F70DA594}"/>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5990275-D319-4023-87F4-984F9900D84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9C6E566E-C3ED-473F-A9A8-120EE33D4F25}"/>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21773BF4-3979-4292-9730-73FA70475170}"/>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B00EA43-0653-43E9-A8F7-C32BCCB03EBC}"/>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E61128DF-DA8E-427C-80EC-70B31C366356}"/>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BEF8A572-0A48-4CC1-9668-CBBAF030A8B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551C760D-683C-4CF5-987B-26401966A1AA}"/>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CC3FB69-C6EF-45AD-B75E-B070AA615470}"/>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A613AC1B-FB5B-44BC-8C77-87FC3A5D3B6B}"/>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E18B2FFD-0C18-4ED0-ADEB-8F4978DBE7EC}"/>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9E64200C-2B91-4705-B4BE-338166DC7BE9}"/>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66197915-10E3-46B6-8B92-F16ECC9ED8F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F7D6CBF9-0784-48B3-8F7D-C312BEF69AB5}"/>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3C572613-F79E-4D65-9895-7A74601E3829}"/>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01894DD9-55EE-4C00-B656-467AF4205B55}"/>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1DC9BF9-22FE-46B6-AAF8-65B7C6D06F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228082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8A37F319-11C7-4339-ACE6-6869F35472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B976AF2D-CB00-4A70-9505-2A1AD71958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DBAEC826-237F-4A31-AFA1-BC9170017F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A20A1FD4-50C3-4EBA-97F1-2E831CE45A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24C445DB-7FB5-467B-8929-C53BC2D4C5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1940BA68-6388-4FF7-AD9C-E8681A6CAC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D66EA38D-35BF-41EC-AB99-CDCFFEE001EA}"/>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D6B5C4D-3975-41B8-A82C-6609D47279D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B0A251FC-14E7-4C43-89A7-FB185BC02F22}"/>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B378D2B6-409A-4A72-B481-DE0CF60179F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9F177F58-D874-48D9-A135-971536E571D4}"/>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B8A0EE4-9ED2-421E-A84E-BA7069E2CE07}"/>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218EA870-40FA-43FE-8095-FD831000C039}"/>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403B78D5-8C36-4863-80E3-BE722CB0A32C}"/>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480AD1F9-4B50-4DD5-A5CE-B0990E186BEF}"/>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0DA28904-D070-4EC8-891E-B0F1A5C4678D}"/>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9E1EBEC6-4CEA-46E3-87D8-60815906D332}"/>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E35CAB93-9593-4BFD-A1DA-374AF5408724}"/>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0608EFB-57A1-4A4F-A49B-0F6AB1B14D7B}"/>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9FEC05A0-A3A5-45AB-AA7A-769D17136801}"/>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048D80ED-5143-453A-8BCF-0B47B5E4D745}"/>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26712482-F7E0-4126-9FEE-CB123A0D1CED}"/>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C91C1DD-BD1B-4473-B2D1-699C432ED07D}"/>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4923F35-0063-4774-9831-F24366EBBB9D}"/>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43B8CF6F-B7C1-4021-AF0D-D6A1D828FC7B}"/>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05910FDD-5C5A-4124-BA3D-F1F2E8C6664A}"/>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8EA807F8-BD2B-487D-A07B-3581293E357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0B2DAEB7-1EFD-4D95-BC45-825B2506BED2}"/>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41F7F653-07DA-41C5-9F0A-8F5A1157BE94}"/>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8C3091DD-EF45-4363-B7E9-48D704632EAC}"/>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6A93A347-C6F0-4D13-BFA9-66DDB3515CED}"/>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BA414452-E004-4561-AF2C-37597B5D1E9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9E8D718C-CA9C-453D-80DA-0E9932C7D6B8}"/>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9809CBB0-3DD7-404A-9EB1-EDEB40C69599}"/>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3682D23F-299D-47F2-9850-F8DD9B259A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5368248"/>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1DD2EEA0-C4CC-4100-B38F-C03E2B4681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5ADE9C2-40FA-4678-9DA8-C8DB880056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39397A92-E9A8-48B3-9C5B-EC915917BD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4436ADA6-7A1F-4252-88AF-1072E5E6DC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9A1D364F-1E59-4F38-A81C-78CE4EA7B6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33F80D9C-B1DC-4D92-B2D5-54C66AF753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AC12963B-43FA-4A66-B881-418876946A09}"/>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FB9E9F3-CC0E-4A7F-B762-ABBFBF39C718}"/>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9282E6EA-8006-4BE8-BC24-A77FFB2C5C78}"/>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6B44B0F-B282-42C8-928D-13561359618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C47343D1-9E9C-458B-90B9-004C5DDBC37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25DDA6F-C3D9-4579-84F6-04425BE9963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727A5A68-05C0-43F7-B996-976DBDE5E5FC}"/>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3AABAD52-F91A-4B97-81BD-06CF0E08CC51}"/>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44927A80-6FDD-430B-9935-E705F0E9363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0401558-D49B-4A48-9E10-02A16B1F6CEF}"/>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4EB2630F-1032-4AFE-A0EE-DFB69A518EB6}"/>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B9ABF14D-E061-4F1B-B251-09F9C1D95933}"/>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BFDF7992-9DE9-4DCE-9E88-C2F38684BDE3}"/>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73CE3555-240C-4BA2-B3C8-B3E87A34E82F}"/>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E845AFB0-5F3E-4FB7-8B81-59406CDED6DA}"/>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C523CFAA-ED32-4DE2-865F-5A7495E03630}"/>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E995D1CD-2419-40BF-B8C0-4978C5EE91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1353477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199D8691-1807-4E75-896E-3067A818B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A64AF38F-7045-4D1C-A63B-0A137AE1E7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EDABDBB2-4664-4384-9ED1-67E56043EE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8B9A777-7AA3-4BF0-B99E-59524A6508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A9989C2E-6B80-481B-BC51-C31B934346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2C92CB45-5F5C-421C-9473-B2B4432EEB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1B06B2A7-C6E8-461B-BE91-03CF5EA05804}"/>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84164782-ED78-424A-8356-457A9352C749}"/>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BFB81143-6997-4CD4-884A-1146EA31AE5E}"/>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CD306336-FF4E-4D15-AF65-2A11B799FAD1}"/>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76162C8F-5301-4AAA-9F4B-17CB4C84D28F}"/>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FC3DDEFF-E6E4-48E4-8003-93D823049C9C}"/>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474E952-B823-4843-8E1E-A61D7FC5DBB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F68CDF78-0F9E-4B29-A699-C0D7AEC4EAE9}"/>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8A7E0B50-3EA4-47E3-AD2C-C1109CF77478}"/>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6F9E6613-D27A-492B-98DB-E1083F47325B}"/>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0FF40588-E46C-4C6D-BCF1-182EF60BBE17}"/>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BB0789E8-AB29-4010-A28F-B0739087F268}"/>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1A3887DF-9163-45AD-96BC-2CA5D995FA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315511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E89B589E-2402-4159-A2E4-5A10CB1D5D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A05E985C-527D-425D-876E-E9ECC5DEFE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0F173837-A6E7-4BD9-819E-B86DD5C840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05AE2B03-9832-48E6-83F4-410AAB421E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7489A69A-F521-46A5-AE52-0197863D70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5FD48F77-564A-4A18-A16D-E3887E566B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03646E81-4B30-421A-AF9C-8AFD3D46E93E}"/>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19134C47-24BB-42AF-8750-5D6C5FC5F704}"/>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DC1588F-0113-47C5-AF29-8BBA67B29B2B}"/>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632C42AC-F02F-4A52-824F-EB5D790E2ED1}"/>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F19742AE-1A40-4B0F-9126-EC266D63A0DA}"/>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E012A73A-ADB7-4ABB-804F-0FAAD70A9187}"/>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957E931C-7F3D-4827-9E13-E63BEB6934AF}"/>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26EE6CA1-5DD1-4E3E-827A-C463C86A5FA6}"/>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C4ACD3E5-4A06-409A-ACE5-A90F69B9A49B}"/>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91D5EE43-3DAD-40E0-9CA3-61F63E416BA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6ED535E8-2522-4C1B-902B-F0590540630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FBA1324F-83DE-4BFE-AF84-C8C9F651B4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99665738"/>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4EF85A6D-4212-4D32-9E40-E7C3D70C8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7">
            <a:extLst xmlns:a="http://schemas.openxmlformats.org/drawingml/2006/main">
              <a:ext uri="{FF2B5EF4-FFF2-40B4-BE49-F238E27FC236}">
                <a16:creationId xmlns:a16="http://schemas.microsoft.com/office/drawing/2014/main" id="{7F4097A9-9A4F-4AF2-88B7-9F92114400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작업 중 사람이 보정할 일이 생긴다면?">
            <a:extLst xmlns:a="http://schemas.openxmlformats.org/drawingml/2006/main">
              <a:ext uri="{FF2B5EF4-FFF2-40B4-BE49-F238E27FC236}">
                <a16:creationId xmlns:a16="http://schemas.microsoft.com/office/drawing/2014/main" id="{B1F3E643-8C2D-432A-A03B-23AE9A5746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4CB3405B-BDF2-483F-B52E-86257955C8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4C4247E6-20CE-41D3-B4EF-8318F2DE9B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C4A68FDB-F16F-45EA-BBEB-5498C71CA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68E47226-734C-49E5-A139-A337BA63DE58}"/>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68AA5D93-4DA4-428A-8575-1233B8818D85}"/>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3D89351A-01EB-45EF-9115-AA08EC752E4D}"/>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2C76ADC2-AB2A-4A7F-9E5F-FC691D195FD5}"/>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076FDC01-B8EA-44CF-839B-C2A21A57CAD8}"/>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BF76C3FA-E6E3-4219-9D05-B1FF13439F85}"/>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0C2EA204-F544-44B1-9A6E-D67F1D52B19F}"/>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D65384CE-BA88-4E3E-83C3-ED49E13DDD5B}"/>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36009B4F-DFA1-489C-8C46-BF29400CABB4}"/>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F798982D-B617-45BC-AFD5-684AD0C85F84}"/>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08250038-96E4-44E4-838F-6FCD4E9C5566}"/>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A3AD8D8B-2C96-4EA1-95C3-1D50E97A9449}"/>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A1CB5EEF-03F9-4338-8943-30E270B50ACB}"/>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1D8D30F0-B7F4-43EF-A764-6CA11221A5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9708412"/>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19D93EBE-D86E-42FA-9E47-5B01038654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8">
            <a:extLst xmlns:a="http://schemas.openxmlformats.org/drawingml/2006/main">
              <a:ext uri="{FF2B5EF4-FFF2-40B4-BE49-F238E27FC236}">
                <a16:creationId xmlns:a16="http://schemas.microsoft.com/office/drawing/2014/main" id="{71A8884F-D361-4FB5-89C2-C90E9506B8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은 보정해도, 공통 지침은 그대로다">
            <a:extLst xmlns:a="http://schemas.openxmlformats.org/drawingml/2006/main">
              <a:ext uri="{FF2B5EF4-FFF2-40B4-BE49-F238E27FC236}">
                <a16:creationId xmlns:a16="http://schemas.microsoft.com/office/drawing/2014/main" id="{B5BFF505-A5A2-408B-A5A5-0F700657C7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C3FCECED-9911-45F2-82EE-3F206D46B8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1A22D578-AFB2-4F28-B098-F9D88BEBB4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C0EECC04-3904-4874-B987-AE50323061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B1949FE7-3B17-4C76-87EF-8EE434EBEF47}"/>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59984F3C-703D-4071-8141-DD8ECBE4B90C}"/>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3A6B1043-FC54-44A1-888D-C163A35563A0}"/>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9BB05EBA-6280-4523-8740-1C9D6BF33A82}"/>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26749E00-9613-46DE-B37A-EE7BAFA6AEC8}"/>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3C91EC1B-DE9E-4B17-9D3D-1704116F0E50}"/>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1C0A08BA-1BBC-4DE1-9F0A-1BAE762B5BE3}"/>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D5FD926E-79EE-4AA5-9F7C-99FD32966B05}"/>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05186E67-AB7B-4892-932B-334BACE08634}"/>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A4E301CC-4F84-4B56-836E-1A5C4FF858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461197"/>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09662D16-BC14-4402-AA6D-101041B4C9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9">
            <a:extLst xmlns:a="http://schemas.openxmlformats.org/drawingml/2006/main">
              <a:ext uri="{FF2B5EF4-FFF2-40B4-BE49-F238E27FC236}">
                <a16:creationId xmlns:a16="http://schemas.microsoft.com/office/drawing/2014/main" id="{EE075C39-9444-40EC-96B8-AC0CF24A1D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업에서도 같은 보정이 반복된다면?">
            <a:extLst xmlns:a="http://schemas.openxmlformats.org/drawingml/2006/main">
              <a:ext uri="{FF2B5EF4-FFF2-40B4-BE49-F238E27FC236}">
                <a16:creationId xmlns:a16="http://schemas.microsoft.com/office/drawing/2014/main" id="{AB0090CF-9908-4D73-BA2C-2D02AF6E87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B7983E33-2959-415D-9590-F1F58127D6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4857C12B-C20C-4F1F-9B43-33A5FF13F8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CAF2034F-C552-4401-BF54-C794F94E28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E2E6485C-958E-482D-97F2-85FF5376EED9}"/>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8E28D744-DF6D-49CB-A177-56EDFED52ED5}"/>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3A36D1EC-444A-4BDA-9E5C-1A2887D3ADA3}"/>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CF965F84-6B3E-449A-B154-30922CB90CD0}"/>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87CFBB20-D548-41B6-B23C-E3EA23DC2BCE}"/>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1F4F01A5-2019-446A-8D7D-BCBF52789935}"/>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9D52DD75-E6AA-45F8-BEB2-600AF5BCDA89}"/>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A3D348BD-5EFC-4697-A382-FCDF1B3B1742}"/>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05ADA2AD-6CB6-4FB0-BD25-31728D290D4A}"/>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62BC01F2-B11C-410A-8F91-0394DE8464AA}"/>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589F9392-8255-4D1C-8595-78D2ED6C50C7}"/>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AA5C84CB-563D-4C53-82BA-7F66DBA688A9}"/>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A53AA9F8-BD0C-43F2-B18B-BFA9031C5348}"/>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E64BCE6E-B435-4055-9F03-538135E40879}"/>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EB44F6AA-B93B-4CD5-8EFD-3A31FCDD8862}"/>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E4C8637F-7351-4EA2-976E-DAB7F3EF3D0D}"/>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65BF0802-D3F6-4BFF-8BA7-15FFB4A2BE98}"/>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8F1A689-2581-4936-804D-9C276F29D036}"/>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0A38C865-2A91-4B5D-9D03-226C09014025}"/>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1E822BE2-D2F8-477C-9C73-5D77BA0022B5}"/>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25178208-E767-4EEC-A7D8-426AF3795F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620053254"/>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8187A3D1-1E42-4F16-8B1B-11C54C7DE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80">
            <a:extLst xmlns:a="http://schemas.openxmlformats.org/drawingml/2006/main">
              <a:ext uri="{FF2B5EF4-FFF2-40B4-BE49-F238E27FC236}">
                <a16:creationId xmlns:a16="http://schemas.microsoft.com/office/drawing/2014/main" id="{2BBAA5E4-7F66-4FF6-9A41-D50449EEBD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반복 보정을 개선으로 잇는 기록">
            <a:extLst xmlns:a="http://schemas.openxmlformats.org/drawingml/2006/main">
              <a:ext uri="{FF2B5EF4-FFF2-40B4-BE49-F238E27FC236}">
                <a16:creationId xmlns:a16="http://schemas.microsoft.com/office/drawing/2014/main" id="{9166AF94-D33A-4B83-BC38-00F30FDCE2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2F103FEE-307E-4C5A-829F-278490F1B6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A87CDACC-3180-4307-A89F-96D5B014B3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19ACCB9F-7F21-4C6F-AB48-856BD25239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169BAA47-3BF2-4F23-BBC9-61384E1E01D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364F2BDF-A472-4A7D-8B7D-E2C7C7EC62A2}"/>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DE1A429A-93A6-4AF2-9753-14F9CF37094C}"/>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F2814303-BE04-4E66-AC04-212ED52D104F}"/>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5C171C1A-CE4E-4BF2-B239-87ADE715FA4D}"/>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0EF0B2B0-C9B7-4D59-A85B-C8126643811F}"/>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A66FCB7D-247F-4FAA-9422-AAD84456635C}"/>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098371B2-912C-499F-AE38-FE90B4094FD8}"/>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8B95544C-279C-4B91-B400-92E22B602BF3}"/>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E26A63BD-BC98-420A-9DD4-47E859E20560}"/>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E0B199AB-1E65-4D7F-A431-6F459C3D0CB2}"/>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770157AE-72E2-4A4B-8122-991886F013E6}"/>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2A5A3E25-4763-4EF2-BA53-38ECFCECBBD6}"/>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94DC9550-8328-4C96-8C0D-9E17C21AA85E}"/>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5757C508-30E4-4560-BA28-6F8811D4D848}"/>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FD8219A4-922E-4E10-8F65-94A6490DBE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AA28C3B-2E43-4918-AEC9-52DB3B1ABD4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8A58D5-D991-4EDF-A1EE-FA1BF7CF04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84538332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B5C41A2E-CF71-45D6-9EB9-19BAA0BC2F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81">
            <a:extLst xmlns:a="http://schemas.openxmlformats.org/drawingml/2006/main">
              <a:ext uri="{FF2B5EF4-FFF2-40B4-BE49-F238E27FC236}">
                <a16:creationId xmlns:a16="http://schemas.microsoft.com/office/drawing/2014/main" id="{111F4253-2FCB-4E54-BE7C-EA769A05F4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같은 보정을 되풀이하지 않으려면?">
            <a:extLst xmlns:a="http://schemas.openxmlformats.org/drawingml/2006/main">
              <a:ext uri="{FF2B5EF4-FFF2-40B4-BE49-F238E27FC236}">
                <a16:creationId xmlns:a16="http://schemas.microsoft.com/office/drawing/2014/main" id="{5A4B417D-E391-4C2D-9222-1EBAC3E766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C14C297D-2823-47FD-A835-164CD5733E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FC6DF347-C9AC-41FE-A943-96A85B0181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D99A796F-EE25-4ED7-9F9B-13081D2B87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1F934958-E5A0-495E-BF06-6A26C3D0E288}"/>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6A895170-2ED2-48B9-A339-602AA33C6D81}"/>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176A3ACA-457F-4351-9FD9-0F3B4D2F7AE1}"/>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B59CA7C3-A364-4F7D-9019-19875B5DDAE4}"/>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504617C6-7328-444B-87BF-815BFE5B619E}"/>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C70AAAAC-664C-4040-99AD-DF445B08D9A6}"/>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9F3257DD-D794-4FB1-A1D1-3E7C2F685D11}"/>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667AF11F-11FB-4861-84B4-B1D5A1D9418C}"/>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181F9FC7-FBAD-4883-87E2-754CB68C9707}"/>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8B7B040E-5DF2-4BC7-A18C-8ED617B8A84C}"/>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3E3549C9-1222-4B61-A132-7B69B9FA6AD1}"/>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48BCE822-9B1D-4941-8A3C-93BDB2C21721}"/>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9DE599A3-C122-4443-9AEE-F95BC8299525}"/>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D2C1B05A-4CD4-4F1D-B30A-B8144DB92C97}"/>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528BD18C-7565-4F7E-97A2-8072BA246FB1}"/>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2ECF2D35-2021-47C8-A700-559BD38DF0AC}"/>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F07ADCFA-97FF-404F-8B9C-F9F5392492BA}"/>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519B9199-F82D-453F-8EB9-FAC6837FA084}"/>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D0157E83-DDAF-47E4-8107-28D8BC496BEF}"/>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21D85088-F93E-44A5-AF0B-9FDC32FE532B}"/>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676D3FF5-C3BE-4475-ADAF-3BF06C02123D}"/>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D522E6A9-7AC1-48C5-A8F7-72E660D133CB}"/>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A7690AEA-D171-4117-BFFD-3E0CFCA8225B}"/>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36124E98-282C-406B-820E-DE4B9E30E024}"/>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4688DC52-2AAD-43BC-BCD9-38B236414060}"/>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4F5C0843-1E9A-4DEA-BA41-4726E7AFC8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398399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9449834B-40AB-474D-A36D-866F2F5AD7A2}"/>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C5AA8B31-AB8A-4594-9AC9-ABB1B256CB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199A87BC-CCAE-403A-B8B5-D6DEDD62CCC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61257962-556F-4F56-B2A2-366F6425F02D}"/>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6FFA13E5-7F78-4ABA-BA2D-28E3F247AFB7}"/>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179C34B5-6C4C-44C4-9D33-31ABD313271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E3777AFE-F789-4ACD-B4FF-658DED1A31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0421397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4 · 이번 작업의 수행과 다음 작업의 체계">
            <a:extLst xmlns:a="http://schemas.openxmlformats.org/drawingml/2006/main">
              <a:ext uri="{FF2B5EF4-FFF2-40B4-BE49-F238E27FC236}">
                <a16:creationId xmlns:a16="http://schemas.microsoft.com/office/drawing/2014/main" id="{8F1DC4F0-935D-4C2B-830B-CAD4A523C6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이번 작업의 수행과 다음 작업의 체계</a:t>
            </a:r>
          </a:p>
        </p:txBody>
      </p:sp>
      <p:sp>
        <p:nvSpPr>
          <p:cNvPr id="2" name="S83">
            <a:extLst xmlns:a="http://schemas.openxmlformats.org/drawingml/2006/main">
              <a:ext uri="{FF2B5EF4-FFF2-40B4-BE49-F238E27FC236}">
                <a16:creationId xmlns:a16="http://schemas.microsoft.com/office/drawing/2014/main" id="{A270E274-B740-49A2-B708-2EBE9A6453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한 성공을 유지하려면">
            <a:extLst xmlns:a="http://schemas.openxmlformats.org/drawingml/2006/main">
              <a:ext uri="{FF2B5EF4-FFF2-40B4-BE49-F238E27FC236}">
                <a16:creationId xmlns:a16="http://schemas.microsoft.com/office/drawing/2014/main" id="{D81E9C2A-DCEB-4E1B-B4E7-E48CCCBCC7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3045961C-1B22-4F6D-9B1B-A20B2CEA2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성공 회수 / 아래 두 루프는 이 교육의 설명 모델">
            <a:extLst xmlns:a="http://schemas.openxmlformats.org/drawingml/2006/main">
              <a:ext uri="{FF2B5EF4-FFF2-40B4-BE49-F238E27FC236}">
                <a16:creationId xmlns:a16="http://schemas.microsoft.com/office/drawing/2014/main" id="{EBF80437-0BC7-4365-AA78-B64D32AC3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성공 회수 / 아래 두 루프는 이 교육의 설명 모델</a:t>
            </a:r>
          </a:p>
        </p:txBody>
      </p:sp>
      <p:sp>
        <p:nvSpPr>
          <p:cNvPr id="6" name="기록된 성공만 관찰됨 · 아래 흐름은 실제 후속 실행·개선 성과가 아님">
            <a:extLst xmlns:a="http://schemas.openxmlformats.org/drawingml/2006/main">
              <a:ext uri="{FF2B5EF4-FFF2-40B4-BE49-F238E27FC236}">
                <a16:creationId xmlns:a16="http://schemas.microsoft.com/office/drawing/2014/main" id="{C77B6F39-1B5A-4A8F-B2D1-191E815258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성공만 관찰됨 · 아래 흐름은 실제 후속 실행·개선 성과가 아님</a:t>
            </a:r>
          </a:p>
        </p:txBody>
      </p:sp>
      <p:sp>
        <p:nvSpPr>
          <p:cNvPr id="7" name="확인한 성공: 출력 6항목 동일 · 전체 11/11 · 같은 조건의 성능 측정">
            <a:extLst xmlns:a="http://schemas.openxmlformats.org/drawingml/2006/main">
              <a:ext uri="{FF2B5EF4-FFF2-40B4-BE49-F238E27FC236}">
                <a16:creationId xmlns:a16="http://schemas.microsoft.com/office/drawing/2014/main" id="{6A4FE98D-D955-4725-9D55-A4FA863FE83B}"/>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확인한 성공: 출력 6항목 동일 · 전체 11/11 · 같은 조건의 성능 측정</a:t>
            </a:r>
          </a:p>
        </p:txBody>
      </p:sp>
      <p:sp>
        <p:nvSpPr>
          <p:cNvPr id="8" name="작업 수행 루프">
            <a:extLst xmlns:a="http://schemas.openxmlformats.org/drawingml/2006/main">
              <a:ext uri="{FF2B5EF4-FFF2-40B4-BE49-F238E27FC236}">
                <a16:creationId xmlns:a16="http://schemas.microsoft.com/office/drawing/2014/main" id="{249EEF2A-CD8F-43CF-A637-7CE68C6C67EC}"/>
              </a:ext>
            </a:extLst>
          </p:cNvPr>
          <p:cNvSpPr>
            <a:spLocks xmlns:a="http://schemas.openxmlformats.org/drawingml/2006/main" noGrp="1"/>
          </p:cNvSpPr>
          <p:nvPr/>
        </p:nvSpPr>
        <p:spPr>
          <a:xfrm xmlns:a="http://schemas.openxmlformats.org/drawingml/2006/main">
            <a:off x="609600" y="26574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이번 목표를 완료">
            <a:extLst xmlns:a="http://schemas.openxmlformats.org/drawingml/2006/main">
              <a:ext uri="{FF2B5EF4-FFF2-40B4-BE49-F238E27FC236}">
                <a16:creationId xmlns:a16="http://schemas.microsoft.com/office/drawing/2014/main" id="{8B38C3EE-46D0-4283-B985-B53C50C5F604}"/>
              </a:ext>
            </a:extLst>
          </p:cNvPr>
          <p:cNvSpPr>
            <a:spLocks xmlns:a="http://schemas.openxmlformats.org/drawingml/2006/main" noGrp="1"/>
          </p:cNvSpPr>
          <p:nvPr/>
        </p:nvSpPr>
        <p:spPr>
          <a:xfrm xmlns:a="http://schemas.openxmlformats.org/drawingml/2006/main">
            <a:off x="609600" y="3105150"/>
            <a:ext cx="2209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목표를 완료</a:t>
            </a:r>
          </a:p>
        </p:txBody>
      </p:sp>
      <p:sp>
        <p:nvSpPr>
          <p:cNvPr id="10" name="">
            <a:extLst xmlns:a="http://schemas.openxmlformats.org/drawingml/2006/main">
              <a:ext uri="{FF2B5EF4-FFF2-40B4-BE49-F238E27FC236}">
                <a16:creationId xmlns:a16="http://schemas.microsoft.com/office/drawing/2014/main" id="{4D32729D-B5AE-4163-B87F-7C596E2C7E18}"/>
              </a:ext>
            </a:extLst>
          </p:cNvPr>
          <p:cNvSpPr>
            <a:spLocks xmlns:a="http://schemas.openxmlformats.org/drawingml/2006/main" noGrp="1"/>
          </p:cNvSpPr>
          <p:nvPr/>
        </p:nvSpPr>
        <p:spPr>
          <a:xfrm xmlns:a="http://schemas.openxmlformats.org/drawingml/2006/main">
            <a:off x="32194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EF39010B-0FC3-4BFF-A432-D78BD9A6EF73}"/>
              </a:ext>
            </a:extLst>
          </p:cNvPr>
          <p:cNvSpPr>
            <a:spLocks xmlns:a="http://schemas.openxmlformats.org/drawingml/2006/main" noGrp="1"/>
          </p:cNvSpPr>
          <p:nvPr/>
        </p:nvSpPr>
        <p:spPr>
          <a:xfrm xmlns:a="http://schemas.openxmlformats.org/drawingml/2006/main">
            <a:off x="32194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12" name="">
            <a:extLst xmlns:a="http://schemas.openxmlformats.org/drawingml/2006/main">
              <a:ext uri="{FF2B5EF4-FFF2-40B4-BE49-F238E27FC236}">
                <a16:creationId xmlns:a16="http://schemas.microsoft.com/office/drawing/2014/main" id="{44E5E333-307E-4594-A2BE-16CD6FE019EB}"/>
              </a:ext>
            </a:extLst>
          </p:cNvPr>
          <p:cNvCxnSpPr/>
          <p:nvPr/>
        </p:nvCxnSpPr>
        <p:spPr>
          <a:xfrm xmlns:a="http://schemas.openxmlformats.org/drawingml/2006/main">
            <a:off x="58578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58086498-E239-47BD-AFA0-67BF70CD98D2}"/>
              </a:ext>
            </a:extLst>
          </p:cNvPr>
          <p:cNvSpPr>
            <a:spLocks xmlns:a="http://schemas.openxmlformats.org/drawingml/2006/main" noGrp="1"/>
          </p:cNvSpPr>
          <p:nvPr/>
        </p:nvSpPr>
        <p:spPr>
          <a:xfrm xmlns:a="http://schemas.openxmlformats.org/drawingml/2006/main">
            <a:off x="61150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검증">
            <a:extLst xmlns:a="http://schemas.openxmlformats.org/drawingml/2006/main">
              <a:ext uri="{FF2B5EF4-FFF2-40B4-BE49-F238E27FC236}">
                <a16:creationId xmlns:a16="http://schemas.microsoft.com/office/drawing/2014/main" id="{00A8B3A4-346E-44B8-A386-22345605FB2B}"/>
              </a:ext>
            </a:extLst>
          </p:cNvPr>
          <p:cNvSpPr>
            <a:spLocks xmlns:a="http://schemas.openxmlformats.org/drawingml/2006/main" noGrp="1"/>
          </p:cNvSpPr>
          <p:nvPr/>
        </p:nvSpPr>
        <p:spPr>
          <a:xfrm xmlns:a="http://schemas.openxmlformats.org/drawingml/2006/main">
            <a:off x="61150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검증</a:t>
            </a:r>
          </a:p>
        </p:txBody>
      </p:sp>
      <p:cxnSp>
        <p:nvCxnSpPr>
          <p:cNvPr id="15" name="">
            <a:extLst xmlns:a="http://schemas.openxmlformats.org/drawingml/2006/main">
              <a:ext uri="{FF2B5EF4-FFF2-40B4-BE49-F238E27FC236}">
                <a16:creationId xmlns:a16="http://schemas.microsoft.com/office/drawing/2014/main" id="{D749D684-3445-47DC-A01A-3D1705153404}"/>
              </a:ext>
            </a:extLst>
          </p:cNvPr>
          <p:cNvCxnSpPr/>
          <p:nvPr/>
        </p:nvCxnSpPr>
        <p:spPr>
          <a:xfrm xmlns:a="http://schemas.openxmlformats.org/drawingml/2006/main">
            <a:off x="8753475" y="2838450"/>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D4A4F82-BEA5-48C9-95F3-1E5490DE4669}"/>
              </a:ext>
            </a:extLst>
          </p:cNvPr>
          <p:cNvSpPr>
            <a:spLocks xmlns:a="http://schemas.openxmlformats.org/drawingml/2006/main" noGrp="1"/>
          </p:cNvSpPr>
          <p:nvPr/>
        </p:nvSpPr>
        <p:spPr>
          <a:xfrm xmlns:a="http://schemas.openxmlformats.org/drawingml/2006/main">
            <a:off x="9010650" y="2476500"/>
            <a:ext cx="2571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완료">
            <a:extLst xmlns:a="http://schemas.openxmlformats.org/drawingml/2006/main">
              <a:ext uri="{FF2B5EF4-FFF2-40B4-BE49-F238E27FC236}">
                <a16:creationId xmlns:a16="http://schemas.microsoft.com/office/drawing/2014/main" id="{CAA03ECF-71D0-46A9-B369-DBB1B1EDE89B}"/>
              </a:ext>
            </a:extLst>
          </p:cNvPr>
          <p:cNvSpPr>
            <a:spLocks xmlns:a="http://schemas.openxmlformats.org/drawingml/2006/main" noGrp="1"/>
          </p:cNvSpPr>
          <p:nvPr/>
        </p:nvSpPr>
        <p:spPr>
          <a:xfrm xmlns:a="http://schemas.openxmlformats.org/drawingml/2006/main">
            <a:off x="9010650" y="26193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a:t>
            </a:r>
          </a:p>
        </p:txBody>
      </p:sp>
      <p:cxnSp>
        <p:nvCxnSpPr>
          <p:cNvPr id="18" name="">
            <a:extLst xmlns:a="http://schemas.openxmlformats.org/drawingml/2006/main">
              <a:ext uri="{FF2B5EF4-FFF2-40B4-BE49-F238E27FC236}">
                <a16:creationId xmlns:a16="http://schemas.microsoft.com/office/drawing/2014/main" id="{BD5D7038-4845-4FED-B15B-C6F4C1DCA6A2}"/>
              </a:ext>
            </a:extLst>
          </p:cNvPr>
          <p:cNvCxnSpPr/>
          <p:nvPr/>
        </p:nvCxnSpPr>
        <p:spPr>
          <a:xfrm xmlns:a="http://schemas.openxmlformats.org/drawingml/2006/main">
            <a:off x="7400925" y="3124200"/>
            <a:ext cx="0" cy="20955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7B5654B-B396-4736-8011-CB2F4FDA73F0}"/>
              </a:ext>
            </a:extLst>
          </p:cNvPr>
          <p:cNvSpPr>
            <a:spLocks xmlns:a="http://schemas.openxmlformats.org/drawingml/2006/main" noGrp="1"/>
          </p:cNvSpPr>
          <p:nvPr/>
        </p:nvSpPr>
        <p:spPr>
          <a:xfrm xmlns:a="http://schemas.openxmlformats.org/drawingml/2006/main">
            <a:off x="4505325" y="3333750"/>
            <a:ext cx="2895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10B6EE52-9A4A-4202-8144-F8EB3CEEA0F5}"/>
              </a:ext>
            </a:extLst>
          </p:cNvPr>
          <p:cNvCxnSpPr/>
          <p:nvPr/>
        </p:nvCxnSpPr>
        <p:spPr>
          <a:xfrm xmlns:a="http://schemas.openxmlformats.org/drawingml/2006/main">
            <a:off x="4505325" y="3124200"/>
            <a:ext cx="0" cy="2095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1" name="미충족이면 수정·재검증">
            <a:extLst xmlns:a="http://schemas.openxmlformats.org/drawingml/2006/main">
              <a:ext uri="{FF2B5EF4-FFF2-40B4-BE49-F238E27FC236}">
                <a16:creationId xmlns:a16="http://schemas.microsoft.com/office/drawing/2014/main" id="{1310CAE0-7BBD-4FFD-B9CA-A6640EAA9401}"/>
              </a:ext>
            </a:extLst>
          </p:cNvPr>
          <p:cNvSpPr>
            <a:spLocks xmlns:a="http://schemas.openxmlformats.org/drawingml/2006/main" noGrp="1"/>
          </p:cNvSpPr>
          <p:nvPr/>
        </p:nvSpPr>
        <p:spPr>
          <a:xfrm xmlns:a="http://schemas.openxmlformats.org/drawingml/2006/main">
            <a:off x="4572000" y="3419475"/>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미충족이면 수정·재검증</a:t>
            </a:r>
          </a:p>
        </p:txBody>
      </p:sp>
      <p:sp>
        <p:nvSpPr>
          <p:cNvPr id="22" name="체계 개선 루프">
            <a:extLst xmlns:a="http://schemas.openxmlformats.org/drawingml/2006/main">
              <a:ext uri="{FF2B5EF4-FFF2-40B4-BE49-F238E27FC236}">
                <a16:creationId xmlns:a16="http://schemas.microsoft.com/office/drawing/2014/main" id="{4ABBB2FD-B2FD-4CB5-9E08-866449B19705}"/>
              </a:ext>
            </a:extLst>
          </p:cNvPr>
          <p:cNvSpPr>
            <a:spLocks xmlns:a="http://schemas.openxmlformats.org/drawingml/2006/main" noGrp="1"/>
          </p:cNvSpPr>
          <p:nvPr/>
        </p:nvSpPr>
        <p:spPr>
          <a:xfrm xmlns:a="http://schemas.openxmlformats.org/drawingml/2006/main">
            <a:off x="609600" y="4105275"/>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a:t>
            </a:r>
          </a:p>
        </p:txBody>
      </p:sp>
      <p:sp>
        <p:nvSpPr>
          <p:cNvPr id="23" name="다음에도 쓸 방법">
            <a:extLst xmlns:a="http://schemas.openxmlformats.org/drawingml/2006/main">
              <a:ext uri="{FF2B5EF4-FFF2-40B4-BE49-F238E27FC236}">
                <a16:creationId xmlns:a16="http://schemas.microsoft.com/office/drawing/2014/main" id="{67E25DD1-EE3E-4539-829D-5EC19D031224}"/>
              </a:ext>
            </a:extLst>
          </p:cNvPr>
          <p:cNvSpPr>
            <a:spLocks xmlns:a="http://schemas.openxmlformats.org/drawingml/2006/main" noGrp="1"/>
          </p:cNvSpPr>
          <p:nvPr/>
        </p:nvSpPr>
        <p:spPr>
          <a:xfrm xmlns:a="http://schemas.openxmlformats.org/drawingml/2006/main">
            <a:off x="609600" y="45529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다음에도 쓸 방법</a:t>
            </a:r>
          </a:p>
        </p:txBody>
      </p:sp>
      <p:sp>
        <p:nvSpPr>
          <p:cNvPr id="24" name="">
            <a:extLst xmlns:a="http://schemas.openxmlformats.org/drawingml/2006/main">
              <a:ext uri="{FF2B5EF4-FFF2-40B4-BE49-F238E27FC236}">
                <a16:creationId xmlns:a16="http://schemas.microsoft.com/office/drawing/2014/main" id="{2527C9B8-72C3-48A8-A59F-D962BBC071E0}"/>
              </a:ext>
            </a:extLst>
          </p:cNvPr>
          <p:cNvSpPr>
            <a:spLocks xmlns:a="http://schemas.openxmlformats.org/drawingml/2006/main" noGrp="1"/>
          </p:cNvSpPr>
          <p:nvPr/>
        </p:nvSpPr>
        <p:spPr>
          <a:xfrm xmlns:a="http://schemas.openxmlformats.org/drawingml/2006/main">
            <a:off x="32194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5" name="기록·보정">
            <a:extLst xmlns:a="http://schemas.openxmlformats.org/drawingml/2006/main">
              <a:ext uri="{FF2B5EF4-FFF2-40B4-BE49-F238E27FC236}">
                <a16:creationId xmlns:a16="http://schemas.microsoft.com/office/drawing/2014/main" id="{D6DF0170-9E8A-4384-8CB9-0F5C87DF81E1}"/>
              </a:ext>
            </a:extLst>
          </p:cNvPr>
          <p:cNvSpPr>
            <a:spLocks xmlns:a="http://schemas.openxmlformats.org/drawingml/2006/main" noGrp="1"/>
          </p:cNvSpPr>
          <p:nvPr/>
        </p:nvSpPr>
        <p:spPr>
          <a:xfrm xmlns:a="http://schemas.openxmlformats.org/drawingml/2006/main">
            <a:off x="32194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기록·보정</a:t>
            </a:r>
          </a:p>
        </p:txBody>
      </p:sp>
      <p:cxnSp>
        <p:nvCxnSpPr>
          <p:cNvPr id="26" name="">
            <a:extLst xmlns:a="http://schemas.openxmlformats.org/drawingml/2006/main">
              <a:ext uri="{FF2B5EF4-FFF2-40B4-BE49-F238E27FC236}">
                <a16:creationId xmlns:a16="http://schemas.microsoft.com/office/drawing/2014/main" id="{8CC878B2-62FE-4D5E-B428-2AFBDF7D5BD7}"/>
              </a:ext>
            </a:extLst>
          </p:cNvPr>
          <p:cNvCxnSpPr/>
          <p:nvPr/>
        </p:nvCxnSpPr>
        <p:spPr>
          <a:xfrm xmlns:a="http://schemas.openxmlformats.org/drawingml/2006/main">
            <a:off x="51339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7" name="">
            <a:extLst xmlns:a="http://schemas.openxmlformats.org/drawingml/2006/main">
              <a:ext uri="{FF2B5EF4-FFF2-40B4-BE49-F238E27FC236}">
                <a16:creationId xmlns:a16="http://schemas.microsoft.com/office/drawing/2014/main" id="{F603F1A1-222C-4796-847F-9C2C320D9122}"/>
              </a:ext>
            </a:extLst>
          </p:cNvPr>
          <p:cNvSpPr>
            <a:spLocks xmlns:a="http://schemas.openxmlformats.org/drawingml/2006/main" noGrp="1"/>
          </p:cNvSpPr>
          <p:nvPr/>
        </p:nvSpPr>
        <p:spPr>
          <a:xfrm xmlns:a="http://schemas.openxmlformats.org/drawingml/2006/main">
            <a:off x="53911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8" name="원인 검토">
            <a:extLst xmlns:a="http://schemas.openxmlformats.org/drawingml/2006/main">
              <a:ext uri="{FF2B5EF4-FFF2-40B4-BE49-F238E27FC236}">
                <a16:creationId xmlns:a16="http://schemas.microsoft.com/office/drawing/2014/main" id="{57B31CA2-26FC-4822-BB39-267B9AB72847}"/>
              </a:ext>
            </a:extLst>
          </p:cNvPr>
          <p:cNvSpPr>
            <a:spLocks xmlns:a="http://schemas.openxmlformats.org/drawingml/2006/main" noGrp="1"/>
          </p:cNvSpPr>
          <p:nvPr/>
        </p:nvSpPr>
        <p:spPr>
          <a:xfrm xmlns:a="http://schemas.openxmlformats.org/drawingml/2006/main">
            <a:off x="53911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원인 검토</a:t>
            </a:r>
          </a:p>
        </p:txBody>
      </p:sp>
      <p:cxnSp>
        <p:nvCxnSpPr>
          <p:cNvPr id="29" name="">
            <a:extLst xmlns:a="http://schemas.openxmlformats.org/drawingml/2006/main">
              <a:ext uri="{FF2B5EF4-FFF2-40B4-BE49-F238E27FC236}">
                <a16:creationId xmlns:a16="http://schemas.microsoft.com/office/drawing/2014/main" id="{8E1264C6-AE07-49E2-AB56-055FCCAA74EA}"/>
              </a:ext>
            </a:extLst>
          </p:cNvPr>
          <p:cNvCxnSpPr/>
          <p:nvPr/>
        </p:nvCxnSpPr>
        <p:spPr>
          <a:xfrm xmlns:a="http://schemas.openxmlformats.org/drawingml/2006/main">
            <a:off x="73056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0" name="">
            <a:extLst xmlns:a="http://schemas.openxmlformats.org/drawingml/2006/main">
              <a:ext uri="{FF2B5EF4-FFF2-40B4-BE49-F238E27FC236}">
                <a16:creationId xmlns:a16="http://schemas.microsoft.com/office/drawing/2014/main" id="{55044CCA-219D-4C3B-8F7A-24F04EB9D6CE}"/>
              </a:ext>
            </a:extLst>
          </p:cNvPr>
          <p:cNvSpPr>
            <a:spLocks xmlns:a="http://schemas.openxmlformats.org/drawingml/2006/main" noGrp="1"/>
          </p:cNvSpPr>
          <p:nvPr/>
        </p:nvSpPr>
        <p:spPr>
          <a:xfrm xmlns:a="http://schemas.openxmlformats.org/drawingml/2006/main">
            <a:off x="75628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1" name="체계 갱신">
            <a:extLst xmlns:a="http://schemas.openxmlformats.org/drawingml/2006/main">
              <a:ext uri="{FF2B5EF4-FFF2-40B4-BE49-F238E27FC236}">
                <a16:creationId xmlns:a16="http://schemas.microsoft.com/office/drawing/2014/main" id="{1F19C3F0-7A32-4816-8BFC-CC1F7578D4C6}"/>
              </a:ext>
            </a:extLst>
          </p:cNvPr>
          <p:cNvSpPr>
            <a:spLocks xmlns:a="http://schemas.openxmlformats.org/drawingml/2006/main" noGrp="1"/>
          </p:cNvSpPr>
          <p:nvPr/>
        </p:nvSpPr>
        <p:spPr>
          <a:xfrm xmlns:a="http://schemas.openxmlformats.org/drawingml/2006/main">
            <a:off x="75628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체계 갱신</a:t>
            </a:r>
          </a:p>
        </p:txBody>
      </p:sp>
      <p:cxnSp>
        <p:nvCxnSpPr>
          <p:cNvPr id="32" name="">
            <a:extLst xmlns:a="http://schemas.openxmlformats.org/drawingml/2006/main">
              <a:ext uri="{FF2B5EF4-FFF2-40B4-BE49-F238E27FC236}">
                <a16:creationId xmlns:a16="http://schemas.microsoft.com/office/drawing/2014/main" id="{ACBFBA97-AB62-4FC7-8C2F-FE1B78CABCB2}"/>
              </a:ext>
            </a:extLst>
          </p:cNvPr>
          <p:cNvCxnSpPr/>
          <p:nvPr/>
        </p:nvCxnSpPr>
        <p:spPr>
          <a:xfrm xmlns:a="http://schemas.openxmlformats.org/drawingml/2006/main">
            <a:off x="9477375" y="4286250"/>
            <a:ext cx="19050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33" name="">
            <a:extLst xmlns:a="http://schemas.openxmlformats.org/drawingml/2006/main">
              <a:ext uri="{FF2B5EF4-FFF2-40B4-BE49-F238E27FC236}">
                <a16:creationId xmlns:a16="http://schemas.microsoft.com/office/drawing/2014/main" id="{B04C9A1C-E207-4A28-95F2-427B90350526}"/>
              </a:ext>
            </a:extLst>
          </p:cNvPr>
          <p:cNvSpPr>
            <a:spLocks xmlns:a="http://schemas.openxmlformats.org/drawingml/2006/main" noGrp="1"/>
          </p:cNvSpPr>
          <p:nvPr/>
        </p:nvSpPr>
        <p:spPr>
          <a:xfrm xmlns:a="http://schemas.openxmlformats.org/drawingml/2006/main">
            <a:off x="9734550" y="3924300"/>
            <a:ext cx="18478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34" name="재평가·적용">
            <a:extLst xmlns:a="http://schemas.openxmlformats.org/drawingml/2006/main">
              <a:ext uri="{FF2B5EF4-FFF2-40B4-BE49-F238E27FC236}">
                <a16:creationId xmlns:a16="http://schemas.microsoft.com/office/drawing/2014/main" id="{6F63A986-0BD9-4C95-B789-89ED92AD1FB9}"/>
              </a:ext>
            </a:extLst>
          </p:cNvPr>
          <p:cNvSpPr>
            <a:spLocks xmlns:a="http://schemas.openxmlformats.org/drawingml/2006/main" noGrp="1"/>
          </p:cNvSpPr>
          <p:nvPr/>
        </p:nvSpPr>
        <p:spPr>
          <a:xfrm xmlns:a="http://schemas.openxmlformats.org/drawingml/2006/main">
            <a:off x="9734550" y="4067175"/>
            <a:ext cx="1847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재평가·적용</a:t>
            </a:r>
          </a:p>
        </p:txBody>
      </p:sp>
      <p:cxnSp>
        <p:nvCxnSpPr>
          <p:cNvPr id="35" name="">
            <a:extLst xmlns:a="http://schemas.openxmlformats.org/drawingml/2006/main">
              <a:ext uri="{FF2B5EF4-FFF2-40B4-BE49-F238E27FC236}">
                <a16:creationId xmlns:a16="http://schemas.microsoft.com/office/drawing/2014/main" id="{5E972E3D-2869-476B-8BF4-7A4DCFA65ABD}"/>
              </a:ext>
            </a:extLst>
          </p:cNvPr>
          <p:cNvCxnSpPr/>
          <p:nvPr/>
        </p:nvCxnSpPr>
        <p:spPr>
          <a:xfrm xmlns:a="http://schemas.openxmlformats.org/drawingml/2006/main">
            <a:off x="10658475" y="4581525"/>
            <a:ext cx="0" cy="238125"/>
          </a:xfrm>
          <a:prstGeom xmlns:a="http://schemas.openxmlformats.org/drawingml/2006/main" prst="straightConnector1">
            <a:avLst/>
          </a:prstGeom>
          <a:ln xmlns:a="http://schemas.openxmlformats.org/drawingml/2006/main" w="23813">
            <a:solidFill>
              <a:srgbClr val="805400"/>
            </a:solidFill>
          </a:ln>
        </p:spPr>
      </p:cxnSp>
      <p:sp>
        <p:nvSpPr>
          <p:cNvPr id="36" name="">
            <a:extLst xmlns:a="http://schemas.openxmlformats.org/drawingml/2006/main">
              <a:ext uri="{FF2B5EF4-FFF2-40B4-BE49-F238E27FC236}">
                <a16:creationId xmlns:a16="http://schemas.microsoft.com/office/drawing/2014/main" id="{D5E7D1E2-800D-423C-AA28-BA3A1C4C85BB}"/>
              </a:ext>
            </a:extLst>
          </p:cNvPr>
          <p:cNvSpPr>
            <a:spLocks xmlns:a="http://schemas.openxmlformats.org/drawingml/2006/main" noGrp="1"/>
          </p:cNvSpPr>
          <p:nvPr/>
        </p:nvSpPr>
        <p:spPr>
          <a:xfrm xmlns:a="http://schemas.openxmlformats.org/drawingml/2006/main">
            <a:off x="4143375" y="4819650"/>
            <a:ext cx="651510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cxnSp>
        <p:nvCxnSpPr>
          <p:cNvPr id="37" name="">
            <a:extLst xmlns:a="http://schemas.openxmlformats.org/drawingml/2006/main">
              <a:ext uri="{FF2B5EF4-FFF2-40B4-BE49-F238E27FC236}">
                <a16:creationId xmlns:a16="http://schemas.microsoft.com/office/drawing/2014/main" id="{B8406FBB-F211-46F7-8848-80AA7084EC37}"/>
              </a:ext>
            </a:extLst>
          </p:cNvPr>
          <p:cNvCxnSpPr/>
          <p:nvPr/>
        </p:nvCxnSpPr>
        <p:spPr>
          <a:xfrm xmlns:a="http://schemas.openxmlformats.org/drawingml/2006/main">
            <a:off x="4143375" y="4581525"/>
            <a:ext cx="0" cy="2381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38" name="다음 작업의 실행 기록을 다시 관찰">
            <a:extLst xmlns:a="http://schemas.openxmlformats.org/drawingml/2006/main">
              <a:ext uri="{FF2B5EF4-FFF2-40B4-BE49-F238E27FC236}">
                <a16:creationId xmlns:a16="http://schemas.microsoft.com/office/drawing/2014/main" id="{399F62C6-E450-4C6F-8808-A8CAE635E6E3}"/>
              </a:ext>
            </a:extLst>
          </p:cNvPr>
          <p:cNvSpPr>
            <a:spLocks xmlns:a="http://schemas.openxmlformats.org/drawingml/2006/main" noGrp="1"/>
          </p:cNvSpPr>
          <p:nvPr/>
        </p:nvSpPr>
        <p:spPr>
          <a:xfrm xmlns:a="http://schemas.openxmlformats.org/drawingml/2006/main">
            <a:off x="4572000" y="4914900"/>
            <a:ext cx="701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다음 작업의 실행 기록을 다시 관찰</a:t>
            </a:r>
          </a:p>
        </p:txBody>
      </p:sp>
      <p:sp>
        <p:nvSpPr>
          <p:cNvPr id="39" name="이 ACT: 반복 보정을 다음 작업이 읽을 기준으로 잇기">
            <a:extLst xmlns:a="http://schemas.openxmlformats.org/drawingml/2006/main">
              <a:ext uri="{FF2B5EF4-FFF2-40B4-BE49-F238E27FC236}">
                <a16:creationId xmlns:a16="http://schemas.microsoft.com/office/drawing/2014/main" id="{C598E25F-29CA-41AB-B088-859B05551C4B}"/>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ACT: 반복 보정을 다음 작업이 읽을 기준으로 잇기</a:t>
            </a:r>
          </a:p>
        </p:txBody>
      </p:sp>
      <p:sp>
        <p:nvSpPr>
          <p:cNvPr id="40" name="Legacy module connection">
            <a:extLst xmlns:a="http://schemas.openxmlformats.org/drawingml/2006/main">
              <a:ext uri="{FF2B5EF4-FFF2-40B4-BE49-F238E27FC236}">
                <a16:creationId xmlns:a16="http://schemas.microsoft.com/office/drawing/2014/main" id="{DB666842-11B3-4AF3-98CE-A1AD2BAEC1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1133803"/>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B0792783-3104-4A67-A595-B8390F4F74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4">
            <a:extLst xmlns:a="http://schemas.openxmlformats.org/drawingml/2006/main">
              <a:ext uri="{FF2B5EF4-FFF2-40B4-BE49-F238E27FC236}">
                <a16:creationId xmlns:a16="http://schemas.microsoft.com/office/drawing/2014/main" id="{AF645793-CF70-48D3-8043-DCCDAA4E74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처음에는 기준과 재사용 절차가 맞았다">
            <a:extLst xmlns:a="http://schemas.openxmlformats.org/drawingml/2006/main">
              <a:ext uri="{FF2B5EF4-FFF2-40B4-BE49-F238E27FC236}">
                <a16:creationId xmlns:a16="http://schemas.microsoft.com/office/drawing/2014/main" id="{FB2498AB-9BC2-4BD6-90E0-E992C07016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2A201CC9-5199-4E45-91A8-F9FD728FF0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D37614EE-757F-4623-8EDF-6182DB9650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A66C66F8-C12B-4CEA-B793-793B2E061C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41661592-F615-4344-BE1A-F6F16B905A2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3C89222F-5B48-48FF-8F68-42C43CF69261}"/>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EF2E34CA-564A-461E-B60D-96E0926DDF11}"/>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236B1381-7E45-4535-A5D0-6F3D4030079F}"/>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7758060-23EC-4CCB-A925-7135CA7B7617}"/>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97DB0452-E3E6-43CD-A826-EC9C6534BAC8}"/>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55C0CE1B-736A-46BC-BC17-374DE7181412}"/>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8491E806-EA99-431F-B6FE-E14D0740A1E2}"/>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E4055A82-924A-4F2C-A59F-E650CEAEB087}"/>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BE6659BB-3F6E-47F1-AAB3-A52088BDC8BF}"/>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41C52726-1A30-4FFD-A07D-3B377802F645}"/>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9DEE5CE4-D30E-4090-8F24-8732E9AB3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6986162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8CBE4A62-CBC5-4609-ADFC-19B4FFE5CC4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5">
            <a:extLst xmlns:a="http://schemas.openxmlformats.org/drawingml/2006/main">
              <a:ext uri="{FF2B5EF4-FFF2-40B4-BE49-F238E27FC236}">
                <a16:creationId xmlns:a16="http://schemas.microsoft.com/office/drawing/2014/main" id="{2AA2F173-7761-4179-B2C8-79368EAB531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는 바뀌고 Workflow는 남았다">
            <a:extLst xmlns:a="http://schemas.openxmlformats.org/drawingml/2006/main">
              <a:ext uri="{FF2B5EF4-FFF2-40B4-BE49-F238E27FC236}">
                <a16:creationId xmlns:a16="http://schemas.microsoft.com/office/drawing/2014/main" id="{60A62C26-9DAA-4AFD-850C-9F4418D2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40F02D40-7B82-417E-B865-E2BFA3307F58}"/>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1B7EA1E-8B67-40A2-9877-2964E1AB1436}"/>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3C2097B-DA7C-4DCE-A122-A312A15F5E2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F9A52A22-A691-48AB-BBC2-0452FE54CAC8}"/>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6A0D3C52-7E26-4014-980C-20E544101C29}"/>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5958749-6570-403A-8EA0-27B1DDDFC761}"/>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0A414AFE-56D3-40AE-99CD-A3268420DD91}"/>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4AB2E0C-CA1E-4B0E-B4E6-E53CD3B89DB2}"/>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745D874B-2341-46D8-8B6E-BC183D33BBFD}"/>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82E1ED41-0B4C-40B4-85DA-724E3B6E950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EE48431-53BA-4A34-8AED-4F4920A8466E}"/>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B229C90-AB1B-46A2-B21B-DF845CDBA46D}"/>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A417A6F4-7AC7-4A24-966C-C7663CF6C491}"/>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1F55257-E587-4BAA-BCF6-52198286085E}"/>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B484075C-8745-4204-98B1-DA5876E44F3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ED710AC2-C643-43F4-A46D-28C49917E6A0}"/>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BEFAC4F0-4BE9-4885-85C1-B68BA791C5B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9F1C4AA-FF95-4B18-B9CB-A0F05F8C2C0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01DABA40-A216-4677-8693-D52479C61426}"/>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8E32412-7AFE-4297-A8C3-0979BEFC7044}"/>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EE78D5F-424C-4473-ACB2-88B2BC69637F}"/>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F6A0D4AB-50D6-49F9-ABD0-6B0D66435131}"/>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913CC6E8-2432-4725-BC9E-63A4B9A288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9EB1CA06-28A5-4C57-9DA7-8816FB8A6A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7E7AD3F7-4656-4401-96BD-82985E7AAE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87C82C13-21DE-423F-9B56-939EBD27CD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9422164"/>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두 루프가 바꾸는 범위">
            <a:extLst xmlns:a="http://schemas.openxmlformats.org/drawingml/2006/main">
              <a:ext uri="{FF2B5EF4-FFF2-40B4-BE49-F238E27FC236}">
                <a16:creationId xmlns:a16="http://schemas.microsoft.com/office/drawing/2014/main" id="{CE515A2F-5827-45D1-8561-182F97FA48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두 루프가 바꾸는 범위</a:t>
            </a:r>
          </a:p>
        </p:txBody>
      </p:sp>
      <p:sp>
        <p:nvSpPr>
          <p:cNvPr id="2" name="S86">
            <a:extLst xmlns:a="http://schemas.openxmlformats.org/drawingml/2006/main">
              <a:ext uri="{FF2B5EF4-FFF2-40B4-BE49-F238E27FC236}">
                <a16:creationId xmlns:a16="http://schemas.microsoft.com/office/drawing/2014/main" id="{1A2776D5-AFF9-4112-8F83-877824A905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이번 요청과 다음 작업의 지침">
            <a:extLst xmlns:a="http://schemas.openxmlformats.org/drawingml/2006/main">
              <a:ext uri="{FF2B5EF4-FFF2-40B4-BE49-F238E27FC236}">
                <a16:creationId xmlns:a16="http://schemas.microsoft.com/office/drawing/2014/main" id="{51ADB238-8CCB-4B06-931A-18765249B6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6CCB1BDA-5B8C-46E8-9AA5-3F33424CF1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현재 요청의 보정과 다음 작업이 읽을 지침을 비교">
            <a:extLst xmlns:a="http://schemas.openxmlformats.org/drawingml/2006/main">
              <a:ext uri="{FF2B5EF4-FFF2-40B4-BE49-F238E27FC236}">
                <a16:creationId xmlns:a16="http://schemas.microsoft.com/office/drawing/2014/main" id="{FD8F3745-0CBE-4AF0-944B-59617AB86C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현재 요청의 보정과 다음 작업이 읽을 지침을 비교</a:t>
            </a:r>
          </a:p>
        </p:txBody>
      </p:sp>
      <p:sp>
        <p:nvSpPr>
          <p:cNvPr id="6" name="교육용 구성 · 실제 실행·완료·지침 변경 결과가 아님">
            <a:extLst xmlns:a="http://schemas.openxmlformats.org/drawingml/2006/main">
              <a:ext uri="{FF2B5EF4-FFF2-40B4-BE49-F238E27FC236}">
                <a16:creationId xmlns:a16="http://schemas.microsoft.com/office/drawing/2014/main" id="{29F48BA3-3728-4B87-A3F8-4FE85C65DA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구성 · 실제 실행·완료·지침 변경 결과가 아님</a:t>
            </a:r>
          </a:p>
        </p:txBody>
      </p:sp>
      <p:sp>
        <p:nvSpPr>
          <p:cNvPr id="7" name="이번 요청에 통합 테스트를 더한다면?">
            <a:extLst xmlns:a="http://schemas.openxmlformats.org/drawingml/2006/main">
              <a:ext uri="{FF2B5EF4-FFF2-40B4-BE49-F238E27FC236}">
                <a16:creationId xmlns:a16="http://schemas.microsoft.com/office/drawing/2014/main" id="{4A548D7F-D6DB-424E-B47A-37ACB2558BFB}"/>
              </a:ext>
            </a:extLst>
          </p:cNvPr>
          <p:cNvSpPr>
            <a:spLocks xmlns:a="http://schemas.openxmlformats.org/drawingml/2006/main" noGrp="1"/>
          </p:cNvSpPr>
          <p:nvPr/>
        </p:nvSpPr>
        <p:spPr>
          <a:xfrm xmlns:a="http://schemas.openxmlformats.org/drawingml/2006/main">
            <a:off x="609600" y="1771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작업 수행 루프">
            <a:extLst xmlns:a="http://schemas.openxmlformats.org/drawingml/2006/main">
              <a:ext uri="{FF2B5EF4-FFF2-40B4-BE49-F238E27FC236}">
                <a16:creationId xmlns:a16="http://schemas.microsoft.com/office/drawing/2014/main" id="{77E85E99-8D53-4768-95D7-451AE8D39EC4}"/>
              </a:ext>
            </a:extLst>
          </p:cNvPr>
          <p:cNvSpPr>
            <a:spLocks xmlns:a="http://schemas.openxmlformats.org/drawingml/2006/main" noGrp="1"/>
          </p:cNvSpPr>
          <p:nvPr/>
        </p:nvSpPr>
        <p:spPr>
          <a:xfrm xmlns:a="http://schemas.openxmlformats.org/drawingml/2006/main">
            <a:off x="609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수행 루프</a:t>
            </a:r>
          </a:p>
        </p:txBody>
      </p:sp>
      <p:sp>
        <p:nvSpPr>
          <p:cNvPr id="9" name="">
            <a:extLst xmlns:a="http://schemas.openxmlformats.org/drawingml/2006/main">
              <a:ext uri="{FF2B5EF4-FFF2-40B4-BE49-F238E27FC236}">
                <a16:creationId xmlns:a16="http://schemas.microsoft.com/office/drawing/2014/main" id="{AD13E815-8C6C-414C-97DD-D3F3A4CF8C75}"/>
              </a:ext>
            </a:extLst>
          </p:cNvPr>
          <p:cNvSpPr>
            <a:spLocks xmlns:a="http://schemas.openxmlformats.org/drawingml/2006/main" noGrp="1"/>
          </p:cNvSpPr>
          <p:nvPr/>
        </p:nvSpPr>
        <p:spPr>
          <a:xfrm xmlns:a="http://schemas.openxmlformats.org/drawingml/2006/main">
            <a:off x="609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ADE4529E-C08D-4DEC-ACE7-6E325542BFC5}"/>
              </a:ext>
            </a:extLst>
          </p:cNvPr>
          <p:cNvSpPr>
            <a:spLocks xmlns:a="http://schemas.openxmlformats.org/drawingml/2006/main" noGrp="1"/>
          </p:cNvSpPr>
          <p:nvPr/>
        </p:nvSpPr>
        <p:spPr>
          <a:xfrm xmlns:a="http://schemas.openxmlformats.org/drawingml/2006/main">
            <a:off x="819150" y="3257550"/>
            <a:ext cx="445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 테스트도 확인해 줘.</a:t>
            </a:r>
          </a:p>
        </p:txBody>
      </p:sp>
      <p:sp>
        <p:nvSpPr>
          <p:cNvPr id="11" name="">
            <a:extLst xmlns:a="http://schemas.openxmlformats.org/drawingml/2006/main">
              <a:ext uri="{FF2B5EF4-FFF2-40B4-BE49-F238E27FC236}">
                <a16:creationId xmlns:a16="http://schemas.microsoft.com/office/drawing/2014/main" id="{A9338823-5822-46D1-BA10-088D916B1B99}"/>
              </a:ext>
            </a:extLst>
          </p:cNvPr>
          <p:cNvSpPr>
            <a:spLocks xmlns:a="http://schemas.openxmlformats.org/drawingml/2006/main" noGrp="1"/>
          </p:cNvSpPr>
          <p:nvPr/>
        </p:nvSpPr>
        <p:spPr>
          <a:xfrm xmlns:a="http://schemas.openxmlformats.org/drawingml/2006/main">
            <a:off x="6096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추가 확인">
            <a:extLst xmlns:a="http://schemas.openxmlformats.org/drawingml/2006/main">
              <a:ext uri="{FF2B5EF4-FFF2-40B4-BE49-F238E27FC236}">
                <a16:creationId xmlns:a16="http://schemas.microsoft.com/office/drawing/2014/main" id="{91E715F2-16D7-4640-8DAB-6F8CCDB0C0BF}"/>
              </a:ext>
            </a:extLst>
          </p:cNvPr>
          <p:cNvSpPr>
            <a:spLocks xmlns:a="http://schemas.openxmlformats.org/drawingml/2006/main" noGrp="1"/>
          </p:cNvSpPr>
          <p:nvPr/>
        </p:nvSpPr>
        <p:spPr>
          <a:xfrm xmlns:a="http://schemas.openxmlformats.org/drawingml/2006/main">
            <a:off x="6096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추가 확인</a:t>
            </a:r>
          </a:p>
        </p:txBody>
      </p:sp>
      <p:cxnSp>
        <p:nvCxnSpPr>
          <p:cNvPr id="13" name="">
            <a:extLst xmlns:a="http://schemas.openxmlformats.org/drawingml/2006/main">
              <a:ext uri="{FF2B5EF4-FFF2-40B4-BE49-F238E27FC236}">
                <a16:creationId xmlns:a16="http://schemas.microsoft.com/office/drawing/2014/main" id="{0640BB82-0F6A-42B5-9A97-E6B0E84FD6EF}"/>
              </a:ext>
            </a:extLst>
          </p:cNvPr>
          <p:cNvCxnSpPr/>
          <p:nvPr/>
        </p:nvCxnSpPr>
        <p:spPr>
          <a:xfrm xmlns:a="http://schemas.openxmlformats.org/drawingml/2006/main">
            <a:off x="208597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464D8263-9CE1-433B-9074-AB09E31A9517}"/>
              </a:ext>
            </a:extLst>
          </p:cNvPr>
          <p:cNvSpPr>
            <a:spLocks xmlns:a="http://schemas.openxmlformats.org/drawingml/2006/main" noGrp="1"/>
          </p:cNvSpPr>
          <p:nvPr/>
        </p:nvSpPr>
        <p:spPr>
          <a:xfrm xmlns:a="http://schemas.openxmlformats.org/drawingml/2006/main">
            <a:off x="234315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결과 검토">
            <a:extLst xmlns:a="http://schemas.openxmlformats.org/drawingml/2006/main">
              <a:ext uri="{FF2B5EF4-FFF2-40B4-BE49-F238E27FC236}">
                <a16:creationId xmlns:a16="http://schemas.microsoft.com/office/drawing/2014/main" id="{49890A2A-20B4-47E9-BE1F-4D357E532B83}"/>
              </a:ext>
            </a:extLst>
          </p:cNvPr>
          <p:cNvSpPr>
            <a:spLocks xmlns:a="http://schemas.openxmlformats.org/drawingml/2006/main" noGrp="1"/>
          </p:cNvSpPr>
          <p:nvPr/>
        </p:nvSpPr>
        <p:spPr>
          <a:xfrm xmlns:a="http://schemas.openxmlformats.org/drawingml/2006/main">
            <a:off x="234315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 검토</a:t>
            </a:r>
          </a:p>
        </p:txBody>
      </p:sp>
      <p:cxnSp>
        <p:nvCxnSpPr>
          <p:cNvPr id="16" name="">
            <a:extLst xmlns:a="http://schemas.openxmlformats.org/drawingml/2006/main">
              <a:ext uri="{FF2B5EF4-FFF2-40B4-BE49-F238E27FC236}">
                <a16:creationId xmlns:a16="http://schemas.microsoft.com/office/drawing/2014/main" id="{ACC2294F-4552-4F9B-B14C-A2861B1522F6}"/>
              </a:ext>
            </a:extLst>
          </p:cNvPr>
          <p:cNvCxnSpPr/>
          <p:nvPr/>
        </p:nvCxnSpPr>
        <p:spPr>
          <a:xfrm xmlns:a="http://schemas.openxmlformats.org/drawingml/2006/main">
            <a:off x="3819525" y="46386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C487D85-F4EE-48D5-9CAD-79329C3D1E0C}"/>
              </a:ext>
            </a:extLst>
          </p:cNvPr>
          <p:cNvSpPr>
            <a:spLocks xmlns:a="http://schemas.openxmlformats.org/drawingml/2006/main" noGrp="1"/>
          </p:cNvSpPr>
          <p:nvPr/>
        </p:nvSpPr>
        <p:spPr>
          <a:xfrm xmlns:a="http://schemas.openxmlformats.org/drawingml/2006/main">
            <a:off x="4076700" y="4276725"/>
            <a:ext cx="14097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8" name="이번 작업 완료">
            <a:extLst xmlns:a="http://schemas.openxmlformats.org/drawingml/2006/main">
              <a:ext uri="{FF2B5EF4-FFF2-40B4-BE49-F238E27FC236}">
                <a16:creationId xmlns:a16="http://schemas.microsoft.com/office/drawing/2014/main" id="{9B5DB4ED-E660-43BF-8F16-832612ACBF84}"/>
              </a:ext>
            </a:extLst>
          </p:cNvPr>
          <p:cNvSpPr>
            <a:spLocks xmlns:a="http://schemas.openxmlformats.org/drawingml/2006/main" noGrp="1"/>
          </p:cNvSpPr>
          <p:nvPr/>
        </p:nvSpPr>
        <p:spPr>
          <a:xfrm xmlns:a="http://schemas.openxmlformats.org/drawingml/2006/main">
            <a:off x="4076700" y="4419600"/>
            <a:ext cx="140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작업 완료</a:t>
            </a:r>
          </a:p>
        </p:txBody>
      </p:sp>
      <p:sp>
        <p:nvSpPr>
          <p:cNvPr id="19" name="체계 개선 루프의 대상">
            <a:extLst xmlns:a="http://schemas.openxmlformats.org/drawingml/2006/main">
              <a:ext uri="{FF2B5EF4-FFF2-40B4-BE49-F238E27FC236}">
                <a16:creationId xmlns:a16="http://schemas.microsoft.com/office/drawing/2014/main" id="{0CB038C6-9E61-439C-9174-2A63D84C8A7C}"/>
              </a:ext>
            </a:extLst>
          </p:cNvPr>
          <p:cNvSpPr>
            <a:spLocks xmlns:a="http://schemas.openxmlformats.org/drawingml/2006/main" noGrp="1"/>
          </p:cNvSpPr>
          <p:nvPr/>
        </p:nvSpPr>
        <p:spPr>
          <a:xfrm xmlns:a="http://schemas.openxmlformats.org/drawingml/2006/main">
            <a:off x="6705600" y="2543175"/>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체계 개선 루프의 대상</a:t>
            </a:r>
          </a:p>
        </p:txBody>
      </p:sp>
      <p:sp>
        <p:nvSpPr>
          <p:cNvPr id="20" name="">
            <a:extLst xmlns:a="http://schemas.openxmlformats.org/drawingml/2006/main">
              <a:ext uri="{FF2B5EF4-FFF2-40B4-BE49-F238E27FC236}">
                <a16:creationId xmlns:a16="http://schemas.microsoft.com/office/drawing/2014/main" id="{5092518A-6BB8-481D-B725-6C0902181A7E}"/>
              </a:ext>
            </a:extLst>
          </p:cNvPr>
          <p:cNvSpPr>
            <a:spLocks xmlns:a="http://schemas.openxmlformats.org/drawingml/2006/main" noGrp="1"/>
          </p:cNvSpPr>
          <p:nvPr/>
        </p:nvSpPr>
        <p:spPr>
          <a:xfrm xmlns:a="http://schemas.openxmlformats.org/drawingml/2006/main">
            <a:off x="6705600" y="3095625"/>
            <a:ext cx="48768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21" name="다음 작업의 Workflow&#10;단위 테스트만 지시">
            <a:extLst xmlns:a="http://schemas.openxmlformats.org/drawingml/2006/main">
              <a:ext uri="{FF2B5EF4-FFF2-40B4-BE49-F238E27FC236}">
                <a16:creationId xmlns:a16="http://schemas.microsoft.com/office/drawing/2014/main" id="{943F9D56-C4F7-4380-B997-195911E64AEE}"/>
              </a:ext>
            </a:extLst>
          </p:cNvPr>
          <p:cNvSpPr>
            <a:spLocks xmlns:a="http://schemas.openxmlformats.org/drawingml/2006/main" noGrp="1"/>
          </p:cNvSpPr>
          <p:nvPr/>
        </p:nvSpPr>
        <p:spPr>
          <a:xfrm xmlns:a="http://schemas.openxmlformats.org/drawingml/2006/main">
            <a:off x="6896100" y="3190875"/>
            <a:ext cx="4495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다음 작업의 Workflow</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단위 테스트만 지시</a:t>
            </a:r>
          </a:p>
        </p:txBody>
      </p:sp>
      <p:sp>
        <p:nvSpPr>
          <p:cNvPr id="22" name="이번 요청이 끝나도, 원래 지침은 그대로">
            <a:extLst xmlns:a="http://schemas.openxmlformats.org/drawingml/2006/main">
              <a:ext uri="{FF2B5EF4-FFF2-40B4-BE49-F238E27FC236}">
                <a16:creationId xmlns:a16="http://schemas.microsoft.com/office/drawing/2014/main" id="{071F0402-7747-4419-BC54-D0170742D078}"/>
              </a:ext>
            </a:extLst>
          </p:cNvPr>
          <p:cNvSpPr>
            <a:spLocks xmlns:a="http://schemas.openxmlformats.org/drawingml/2006/main" noGrp="1"/>
          </p:cNvSpPr>
          <p:nvPr/>
        </p:nvSpPr>
        <p:spPr>
          <a:xfrm xmlns:a="http://schemas.openxmlformats.org/drawingml/2006/main">
            <a:off x="6705600" y="4362450"/>
            <a:ext cx="4876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이번 요청이 끝나도, 원래 지침은 그대로</a:t>
            </a:r>
          </a:p>
        </p:txBody>
      </p:sp>
      <p:sp>
        <p:nvSpPr>
          <p:cNvPr id="23" name="다음에도 필요한 보정이라면, 원인을 확인하고 재사용 출처를 검토">
            <a:extLst xmlns:a="http://schemas.openxmlformats.org/drawingml/2006/main">
              <a:ext uri="{FF2B5EF4-FFF2-40B4-BE49-F238E27FC236}">
                <a16:creationId xmlns:a16="http://schemas.microsoft.com/office/drawing/2014/main" id="{FD856F70-4206-48B3-B987-E5206769A496}"/>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다음에도 필요한 보정이라면, 원인을 확인하고 재사용 출처를 검토</a:t>
            </a:r>
          </a:p>
        </p:txBody>
      </p:sp>
      <p:sp>
        <p:nvSpPr>
          <p:cNvPr id="24" name="Legacy module connection">
            <a:extLst xmlns:a="http://schemas.openxmlformats.org/drawingml/2006/main">
              <a:ext uri="{FF2B5EF4-FFF2-40B4-BE49-F238E27FC236}">
                <a16:creationId xmlns:a16="http://schemas.microsoft.com/office/drawing/2014/main" id="{5DA837EC-A3DB-4874-840A-C40CBCEA89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0804969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D8A33515-7B8E-4BBF-B875-54A5A1BE7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7">
            <a:extLst xmlns:a="http://schemas.openxmlformats.org/drawingml/2006/main">
              <a:ext uri="{FF2B5EF4-FFF2-40B4-BE49-F238E27FC236}">
                <a16:creationId xmlns:a16="http://schemas.microsoft.com/office/drawing/2014/main" id="{D3D37051-4B3D-42B0-9080-C60FFF7608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원인을 고르기 전에 확인할 기록">
            <a:extLst xmlns:a="http://schemas.openxmlformats.org/drawingml/2006/main">
              <a:ext uri="{FF2B5EF4-FFF2-40B4-BE49-F238E27FC236}">
                <a16:creationId xmlns:a16="http://schemas.microsoft.com/office/drawing/2014/main" id="{F6655F7D-92A2-419F-A02E-4AA62EF051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4297E8AF-67EC-4D7A-838C-8D468803CF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7A95D2DA-2AF5-476C-A1E0-FC1A444D25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3F57D44C-4B05-4BFC-8C16-BB67562C3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604E9189-81CF-4D71-9B36-887F0E1DBD36}"/>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890DB9B3-A268-4148-A3BE-022FC48EC3C8}"/>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3E0793AC-F5FE-4532-B44C-5A427CFC90F7}"/>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345BCA89-86D8-47BE-827D-B924056845AC}"/>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E0375A00-8608-4EB4-9E8A-EDA3530C37D0}"/>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F6635A24-003E-4EB0-9B6A-76F604BDD501}"/>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14D76F7F-BC86-41C0-8297-77C34245C63E}"/>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63395691-1EF0-4339-9C21-4A1CED13C869}"/>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EA5999B4-05F5-42D4-B9CD-28ECA6D3DC24}"/>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F0859879-F054-4490-BC2B-F43EFF4AEA9D}"/>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5557748F-4A1F-498D-84D2-A648A7826829}"/>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DB633893-2734-4E7A-9277-C2F2D2E718FD}"/>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DC2BECA2-230E-45D2-A6A6-00DC89796F98}"/>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1612A7CF-D13B-4F7B-BB24-3382F2452A3B}"/>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D87649E3-B97D-47F6-99CC-0A8008AE0DC2}"/>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FB24FFEC-22F3-4895-BB38-10BF633E086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D369FED-29B9-4735-BAE4-6396485732D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C557B4EB-E9D1-4D91-8BA5-0B2CBBF7C9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8931359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B68AB73B-DCE2-479F-BCC2-2855127F38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8">
            <a:extLst xmlns:a="http://schemas.openxmlformats.org/drawingml/2006/main">
              <a:ext uri="{FF2B5EF4-FFF2-40B4-BE49-F238E27FC236}">
                <a16:creationId xmlns:a16="http://schemas.microsoft.com/office/drawing/2014/main" id="{746DA867-39C9-4AA4-826A-723C1BCA9B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주어진 정보와 원인 가설을 나눈다">
            <a:extLst xmlns:a="http://schemas.openxmlformats.org/drawingml/2006/main">
              <a:ext uri="{FF2B5EF4-FFF2-40B4-BE49-F238E27FC236}">
                <a16:creationId xmlns:a16="http://schemas.microsoft.com/office/drawing/2014/main" id="{D116962D-EA93-43EF-B320-154E1A0BFC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0D96256A-DD19-4E10-A6E6-095CE86A99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85829130-59C4-4D82-9D1B-F889011ADE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32CE2D88-0068-49D7-A3E1-C36A616DC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62AA209C-84E7-428B-9BE6-16AC2302F9FC}"/>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CEC5D817-3941-4B56-8F50-D0D398335A46}"/>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2EF0989F-FF59-48EF-A417-948246CEF3FD}"/>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33AEBCD-F71B-4A7B-85B9-6862A2247D61}"/>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89150C4F-8C8C-45E2-9BAD-05CBA137E49E}"/>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35074C0F-52E7-4D43-B0FC-4BA2795AAF47}"/>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D8B36669-746D-420B-847F-640635D70149}"/>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E423B598-C9FD-4082-8C23-FBEC609C5C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08278972"/>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C3A5A5F2-2C86-4CE5-8410-24A3CEF35B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9">
            <a:extLst xmlns:a="http://schemas.openxmlformats.org/drawingml/2006/main">
              <a:ext uri="{FF2B5EF4-FFF2-40B4-BE49-F238E27FC236}">
                <a16:creationId xmlns:a16="http://schemas.microsoft.com/office/drawing/2014/main" id="{D1B84649-A45D-4B16-B1B3-C1A4D8C634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확인한 원인에 맞춰 변경 대상을 고른다">
            <a:extLst xmlns:a="http://schemas.openxmlformats.org/drawingml/2006/main">
              <a:ext uri="{FF2B5EF4-FFF2-40B4-BE49-F238E27FC236}">
                <a16:creationId xmlns:a16="http://schemas.microsoft.com/office/drawing/2014/main" id="{B7648700-767C-4F14-9DDE-A020E7C12B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AB71DC07-5B00-42B7-908D-16A0B897DF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815A1146-CF6B-4753-AD67-9F66133E61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42351DE8-4F26-4D29-AE08-5FAF690CAE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1AF466B6-8EDE-45BA-83FB-333A81A9749F}"/>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C1B31126-0B1F-4DDE-AABC-DBE93931E6CF}"/>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7066C792-99DC-42FC-80D5-D5F0C277BF4A}"/>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CE6BCB1F-E6B1-4B9E-BC93-FBE3A2A03C02}"/>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097D7E92-C14A-45E5-BBCD-4CB956267964}"/>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CBB5DFFA-AAB4-45C5-AB07-967D06C0116C}"/>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20475B49-D705-4B23-A597-9C1A4A26D3B5}"/>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8427B48C-BC80-4F73-B17B-35BA0ADEAFA6}"/>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97ACE0A-E0BC-4B08-B13B-94CFEB769BC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751906BB-2AA7-4676-8765-A5E0AA8B31C0}"/>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1788EED2-54FF-44FD-B633-E6CD42BBD5E9}"/>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54E5347F-4FE4-428A-ADAC-2A55186F0BC5}"/>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7B88DEA2-85CA-4A7E-B3D4-485B1A3247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5612942"/>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E553A8A2-4BAF-43AE-8CE6-401F026CB9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90">
            <a:extLst xmlns:a="http://schemas.openxmlformats.org/drawingml/2006/main">
              <a:ext uri="{FF2B5EF4-FFF2-40B4-BE49-F238E27FC236}">
                <a16:creationId xmlns:a16="http://schemas.microsoft.com/office/drawing/2014/main" id="{4E017FEF-CAC7-4685-8BD8-B9BC8482CE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확인된 범위만 검토하고 갱신한다">
            <a:extLst xmlns:a="http://schemas.openxmlformats.org/drawingml/2006/main">
              <a:ext uri="{FF2B5EF4-FFF2-40B4-BE49-F238E27FC236}">
                <a16:creationId xmlns:a16="http://schemas.microsoft.com/office/drawing/2014/main" id="{ACBC97C7-7797-46EB-99C1-38DC875492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C0650BF4-EB16-4D6C-9352-7672177C4D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654F6EBF-286F-4DE1-B26B-92016E952E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AA736328-5080-4B80-BC2B-61DFF832EF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범위를 변경 후보에 반영한다">
            <a:extLst xmlns:a="http://schemas.openxmlformats.org/drawingml/2006/main">
              <a:ext uri="{FF2B5EF4-FFF2-40B4-BE49-F238E27FC236}">
                <a16:creationId xmlns:a16="http://schemas.microsoft.com/office/drawing/2014/main" id="{27A60C85-7CAF-40D2-A40E-42585E91805F}"/>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범위를 변경 후보에 반영한다</a:t>
            </a:r>
          </a:p>
        </p:txBody>
      </p:sp>
      <p:sp>
        <p:nvSpPr>
          <p:cNvPr id="8" name="기존 재사용 지침">
            <a:extLst xmlns:a="http://schemas.openxmlformats.org/drawingml/2006/main">
              <a:ext uri="{FF2B5EF4-FFF2-40B4-BE49-F238E27FC236}">
                <a16:creationId xmlns:a16="http://schemas.microsoft.com/office/drawing/2014/main" id="{FB36A25A-CF4A-4227-9400-730F90C42954}"/>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834E90E5-69EE-4C73-B695-B19EC0754968}"/>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E147A79F-14EE-4B92-B19A-86F7F9DF88A0}"/>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변경 후보 지침">
            <a:extLst xmlns:a="http://schemas.openxmlformats.org/drawingml/2006/main">
              <a:ext uri="{FF2B5EF4-FFF2-40B4-BE49-F238E27FC236}">
                <a16:creationId xmlns:a16="http://schemas.microsoft.com/office/drawing/2014/main" id="{19DDF598-D9D9-4BFA-9C45-90DB30D4AADE}"/>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후보 지침</a:t>
            </a:r>
          </a:p>
        </p:txBody>
      </p:sp>
      <p:sp>
        <p:nvSpPr>
          <p:cNvPr id="12" name="">
            <a:extLst xmlns:a="http://schemas.openxmlformats.org/drawingml/2006/main">
              <a:ext uri="{FF2B5EF4-FFF2-40B4-BE49-F238E27FC236}">
                <a16:creationId xmlns:a16="http://schemas.microsoft.com/office/drawing/2014/main" id="{CF8FA133-750E-4C63-89A4-198C37E20051}"/>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CF01A051-2899-4328-BC16-9C5263F233BA}"/>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767886CA-A38F-4FF7-BB09-DFF265A0D6F1}"/>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CFE92EE-62C0-4E38-9A7C-58F41E1E21E0}"/>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9A2F84F4-8EFA-41F4-B4E6-9E2A5AEDBB7E}"/>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058F1E0E-ADDD-4843-8985-D9B9C63EC75A}"/>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8C2FAB7E-CA27-462C-876D-EF1CF033C345}"/>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4D619A01-A024-48CF-B3B3-CC6303BE9A3B}"/>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AF1048FD-7905-4EE3-991A-3B38A55B3078}"/>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3F5D30C4-33C0-49E1-A907-9FF2793156E9}"/>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채택 전 확인">
            <a:extLst xmlns:a="http://schemas.openxmlformats.org/drawingml/2006/main">
              <a:ext uri="{FF2B5EF4-FFF2-40B4-BE49-F238E27FC236}">
                <a16:creationId xmlns:a16="http://schemas.microsoft.com/office/drawing/2014/main" id="{E5B42E29-A70B-4C3F-9F75-D1C25B533502}"/>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채택 전 확인</a:t>
            </a:r>
          </a:p>
        </p:txBody>
      </p:sp>
      <p:sp>
        <p:nvSpPr>
          <p:cNvPr id="23" name="재평가 후 채택·재수정 판단">
            <a:extLst xmlns:a="http://schemas.openxmlformats.org/drawingml/2006/main">
              <a:ext uri="{FF2B5EF4-FFF2-40B4-BE49-F238E27FC236}">
                <a16:creationId xmlns:a16="http://schemas.microsoft.com/office/drawing/2014/main" id="{9F858F21-6585-4EC6-8B03-4D173FC9D3A4}"/>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재평가 후 채택·재수정 판단</a:t>
            </a:r>
          </a:p>
        </p:txBody>
      </p:sp>
      <p:sp>
        <p:nvSpPr>
          <p:cNvPr id="24" name="검토·갱신은 같은 사람이 맡을 수 있다 · 변경했다고 바로 채택하지 않는다">
            <a:extLst xmlns:a="http://schemas.openxmlformats.org/drawingml/2006/main">
              <a:ext uri="{FF2B5EF4-FFF2-40B4-BE49-F238E27FC236}">
                <a16:creationId xmlns:a16="http://schemas.microsoft.com/office/drawing/2014/main" id="{6D01BDD1-0973-4320-B332-74168B42B585}"/>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 있다 · 변경했다고 바로 채택하지 않는다</a:t>
            </a:r>
          </a:p>
        </p:txBody>
      </p:sp>
      <p:sp>
        <p:nvSpPr>
          <p:cNvPr id="25" name="Legacy module connection">
            <a:extLst xmlns:a="http://schemas.openxmlformats.org/drawingml/2006/main">
              <a:ext uri="{FF2B5EF4-FFF2-40B4-BE49-F238E27FC236}">
                <a16:creationId xmlns:a16="http://schemas.microsoft.com/office/drawing/2014/main" id="{1690234D-2FFC-4270-A19D-C5DABA6F45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0151595"/>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평가 질문과 확인할 기록">
            <a:extLst xmlns:a="http://schemas.openxmlformats.org/drawingml/2006/main">
              <a:ext uri="{FF2B5EF4-FFF2-40B4-BE49-F238E27FC236}">
                <a16:creationId xmlns:a16="http://schemas.microsoft.com/office/drawing/2014/main" id="{E0F3B0E9-82C2-4BDA-99BE-33E577339F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질문과 확인할 기록</a:t>
            </a:r>
          </a:p>
        </p:txBody>
      </p:sp>
      <p:sp>
        <p:nvSpPr>
          <p:cNvPr id="2" name="S91">
            <a:extLst xmlns:a="http://schemas.openxmlformats.org/drawingml/2006/main">
              <a:ext uri="{FF2B5EF4-FFF2-40B4-BE49-F238E27FC236}">
                <a16:creationId xmlns:a16="http://schemas.microsoft.com/office/drawing/2014/main" id="{3070D353-A291-4F58-85C9-D6E87551C6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침을 고친 뒤, 무엇을 다시 확인할까?">
            <a:extLst xmlns:a="http://schemas.openxmlformats.org/drawingml/2006/main">
              <a:ext uri="{FF2B5EF4-FFF2-40B4-BE49-F238E27FC236}">
                <a16:creationId xmlns:a16="http://schemas.microsoft.com/office/drawing/2014/main" id="{5CC78A35-8FE0-4A67-9813-6F594008DE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A832BE7D-BAD7-417E-BCCF-E9F8688FC3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단위 + 통합 지침으로 바꾼 후보의 평가 설계">
            <a:extLst xmlns:a="http://schemas.openxmlformats.org/drawingml/2006/main">
              <a:ext uri="{FF2B5EF4-FFF2-40B4-BE49-F238E27FC236}">
                <a16:creationId xmlns:a16="http://schemas.microsoft.com/office/drawing/2014/main" id="{409B910E-D258-4328-BC36-2DD65D84AA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단위 + 통합 지침으로 바꾼 후보의 평가 설계</a:t>
            </a:r>
          </a:p>
        </p:txBody>
      </p:sp>
      <p:sp>
        <p:nvSpPr>
          <p:cNvPr id="6" name="가상 사례 · 실제 변경·재실행·검사 결과 없음 · 평가 후 판단도 설계">
            <a:extLst xmlns:a="http://schemas.openxmlformats.org/drawingml/2006/main">
              <a:ext uri="{FF2B5EF4-FFF2-40B4-BE49-F238E27FC236}">
                <a16:creationId xmlns:a16="http://schemas.microsoft.com/office/drawing/2014/main" id="{434CE9B5-4556-4E5C-99D6-C4251A6C9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변경·재실행·검사 결과 없음 · 평가 후 판단도 설계</a:t>
            </a:r>
          </a:p>
        </p:txBody>
      </p:sp>
      <p:sp>
        <p:nvSpPr>
          <p:cNvPr id="7" name="같은 작업 다시 확인">
            <a:extLst xmlns:a="http://schemas.openxmlformats.org/drawingml/2006/main">
              <a:ext uri="{FF2B5EF4-FFF2-40B4-BE49-F238E27FC236}">
                <a16:creationId xmlns:a16="http://schemas.microsoft.com/office/drawing/2014/main" id="{4607A863-F7B5-4198-AD19-D8240BF850C6}"/>
              </a:ext>
            </a:extLst>
          </p:cNvPr>
          <p:cNvSpPr>
            <a:spLocks xmlns:a="http://schemas.openxmlformats.org/drawingml/2006/main" noGrp="1"/>
          </p:cNvSpPr>
          <p:nvPr/>
        </p:nvSpPr>
        <p:spPr>
          <a:xfrm xmlns:a="http://schemas.openxmlformats.org/drawingml/2006/main">
            <a:off x="609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작업 다시 확인</a:t>
            </a:r>
          </a:p>
        </p:txBody>
      </p:sp>
      <p:sp>
        <p:nvSpPr>
          <p:cNvPr id="8" name="">
            <a:extLst xmlns:a="http://schemas.openxmlformats.org/drawingml/2006/main">
              <a:ext uri="{FF2B5EF4-FFF2-40B4-BE49-F238E27FC236}">
                <a16:creationId xmlns:a16="http://schemas.microsoft.com/office/drawing/2014/main" id="{B2173532-AF24-4CF3-89FE-CF48C866A294}"/>
              </a:ext>
            </a:extLst>
          </p:cNvPr>
          <p:cNvSpPr>
            <a:spLocks xmlns:a="http://schemas.openxmlformats.org/drawingml/2006/main" noGrp="1"/>
          </p:cNvSpPr>
          <p:nvPr/>
        </p:nvSpPr>
        <p:spPr>
          <a:xfrm xmlns:a="http://schemas.openxmlformats.org/drawingml/2006/main">
            <a:off x="609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필요한 단위·통합 검증을&#10;실제로 다루는가?">
            <a:extLst xmlns:a="http://schemas.openxmlformats.org/drawingml/2006/main">
              <a:ext uri="{FF2B5EF4-FFF2-40B4-BE49-F238E27FC236}">
                <a16:creationId xmlns:a16="http://schemas.microsoft.com/office/drawing/2014/main" id="{5CACC8C1-8995-4E72-B7C6-164ADDBF9D92}"/>
              </a:ext>
            </a:extLst>
          </p:cNvPr>
          <p:cNvSpPr>
            <a:spLocks xmlns:a="http://schemas.openxmlformats.org/drawingml/2006/main" noGrp="1"/>
          </p:cNvSpPr>
          <p:nvPr/>
        </p:nvSpPr>
        <p:spPr>
          <a:xfrm xmlns:a="http://schemas.openxmlformats.org/drawingml/2006/main">
            <a:off x="609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실제로 다루는가?</a:t>
            </a:r>
          </a:p>
        </p:txBody>
      </p:sp>
      <p:sp>
        <p:nvSpPr>
          <p:cNvPr id="10" name="대조할 기록">
            <a:extLst xmlns:a="http://schemas.openxmlformats.org/drawingml/2006/main">
              <a:ext uri="{FF2B5EF4-FFF2-40B4-BE49-F238E27FC236}">
                <a16:creationId xmlns:a16="http://schemas.microsoft.com/office/drawing/2014/main" id="{2971CDA4-255C-4170-9D27-03970DB40670}"/>
              </a:ext>
            </a:extLst>
          </p:cNvPr>
          <p:cNvSpPr>
            <a:spLocks xmlns:a="http://schemas.openxmlformats.org/drawingml/2006/main" noGrp="1"/>
          </p:cNvSpPr>
          <p:nvPr/>
        </p:nvSpPr>
        <p:spPr>
          <a:xfrm xmlns:a="http://schemas.openxmlformats.org/drawingml/2006/main">
            <a:off x="609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대조할 기록</a:t>
            </a:r>
          </a:p>
        </p:txBody>
      </p:sp>
      <p:sp>
        <p:nvSpPr>
          <p:cNvPr id="11" name="실행 명령 · 검사 로그 · 최종 보고">
            <a:extLst xmlns:a="http://schemas.openxmlformats.org/drawingml/2006/main">
              <a:ext uri="{FF2B5EF4-FFF2-40B4-BE49-F238E27FC236}">
                <a16:creationId xmlns:a16="http://schemas.microsoft.com/office/drawing/2014/main" id="{35694A79-5125-4F8E-B7C9-293A22A194C7}"/>
              </a:ext>
            </a:extLst>
          </p:cNvPr>
          <p:cNvSpPr>
            <a:spLocks xmlns:a="http://schemas.openxmlformats.org/drawingml/2006/main" noGrp="1"/>
          </p:cNvSpPr>
          <p:nvPr/>
        </p:nvSpPr>
        <p:spPr>
          <a:xfrm xmlns:a="http://schemas.openxmlformats.org/drawingml/2006/main">
            <a:off x="609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실행 명령 · 검사 로그 · 최종 보고</a:t>
            </a:r>
          </a:p>
        </p:txBody>
      </p:sp>
      <p:sp>
        <p:nvSpPr>
          <p:cNvPr id="12" name="다른 작업의 영향 확인">
            <a:extLst xmlns:a="http://schemas.openxmlformats.org/drawingml/2006/main">
              <a:ext uri="{FF2B5EF4-FFF2-40B4-BE49-F238E27FC236}">
                <a16:creationId xmlns:a16="http://schemas.microsoft.com/office/drawing/2014/main" id="{DA0BAD30-7E79-49E8-B9DA-116373B0F8CB}"/>
              </a:ext>
            </a:extLst>
          </p:cNvPr>
          <p:cNvSpPr>
            <a:spLocks xmlns:a="http://schemas.openxmlformats.org/drawingml/2006/main" noGrp="1"/>
          </p:cNvSpPr>
          <p:nvPr/>
        </p:nvSpPr>
        <p:spPr>
          <a:xfrm xmlns:a="http://schemas.openxmlformats.org/drawingml/2006/main">
            <a:off x="6705600" y="2152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작업의 영향 확인</a:t>
            </a:r>
          </a:p>
        </p:txBody>
      </p:sp>
      <p:sp>
        <p:nvSpPr>
          <p:cNvPr id="13" name="">
            <a:extLst xmlns:a="http://schemas.openxmlformats.org/drawingml/2006/main">
              <a:ext uri="{FF2B5EF4-FFF2-40B4-BE49-F238E27FC236}">
                <a16:creationId xmlns:a16="http://schemas.microsoft.com/office/drawing/2014/main" id="{7B4C782C-90E3-455A-902E-25608B1EB98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문서만 바꿀 때도&#10;불필요한 검증을 강요하나?">
            <a:extLst xmlns:a="http://schemas.openxmlformats.org/drawingml/2006/main">
              <a:ext uri="{FF2B5EF4-FFF2-40B4-BE49-F238E27FC236}">
                <a16:creationId xmlns:a16="http://schemas.microsoft.com/office/drawing/2014/main" id="{7F467C95-03C2-4D8F-B588-C45C43766B37}"/>
              </a:ext>
            </a:extLst>
          </p:cNvPr>
          <p:cNvSpPr>
            <a:spLocks xmlns:a="http://schemas.openxmlformats.org/drawingml/2006/main" noGrp="1"/>
          </p:cNvSpPr>
          <p:nvPr/>
        </p:nvSpPr>
        <p:spPr>
          <a:xfrm xmlns:a="http://schemas.openxmlformats.org/drawingml/2006/main">
            <a:off x="6705600" y="2952750"/>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바꿀 때도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대조할 기록">
            <a:extLst xmlns:a="http://schemas.openxmlformats.org/drawingml/2006/main">
              <a:ext uri="{FF2B5EF4-FFF2-40B4-BE49-F238E27FC236}">
                <a16:creationId xmlns:a16="http://schemas.microsoft.com/office/drawing/2014/main" id="{B91A2C8B-FC60-4C23-ADFB-A686E828A213}"/>
              </a:ext>
            </a:extLst>
          </p:cNvPr>
          <p:cNvSpPr>
            <a:spLocks xmlns:a="http://schemas.openxmlformats.org/drawingml/2006/main" noGrp="1"/>
          </p:cNvSpPr>
          <p:nvPr/>
        </p:nvSpPr>
        <p:spPr>
          <a:xfrm xmlns:a="http://schemas.openxmlformats.org/drawingml/2006/main">
            <a:off x="6705600" y="423862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대조할 기록</a:t>
            </a:r>
          </a:p>
        </p:txBody>
      </p:sp>
      <p:sp>
        <p:nvSpPr>
          <p:cNvPr id="16" name="요청 범위 · 적용 지침 · 실행 기록">
            <a:extLst xmlns:a="http://schemas.openxmlformats.org/drawingml/2006/main">
              <a:ext uri="{FF2B5EF4-FFF2-40B4-BE49-F238E27FC236}">
                <a16:creationId xmlns:a16="http://schemas.microsoft.com/office/drawing/2014/main" id="{989578ED-FFF4-4CF2-B492-886A3B76237D}"/>
              </a:ext>
            </a:extLst>
          </p:cNvPr>
          <p:cNvSpPr>
            <a:spLocks xmlns:a="http://schemas.openxmlformats.org/drawingml/2006/main" noGrp="1"/>
          </p:cNvSpPr>
          <p:nvPr/>
        </p:nvSpPr>
        <p:spPr>
          <a:xfrm xmlns:a="http://schemas.openxmlformats.org/drawingml/2006/main">
            <a:off x="6705600" y="468630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요청 범위 · 적용 지침 · 실행 기록</a:t>
            </a:r>
          </a:p>
        </p:txBody>
      </p:sp>
      <p:sp>
        <p:nvSpPr>
          <p:cNvPr id="17" name="평가 근거를 보고 채택·재수정·판단 보류를 결정한다">
            <a:extLst xmlns:a="http://schemas.openxmlformats.org/drawingml/2006/main">
              <a:ext uri="{FF2B5EF4-FFF2-40B4-BE49-F238E27FC236}">
                <a16:creationId xmlns:a16="http://schemas.microsoft.com/office/drawing/2014/main" id="{1E9F0A71-1687-4F69-A1EA-6A4A8F5D1F79}"/>
              </a:ext>
            </a:extLst>
          </p:cNvPr>
          <p:cNvSpPr>
            <a:spLocks xmlns:a="http://schemas.openxmlformats.org/drawingml/2006/main" noGrp="1"/>
          </p:cNvSpPr>
          <p:nvPr/>
        </p:nvSpPr>
        <p:spPr>
          <a:xfrm xmlns:a="http://schemas.openxmlformats.org/drawingml/2006/main">
            <a:off x="609600" y="53244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평가 근거를 보고 채택·재수정·판단 보류를 결정한다</a:t>
            </a:r>
          </a:p>
        </p:txBody>
      </p:sp>
      <p:sp>
        <p:nvSpPr>
          <p:cNvPr id="18" name="">
            <a:extLst xmlns:a="http://schemas.openxmlformats.org/drawingml/2006/main">
              <a:ext uri="{FF2B5EF4-FFF2-40B4-BE49-F238E27FC236}">
                <a16:creationId xmlns:a16="http://schemas.microsoft.com/office/drawing/2014/main" id="{6CC4C678-3651-4B12-9DEC-EE70DBD5B9D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9" name="Practical application tip badge">
            <a:extLst xmlns:a="http://schemas.openxmlformats.org/drawingml/2006/main">
              <a:ext uri="{FF2B5EF4-FFF2-40B4-BE49-F238E27FC236}">
                <a16:creationId xmlns:a16="http://schemas.microsoft.com/office/drawing/2014/main" id="{F45F5B40-BC71-4441-BE38-DB4C6E7FEBB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0" name="Legacy module connection">
            <a:extLst xmlns:a="http://schemas.openxmlformats.org/drawingml/2006/main">
              <a:ext uri="{FF2B5EF4-FFF2-40B4-BE49-F238E27FC236}">
                <a16:creationId xmlns:a16="http://schemas.microsoft.com/office/drawing/2014/main" id="{F672A643-DC61-4360-97E8-8050D7BB76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7779057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작업과 평가 근거 연결">
            <a:extLst xmlns:a="http://schemas.openxmlformats.org/drawingml/2006/main">
              <a:ext uri="{FF2B5EF4-FFF2-40B4-BE49-F238E27FC236}">
                <a16:creationId xmlns:a16="http://schemas.microsoft.com/office/drawing/2014/main" id="{10445CD6-CEB7-4F7B-B443-C1F23B0863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작업과 평가 근거 연결</a:t>
            </a:r>
          </a:p>
        </p:txBody>
      </p:sp>
      <p:sp>
        <p:nvSpPr>
          <p:cNvPr id="2" name="S92">
            <a:extLst xmlns:a="http://schemas.openxmlformats.org/drawingml/2006/main">
              <a:ext uri="{FF2B5EF4-FFF2-40B4-BE49-F238E27FC236}">
                <a16:creationId xmlns:a16="http://schemas.microsoft.com/office/drawing/2014/main" id="{ECAE3F91-2A2C-418C-8A82-3F04F5CB2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대표 작업은 서로 다른 위험을 확인한다">
            <a:extLst xmlns:a="http://schemas.openxmlformats.org/drawingml/2006/main">
              <a:ext uri="{FF2B5EF4-FFF2-40B4-BE49-F238E27FC236}">
                <a16:creationId xmlns:a16="http://schemas.microsoft.com/office/drawing/2014/main" id="{64D396EB-81B0-4CD0-B82B-0D5B690F43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55E74DDA-B200-400C-AC3C-FD14B39AA1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의 평가 설계 · 네 작업 모두 변경 후 실행 결과 없음">
            <a:extLst xmlns:a="http://schemas.openxmlformats.org/drawingml/2006/main">
              <a:ext uri="{FF2B5EF4-FFF2-40B4-BE49-F238E27FC236}">
                <a16:creationId xmlns:a16="http://schemas.microsoft.com/office/drawing/2014/main" id="{4BB73786-6F5E-4131-86E5-B2FC435C39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EVAL-01~04의 평가 설계 · 네 작업 모두 변경 후 실행 결과 없음</a:t>
            </a:r>
          </a:p>
        </p:txBody>
      </p:sp>
      <p:sp>
        <p:nvSpPr>
          <p:cNvPr id="6" name="버그·성능은 별도 과거 사례 참고 · 문서·리팩터링은 설계만 있음 · 새 PASS/FAIL 없음">
            <a:extLst xmlns:a="http://schemas.openxmlformats.org/drawingml/2006/main">
              <a:ext uri="{FF2B5EF4-FFF2-40B4-BE49-F238E27FC236}">
                <a16:creationId xmlns:a16="http://schemas.microsoft.com/office/drawing/2014/main" id="{42D6EAAC-F342-40D7-90E6-60118DEB96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PASS/FAIL 없음</a:t>
            </a:r>
          </a:p>
        </p:txBody>
      </p:sp>
      <p:sp>
        <p:nvSpPr>
          <p:cNvPr id="7" name="작업별 요청과 실제 수행 기록을 대조하도록 설계한다">
            <a:extLst xmlns:a="http://schemas.openxmlformats.org/drawingml/2006/main">
              <a:ext uri="{FF2B5EF4-FFF2-40B4-BE49-F238E27FC236}">
                <a16:creationId xmlns:a16="http://schemas.microsoft.com/office/drawing/2014/main" id="{2C4905BC-B3ED-44DF-8542-2FF3A0BB6135}"/>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작업별 요청과 실제 수행 기록을 대조하도록 설계한다</a:t>
            </a:r>
          </a:p>
        </p:txBody>
      </p:sp>
      <p:graphicFrame>
        <p:nvGraphicFramePr>
          <p:cNvPr id="8" name="">
            <a:extLst xmlns:a="http://schemas.openxmlformats.org/drawingml/2006/main">
              <a:ext uri="{FF2B5EF4-FFF2-40B4-BE49-F238E27FC236}">
                <a16:creationId xmlns:a16="http://schemas.microsoft.com/office/drawing/2014/main" id="{7A6D6F19-BAC6-4A5B-9737-EE39DE6D9F98}"/>
              </a:ext>
            </a:extLst>
          </p:cNvPr>
          <p:cNvGraphicFramePr/>
          <p:nvPr/>
        </p:nvGraphicFramePr>
        <p:xfrm>
          <a:off xmlns:a="http://schemas.openxmlformats.org/drawingml/2006/main" x="609600" y="249555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무엇을 대조할까?</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 ↔ 검사 범위·결과</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 조건 ↔ 결과·동작 확인</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요청 범위 ↔ 불필요한 검증 요구</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보존 조건 ↔ 변경·검사 기록</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C3268A78-ECE1-4D44-BEA1-31E8137DE7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772029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D86348E8-1817-40B7-9307-7209ACE96E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3">
            <a:extLst xmlns:a="http://schemas.openxmlformats.org/drawingml/2006/main">
              <a:ext uri="{FF2B5EF4-FFF2-40B4-BE49-F238E27FC236}">
                <a16:creationId xmlns:a16="http://schemas.microsoft.com/office/drawing/2014/main" id="{3F4966C8-5322-4B30-8077-C7C7762227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한 작업에 맞춘 규칙,&#10;다른 작업에도 맞을까?">
            <a:extLst xmlns:a="http://schemas.openxmlformats.org/drawingml/2006/main">
              <a:ext uri="{FF2B5EF4-FFF2-40B4-BE49-F238E27FC236}">
                <a16:creationId xmlns:a16="http://schemas.microsoft.com/office/drawing/2014/main" id="{0C5030F4-1553-4767-875D-C346ADD432B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166480D8-C845-45C4-B818-7EC7723D5F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8253F367-2E25-47A7-89F9-C63DD7F4F3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61FB0A0A-7D5E-458B-A2C5-B0539D7977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81C3250B-5C69-48BD-BF43-DE4613C0B279}"/>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FC417639-0C36-456B-BA61-544BE2E1D5A2}"/>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7F1EC06A-2C6B-4D23-A6F3-84978306C773}"/>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56D6CC84-CEEB-4DC2-9164-A6DD4488BD06}"/>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17972573-BC7D-4F15-A2AF-697F4F1FA015}"/>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686AC2B4-88B4-4B17-B30E-7E30E9FD02A5}"/>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FB5EE09A-88BE-431F-AE05-F79E9709B98B}"/>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B8054815-F87C-4F49-8902-B92CC5510300}"/>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7DF76EDA-B794-4E8C-8018-683B732BF475}"/>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3273CA03-BD30-4BCA-B8B2-C03EAF381573}"/>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D136AC42-09E1-4112-9181-2F3AA73652A2}"/>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974C5BB6-314C-4759-AA60-12A8C6D15367}"/>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58D7EC0A-AA2A-43C7-BF0E-D7336B69C9D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C4F44F1E-3F75-4E82-98DD-DB4ED106A3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0264834"/>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4 · 이 교육의 체계 개선 루프">
            <a:extLst xmlns:a="http://schemas.openxmlformats.org/drawingml/2006/main">
              <a:ext uri="{FF2B5EF4-FFF2-40B4-BE49-F238E27FC236}">
                <a16:creationId xmlns:a16="http://schemas.microsoft.com/office/drawing/2014/main" id="{04CA1A23-5791-441D-BC5A-6FA501F9BE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체계 개선 루프</a:t>
            </a:r>
          </a:p>
        </p:txBody>
      </p:sp>
      <p:sp>
        <p:nvSpPr>
          <p:cNvPr id="2" name="S94">
            <a:extLst xmlns:a="http://schemas.openxmlformats.org/drawingml/2006/main">
              <a:ext uri="{FF2B5EF4-FFF2-40B4-BE49-F238E27FC236}">
                <a16:creationId xmlns:a16="http://schemas.microsoft.com/office/drawing/2014/main" id="{1C886B97-4674-46ED-9185-F1EF869A48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평가한 뒤, 다음 행동을 결정한다">
            <a:extLst xmlns:a="http://schemas.openxmlformats.org/drawingml/2006/main">
              <a:ext uri="{FF2B5EF4-FFF2-40B4-BE49-F238E27FC236}">
                <a16:creationId xmlns:a16="http://schemas.microsoft.com/office/drawing/2014/main" id="{7A68EC4D-9A02-4B95-846B-649402FDCE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평가한 뒤, 다음 행동을 결정한다</a:t>
            </a:r>
          </a:p>
        </p:txBody>
      </p:sp>
      <p:sp>
        <p:nvSpPr>
          <p:cNvPr id="4" name="">
            <a:extLst xmlns:a="http://schemas.openxmlformats.org/drawingml/2006/main">
              <a:ext uri="{FF2B5EF4-FFF2-40B4-BE49-F238E27FC236}">
                <a16:creationId xmlns:a16="http://schemas.microsoft.com/office/drawing/2014/main" id="{E47BF38D-EF3F-4100-88FE-F38702EB4A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DEC-0094 · 앞선 가상 사례를 연결한 운영 설계">
            <a:extLst xmlns:a="http://schemas.openxmlformats.org/drawingml/2006/main">
              <a:ext uri="{FF2B5EF4-FFF2-40B4-BE49-F238E27FC236}">
                <a16:creationId xmlns:a16="http://schemas.microsoft.com/office/drawing/2014/main" id="{AB2C6BFD-B4F6-4F84-89EF-36815A90F0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DEC-0094 · 앞선 가상 사례를 연결한 운영 설계</a:t>
            </a:r>
          </a:p>
        </p:txBody>
      </p:sp>
      <p:sp>
        <p:nvSpPr>
          <p:cNvPr id="6" name="실제 실행·수정·평가 결과 없음 · 제품의 자동 제어·모델 학습을 관찰한 것이 아님">
            <a:extLst xmlns:a="http://schemas.openxmlformats.org/drawingml/2006/main">
              <a:ext uri="{FF2B5EF4-FFF2-40B4-BE49-F238E27FC236}">
                <a16:creationId xmlns:a16="http://schemas.microsoft.com/office/drawing/2014/main" id="{E7EF01E6-ED79-4BFA-95F5-C0354AEA20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제품의 자동 제어·모델 학습을 관찰한 것이 아님</a:t>
            </a:r>
          </a:p>
        </p:txBody>
      </p:sp>
      <p:sp>
        <p:nvSpPr>
          <p:cNvPr id="7" name="">
            <a:extLst xmlns:a="http://schemas.openxmlformats.org/drawingml/2006/main">
              <a:ext uri="{FF2B5EF4-FFF2-40B4-BE49-F238E27FC236}">
                <a16:creationId xmlns:a16="http://schemas.microsoft.com/office/drawing/2014/main" id="{80F9395B-B206-4675-9F5D-4010DB348E62}"/>
              </a:ext>
            </a:extLst>
          </p:cNvPr>
          <p:cNvSpPr>
            <a:spLocks xmlns:a="http://schemas.openxmlformats.org/drawingml/2006/main" noGrp="1"/>
          </p:cNvSpPr>
          <p:nvPr/>
        </p:nvSpPr>
        <p:spPr>
          <a:xfrm xmlns:a="http://schemas.openxmlformats.org/drawingml/2006/main">
            <a:off x="60960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8" name="실행">
            <a:extLst xmlns:a="http://schemas.openxmlformats.org/drawingml/2006/main">
              <a:ext uri="{FF2B5EF4-FFF2-40B4-BE49-F238E27FC236}">
                <a16:creationId xmlns:a16="http://schemas.microsoft.com/office/drawing/2014/main" id="{4C5BC569-8B9F-458E-B142-7957C982ECD4}"/>
              </a:ext>
            </a:extLst>
          </p:cNvPr>
          <p:cNvSpPr>
            <a:spLocks xmlns:a="http://schemas.openxmlformats.org/drawingml/2006/main" noGrp="1"/>
          </p:cNvSpPr>
          <p:nvPr/>
        </p:nvSpPr>
        <p:spPr>
          <a:xfrm xmlns:a="http://schemas.openxmlformats.org/drawingml/2006/main">
            <a:off x="60960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cxnSp>
        <p:nvCxnSpPr>
          <p:cNvPr id="9" name="">
            <a:extLst xmlns:a="http://schemas.openxmlformats.org/drawingml/2006/main">
              <a:ext uri="{FF2B5EF4-FFF2-40B4-BE49-F238E27FC236}">
                <a16:creationId xmlns:a16="http://schemas.microsoft.com/office/drawing/2014/main" id="{07F07455-4FAB-43B1-A405-6E71EB7B39CC}"/>
              </a:ext>
            </a:extLst>
          </p:cNvPr>
          <p:cNvCxnSpPr/>
          <p:nvPr/>
        </p:nvCxnSpPr>
        <p:spPr>
          <a:xfrm xmlns:a="http://schemas.openxmlformats.org/drawingml/2006/main">
            <a:off x="261175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EA25B6B1-CF0B-4C19-977F-BF53C1471485}"/>
              </a:ext>
            </a:extLst>
          </p:cNvPr>
          <p:cNvSpPr>
            <a:spLocks xmlns:a="http://schemas.openxmlformats.org/drawingml/2006/main" noGrp="1"/>
          </p:cNvSpPr>
          <p:nvPr/>
        </p:nvSpPr>
        <p:spPr>
          <a:xfrm xmlns:a="http://schemas.openxmlformats.org/drawingml/2006/main">
            <a:off x="286893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관찰">
            <a:extLst xmlns:a="http://schemas.openxmlformats.org/drawingml/2006/main">
              <a:ext uri="{FF2B5EF4-FFF2-40B4-BE49-F238E27FC236}">
                <a16:creationId xmlns:a16="http://schemas.microsoft.com/office/drawing/2014/main" id="{5B038D82-67C6-4FB1-B2CD-535B7C30E8A9}"/>
              </a:ext>
            </a:extLst>
          </p:cNvPr>
          <p:cNvSpPr>
            <a:spLocks xmlns:a="http://schemas.openxmlformats.org/drawingml/2006/main" noGrp="1"/>
          </p:cNvSpPr>
          <p:nvPr/>
        </p:nvSpPr>
        <p:spPr>
          <a:xfrm xmlns:a="http://schemas.openxmlformats.org/drawingml/2006/main">
            <a:off x="286893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cxnSp>
        <p:nvCxnSpPr>
          <p:cNvPr id="12" name="">
            <a:extLst xmlns:a="http://schemas.openxmlformats.org/drawingml/2006/main">
              <a:ext uri="{FF2B5EF4-FFF2-40B4-BE49-F238E27FC236}">
                <a16:creationId xmlns:a16="http://schemas.microsoft.com/office/drawing/2014/main" id="{75FC7E9F-D937-4F93-9870-855B2ED10702}"/>
              </a:ext>
            </a:extLst>
          </p:cNvPr>
          <p:cNvCxnSpPr/>
          <p:nvPr/>
        </p:nvCxnSpPr>
        <p:spPr>
          <a:xfrm xmlns:a="http://schemas.openxmlformats.org/drawingml/2006/main">
            <a:off x="487108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FD5874-41EC-4547-A244-460CC04C3A7D}"/>
              </a:ext>
            </a:extLst>
          </p:cNvPr>
          <p:cNvSpPr>
            <a:spLocks xmlns:a="http://schemas.openxmlformats.org/drawingml/2006/main" noGrp="1"/>
          </p:cNvSpPr>
          <p:nvPr/>
        </p:nvSpPr>
        <p:spPr>
          <a:xfrm xmlns:a="http://schemas.openxmlformats.org/drawingml/2006/main">
            <a:off x="512826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4" name="원인 판단">
            <a:extLst xmlns:a="http://schemas.openxmlformats.org/drawingml/2006/main">
              <a:ext uri="{FF2B5EF4-FFF2-40B4-BE49-F238E27FC236}">
                <a16:creationId xmlns:a16="http://schemas.microsoft.com/office/drawing/2014/main" id="{3765D379-EECE-4615-AAF6-AF6DC57EDAD9}"/>
              </a:ext>
            </a:extLst>
          </p:cNvPr>
          <p:cNvSpPr>
            <a:spLocks xmlns:a="http://schemas.openxmlformats.org/drawingml/2006/main" noGrp="1"/>
          </p:cNvSpPr>
          <p:nvPr/>
        </p:nvSpPr>
        <p:spPr>
          <a:xfrm xmlns:a="http://schemas.openxmlformats.org/drawingml/2006/main">
            <a:off x="512826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cxnSp>
        <p:nvCxnSpPr>
          <p:cNvPr id="15" name="">
            <a:extLst xmlns:a="http://schemas.openxmlformats.org/drawingml/2006/main">
              <a:ext uri="{FF2B5EF4-FFF2-40B4-BE49-F238E27FC236}">
                <a16:creationId xmlns:a16="http://schemas.microsoft.com/office/drawing/2014/main" id="{4FBE233F-A085-4862-85C0-2FAA4BAC927D}"/>
              </a:ext>
            </a:extLst>
          </p:cNvPr>
          <p:cNvCxnSpPr/>
          <p:nvPr/>
        </p:nvCxnSpPr>
        <p:spPr>
          <a:xfrm xmlns:a="http://schemas.openxmlformats.org/drawingml/2006/main">
            <a:off x="713041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EE81AF7D-9555-4171-814D-C332AB8D16A2}"/>
              </a:ext>
            </a:extLst>
          </p:cNvPr>
          <p:cNvSpPr>
            <a:spLocks xmlns:a="http://schemas.openxmlformats.org/drawingml/2006/main" noGrp="1"/>
          </p:cNvSpPr>
          <p:nvPr/>
        </p:nvSpPr>
        <p:spPr>
          <a:xfrm xmlns:a="http://schemas.openxmlformats.org/drawingml/2006/main">
            <a:off x="738759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7" name="변경 후보">
            <a:extLst xmlns:a="http://schemas.openxmlformats.org/drawingml/2006/main">
              <a:ext uri="{FF2B5EF4-FFF2-40B4-BE49-F238E27FC236}">
                <a16:creationId xmlns:a16="http://schemas.microsoft.com/office/drawing/2014/main" id="{04307510-9D19-4DF6-A9D8-A7757C722F46}"/>
              </a:ext>
            </a:extLst>
          </p:cNvPr>
          <p:cNvSpPr>
            <a:spLocks xmlns:a="http://schemas.openxmlformats.org/drawingml/2006/main" noGrp="1"/>
          </p:cNvSpPr>
          <p:nvPr/>
        </p:nvSpPr>
        <p:spPr>
          <a:xfrm xmlns:a="http://schemas.openxmlformats.org/drawingml/2006/main">
            <a:off x="738759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후보</a:t>
            </a:r>
          </a:p>
        </p:txBody>
      </p:sp>
      <p:cxnSp>
        <p:nvCxnSpPr>
          <p:cNvPr id="18" name="">
            <a:extLst xmlns:a="http://schemas.openxmlformats.org/drawingml/2006/main">
              <a:ext uri="{FF2B5EF4-FFF2-40B4-BE49-F238E27FC236}">
                <a16:creationId xmlns:a16="http://schemas.microsoft.com/office/drawing/2014/main" id="{177E3CAB-DCB8-44AF-990B-DF30DBC18A2E}"/>
              </a:ext>
            </a:extLst>
          </p:cNvPr>
          <p:cNvCxnSpPr/>
          <p:nvPr/>
        </p:nvCxnSpPr>
        <p:spPr>
          <a:xfrm xmlns:a="http://schemas.openxmlformats.org/drawingml/2006/main">
            <a:off x="9389745" y="2124075"/>
            <a:ext cx="190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213DC54-5AB1-4A95-90CE-F1CCB4D5C678}"/>
              </a:ext>
            </a:extLst>
          </p:cNvPr>
          <p:cNvSpPr>
            <a:spLocks xmlns:a="http://schemas.openxmlformats.org/drawingml/2006/main" noGrp="1"/>
          </p:cNvSpPr>
          <p:nvPr/>
        </p:nvSpPr>
        <p:spPr>
          <a:xfrm xmlns:a="http://schemas.openxmlformats.org/drawingml/2006/main">
            <a:off x="9646920" y="1762125"/>
            <a:ext cx="193548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재평가">
            <a:extLst xmlns:a="http://schemas.openxmlformats.org/drawingml/2006/main">
              <a:ext uri="{FF2B5EF4-FFF2-40B4-BE49-F238E27FC236}">
                <a16:creationId xmlns:a16="http://schemas.microsoft.com/office/drawing/2014/main" id="{4ECB624C-2287-4F05-AA91-1D8F3B281955}"/>
              </a:ext>
            </a:extLst>
          </p:cNvPr>
          <p:cNvSpPr>
            <a:spLocks xmlns:a="http://schemas.openxmlformats.org/drawingml/2006/main" noGrp="1"/>
          </p:cNvSpPr>
          <p:nvPr/>
        </p:nvSpPr>
        <p:spPr>
          <a:xfrm xmlns:a="http://schemas.openxmlformats.org/drawingml/2006/main">
            <a:off x="9646920" y="1905000"/>
            <a:ext cx="193548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21" name="재평가의 근거로 다음 행동을 고른다">
            <a:extLst xmlns:a="http://schemas.openxmlformats.org/drawingml/2006/main">
              <a:ext uri="{FF2B5EF4-FFF2-40B4-BE49-F238E27FC236}">
                <a16:creationId xmlns:a16="http://schemas.microsoft.com/office/drawing/2014/main" id="{AFACEAA4-E7E6-4B1A-B513-1D87BB9C69E1}"/>
              </a:ext>
            </a:extLst>
          </p:cNvPr>
          <p:cNvSpPr>
            <a:spLocks xmlns:a="http://schemas.openxmlformats.org/drawingml/2006/main" noGrp="1"/>
          </p:cNvSpPr>
          <p:nvPr/>
        </p:nvSpPr>
        <p:spPr>
          <a:xfrm xmlns:a="http://schemas.openxmlformats.org/drawingml/2006/main">
            <a:off x="609600" y="2790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재평가의 근거로 다음 행동을 고른다</a:t>
            </a:r>
          </a:p>
        </p:txBody>
      </p:sp>
      <p:sp>
        <p:nvSpPr>
          <p:cNvPr id="22" name="">
            <a:extLst xmlns:a="http://schemas.openxmlformats.org/drawingml/2006/main">
              <a:ext uri="{FF2B5EF4-FFF2-40B4-BE49-F238E27FC236}">
                <a16:creationId xmlns:a16="http://schemas.microsoft.com/office/drawing/2014/main" id="{0584AA5F-C8C1-46CD-A0F4-521B073F59C0}"/>
              </a:ext>
            </a:extLst>
          </p:cNvPr>
          <p:cNvSpPr>
            <a:spLocks xmlns:a="http://schemas.openxmlformats.org/drawingml/2006/main" noGrp="1"/>
          </p:cNvSpPr>
          <p:nvPr/>
        </p:nvSpPr>
        <p:spPr>
          <a:xfrm xmlns:a="http://schemas.openxmlformats.org/drawingml/2006/main">
            <a:off x="60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3" name="기준 충족">
            <a:extLst xmlns:a="http://schemas.openxmlformats.org/drawingml/2006/main">
              <a:ext uri="{FF2B5EF4-FFF2-40B4-BE49-F238E27FC236}">
                <a16:creationId xmlns:a16="http://schemas.microsoft.com/office/drawing/2014/main" id="{046A2226-58DD-4BCB-90B8-4A7391CDA0FB}"/>
              </a:ext>
            </a:extLst>
          </p:cNvPr>
          <p:cNvSpPr>
            <a:spLocks xmlns:a="http://schemas.openxmlformats.org/drawingml/2006/main" noGrp="1"/>
          </p:cNvSpPr>
          <p:nvPr/>
        </p:nvSpPr>
        <p:spPr>
          <a:xfrm xmlns:a="http://schemas.openxmlformats.org/drawingml/2006/main">
            <a:off x="60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기준 충족</a:t>
            </a:r>
          </a:p>
        </p:txBody>
      </p:sp>
      <p:sp>
        <p:nvSpPr>
          <p:cNvPr id="24" name="완료·채택">
            <a:extLst xmlns:a="http://schemas.openxmlformats.org/drawingml/2006/main">
              <a:ext uri="{FF2B5EF4-FFF2-40B4-BE49-F238E27FC236}">
                <a16:creationId xmlns:a16="http://schemas.microsoft.com/office/drawing/2014/main" id="{365329DE-B4AE-4551-8FD3-9C3FF6074878}"/>
              </a:ext>
            </a:extLst>
          </p:cNvPr>
          <p:cNvSpPr>
            <a:spLocks xmlns:a="http://schemas.openxmlformats.org/drawingml/2006/main" noGrp="1"/>
          </p:cNvSpPr>
          <p:nvPr/>
        </p:nvSpPr>
        <p:spPr>
          <a:xfrm xmlns:a="http://schemas.openxmlformats.org/drawingml/2006/main">
            <a:off x="60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완료·채택</a:t>
            </a:r>
          </a:p>
        </p:txBody>
      </p:sp>
      <p:sp>
        <p:nvSpPr>
          <p:cNvPr id="25" name="이번 작업은 완료&#10;검토한 체계만 다음 작업에">
            <a:extLst xmlns:a="http://schemas.openxmlformats.org/drawingml/2006/main">
              <a:ext uri="{FF2B5EF4-FFF2-40B4-BE49-F238E27FC236}">
                <a16:creationId xmlns:a16="http://schemas.microsoft.com/office/drawing/2014/main" id="{43FBA47D-F8C8-45D8-A632-899C9B8B98C3}"/>
              </a:ext>
            </a:extLst>
          </p:cNvPr>
          <p:cNvSpPr>
            <a:spLocks xmlns:a="http://schemas.openxmlformats.org/drawingml/2006/main" noGrp="1"/>
          </p:cNvSpPr>
          <p:nvPr/>
        </p:nvSpPr>
        <p:spPr>
          <a:xfrm xmlns:a="http://schemas.openxmlformats.org/drawingml/2006/main">
            <a:off x="60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이번 작업은 완료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검토한 체계만 다음 작업에</a:t>
            </a:r>
          </a:p>
        </p:txBody>
      </p:sp>
      <p:sp>
        <p:nvSpPr>
          <p:cNvPr id="26" name="">
            <a:extLst xmlns:a="http://schemas.openxmlformats.org/drawingml/2006/main">
              <a:ext uri="{FF2B5EF4-FFF2-40B4-BE49-F238E27FC236}">
                <a16:creationId xmlns:a16="http://schemas.microsoft.com/office/drawing/2014/main" id="{D0F5E8FD-9C9F-45F9-9697-0168A9BFE762}"/>
              </a:ext>
            </a:extLst>
          </p:cNvPr>
          <p:cNvSpPr>
            <a:spLocks xmlns:a="http://schemas.openxmlformats.org/drawingml/2006/main" noGrp="1"/>
          </p:cNvSpPr>
          <p:nvPr/>
        </p:nvSpPr>
        <p:spPr>
          <a:xfrm xmlns:a="http://schemas.openxmlformats.org/drawingml/2006/main">
            <a:off x="4419600" y="34099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7" name="미충족 · 수정 가능">
            <a:extLst xmlns:a="http://schemas.openxmlformats.org/drawingml/2006/main">
              <a:ext uri="{FF2B5EF4-FFF2-40B4-BE49-F238E27FC236}">
                <a16:creationId xmlns:a16="http://schemas.microsoft.com/office/drawing/2014/main" id="{CF764E04-B8D2-4C58-A0DA-01B195F298D8}"/>
              </a:ext>
            </a:extLst>
          </p:cNvPr>
          <p:cNvSpPr>
            <a:spLocks xmlns:a="http://schemas.openxmlformats.org/drawingml/2006/main" noGrp="1"/>
          </p:cNvSpPr>
          <p:nvPr/>
        </p:nvSpPr>
        <p:spPr>
          <a:xfrm xmlns:a="http://schemas.openxmlformats.org/drawingml/2006/main">
            <a:off x="441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미충족 · 수정 가능</a:t>
            </a:r>
          </a:p>
        </p:txBody>
      </p:sp>
      <p:sp>
        <p:nvSpPr>
          <p:cNvPr id="28" name="수정 후 재시도">
            <a:extLst xmlns:a="http://schemas.openxmlformats.org/drawingml/2006/main">
              <a:ext uri="{FF2B5EF4-FFF2-40B4-BE49-F238E27FC236}">
                <a16:creationId xmlns:a16="http://schemas.microsoft.com/office/drawing/2014/main" id="{EC308AD9-EE29-4446-8D36-B101A9AFF20B}"/>
              </a:ext>
            </a:extLst>
          </p:cNvPr>
          <p:cNvSpPr>
            <a:spLocks xmlns:a="http://schemas.openxmlformats.org/drawingml/2006/main" noGrp="1"/>
          </p:cNvSpPr>
          <p:nvPr/>
        </p:nvSpPr>
        <p:spPr>
          <a:xfrm xmlns:a="http://schemas.openxmlformats.org/drawingml/2006/main">
            <a:off x="441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수정 후 재시도</a:t>
            </a:r>
          </a:p>
        </p:txBody>
      </p:sp>
      <p:sp>
        <p:nvSpPr>
          <p:cNvPr id="29" name="원인·변경 범위를 다시 보고&#10;새 기록으로 재평가">
            <a:extLst xmlns:a="http://schemas.openxmlformats.org/drawingml/2006/main">
              <a:ext uri="{FF2B5EF4-FFF2-40B4-BE49-F238E27FC236}">
                <a16:creationId xmlns:a16="http://schemas.microsoft.com/office/drawing/2014/main" id="{95EC80A5-2DC3-4633-B01F-933299CAE126}"/>
              </a:ext>
            </a:extLst>
          </p:cNvPr>
          <p:cNvSpPr>
            <a:spLocks xmlns:a="http://schemas.openxmlformats.org/drawingml/2006/main" noGrp="1"/>
          </p:cNvSpPr>
          <p:nvPr/>
        </p:nvSpPr>
        <p:spPr>
          <a:xfrm xmlns:a="http://schemas.openxmlformats.org/drawingml/2006/main">
            <a:off x="441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원인·변경 범위를 다시 보고</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새 기록으로 재평가</a:t>
            </a:r>
          </a:p>
        </p:txBody>
      </p:sp>
      <p:sp>
        <p:nvSpPr>
          <p:cNvPr id="30" name="">
            <a:extLst xmlns:a="http://schemas.openxmlformats.org/drawingml/2006/main">
              <a:ext uri="{FF2B5EF4-FFF2-40B4-BE49-F238E27FC236}">
                <a16:creationId xmlns:a16="http://schemas.microsoft.com/office/drawing/2014/main" id="{2E9E6936-D0E4-4DF7-891C-326F5582D04F}"/>
              </a:ext>
            </a:extLst>
          </p:cNvPr>
          <p:cNvSpPr>
            <a:spLocks xmlns:a="http://schemas.openxmlformats.org/drawingml/2006/main" noGrp="1"/>
          </p:cNvSpPr>
          <p:nvPr/>
        </p:nvSpPr>
        <p:spPr>
          <a:xfrm xmlns:a="http://schemas.openxmlformats.org/drawingml/2006/main">
            <a:off x="8229600" y="34099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31" name="근거 부족 · 한도 도달">
            <a:extLst xmlns:a="http://schemas.openxmlformats.org/drawingml/2006/main">
              <a:ext uri="{FF2B5EF4-FFF2-40B4-BE49-F238E27FC236}">
                <a16:creationId xmlns:a16="http://schemas.microsoft.com/office/drawing/2014/main" id="{BF9808FF-A644-4F0D-BB49-F136FF5A2E26}"/>
              </a:ext>
            </a:extLst>
          </p:cNvPr>
          <p:cNvSpPr>
            <a:spLocks xmlns:a="http://schemas.openxmlformats.org/drawingml/2006/main" noGrp="1"/>
          </p:cNvSpPr>
          <p:nvPr/>
        </p:nvSpPr>
        <p:spPr>
          <a:xfrm xmlns:a="http://schemas.openxmlformats.org/drawingml/2006/main">
            <a:off x="8229600" y="3590925"/>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근거 부족 · 한도 도달</a:t>
            </a:r>
          </a:p>
        </p:txBody>
      </p:sp>
      <p:sp>
        <p:nvSpPr>
          <p:cNvPr id="32" name="중단·사람에게 확인">
            <a:extLst xmlns:a="http://schemas.openxmlformats.org/drawingml/2006/main">
              <a:ext uri="{FF2B5EF4-FFF2-40B4-BE49-F238E27FC236}">
                <a16:creationId xmlns:a16="http://schemas.microsoft.com/office/drawing/2014/main" id="{8C6BD0BF-7D56-4AE4-861D-7EC27DC232B7}"/>
              </a:ext>
            </a:extLst>
          </p:cNvPr>
          <p:cNvSpPr>
            <a:spLocks xmlns:a="http://schemas.openxmlformats.org/drawingml/2006/main" noGrp="1"/>
          </p:cNvSpPr>
          <p:nvPr/>
        </p:nvSpPr>
        <p:spPr>
          <a:xfrm xmlns:a="http://schemas.openxmlformats.org/drawingml/2006/main">
            <a:off x="8229600" y="413385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중단·사람에게 확인</a:t>
            </a:r>
          </a:p>
        </p:txBody>
      </p:sp>
      <p:sp>
        <p:nvSpPr>
          <p:cNvPr id="33" name="시도·남은 문제를 기록&#10;반복·시간·비용 한도 유지">
            <a:extLst xmlns:a="http://schemas.openxmlformats.org/drawingml/2006/main">
              <a:ext uri="{FF2B5EF4-FFF2-40B4-BE49-F238E27FC236}">
                <a16:creationId xmlns:a16="http://schemas.microsoft.com/office/drawing/2014/main" id="{6E259BD3-E22C-4E15-B02A-1E56A920C7B5}"/>
              </a:ext>
            </a:extLst>
          </p:cNvPr>
          <p:cNvSpPr>
            <a:spLocks xmlns:a="http://schemas.openxmlformats.org/drawingml/2006/main" noGrp="1"/>
          </p:cNvSpPr>
          <p:nvPr/>
        </p:nvSpPr>
        <p:spPr>
          <a:xfrm xmlns:a="http://schemas.openxmlformats.org/drawingml/2006/main">
            <a:off x="8229600" y="4791075"/>
            <a:ext cx="335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시도·남은 문제를 기록</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반복·시간·비용 한도 유지</a:t>
            </a:r>
          </a:p>
        </p:txBody>
      </p:sp>
      <p:sp>
        <p:nvSpPr>
          <p:cNvPr id="34" name="Legacy module connection">
            <a:extLst xmlns:a="http://schemas.openxmlformats.org/drawingml/2006/main">
              <a:ext uri="{FF2B5EF4-FFF2-40B4-BE49-F238E27FC236}">
                <a16:creationId xmlns:a16="http://schemas.microsoft.com/office/drawing/2014/main" id="{EB12FB5D-D07B-49C2-951A-E1336F9470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50763114"/>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61BC44CF-959D-4188-B58C-6FE36C3BDA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5">
            <a:extLst xmlns:a="http://schemas.openxmlformats.org/drawingml/2006/main">
              <a:ext uri="{FF2B5EF4-FFF2-40B4-BE49-F238E27FC236}">
                <a16:creationId xmlns:a16="http://schemas.microsoft.com/office/drawing/2014/main" id="{0B72FC12-C729-403F-B771-5FA9F1B493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평가·보고 기준도 개선 대상이다">
            <a:extLst xmlns:a="http://schemas.openxmlformats.org/drawingml/2006/main">
              <a:ext uri="{FF2B5EF4-FFF2-40B4-BE49-F238E27FC236}">
                <a16:creationId xmlns:a16="http://schemas.microsoft.com/office/drawing/2014/main" id="{5BCEF290-7E4F-4006-BA47-A9C86BD3BB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7D1701F9-61E8-4D3B-81D5-7171E8B101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0FF2209-BFA4-4C3F-B3C9-0613E29D8FE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1483D4F9-7AD3-4DEA-BF2E-8F22050D96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832480C6-1241-44FB-A79C-5DBF2BBA95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8E8CB08E-01E0-4AED-8FB6-35B5217E5F27}"/>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569D8D40-8965-4022-9436-969823F61466}"/>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47814747-2CBD-409E-9690-A783F868D48B}"/>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B03B90C4-1F8A-4563-8439-33A6A79A1FEE}"/>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8DA1EC95-F284-44A3-86C1-F81166C20CD7}"/>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3E8330A5-BDE1-4997-A3C6-34683E986006}"/>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AE047932-17D8-4DA2-A3CD-93FDB6BBDB1A}"/>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CD794C44-D3C0-4870-98AE-A765AE4F41B8}"/>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64561511-C84B-4C86-A69E-28E733D608FA}"/>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9C28AF51-4533-424F-BF75-9B8E695FCC55}"/>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4087D4DE-DD4A-4BD4-B528-5F39D7943061}"/>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42CD43DC-AE87-4ABD-8DAF-657C4E77BF23}"/>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2DBB95F2-DCC9-4BF3-8816-1EB516C8CD86}"/>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CB2398FB-DEA4-4E7D-97D9-402B61D10C1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36AD044B-8B78-433A-966F-1AB7383FD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47698309"/>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9C3E67C2-1C19-41AD-A59E-B612699857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6">
            <a:extLst xmlns:a="http://schemas.openxmlformats.org/drawingml/2006/main">
              <a:ext uri="{FF2B5EF4-FFF2-40B4-BE49-F238E27FC236}">
                <a16:creationId xmlns:a16="http://schemas.microsoft.com/office/drawing/2014/main" id="{214ECB82-2A59-43B3-96AC-A09CD8F5F7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결과 확인과 원인 해석을 따로 기록한다">
            <a:extLst xmlns:a="http://schemas.openxmlformats.org/drawingml/2006/main">
              <a:ext uri="{FF2B5EF4-FFF2-40B4-BE49-F238E27FC236}">
                <a16:creationId xmlns:a16="http://schemas.microsoft.com/office/drawing/2014/main" id="{75C90E8F-E3FA-428D-B73A-AEBBFEA707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3B0B9062-D96B-4488-A9FA-1B55599FF5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4FADD55-FB54-43D6-B41F-AAECF7A9E54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016BE4F8-07C0-45B6-A59C-61806EA01B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8F80DD18-0B55-435A-9DBC-534637E5D2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A98E0A65-4CEC-4DAF-ACE1-92A12BF1783F}"/>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24859E22-7E2E-45CD-9A27-47D6CF51D86E}"/>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EBD462A5-D235-45EC-BBA3-DDDC3C172680}"/>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F32C2764-F804-4491-A814-16BD5B762248}"/>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90853490-A569-4EBD-A3A6-DBBC732753D6}"/>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19F1220D-2BA6-4404-8E77-4EE4E2F9DEB8}"/>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62044128-BB1F-4EA1-AA93-8873900DF393}"/>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5B4E2CCC-E35F-4770-90CD-8D6B6FE22932}"/>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EFA40FC9-5BBE-4F67-A256-C3F384FAAAA6}"/>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5E7DD517-2DBF-4363-A561-5696FCCC055C}"/>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533D051C-A101-4492-B123-0D4AAAD3DC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24479179"/>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58629422-9EFC-49FB-82D2-D1F73AC26E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7">
            <a:extLst xmlns:a="http://schemas.openxmlformats.org/drawingml/2006/main">
              <a:ext uri="{FF2B5EF4-FFF2-40B4-BE49-F238E27FC236}">
                <a16:creationId xmlns:a16="http://schemas.microsoft.com/office/drawing/2014/main" id="{2E0EE2A3-FE13-44E6-9B26-8572A2D2B6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음 조사에 남길 기록을 바꿨다">
            <a:extLst xmlns:a="http://schemas.openxmlformats.org/drawingml/2006/main">
              <a:ext uri="{FF2B5EF4-FFF2-40B4-BE49-F238E27FC236}">
                <a16:creationId xmlns:a16="http://schemas.microsoft.com/office/drawing/2014/main" id="{627D8D02-FC26-42C0-96AB-1E15A7C0A6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8352B906-D101-41A6-8C46-5629B813C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34B4E6D-3DF8-437B-92E5-BA0BC8128A0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5145DA12-C4F1-4410-9CB1-765F0096ED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BA804B21-137D-4FFB-BC40-17CDC1FB6E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6AB18456-7716-4925-9FBB-267781D2FF2A}"/>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E34D1AF9-04D7-4739-9611-432B87084CDD}"/>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AB803541-94D0-4D92-AEEA-288D0CA96D5D}"/>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6DF789A9-7332-4C84-9657-CC3CC1D5811E}"/>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1E474C61-EA7A-42B9-BFC9-171DA4F5474B}"/>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4D477BFC-FC34-4130-B60B-2BE4F0CAE63B}"/>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66533B2A-EE6F-4A4E-9DF1-5C72041A327A}"/>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A16253C3-F314-454A-B073-334CC783E11B}"/>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D7F657C2-0ECC-4A67-A219-73733ADE67D1}"/>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7B16711F-DD8B-449D-86F1-000FB5759E2D}"/>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A1A11EAF-9ED1-4D78-B724-3FBB694E7E5F}"/>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4D1A9F20-BFF2-4C0B-9372-9EBA87231969}"/>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D11934F0-4729-4C64-AA33-896B3AA01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141233"/>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465DF804-AFFE-455D-8DD5-5219C7F0B5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8">
            <a:extLst xmlns:a="http://schemas.openxmlformats.org/drawingml/2006/main">
              <a:ext uri="{FF2B5EF4-FFF2-40B4-BE49-F238E27FC236}">
                <a16:creationId xmlns:a16="http://schemas.microsoft.com/office/drawing/2014/main" id="{7853AFB9-65E5-47F1-8CFB-7FE9A016A8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후속 기록도 원문과 다시 대조했다">
            <a:extLst xmlns:a="http://schemas.openxmlformats.org/drawingml/2006/main">
              <a:ext uri="{FF2B5EF4-FFF2-40B4-BE49-F238E27FC236}">
                <a16:creationId xmlns:a16="http://schemas.microsoft.com/office/drawing/2014/main" id="{B718CFF9-DAF7-4769-B84F-F931789E7E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95B0EA0C-3BD5-451A-8CC0-9F6C0A00A1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603EB17-3D62-486B-B52B-63718F0AFE8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5BF84494-0ED9-416C-B801-AE021CCB7E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73860AC9-4ADD-4F74-8F54-80CD2BDEB5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FAFBBC63-EC27-4E8A-8E34-83BDBB74A329}"/>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DD6B1E87-9934-470C-B77C-063E209139D8}"/>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34FBE2C7-FC8D-47B6-BE92-5904987CF8D7}"/>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E898E7CC-5067-4262-B329-A962CDBBD052}"/>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C2D6E2EB-6818-4B2B-A2CA-C7156C5B6FD0}"/>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4FE2635-FCF0-4DC2-B413-6A44BAFEEE35}"/>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8A6E38FA-0514-4A3D-964E-E966C94E90C2}"/>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FDD39659-D5B1-44BD-B0A7-27644D5DDB72}"/>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30A4661C-2319-45C0-BC18-B698641F1A6D}"/>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A95F4124-EEF0-4300-8D6D-7291BA2FED2D}"/>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AAEA9FF1-CCE9-452C-91FD-86B94E6DE464}"/>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9E8E2857-7037-4CC7-8FC5-0C926EB2F188}"/>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EF8BE0FD-D053-49BE-B2C9-336024CAA807}"/>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9C1CC168-6B27-4C08-B08E-55EFDCF9AEF1}"/>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36CD7793-6932-4238-AE8D-BEC5ADEB10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1812088"/>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4 · 실제 제작 기록 / 확인한 변화와 다음 개선 질문">
            <a:extLst xmlns:a="http://schemas.openxmlformats.org/drawingml/2006/main">
              <a:ext uri="{FF2B5EF4-FFF2-40B4-BE49-F238E27FC236}">
                <a16:creationId xmlns:a16="http://schemas.microsoft.com/office/drawing/2014/main" id="{FA2CDEB1-F90E-423A-BD50-E57D7AE324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확인한 변화와 다음 개선 질문</a:t>
            </a:r>
          </a:p>
        </p:txBody>
      </p:sp>
      <p:sp>
        <p:nvSpPr>
          <p:cNvPr id="2" name="S99">
            <a:extLst xmlns:a="http://schemas.openxmlformats.org/drawingml/2006/main">
              <a:ext uri="{FF2B5EF4-FFF2-40B4-BE49-F238E27FC236}">
                <a16:creationId xmlns:a16="http://schemas.microsoft.com/office/drawing/2014/main" id="{19D4DEAC-064B-43A9-B39F-E27E64770A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제 기록을 Loop의 단계에 대응하면">
            <a:extLst xmlns:a="http://schemas.openxmlformats.org/drawingml/2006/main">
              <a:ext uri="{FF2B5EF4-FFF2-40B4-BE49-F238E27FC236}">
                <a16:creationId xmlns:a16="http://schemas.microsoft.com/office/drawing/2014/main" id="{38166359-CB04-4A0F-A4FF-7697E2A728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B8252A09-472F-4585-A938-08977A672C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7353EA8-3D1C-496C-ACB3-3CF8A5692B3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31001E89-8D96-4799-8FD6-6189A68111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확인은 부분적 · 원인 확정·품질 향상 미입증 · 다음 개선 질문은 제안이며 미실행">
            <a:extLst xmlns:a="http://schemas.openxmlformats.org/drawingml/2006/main">
              <a:ext uri="{FF2B5EF4-FFF2-40B4-BE49-F238E27FC236}">
                <a16:creationId xmlns:a16="http://schemas.microsoft.com/office/drawing/2014/main" id="{0991FB04-85AA-4C78-887F-C7F441762A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확인은 부분적 · 원인 확정·품질 향상 미입증 · 다음 개선 질문은 제안이며 미실행</a:t>
            </a:r>
          </a:p>
        </p:txBody>
      </p:sp>
      <p:sp>
        <p:nvSpPr>
          <p:cNvPr id="8" name="01">
            <a:extLst xmlns:a="http://schemas.openxmlformats.org/drawingml/2006/main">
              <a:ext uri="{FF2B5EF4-FFF2-40B4-BE49-F238E27FC236}">
                <a16:creationId xmlns:a16="http://schemas.microsoft.com/office/drawing/2014/main" id="{935C2996-FDE2-4435-90C0-E722A007376C}"/>
              </a:ext>
            </a:extLst>
          </p:cNvPr>
          <p:cNvSpPr>
            <a:spLocks xmlns:a="http://schemas.openxmlformats.org/drawingml/2006/main" noGrp="1"/>
          </p:cNvSpPr>
          <p:nvPr/>
        </p:nvSpPr>
        <p:spPr>
          <a:xfrm xmlns:a="http://schemas.openxmlformats.org/drawingml/2006/main">
            <a:off x="6096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F8F7DC8-D699-4C9B-9DE2-C4995ABE50CF}"/>
              </a:ext>
            </a:extLst>
          </p:cNvPr>
          <p:cNvSpPr>
            <a:spLocks xmlns:a="http://schemas.openxmlformats.org/drawingml/2006/main" noGrp="1"/>
          </p:cNvSpPr>
          <p:nvPr/>
        </p:nvSpPr>
        <p:spPr>
          <a:xfrm xmlns:a="http://schemas.openxmlformats.org/drawingml/2006/main">
            <a:off x="6096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29C2BE0-D980-4C2B-AED6-D8A645B79ABE}"/>
              </a:ext>
            </a:extLst>
          </p:cNvPr>
          <p:cNvSpPr>
            <a:spLocks xmlns:a="http://schemas.openxmlformats.org/drawingml/2006/main" noGrp="1"/>
          </p:cNvSpPr>
          <p:nvPr/>
        </p:nvSpPr>
        <p:spPr>
          <a:xfrm xmlns:a="http://schemas.openxmlformats.org/drawingml/2006/main">
            <a:off x="6096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Resize 성능&#10;조사">
            <a:extLst xmlns:a="http://schemas.openxmlformats.org/drawingml/2006/main">
              <a:ext uri="{FF2B5EF4-FFF2-40B4-BE49-F238E27FC236}">
                <a16:creationId xmlns:a16="http://schemas.microsoft.com/office/drawing/2014/main" id="{31F2D83A-4626-4BA1-820F-0DF4321FE6FC}"/>
              </a:ext>
            </a:extLst>
          </p:cNvPr>
          <p:cNvSpPr>
            <a:spLocks xmlns:a="http://schemas.openxmlformats.org/drawingml/2006/main" noGrp="1"/>
          </p:cNvSpPr>
          <p:nvPr/>
        </p:nvSpPr>
        <p:spPr>
          <a:xfrm xmlns:a="http://schemas.openxmlformats.org/drawingml/2006/main">
            <a:off x="6096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2" name="">
            <a:extLst xmlns:a="http://schemas.openxmlformats.org/drawingml/2006/main">
              <a:ext uri="{FF2B5EF4-FFF2-40B4-BE49-F238E27FC236}">
                <a16:creationId xmlns:a16="http://schemas.microsoft.com/office/drawing/2014/main" id="{E9EA4246-62B8-473B-909C-E11DA928DE6D}"/>
              </a:ext>
            </a:extLst>
          </p:cNvPr>
          <p:cNvCxnSpPr/>
          <p:nvPr/>
        </p:nvCxnSpPr>
        <p:spPr>
          <a:xfrm xmlns:a="http://schemas.openxmlformats.org/drawingml/2006/main">
            <a:off x="26479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02">
            <a:extLst xmlns:a="http://schemas.openxmlformats.org/drawingml/2006/main">
              <a:ext uri="{FF2B5EF4-FFF2-40B4-BE49-F238E27FC236}">
                <a16:creationId xmlns:a16="http://schemas.microsoft.com/office/drawing/2014/main" id="{DE67F2F9-00B2-46DE-A146-678ABDEA3839}"/>
              </a:ext>
            </a:extLst>
          </p:cNvPr>
          <p:cNvSpPr>
            <a:spLocks xmlns:a="http://schemas.openxmlformats.org/drawingml/2006/main" noGrp="1"/>
          </p:cNvSpPr>
          <p:nvPr/>
        </p:nvSpPr>
        <p:spPr>
          <a:xfrm xmlns:a="http://schemas.openxmlformats.org/drawingml/2006/main">
            <a:off x="28575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1E0A00B-C975-4C67-8548-475A41BE03A6}"/>
              </a:ext>
            </a:extLst>
          </p:cNvPr>
          <p:cNvSpPr>
            <a:spLocks xmlns:a="http://schemas.openxmlformats.org/drawingml/2006/main" noGrp="1"/>
          </p:cNvSpPr>
          <p:nvPr/>
        </p:nvSpPr>
        <p:spPr>
          <a:xfrm xmlns:a="http://schemas.openxmlformats.org/drawingml/2006/main">
            <a:off x="28575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관찰">
            <a:extLst xmlns:a="http://schemas.openxmlformats.org/drawingml/2006/main">
              <a:ext uri="{FF2B5EF4-FFF2-40B4-BE49-F238E27FC236}">
                <a16:creationId xmlns:a16="http://schemas.microsoft.com/office/drawing/2014/main" id="{5DC9093A-B7DD-4B5C-BF3F-47AE43BB21BE}"/>
              </a:ext>
            </a:extLst>
          </p:cNvPr>
          <p:cNvSpPr>
            <a:spLocks xmlns:a="http://schemas.openxmlformats.org/drawingml/2006/main" noGrp="1"/>
          </p:cNvSpPr>
          <p:nvPr/>
        </p:nvSpPr>
        <p:spPr>
          <a:xfrm xmlns:a="http://schemas.openxmlformats.org/drawingml/2006/main">
            <a:off x="28575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6" name="전역 Skill과&#10;시작 경고">
            <a:extLst xmlns:a="http://schemas.openxmlformats.org/drawingml/2006/main">
              <a:ext uri="{FF2B5EF4-FFF2-40B4-BE49-F238E27FC236}">
                <a16:creationId xmlns:a16="http://schemas.microsoft.com/office/drawing/2014/main" id="{747A67B6-1460-48B7-A990-33079A6192D5}"/>
              </a:ext>
            </a:extLst>
          </p:cNvPr>
          <p:cNvSpPr>
            <a:spLocks xmlns:a="http://schemas.openxmlformats.org/drawingml/2006/main" noGrp="1"/>
          </p:cNvSpPr>
          <p:nvPr/>
        </p:nvSpPr>
        <p:spPr>
          <a:xfrm xmlns:a="http://schemas.openxmlformats.org/drawingml/2006/main">
            <a:off x="28575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7" name="">
            <a:extLst xmlns:a="http://schemas.openxmlformats.org/drawingml/2006/main">
              <a:ext uri="{FF2B5EF4-FFF2-40B4-BE49-F238E27FC236}">
                <a16:creationId xmlns:a16="http://schemas.microsoft.com/office/drawing/2014/main" id="{71804350-60E9-44E1-969D-12426170BC30}"/>
              </a:ext>
            </a:extLst>
          </p:cNvPr>
          <p:cNvCxnSpPr/>
          <p:nvPr/>
        </p:nvCxnSpPr>
        <p:spPr>
          <a:xfrm xmlns:a="http://schemas.openxmlformats.org/drawingml/2006/main">
            <a:off x="48958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03">
            <a:extLst xmlns:a="http://schemas.openxmlformats.org/drawingml/2006/main">
              <a:ext uri="{FF2B5EF4-FFF2-40B4-BE49-F238E27FC236}">
                <a16:creationId xmlns:a16="http://schemas.microsoft.com/office/drawing/2014/main" id="{99D277FB-B740-418F-905E-2D19886AB0AC}"/>
              </a:ext>
            </a:extLst>
          </p:cNvPr>
          <p:cNvSpPr>
            <a:spLocks xmlns:a="http://schemas.openxmlformats.org/drawingml/2006/main" noGrp="1"/>
          </p:cNvSpPr>
          <p:nvPr/>
        </p:nvSpPr>
        <p:spPr>
          <a:xfrm xmlns:a="http://schemas.openxmlformats.org/drawingml/2006/main">
            <a:off x="51054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702244D-5B79-4FAA-8091-3C4B27B6D963}"/>
              </a:ext>
            </a:extLst>
          </p:cNvPr>
          <p:cNvSpPr>
            <a:spLocks xmlns:a="http://schemas.openxmlformats.org/drawingml/2006/main" noGrp="1"/>
          </p:cNvSpPr>
          <p:nvPr/>
        </p:nvSpPr>
        <p:spPr>
          <a:xfrm xmlns:a="http://schemas.openxmlformats.org/drawingml/2006/main">
            <a:off x="51054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해석 판단">
            <a:extLst xmlns:a="http://schemas.openxmlformats.org/drawingml/2006/main">
              <a:ext uri="{FF2B5EF4-FFF2-40B4-BE49-F238E27FC236}">
                <a16:creationId xmlns:a16="http://schemas.microsoft.com/office/drawing/2014/main" id="{DFBC3180-034F-4268-8952-62B799415331}"/>
              </a:ext>
            </a:extLst>
          </p:cNvPr>
          <p:cNvSpPr>
            <a:spLocks xmlns:a="http://schemas.openxmlformats.org/drawingml/2006/main" noGrp="1"/>
          </p:cNvSpPr>
          <p:nvPr/>
        </p:nvSpPr>
        <p:spPr>
          <a:xfrm xmlns:a="http://schemas.openxmlformats.org/drawingml/2006/main">
            <a:off x="51054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해석 판단</a:t>
            </a:r>
          </a:p>
        </p:txBody>
      </p:sp>
      <p:sp>
        <p:nvSpPr>
          <p:cNvPr id="21" name="Prompt만의&#10;효과 분리 불가">
            <a:extLst xmlns:a="http://schemas.openxmlformats.org/drawingml/2006/main">
              <a:ext uri="{FF2B5EF4-FFF2-40B4-BE49-F238E27FC236}">
                <a16:creationId xmlns:a16="http://schemas.microsoft.com/office/drawing/2014/main" id="{BE08F1AE-ACC8-457D-8F10-EFE4013FA71C}"/>
              </a:ext>
            </a:extLst>
          </p:cNvPr>
          <p:cNvSpPr>
            <a:spLocks xmlns:a="http://schemas.openxmlformats.org/drawingml/2006/main" noGrp="1"/>
          </p:cNvSpPr>
          <p:nvPr/>
        </p:nvSpPr>
        <p:spPr>
          <a:xfrm xmlns:a="http://schemas.openxmlformats.org/drawingml/2006/main">
            <a:off x="51054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2" name="">
            <a:extLst xmlns:a="http://schemas.openxmlformats.org/drawingml/2006/main">
              <a:ext uri="{FF2B5EF4-FFF2-40B4-BE49-F238E27FC236}">
                <a16:creationId xmlns:a16="http://schemas.microsoft.com/office/drawing/2014/main" id="{CBF8D69F-7537-4DFF-A7FC-5751E474F18A}"/>
              </a:ext>
            </a:extLst>
          </p:cNvPr>
          <p:cNvCxnSpPr/>
          <p:nvPr/>
        </p:nvCxnSpPr>
        <p:spPr>
          <a:xfrm xmlns:a="http://schemas.openxmlformats.org/drawingml/2006/main">
            <a:off x="71437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04">
            <a:extLst xmlns:a="http://schemas.openxmlformats.org/drawingml/2006/main">
              <a:ext uri="{FF2B5EF4-FFF2-40B4-BE49-F238E27FC236}">
                <a16:creationId xmlns:a16="http://schemas.microsoft.com/office/drawing/2014/main" id="{7BE54E99-6DC2-4D50-BA4E-850CCB1CD5F1}"/>
              </a:ext>
            </a:extLst>
          </p:cNvPr>
          <p:cNvSpPr>
            <a:spLocks xmlns:a="http://schemas.openxmlformats.org/drawingml/2006/main" noGrp="1"/>
          </p:cNvSpPr>
          <p:nvPr/>
        </p:nvSpPr>
        <p:spPr>
          <a:xfrm xmlns:a="http://schemas.openxmlformats.org/drawingml/2006/main">
            <a:off x="73533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D582084D-8F1B-4A6D-8631-3665629E910D}"/>
              </a:ext>
            </a:extLst>
          </p:cNvPr>
          <p:cNvSpPr>
            <a:spLocks xmlns:a="http://schemas.openxmlformats.org/drawingml/2006/main" noGrp="1"/>
          </p:cNvSpPr>
          <p:nvPr/>
        </p:nvSpPr>
        <p:spPr>
          <a:xfrm xmlns:a="http://schemas.openxmlformats.org/drawingml/2006/main">
            <a:off x="73533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기준 변경">
            <a:extLst xmlns:a="http://schemas.openxmlformats.org/drawingml/2006/main">
              <a:ext uri="{FF2B5EF4-FFF2-40B4-BE49-F238E27FC236}">
                <a16:creationId xmlns:a16="http://schemas.microsoft.com/office/drawing/2014/main" id="{A35AA38D-DD1D-490A-AD3A-D6CEC4D2E7AF}"/>
              </a:ext>
            </a:extLst>
          </p:cNvPr>
          <p:cNvSpPr>
            <a:spLocks xmlns:a="http://schemas.openxmlformats.org/drawingml/2006/main" noGrp="1"/>
          </p:cNvSpPr>
          <p:nvPr/>
        </p:nvSpPr>
        <p:spPr>
          <a:xfrm xmlns:a="http://schemas.openxmlformats.org/drawingml/2006/main">
            <a:off x="73533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기준 변경</a:t>
            </a:r>
          </a:p>
        </p:txBody>
      </p:sp>
      <p:sp>
        <p:nvSpPr>
          <p:cNvPr id="26" name="평가·보고&#10;기준 변경">
            <a:extLst xmlns:a="http://schemas.openxmlformats.org/drawingml/2006/main">
              <a:ext uri="{FF2B5EF4-FFF2-40B4-BE49-F238E27FC236}">
                <a16:creationId xmlns:a16="http://schemas.microsoft.com/office/drawing/2014/main" id="{8D635BD1-B625-4DB4-A2CA-08C514EF1CA9}"/>
              </a:ext>
            </a:extLst>
          </p:cNvPr>
          <p:cNvSpPr>
            <a:spLocks xmlns:a="http://schemas.openxmlformats.org/drawingml/2006/main" noGrp="1"/>
          </p:cNvSpPr>
          <p:nvPr/>
        </p:nvSpPr>
        <p:spPr>
          <a:xfrm xmlns:a="http://schemas.openxmlformats.org/drawingml/2006/main">
            <a:off x="73533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7" name="">
            <a:extLst xmlns:a="http://schemas.openxmlformats.org/drawingml/2006/main">
              <a:ext uri="{FF2B5EF4-FFF2-40B4-BE49-F238E27FC236}">
                <a16:creationId xmlns:a16="http://schemas.microsoft.com/office/drawing/2014/main" id="{461B2E8A-9C15-499A-AB2D-A629175E6018}"/>
              </a:ext>
            </a:extLst>
          </p:cNvPr>
          <p:cNvCxnSpPr/>
          <p:nvPr/>
        </p:nvCxnSpPr>
        <p:spPr>
          <a:xfrm xmlns:a="http://schemas.openxmlformats.org/drawingml/2006/main">
            <a:off x="9391650" y="26479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05">
            <a:extLst xmlns:a="http://schemas.openxmlformats.org/drawingml/2006/main">
              <a:ext uri="{FF2B5EF4-FFF2-40B4-BE49-F238E27FC236}">
                <a16:creationId xmlns:a16="http://schemas.microsoft.com/office/drawing/2014/main" id="{4CC11B58-10D9-47E0-964B-B5BC1FAC0BC3}"/>
              </a:ext>
            </a:extLst>
          </p:cNvPr>
          <p:cNvSpPr>
            <a:spLocks xmlns:a="http://schemas.openxmlformats.org/drawingml/2006/main" noGrp="1"/>
          </p:cNvSpPr>
          <p:nvPr/>
        </p:nvSpPr>
        <p:spPr>
          <a:xfrm xmlns:a="http://schemas.openxmlformats.org/drawingml/2006/main">
            <a:off x="9601200" y="1952625"/>
            <a:ext cx="1981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Consolas"/>
                <a:ea typeface="Consolas"/>
                <a:cs typeface="Consolas"/>
              </a:defRPr>
            </a:defPPr>
            <a:lvl1pPr algn="l">
              <a:defRPr sz="1650" b="1">
                <a:solidFill>
                  <a:srgbClr val="0B6172"/>
                </a:solidFill>
                <a:latin typeface="Consolas"/>
                <a:ea typeface="Consolas"/>
                <a:cs typeface="Consolas"/>
              </a:defRPr>
            </a:lvl1pPr>
            <a:lvl2pPr algn="l">
              <a:defRPr sz="1650" b="1">
                <a:solidFill>
                  <a:srgbClr val="0B6172"/>
                </a:solidFill>
                <a:latin typeface="Consolas"/>
                <a:ea typeface="Consolas"/>
                <a:cs typeface="Consolas"/>
              </a:defRPr>
            </a:lvl2pPr>
            <a:lvl3pPr algn="l">
              <a:defRPr sz="1650" b="1">
                <a:solidFill>
                  <a:srgbClr val="0B6172"/>
                </a:solidFill>
                <a:latin typeface="Consolas"/>
                <a:ea typeface="Consolas"/>
                <a:cs typeface="Consolas"/>
              </a:defRPr>
            </a:lvl3pPr>
            <a:lvl4pPr algn="l">
              <a:defRPr sz="1650" b="1">
                <a:solidFill>
                  <a:srgbClr val="0B6172"/>
                </a:solidFill>
                <a:latin typeface="Consolas"/>
                <a:ea typeface="Consolas"/>
                <a:cs typeface="Consolas"/>
              </a:defRPr>
            </a:lvl4pPr>
            <a:lvl5pPr algn="l">
              <a:defRPr sz="1650" b="1">
                <a:solidFill>
                  <a:srgbClr val="0B6172"/>
                </a:solidFill>
                <a:latin typeface="Consolas"/>
                <a:ea typeface="Consolas"/>
                <a:cs typeface="Consolas"/>
              </a:defRPr>
            </a:lvl5pPr>
            <a:lvl6pPr algn="l">
              <a:defRPr sz="1650" b="1">
                <a:solidFill>
                  <a:srgbClr val="0B6172"/>
                </a:solidFill>
                <a:latin typeface="Consolas"/>
                <a:ea typeface="Consolas"/>
                <a:cs typeface="Consolas"/>
              </a:defRPr>
            </a:lvl6pPr>
            <a:lvl7pPr algn="l">
              <a:defRPr sz="1650" b="1">
                <a:solidFill>
                  <a:srgbClr val="0B6172"/>
                </a:solidFill>
                <a:latin typeface="Consolas"/>
                <a:ea typeface="Consolas"/>
                <a:cs typeface="Consolas"/>
              </a:defRPr>
            </a:lvl7pPr>
            <a:lvl8pPr algn="l">
              <a:defRPr sz="1650" b="1">
                <a:solidFill>
                  <a:srgbClr val="0B6172"/>
                </a:solidFill>
                <a:latin typeface="Consolas"/>
                <a:ea typeface="Consolas"/>
                <a:cs typeface="Consolas"/>
              </a:defRPr>
            </a:lvl8pPr>
            <a:lvl9pPr algn="l">
              <a:defRPr sz="1650" b="1">
                <a:solidFill>
                  <a:srgbClr val="0B6172"/>
                </a:solidFill>
                <a:latin typeface="Consolas"/>
                <a:ea typeface="Consolas"/>
                <a:cs typeface="Consolas"/>
              </a:defRPr>
            </a:lvl9pPr>
          </a:lstStyle>
          <a:p xmlns:a="http://schemas.openxmlformats.org/drawingml/2006/main">
            <a:pPr algn="l">
              <a:defRPr sz="1650" b="1">
                <a:solidFill>
                  <a:srgbClr val="0B6172"/>
                </a:solidFill>
                <a:latin typeface="Consolas"/>
                <a:ea typeface="Consolas"/>
                <a:cs typeface="Consolas"/>
              </a:defRPr>
            </a:pPr>
            <a:r>
              <a:rPr sz="1650" b="1">
                <a:solidFill>
                  <a:srgbClr val="0B6172"/>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45CAF1E-CEAD-4BB3-991F-58CDC2A64698}"/>
              </a:ext>
            </a:extLst>
          </p:cNvPr>
          <p:cNvSpPr>
            <a:spLocks xmlns:a="http://schemas.openxmlformats.org/drawingml/2006/main" noGrp="1"/>
          </p:cNvSpPr>
          <p:nvPr/>
        </p:nvSpPr>
        <p:spPr>
          <a:xfrm xmlns:a="http://schemas.openxmlformats.org/drawingml/2006/main">
            <a:off x="9601200" y="23336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후속 확인">
            <a:extLst xmlns:a="http://schemas.openxmlformats.org/drawingml/2006/main">
              <a:ext uri="{FF2B5EF4-FFF2-40B4-BE49-F238E27FC236}">
                <a16:creationId xmlns:a16="http://schemas.microsoft.com/office/drawing/2014/main" id="{17478B5A-3EAA-432D-AE3D-4C472552288D}"/>
              </a:ext>
            </a:extLst>
          </p:cNvPr>
          <p:cNvSpPr>
            <a:spLocks xmlns:a="http://schemas.openxmlformats.org/drawingml/2006/main" noGrp="1"/>
          </p:cNvSpPr>
          <p:nvPr/>
        </p:nvSpPr>
        <p:spPr>
          <a:xfrm xmlns:a="http://schemas.openxmlformats.org/drawingml/2006/main">
            <a:off x="9601200" y="2466975"/>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후속 확인</a:t>
            </a:r>
          </a:p>
        </p:txBody>
      </p:sp>
      <p:sp>
        <p:nvSpPr>
          <p:cNvPr id="31" name="원문과 대조&#10;불일치도 남음">
            <a:extLst xmlns:a="http://schemas.openxmlformats.org/drawingml/2006/main">
              <a:ext uri="{FF2B5EF4-FFF2-40B4-BE49-F238E27FC236}">
                <a16:creationId xmlns:a16="http://schemas.microsoft.com/office/drawing/2014/main" id="{1004FE16-C80D-4BB0-A9BE-6FED74F5719E}"/>
              </a:ext>
            </a:extLst>
          </p:cNvPr>
          <p:cNvSpPr>
            <a:spLocks xmlns:a="http://schemas.openxmlformats.org/drawingml/2006/main" noGrp="1"/>
          </p:cNvSpPr>
          <p:nvPr/>
        </p:nvSpPr>
        <p:spPr>
          <a:xfrm xmlns:a="http://schemas.openxmlformats.org/drawingml/2006/main">
            <a:off x="9601200" y="3009900"/>
            <a:ext cx="1981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원문과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2" name="">
            <a:extLst xmlns:a="http://schemas.openxmlformats.org/drawingml/2006/main">
              <a:ext uri="{FF2B5EF4-FFF2-40B4-BE49-F238E27FC236}">
                <a16:creationId xmlns:a16="http://schemas.microsoft.com/office/drawing/2014/main" id="{41087C2E-D2D7-42B3-983A-DF74D00B6B51}"/>
              </a:ext>
            </a:extLst>
          </p:cNvPr>
          <p:cNvSpPr>
            <a:spLocks xmlns:a="http://schemas.openxmlformats.org/drawingml/2006/main" noGrp="1"/>
          </p:cNvSpPr>
          <p:nvPr/>
        </p:nvSpPr>
        <p:spPr>
          <a:xfrm xmlns:a="http://schemas.openxmlformats.org/drawingml/2006/main">
            <a:off x="609600" y="4181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확인한 변화">
            <a:extLst xmlns:a="http://schemas.openxmlformats.org/drawingml/2006/main">
              <a:ext uri="{FF2B5EF4-FFF2-40B4-BE49-F238E27FC236}">
                <a16:creationId xmlns:a16="http://schemas.microsoft.com/office/drawing/2014/main" id="{CE3821E4-364A-494C-A39D-CCC01187E7E9}"/>
              </a:ext>
            </a:extLst>
          </p:cNvPr>
          <p:cNvSpPr>
            <a:spLocks xmlns:a="http://schemas.openxmlformats.org/drawingml/2006/main" noGrp="1"/>
          </p:cNvSpPr>
          <p:nvPr/>
        </p:nvSpPr>
        <p:spPr>
          <a:xfrm xmlns:a="http://schemas.openxmlformats.org/drawingml/2006/main">
            <a:off x="609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확인한 변화</a:t>
            </a:r>
          </a:p>
        </p:txBody>
      </p:sp>
      <p:sp>
        <p:nvSpPr>
          <p:cNvPr id="34" name="평가·보고 기준을 바꿨다">
            <a:extLst xmlns:a="http://schemas.openxmlformats.org/drawingml/2006/main">
              <a:ext uri="{FF2B5EF4-FFF2-40B4-BE49-F238E27FC236}">
                <a16:creationId xmlns:a16="http://schemas.microsoft.com/office/drawing/2014/main" id="{5806766A-93F9-492E-A7A0-4A8AF47289C0}"/>
              </a:ext>
            </a:extLst>
          </p:cNvPr>
          <p:cNvSpPr>
            <a:spLocks xmlns:a="http://schemas.openxmlformats.org/drawingml/2006/main" noGrp="1"/>
          </p:cNvSpPr>
          <p:nvPr/>
        </p:nvSpPr>
        <p:spPr>
          <a:xfrm xmlns:a="http://schemas.openxmlformats.org/drawingml/2006/main">
            <a:off x="609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평가·보고 기준을 바꿨다</a:t>
            </a:r>
          </a:p>
        </p:txBody>
      </p:sp>
      <p:sp>
        <p:nvSpPr>
          <p:cNvPr id="35" name="다음 개선 질문 · 제안 / 미실행">
            <a:extLst xmlns:a="http://schemas.openxmlformats.org/drawingml/2006/main">
              <a:ext uri="{FF2B5EF4-FFF2-40B4-BE49-F238E27FC236}">
                <a16:creationId xmlns:a16="http://schemas.microsoft.com/office/drawing/2014/main" id="{B6F2DB36-0D47-4144-8825-BE7825580DBF}"/>
              </a:ext>
            </a:extLst>
          </p:cNvPr>
          <p:cNvSpPr>
            <a:spLocks xmlns:a="http://schemas.openxmlformats.org/drawingml/2006/main" noGrp="1"/>
          </p:cNvSpPr>
          <p:nvPr/>
        </p:nvSpPr>
        <p:spPr>
          <a:xfrm xmlns:a="http://schemas.openxmlformats.org/drawingml/2006/main">
            <a:off x="6705600" y="4362450"/>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다음 개선 질문 · 제안 / 미실행</a:t>
            </a:r>
          </a:p>
        </p:txBody>
      </p:sp>
      <p:sp>
        <p:nvSpPr>
          <p:cNvPr id="36" name="왜 보고와 원문이 달랐을까?">
            <a:extLst xmlns:a="http://schemas.openxmlformats.org/drawingml/2006/main">
              <a:ext uri="{FF2B5EF4-FFF2-40B4-BE49-F238E27FC236}">
                <a16:creationId xmlns:a16="http://schemas.microsoft.com/office/drawing/2014/main" id="{66E6DB76-41A7-4178-8ECB-333416962863}"/>
              </a:ext>
            </a:extLst>
          </p:cNvPr>
          <p:cNvSpPr>
            <a:spLocks xmlns:a="http://schemas.openxmlformats.org/drawingml/2006/main" noGrp="1"/>
          </p:cNvSpPr>
          <p:nvPr/>
        </p:nvSpPr>
        <p:spPr>
          <a:xfrm xmlns:a="http://schemas.openxmlformats.org/drawingml/2006/main">
            <a:off x="6705600" y="482917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왜 보고와 원문이 달랐을까?</a:t>
            </a:r>
          </a:p>
        </p:txBody>
      </p:sp>
      <p:sp>
        <p:nvSpPr>
          <p:cNvPr id="37" name="불일치 기록 → 대조·검사 방법 재검토">
            <a:extLst xmlns:a="http://schemas.openxmlformats.org/drawingml/2006/main">
              <a:ext uri="{FF2B5EF4-FFF2-40B4-BE49-F238E27FC236}">
                <a16:creationId xmlns:a16="http://schemas.microsoft.com/office/drawing/2014/main" id="{AF7B5FC5-C47F-4033-A7A1-7D348C4FC80D}"/>
              </a:ext>
            </a:extLst>
          </p:cNvPr>
          <p:cNvSpPr>
            <a:spLocks xmlns:a="http://schemas.openxmlformats.org/drawingml/2006/main" noGrp="1"/>
          </p:cNvSpPr>
          <p:nvPr/>
        </p:nvSpPr>
        <p:spPr>
          <a:xfrm xmlns:a="http://schemas.openxmlformats.org/drawingml/2006/main">
            <a:off x="6705600" y="533400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805400"/>
                </a:solidFill>
                <a:latin typeface="Malgun Gothic"/>
                <a:ea typeface="Malgun Gothic"/>
                <a:cs typeface="Malgun Gothic"/>
              </a:defRPr>
            </a:defPPr>
            <a:lvl1pPr algn="l">
              <a:defRPr sz="1800" b="0">
                <a:solidFill>
                  <a:srgbClr val="805400"/>
                </a:solidFill>
                <a:latin typeface="Malgun Gothic"/>
                <a:ea typeface="Malgun Gothic"/>
                <a:cs typeface="Malgun Gothic"/>
              </a:defRPr>
            </a:lvl1pPr>
            <a:lvl2pPr algn="l">
              <a:defRPr sz="1800" b="0">
                <a:solidFill>
                  <a:srgbClr val="805400"/>
                </a:solidFill>
                <a:latin typeface="Malgun Gothic"/>
                <a:ea typeface="Malgun Gothic"/>
                <a:cs typeface="Malgun Gothic"/>
              </a:defRPr>
            </a:lvl2pPr>
            <a:lvl3pPr algn="l">
              <a:defRPr sz="1800" b="0">
                <a:solidFill>
                  <a:srgbClr val="805400"/>
                </a:solidFill>
                <a:latin typeface="Malgun Gothic"/>
                <a:ea typeface="Malgun Gothic"/>
                <a:cs typeface="Malgun Gothic"/>
              </a:defRPr>
            </a:lvl3pPr>
            <a:lvl4pPr algn="l">
              <a:defRPr sz="1800" b="0">
                <a:solidFill>
                  <a:srgbClr val="805400"/>
                </a:solidFill>
                <a:latin typeface="Malgun Gothic"/>
                <a:ea typeface="Malgun Gothic"/>
                <a:cs typeface="Malgun Gothic"/>
              </a:defRPr>
            </a:lvl4pPr>
            <a:lvl5pPr algn="l">
              <a:defRPr sz="1800" b="0">
                <a:solidFill>
                  <a:srgbClr val="805400"/>
                </a:solidFill>
                <a:latin typeface="Malgun Gothic"/>
                <a:ea typeface="Malgun Gothic"/>
                <a:cs typeface="Malgun Gothic"/>
              </a:defRPr>
            </a:lvl5pPr>
            <a:lvl6pPr algn="l">
              <a:defRPr sz="1800" b="0">
                <a:solidFill>
                  <a:srgbClr val="805400"/>
                </a:solidFill>
                <a:latin typeface="Malgun Gothic"/>
                <a:ea typeface="Malgun Gothic"/>
                <a:cs typeface="Malgun Gothic"/>
              </a:defRPr>
            </a:lvl6pPr>
            <a:lvl7pPr algn="l">
              <a:defRPr sz="1800" b="0">
                <a:solidFill>
                  <a:srgbClr val="805400"/>
                </a:solidFill>
                <a:latin typeface="Malgun Gothic"/>
                <a:ea typeface="Malgun Gothic"/>
                <a:cs typeface="Malgun Gothic"/>
              </a:defRPr>
            </a:lvl7pPr>
            <a:lvl8pPr algn="l">
              <a:defRPr sz="1800" b="0">
                <a:solidFill>
                  <a:srgbClr val="805400"/>
                </a:solidFill>
                <a:latin typeface="Malgun Gothic"/>
                <a:ea typeface="Malgun Gothic"/>
                <a:cs typeface="Malgun Gothic"/>
              </a:defRPr>
            </a:lvl8pPr>
            <a:lvl9pPr algn="l">
              <a:defRPr sz="1800" b="0">
                <a:solidFill>
                  <a:srgbClr val="805400"/>
                </a:solidFill>
                <a:latin typeface="Malgun Gothic"/>
                <a:ea typeface="Malgun Gothic"/>
                <a:cs typeface="Malgun Gothic"/>
              </a:defRPr>
            </a:lvl9pPr>
          </a:lstStyle>
          <a:p xmlns:a="http://schemas.openxmlformats.org/drawingml/2006/main">
            <a:pPr algn="l">
              <a:defRPr sz="1800" b="0">
                <a:solidFill>
                  <a:srgbClr val="805400"/>
                </a:solidFill>
                <a:latin typeface="Malgun Gothic"/>
                <a:ea typeface="Malgun Gothic"/>
                <a:cs typeface="Malgun Gothic"/>
              </a:defRPr>
            </a:pPr>
            <a:r>
              <a:rPr sz="1800" b="0">
                <a:solidFill>
                  <a:srgbClr val="805400"/>
                </a:solidFill>
                <a:latin typeface="Malgun Gothic"/>
                <a:ea typeface="Malgun Gothic"/>
                <a:cs typeface="Malgun Gothic"/>
              </a:rPr>
              <a:t>불일치 기록 → 대조·검사 방법 재검토</a:t>
            </a:r>
          </a:p>
        </p:txBody>
      </p:sp>
      <p:sp>
        <p:nvSpPr>
          <p:cNvPr id="38" name="Legacy module connection">
            <a:extLst xmlns:a="http://schemas.openxmlformats.org/drawingml/2006/main">
              <a:ext uri="{FF2B5EF4-FFF2-40B4-BE49-F238E27FC236}">
                <a16:creationId xmlns:a16="http://schemas.microsoft.com/office/drawing/2014/main" id="{122DAF43-DD5E-4224-80FD-3F2A5FE58A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4257514"/>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반복할 검증 기준을 다음 작업에 연결">
            <a:extLst xmlns:a="http://schemas.openxmlformats.org/drawingml/2006/main">
              <a:ext uri="{FF2B5EF4-FFF2-40B4-BE49-F238E27FC236}">
                <a16:creationId xmlns:a16="http://schemas.microsoft.com/office/drawing/2014/main" id="{89A6BF7B-2C09-4413-A177-BAC755606E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반복할 검증 기준을 다음 작업에 연결</a:t>
            </a:r>
          </a:p>
        </p:txBody>
      </p:sp>
      <p:sp>
        <p:nvSpPr>
          <p:cNvPr id="2" name="S100">
            <a:extLst xmlns:a="http://schemas.openxmlformats.org/drawingml/2006/main">
              <a:ext uri="{FF2B5EF4-FFF2-40B4-BE49-F238E27FC236}">
                <a16:creationId xmlns:a16="http://schemas.microsoft.com/office/drawing/2014/main" id="{E8141C84-2A84-4831-ACD5-15C651F5A0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Project와 환경이 바뀌면&#10;검증도 다시 본다">
            <a:extLst xmlns:a="http://schemas.openxmlformats.org/drawingml/2006/main">
              <a:ext uri="{FF2B5EF4-FFF2-40B4-BE49-F238E27FC236}">
                <a16:creationId xmlns:a16="http://schemas.microsoft.com/office/drawing/2014/main" id="{DF13EBB5-1B92-43C7-A63A-DD7D235F40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8E36866B-F027-4256-90B2-406FD4EE07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57349FCA-1CF2-400C-845F-2D0F9E9D18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교육용 적용 설계 · 실제 GPU 실행·기준 변경·재평가·다음 작업 적용 결과 없음">
            <a:extLst xmlns:a="http://schemas.openxmlformats.org/drawingml/2006/main">
              <a:ext uri="{FF2B5EF4-FFF2-40B4-BE49-F238E27FC236}">
                <a16:creationId xmlns:a16="http://schemas.microsoft.com/office/drawing/2014/main" id="{F49D25E8-AFBF-4A9D-9092-3F4CCBFF71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설계 · 실제 GPU 실행·기준 변경·재평가·다음 작업 적용 결과 없음</a:t>
            </a:r>
          </a:p>
        </p:txBody>
      </p:sp>
      <p:sp>
        <p:nvSpPr>
          <p:cNvPr id="7" name="GPU · 빌드 · 측정 조건이 달라졌다면?">
            <a:extLst xmlns:a="http://schemas.openxmlformats.org/drawingml/2006/main">
              <a:ext uri="{FF2B5EF4-FFF2-40B4-BE49-F238E27FC236}">
                <a16:creationId xmlns:a16="http://schemas.microsoft.com/office/drawing/2014/main" id="{FF1EFCA5-13B2-4EC8-9545-7E662D015A2E}"/>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C83E7BF8-2FD4-4D37-8D93-051267EF69E5}"/>
              </a:ext>
            </a:extLst>
          </p:cNvPr>
          <p:cNvPicPr>
            <a:picLocks xmlns:a="http://schemas.openxmlformats.org/drawingml/2006/main" noChangeAspect="1"/>
          </p:cNvPicPr>
          <p:nvPr/>
        </p:nvPicPr>
        <p:blipFill>
          <a:blip xmlns:r="http://schemas.openxmlformats.org/officeDocument/2006/relationships" xmlns:a="http://schemas.openxmlformats.org/drawingml/2006/main" r:embed="R3e6550d9f452485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E014989-F4E2-41E0-8EB8-17C9C5CC189F}"/>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486E3C8-0F3A-468F-9AD4-E5867BDECA57}"/>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D2B20F43-EA3B-4078-94BA-966FA1568DD7}"/>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6F91D62-263C-46CE-8CA7-7C6BDCA3981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7A06877-245B-4FCB-BBB0-89E86BFF0558}"/>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E5A66C9D-855F-4A7D-A56A-6FAA2F8E266A}"/>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222BD54-C6DD-43E3-A618-0980F2213FEA}"/>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664BA062-1748-45D6-9264-B5F343C27434}"/>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D83C7671-AB42-4711-A81C-A602B3B683D4}"/>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9E77FD58-A943-4D16-9E17-10D2A424298C}"/>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7D16F456-894B-4734-A1A3-D8DE696495C3}"/>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E6DD976-ABA9-4018-A7AF-8A2AB5C7E763}"/>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D4F9003D-C0B1-441A-8FF6-D8F7A003D824}"/>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조건 기록 → 기준 검토·갱신 → 재평가 → 다음 작업에 적용">
            <a:extLst xmlns:a="http://schemas.openxmlformats.org/drawingml/2006/main">
              <a:ext uri="{FF2B5EF4-FFF2-40B4-BE49-F238E27FC236}">
                <a16:creationId xmlns:a16="http://schemas.microsoft.com/office/drawing/2014/main" id="{63D5D4EC-6760-41E9-A463-BE2C5ACED98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조건 기록 → 기준 검토·갱신 → 재평가 → 다음 작업에 적용</a:t>
            </a:r>
          </a:p>
        </p:txBody>
      </p:sp>
      <p:sp>
        <p:nvSpPr>
          <p:cNvPr id="23" name="Legacy module connection">
            <a:extLst xmlns:a="http://schemas.openxmlformats.org/drawingml/2006/main">
              <a:ext uri="{FF2B5EF4-FFF2-40B4-BE49-F238E27FC236}">
                <a16:creationId xmlns:a16="http://schemas.microsoft.com/office/drawing/2014/main" id="{AE0E446C-9452-4B87-BEBC-D478DDB077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38103230"/>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541C6920-56AB-4BE8-A5F0-238330C7368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1">
            <a:extLst xmlns:a="http://schemas.openxmlformats.org/drawingml/2006/main">
              <a:ext uri="{FF2B5EF4-FFF2-40B4-BE49-F238E27FC236}">
                <a16:creationId xmlns:a16="http://schemas.microsoft.com/office/drawing/2014/main" id="{AA5698C5-D714-4F71-8199-E583253AA7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
            <a:extLst xmlns:a="http://schemas.openxmlformats.org/drawingml/2006/main">
              <a:ext uri="{FF2B5EF4-FFF2-40B4-BE49-F238E27FC236}">
                <a16:creationId xmlns:a16="http://schemas.microsoft.com/office/drawing/2014/main" id="{16B19EAC-782B-4188-9E1D-C1D09E48BE9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A6E491CC-3757-45FE-AE7A-D0CFA95004D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230BFBD6-FB81-46F3-8898-673065F6FE0E}"/>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9FFAF324-9133-4EF4-9A40-7D45F08B445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073101B-A49B-4C9D-914D-2150EC78E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643590817"/>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57262E8B-C486-4DB5-9022-5E6427811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2">
            <a:extLst xmlns:a="http://schemas.openxmlformats.org/drawingml/2006/main">
              <a:ext uri="{FF2B5EF4-FFF2-40B4-BE49-F238E27FC236}">
                <a16:creationId xmlns:a16="http://schemas.microsoft.com/office/drawing/2014/main" id="{283CCA69-BEC8-4AD9-A649-45A2DE3E2B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문제에 맞춰, 일하는 방식을 넓혔다">
            <a:extLst xmlns:a="http://schemas.openxmlformats.org/drawingml/2006/main">
              <a:ext uri="{FF2B5EF4-FFF2-40B4-BE49-F238E27FC236}">
                <a16:creationId xmlns:a16="http://schemas.microsoft.com/office/drawing/2014/main" id="{2E82A1ED-65AB-49AB-B062-CD99DF8D0A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D93A8371-B787-48E8-80F6-D94FA49A3E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F73E5F3-AB54-4AC8-B58D-460569BB31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FFF2B9F-7AF0-4A4A-955B-20638CF1C1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D32203BC-8EC9-42C8-89F9-8DC2663D4F43}"/>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AF5B7AD8-082B-47B8-A1B8-25A956354CAC}"/>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2E1CF6D4-9691-4964-9E31-94EDD9C65162}"/>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C31C948-2550-42DE-ACD6-10EDB1E347B2}"/>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65E08D15-F829-4E11-8CB3-DBA6497A5E1C}"/>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33D8E90D-DEDD-4738-9A88-56B5B0BC8E3C}"/>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5E7C8D99-AC21-45C1-8E99-DF7A78104746}"/>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FE7DD519-2F49-41BA-B963-716628EA6FF9}"/>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007BEC50-8A50-4DB4-B9D8-28D72BB17EA6}"/>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524E2C9D-8C8D-43B2-B858-BA722BE641CC}"/>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38064FA-F950-49BF-A6F3-BC3A729A3FC7}"/>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5FA4FCC5-C97A-4979-B331-2D95E3A668A7}"/>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537FA165-F2E6-4B0D-8DE9-12A4DCEBCFE2}"/>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117272C7-EEBD-4D5D-95BC-E2800713CFA4}"/>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8BBD539-422F-42A0-A679-93DBAA0AC156}"/>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883C3D4E-D7CE-43F5-9DE8-7C8642BC34DD}"/>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AF59C789-54FF-4B63-AA7E-AB53452F79FC}"/>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4E79510B-B84A-429A-BFD9-5938A6E54E86}"/>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CEA84C74-98FB-4305-9FBB-F96DAC1EC996}"/>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43E50C6-30A0-47AD-8FC7-74C0E84A1498}"/>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459F6530-5B7E-4308-928A-2BD67602B67F}"/>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4FDFF694-9122-4D06-88B4-72C40D65194E}"/>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B5D619B7-C99B-4FAE-BD03-A7C042AAD8E1}"/>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5E08A29F-6329-4D7A-902D-481A6329FF1B}"/>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DDD45EE7-C5BA-4562-BD23-DC200468D11F}"/>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542CFAC-2E7B-4CF6-94A0-B9625E1F4D7B}"/>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1D93A8B9-968C-4E20-A65F-D787AAAE7C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76951222"/>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36BC2E07-3622-435E-A79C-61C3C7E2C6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3">
            <a:extLst xmlns:a="http://schemas.openxmlformats.org/drawingml/2006/main">
              <a:ext uri="{FF2B5EF4-FFF2-40B4-BE49-F238E27FC236}">
                <a16:creationId xmlns:a16="http://schemas.microsoft.com/office/drawing/2014/main" id="{E2CB8255-FA92-49B2-9806-FA56D56D42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실제 Demo는 문제에 맞춰 바뀌었다">
            <a:extLst xmlns:a="http://schemas.openxmlformats.org/drawingml/2006/main">
              <a:ext uri="{FF2B5EF4-FFF2-40B4-BE49-F238E27FC236}">
                <a16:creationId xmlns:a16="http://schemas.microsoft.com/office/drawing/2014/main" id="{C73C3345-F144-4081-B5B3-D25F9FE771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B0FA9DC-41F9-499C-92C0-B61313901E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CE81F1D8-0135-4A0A-83FA-6F8E8BE99D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AABE3C02-55F3-40E7-82B9-EC70CBC6E9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B370D804-D2BE-43DE-B073-D5D96185D7CE}"/>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08EC3337-3B75-4735-A5BA-D3D555D0A173}"/>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3E3B0133-28AC-4B59-81EF-3BF6E2B9C16A}"/>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4BB25751-35D7-4CD6-A85E-D87D48F587C0}"/>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3CCDD8F8-D3C3-46F1-A7DA-DE4F1768C003}"/>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FDCCF12B-52B5-435E-8B57-147364FEFC33}"/>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5D46BB9C-C9D1-419E-8649-5BC164932769}"/>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8CA591B2-2A30-4718-97CD-25247CC125E2}"/>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26BC3EF3-7A1D-4D93-8CB3-8320502BF2EA}"/>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CF81D2A4-3B4D-40F5-B41B-AF3E2F25FA76}"/>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22F15604-E100-4B68-BAAD-DCCB6A65C02F}"/>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E6744B70-DF37-441F-B733-E21A25D57117}"/>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0E3E9F5F-24D2-4908-A4B6-C5102023FFCC}"/>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57800450-4A79-440B-A7D6-59707E8A4DFE}"/>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463D835F-A963-4880-B410-A6C88F9FE567}"/>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2D329190-EBA0-4E21-852E-EACA4C8B3F7E}"/>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F35C403E-222B-4144-8B0E-63C5704500CC}"/>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6CA7EEB3-5588-4BA7-826D-C9E7DA69D800}"/>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DF53CCDE-2D82-46C9-BD26-51BE2B046CF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A9466007-7278-4B9D-8478-E70B64788C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012277"/>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629A4D9A-FD77-4F4D-835E-81DA19A0EC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4">
            <a:extLst xmlns:a="http://schemas.openxmlformats.org/drawingml/2006/main">
              <a:ext uri="{FF2B5EF4-FFF2-40B4-BE49-F238E27FC236}">
                <a16:creationId xmlns:a16="http://schemas.microsoft.com/office/drawing/2014/main" id="{E032D8F6-9086-413C-9CE2-871F6A5AED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이번 문제에 필요한 구성만 선택했다">
            <a:extLst xmlns:a="http://schemas.openxmlformats.org/drawingml/2006/main">
              <a:ext uri="{FF2B5EF4-FFF2-40B4-BE49-F238E27FC236}">
                <a16:creationId xmlns:a16="http://schemas.microsoft.com/office/drawing/2014/main" id="{F04E416F-B785-46DB-930E-5AB238CE55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C10C92FB-3741-4DD5-BCAC-CBC7942BCE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A024AED6-D2C7-42F7-A9A4-3B7E101E35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2E36C1F8-D96F-4FD9-8D2A-BF7D1BBE03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762BBEBB-D0C1-40EA-B91B-4CA51B9E6CD2}"/>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A8CBDF90-5840-4C2E-8CDD-2C287E7B208A}"/>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F7A5846F-635A-4A49-B9A4-0AB4B5B09440}"/>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8616E0AD-B881-4D2A-812F-ED4F5E06BD53}"/>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8258DCE4-DB66-4113-91CA-BA8174AA4F12}"/>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178DE384-D6CD-4120-924E-5B85591A19CE}"/>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C76B708A-D78E-40A4-88F9-E8E74085CC5F}"/>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775683D0-301C-4D05-8F20-5D13ECCA1EC2}"/>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E1D5A3D9-51A0-44CD-85F8-E6431D9318DA}"/>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162D2A5B-BC16-49E6-958C-94E36149D662}"/>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622512C1-C46C-46A2-829E-5151DBC9DE5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22AB27D9-D181-45A4-9217-E95DBE2690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45616828"/>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D8FE4334-017E-4D7A-86D2-FB6BCDBFA9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5">
            <a:extLst xmlns:a="http://schemas.openxmlformats.org/drawingml/2006/main">
              <a:ext uri="{FF2B5EF4-FFF2-40B4-BE49-F238E27FC236}">
                <a16:creationId xmlns:a16="http://schemas.microsoft.com/office/drawing/2014/main" id="{88ED7CF6-7147-4653-9D42-88F0E48C28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결과를 수용할지는 사람이 판단한다">
            <a:extLst xmlns:a="http://schemas.openxmlformats.org/drawingml/2006/main">
              <a:ext uri="{FF2B5EF4-FFF2-40B4-BE49-F238E27FC236}">
                <a16:creationId xmlns:a16="http://schemas.microsoft.com/office/drawing/2014/main" id="{CFA406ED-BE26-497F-AF65-463A39D8A1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0465D126-5301-4D10-B9BC-0F08EEA601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E1F86B4-E2AC-42C3-ACEC-BA6BFA57E4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42A2C478-F646-4E0A-95D7-687D05AC69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BE6AED8C-5177-419F-B7F9-E6D51EDA750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8ECB0440-4DF1-4837-A8DD-631CA2D76B58}"/>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38A0DF74-8162-4798-A4A5-D564DB674A3B}"/>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75441486-0D56-4F57-9090-DC9496A48457}"/>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A08FEA3C-DB85-4E3F-AF15-8507FFAC3D27}"/>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228C6A15-98EC-4CF5-9C7A-F908F57A826B}"/>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E46630FA-4D7D-4817-BC7C-1B3BBFBB31B0}"/>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D028A45A-6C54-4AF4-93CB-29E6077193A9}"/>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B54EC1DA-D421-461A-9CBA-59DEB4F1E95C}"/>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5E790419-0F28-46E2-B766-BEAB079DB33F}"/>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C4883FC9-E02D-45BD-8332-9D6911875B44}"/>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02F6B505-0578-4819-8D58-BC3BA5454E7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02D6DAF9-F34C-49C5-AEB8-7333EDFBE747}"/>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47CA20C-D96D-4D6C-BF47-1A14C55B1E58}"/>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6EDF9A64-2389-489B-9073-07CAF07E8D5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FB9245B6-92E8-4C2C-8FC7-0411FF98FBF5}"/>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D5CB0524-4D62-4BB0-AC73-F4871E57310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BCC6C935-C181-4F00-91FF-B09EEE333F43}"/>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E3AD4ACE-2031-4ADD-94A1-C9D397F03C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98255371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E9D8743A-E559-49A8-A921-5898656939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6">
            <a:extLst xmlns:a="http://schemas.openxmlformats.org/drawingml/2006/main">
              <a:ext uri="{FF2B5EF4-FFF2-40B4-BE49-F238E27FC236}">
                <a16:creationId xmlns:a16="http://schemas.microsoft.com/office/drawing/2014/main" id="{3A769A70-498C-47FC-9DAE-111BEC93D4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가 일할 조건과 확인 경로를 설계한다">
            <a:extLst xmlns:a="http://schemas.openxmlformats.org/drawingml/2006/main">
              <a:ext uri="{FF2B5EF4-FFF2-40B4-BE49-F238E27FC236}">
                <a16:creationId xmlns:a16="http://schemas.microsoft.com/office/drawing/2014/main" id="{55996234-D67A-4410-890E-35919882F4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3372FED9-A8CF-4CD4-BA26-F2ED6083F9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662EAC1-FFAA-467B-B053-CA08BFA58C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7CBB3B30-DAF1-417E-AC07-1B4661EF01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63825118-8BEC-4C91-94EE-246FD6AB1BEB}"/>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9245FB1A-5339-4C22-B146-4C4AE1B4C61C}"/>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484D8615-0EA4-40B5-BA26-5E7A9DAC6B8D}"/>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6A6F10F9-4B50-4199-A420-193211D43DFE}"/>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DA23E5FC-C9C7-41B6-B0D0-F3F640681E00}"/>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595C28B1-8A2E-4756-BE37-B0AFCA6CED2B}"/>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EA2D6910-5435-45CF-A6BF-3ED0F1B5867D}"/>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67CF7072-09B0-4741-AC1A-B8079FBF0DA3}"/>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A11B00DC-192B-4404-B50F-83D49E5DD9A6}"/>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0B6680DE-A07A-4E49-84E5-923D3733FC6A}"/>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530FFF93-ED7F-4FC6-AE33-73E6ED1EA0C8}"/>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FBE88F5D-263D-4518-A03D-5D7DCF37A949}"/>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48554C06-DF81-4306-B5D9-2E13A981E751}"/>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3527E7BB-FEA4-4B66-A4A2-DDE15530C525}"/>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9AE8F72E-7D72-4CA6-B5AA-E9B35333F0BF}"/>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878508F4-7175-4641-9E9D-CAB38443A9AB}"/>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6410914F-375B-4642-95C9-56A5AC2EA0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9843122"/>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72EF7CE0-7BC4-4A72-BE85-3F82FE2BDD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7">
            <a:extLst xmlns:a="http://schemas.openxmlformats.org/drawingml/2006/main">
              <a:ext uri="{FF2B5EF4-FFF2-40B4-BE49-F238E27FC236}">
                <a16:creationId xmlns:a16="http://schemas.microsoft.com/office/drawing/2014/main" id="{5D8523D9-76E4-4767-A455-3F4E321AA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모델·플랫폼이 바뀌면 Harness도 다시 본다">
            <a:extLst xmlns:a="http://schemas.openxmlformats.org/drawingml/2006/main">
              <a:ext uri="{FF2B5EF4-FFF2-40B4-BE49-F238E27FC236}">
                <a16:creationId xmlns:a16="http://schemas.microsoft.com/office/drawing/2014/main" id="{2E2C9B52-15CB-449B-8467-19CF389DFB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353FF60F-F6E0-468C-A2BC-581BB99581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77C9A213-10F1-45C4-91AD-ADF16149F2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707D96BE-72B4-4B8A-A4AB-218E9309C9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F65302EA-F98B-4C77-B198-8A4A63F46F9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B066676-B2B3-476F-9427-3FE8C7D54C13}"/>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D79E5687-E51E-4C4E-AF6A-010C773C089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9CB5EC33-766C-4E1D-A6F0-E8C4EE2CB354}"/>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F447AA21-C15F-42D5-A09B-C5E82BF3074E}"/>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FB513D9B-F49D-4BFB-8014-264B033A0C8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A64ACC5D-6719-4363-A0E0-2D9800816961}"/>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22C7AAD7-9CAC-4DB6-90BD-6558FBD3C44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158A1F77-79DE-46A3-A012-D76C61F9DF58}"/>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13D6C828-D204-4D5C-B05B-FDD206F74180}"/>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C70CD581-466F-4A3A-82D5-19C2591A1B30}"/>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5D84407F-64AA-48A5-A990-55D8110ECF2E}"/>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C151A96A-E8E8-4436-BE74-33DFB5602D99}"/>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CE783F6A-82F1-4527-AD88-B027EB80226C}"/>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67013958-C18D-4379-AB87-8297FAD1EC78}"/>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9CED2FAD-C339-4D23-BC6F-FFCF3ABB83F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A11D4E50-6C21-4747-B0C7-E0C609F76FE4}"/>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02803E6F-03AC-4802-BE9D-911399E4A283}"/>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D39546D9-0885-48C8-8C1F-E276D4F9220D}"/>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7E16772-70F9-41CB-9015-946D697B71DF}"/>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5D0E24AD-1C0F-4984-A9B0-9A09D312A9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A849706B-2D84-4244-B9E4-477DB231101A}"/>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3B4704B2-8E3F-4A07-8760-9894034DF3CA}"/>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963B0C61-B125-43E4-8FF1-A9B8FE6A807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4BBA4FCB-4DE5-4960-8A9E-5F4CF09A00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9921200"/>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E0188972-474A-43C6-BF0D-18388D370E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8">
            <a:extLst xmlns:a="http://schemas.openxmlformats.org/drawingml/2006/main">
              <a:ext uri="{FF2B5EF4-FFF2-40B4-BE49-F238E27FC236}">
                <a16:creationId xmlns:a16="http://schemas.microsoft.com/office/drawing/2014/main" id="{1D7519A1-B08F-4E0F-99C8-A3DBB2C52A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무엇을 남기고, 무엇을 덜어낼까?">
            <a:extLst xmlns:a="http://schemas.openxmlformats.org/drawingml/2006/main">
              <a:ext uri="{FF2B5EF4-FFF2-40B4-BE49-F238E27FC236}">
                <a16:creationId xmlns:a16="http://schemas.microsoft.com/office/drawing/2014/main" id="{3F90C33B-2411-44FC-9955-4DD3C59512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6CDC890F-463F-4ADD-8292-693267CE87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28281935-AAFF-4BE4-93F0-5EBEAC65A2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E0C9741D-8F05-49CA-A4AF-C01FD4A89E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28D731F5-7823-4519-91BB-FDEF7879493A}"/>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19511D80-A8C5-4DF8-BFD6-20A9CE419D63}"/>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A01792B3-B3E0-4DA4-A512-C7E809ED6E6B}"/>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DD8293A8-5651-4B1B-BB61-037233E4EB87}"/>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DB873B9E-A440-4865-946C-D78A6313AF0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0FCE6846-CF77-4A94-9A8F-296691C0EC52}"/>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70262F24-0797-4F26-9507-73948CA6EC8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F447DEF-DF59-441F-B280-A358B7601FFE}"/>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F5F92FE8-656B-4932-A81E-9A6AD3314019}"/>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69A0F037-9B59-42F1-9B8A-C514CB511A7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A77D8306-9F87-486A-B8C9-5E5076D7D6B2}"/>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9A9732AB-267D-401F-8BCB-F4CE3027E4FC}"/>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7A5F1343-7FE9-415C-B6BE-954B6D61B442}"/>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7A4ADEE6-C058-4CAD-9D83-143ECBA49C3C}"/>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DC10674-D230-4338-A10B-0E1A21D9D1C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DA5DF4E-3772-4517-8B74-9157E5C8C14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520D6B94-3753-4D1E-BAAE-787F8AFE66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3626377"/>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AD6EB943-F0F9-499D-8421-35D580E88F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9">
            <a:extLst xmlns:a="http://schemas.openxmlformats.org/drawingml/2006/main">
              <a:ext uri="{FF2B5EF4-FFF2-40B4-BE49-F238E27FC236}">
                <a16:creationId xmlns:a16="http://schemas.microsoft.com/office/drawing/2014/main" id="{A646D01B-27AF-4175-97A9-83D2EE122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덜어낸 뒤에도 필요한 일을 하는가?">
            <a:extLst xmlns:a="http://schemas.openxmlformats.org/drawingml/2006/main">
              <a:ext uri="{FF2B5EF4-FFF2-40B4-BE49-F238E27FC236}">
                <a16:creationId xmlns:a16="http://schemas.microsoft.com/office/drawing/2014/main" id="{B7DFAB3E-32B1-4643-B228-201ED78F67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3BDAA3D3-6FAE-47B6-B4C1-E9217CB94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F7F527C2-233A-490C-9914-C32C94ED64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594E3D6-0F6B-4553-AD20-F43ACA5B5A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32CA8ADC-1EBE-4208-8EB5-2B66277DAA13}"/>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FD8DECB3-3886-494E-89A4-593182241D16}"/>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7FB0D059-A289-4C6E-80B3-B2A6060CF50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174AB89B-D3DB-40A5-91FC-07A0ED48CE1C}"/>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9A3337CF-2291-42F6-AC17-1EBB1A68E2F3}"/>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4FE1800-BAFC-47FA-8E8A-D1A2188F06C2}"/>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1A4ABBD-DB09-4227-9F51-1A280B05951C}"/>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66D5E9E2-3CB5-4EF6-B2FD-C07D40D488F9}"/>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CCC7D07C-E14D-417B-B73B-769D527BD3AE}"/>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9C376FF0-4251-485F-91B7-72CAD7F73C9B}"/>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8967DA79-ED2F-4369-9FC4-C8570A0939DD}"/>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6EBDACB4-9968-42EC-9132-A7153EFA2CE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E8B10952-7E60-4558-AEAB-2D5025857BE0}"/>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37708045-4C81-44D1-9F84-D10A5E4C76AD}"/>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69A24CA3-7DA6-40A4-82CA-4F02E3E5AE80}"/>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5994C0A6-04A4-405A-B3E4-08EF401880E1}"/>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4E41D92B-A4D0-4EFB-8E56-EAAED503A25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EE03EC3F-7101-419B-A36C-778EA90D55E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92BF7FA-8028-424A-8CA5-CE10AE0B7537}"/>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DE029DEF-D766-41DD-9D38-97323D00A1EA}"/>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50E8E26C-C811-4017-8E8D-C11D83360D3A}"/>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B5DFA35F-2139-4A7D-89E8-76DE886D23D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249760A6-D0BD-4C94-A091-5DCAAF946525}"/>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7E5AFE4E-F8B2-42F5-A567-CF9E47D2C5C7}"/>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D094FCBC-5966-4D4C-854D-1141C7B5EF3D}"/>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B4F96EA2-0558-45AF-87D7-EBA08177FB9E}"/>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08CDC417-1CED-436A-B65B-52B9E2703C93}"/>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246CFF4A-7E5E-4879-B2FF-FA9D47D2C34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48814E79-A06F-4220-A7B4-F892969B137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AAA9AB74-89C8-4299-B4FC-5486152B38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2529778"/>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F2751815-93B7-442C-91F1-16833C3CA3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0">
            <a:extLst xmlns:a="http://schemas.openxmlformats.org/drawingml/2006/main">
              <a:ext uri="{FF2B5EF4-FFF2-40B4-BE49-F238E27FC236}">
                <a16:creationId xmlns:a16="http://schemas.microsoft.com/office/drawing/2014/main" id="{99F5BEFF-AC8E-479E-9D78-BE4269037D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내 업무에서는 무엇이 반복해서 막힐까?">
            <a:extLst xmlns:a="http://schemas.openxmlformats.org/drawingml/2006/main">
              <a:ext uri="{FF2B5EF4-FFF2-40B4-BE49-F238E27FC236}">
                <a16:creationId xmlns:a16="http://schemas.microsoft.com/office/drawing/2014/main" id="{341CB71C-1BE2-4C9C-B304-4530F9D17C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CADC3B19-2AAC-4121-BF3C-6947C30560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FF465ACE-7766-4974-BD14-4F5DDEEFEC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A1DEF978-590F-4548-B626-8ACA8BF2BD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40522485-2671-4C9F-89F9-8526213B29A9}"/>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A5E0435-4456-46BB-A022-BC7389520CC1}"/>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300055F-E8F0-4132-930B-BB440094B181}"/>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C0FA845-D963-4300-BD01-F02E7E948A85}"/>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6DA8E221-3054-49FC-A1AA-3EA8FDA6B6D2}"/>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9BA8EB7E-1497-4F4E-9F46-A2E269FB2B94}"/>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8FBABF55-8B42-4E98-BE16-0FD1AC98C943}"/>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B54BB0D-71C9-4706-9114-A88B6B901C32}"/>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FC3ECF1-3925-48BC-AE1E-CC3AF9212965}"/>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0C3E7CEA-E17F-4CEC-BFA9-66A1AFE07B96}"/>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ED3CD98-F0D0-48FE-970E-D999DFAEBC1C}"/>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2D22F980-5013-49AE-A2E7-EA6C3FB1C12B}"/>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B7455BE-489E-47CC-B83B-100B18CE34E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816BA7D3-0A88-4AF7-A1C6-3687DE5A6961}"/>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FA6CEDA-9D5A-46E1-BF8E-50D6A00B34D1}"/>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B241870C-2E41-439A-8146-D99115B83C42}"/>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077B6880-3FF8-4CF1-9985-03930D5A41DA}"/>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4E6AD99-32A3-4E59-BB71-BB01BB905F3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802B9EC-78D1-455F-9F91-34C3B4DAC31B}"/>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904BE675-23FF-4CC2-92C9-4BC2F81ECAC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D9A1370D-F9AE-494A-8CC9-558DC53CF64C}"/>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A10E82EF-4DA8-4B3C-AC2E-DC7DB36AEAC6}"/>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9330DD7-AB08-4A50-8CD4-7F0931983F3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FB61F483-C6EC-4CB4-86BB-1676B7455558}"/>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5E4AB3E6-A7AF-42BB-AA6A-2F0075B9E8C4}"/>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1BFD66AC-390F-4CA3-9D69-3DE220296CC0}"/>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137E381A-7103-4D11-8BB4-DEE2A0AD2C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2213925"/>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52302DBA-C7F7-4076-9F26-9E6ECEE263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1">
            <a:extLst xmlns:a="http://schemas.openxmlformats.org/drawingml/2006/main">
              <a:ext uri="{FF2B5EF4-FFF2-40B4-BE49-F238E27FC236}">
                <a16:creationId xmlns:a16="http://schemas.microsoft.com/office/drawing/2014/main" id="{F5D11166-F2AB-4826-A351-2A382E1D0C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고른 문제에서, 다음 행동 하나로">
            <a:extLst xmlns:a="http://schemas.openxmlformats.org/drawingml/2006/main">
              <a:ext uri="{FF2B5EF4-FFF2-40B4-BE49-F238E27FC236}">
                <a16:creationId xmlns:a16="http://schemas.microsoft.com/office/drawing/2014/main" id="{BE78489A-1C8E-492F-852B-CB9BD73B74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6D27FD1-684C-4CA7-B6DA-70D67E93B7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AC47A179-0D34-462A-B7D4-9FE7C0BA6D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57DFC2F5-9B29-4CF4-BDEF-456CEA9759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5AFD44C3-93C4-44CA-A382-91D7C58CC7FA}"/>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30E3098C-C46B-4B9D-A718-819C0412F523}"/>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3E4DC44-5B42-491F-869F-A2AA8025C89F}"/>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01B08A28-8761-4D46-A9C4-84F357AEAC1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6214CDF7-76D0-4027-89D9-82B93317CB27}"/>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3F8E1519-BCF6-4C6D-9765-67C6845DE5E8}"/>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6D94ABB-40F3-4F6D-930D-7FE3765F10D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ACD2D647-9F27-424C-864F-3E0D872D06B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28B076D4-E3D4-482D-813A-55E8258B1801}"/>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94DE88DA-D3EB-45EF-950B-253F013A6CA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87E6650-6210-47B3-9612-1F86144E743C}"/>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4D495B1D-9820-46DE-AFD0-A8CBE658FE0D}"/>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DB28907-36D2-423F-A8B5-24320DF9219F}"/>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133FA7B6-13E7-4262-B776-CC922069E866}"/>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3729148-C11F-4EE7-84A7-5412557F63C2}"/>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7C9CDF0C-6713-43E5-BD44-DE1053B6FD7E}"/>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8AE2E89B-CFD2-4E30-AF7B-799982BAD979}"/>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B0A821D-2F14-4596-BDEC-552EE5FB6E87}"/>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6542ED1-955D-4AD3-A57A-D1F1A65802D4}"/>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05F56208-D517-41BF-8F5C-D44E62187034}"/>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23F6F892-C211-4FE3-9876-5906816ABC8C}"/>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3807C5BA-AEA0-43D4-851F-B95907706E79}"/>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46D0079-26DF-447D-BE45-C48AEEC9E6E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E54C4D16-E645-425F-9720-29F2274BC26F}"/>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68EB9852-2B0D-4897-B7C6-F2D70E37D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96141840"/>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74ECCFC0-E52E-4615-A698-285E290FE7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2">
            <a:extLst xmlns:a="http://schemas.openxmlformats.org/drawingml/2006/main">
              <a:ext uri="{FF2B5EF4-FFF2-40B4-BE49-F238E27FC236}">
                <a16:creationId xmlns:a16="http://schemas.microsoft.com/office/drawing/2014/main" id="{2F5EE49E-BEAA-456D-A372-D1821FC8A7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작업 환경과 기준">
            <a:extLst xmlns:a="http://schemas.openxmlformats.org/drawingml/2006/main">
              <a:ext uri="{FF2B5EF4-FFF2-40B4-BE49-F238E27FC236}">
                <a16:creationId xmlns:a16="http://schemas.microsoft.com/office/drawing/2014/main" id="{4DAB3155-2C48-469B-A08B-412A030D00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1BD839C-1347-4199-9316-42EBFFC04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51B3E8DD-BB6F-4735-B5BD-32BFBBCD8A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E23984AF-7458-4494-BF17-DAC85E9DEE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4FC18A95-F738-4038-818A-B9E04CAC7D3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328E4D2-68DD-4FA7-91BC-AC284AA6443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14CE06F1-FB5D-4C9B-AC3F-C1117D5F3AB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D4BD5FC-2B77-4391-A83D-89D1CD358613}"/>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580E749-9433-41D5-BEDF-33E6AC53EB7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6868859F-EEB4-4C3B-B78F-6D8606B2DB9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6063E3AD-DC01-41DE-8FF7-398342019DE5}"/>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5AFD2754-14A6-4C5C-983A-EA3B64F93A40}"/>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F9C055A-4553-49D1-89CF-9444176573C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88F8A1AB-8C37-4E36-AF70-64CFBDF9A1E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72904807-5C33-40E7-B8AB-6284D668D592}"/>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68D16084-3006-4519-B9E9-C2DC6813CF4E}"/>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1713E21-D677-4FB5-B52E-8A72AC0A50F4}"/>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C38C536-DB79-478F-AB47-20974655CD8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9639DAFA-E71F-42FC-B819-72AB1D2FFB2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D407BFBC-F8D1-4D69-95C9-7BFF4C7675E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59335770-20FB-41B3-AC44-90A3B43AA9AC}"/>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39C46A1D-FB1B-4B5E-AAE9-037DBEBA80A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7C8BF9CD-0F7E-41EA-B586-D13ADD7B3071}"/>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9B915B8B-AC39-49C2-8802-7657C78883F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760EBE4-77E1-4108-A0D4-AD87CA0FBCAB}"/>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8AEDB4BC-AF30-46EE-98BA-DBA94B46593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EB7FB2E4-215A-4F70-9A13-D50C64E4EC9C}"/>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DB9A8BF4-8806-4EF7-94EB-7541B9DAA0FB}"/>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AE0ED0C4-9034-4EBF-9D11-0840B0EB6989}"/>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8EE1B20F-1089-48E9-A3A9-71DADC42F6EA}"/>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5A077281-7D77-4922-8125-8D1D56D4E1EF}"/>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EF599E4D-9AE1-42DA-870A-6F16EB57C66F}"/>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E6D03162-F4FB-45DC-9DB3-AB1D20870334}"/>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AC6BBE63-AB12-4ECF-BB02-67317F48D4B4}"/>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반복 보정을 개선으로 잇는 기록">
            <a:extLst xmlns:a="http://schemas.openxmlformats.org/drawingml/2006/main">
              <a:ext uri="{FF2B5EF4-FFF2-40B4-BE49-F238E27FC236}">
                <a16:creationId xmlns:a16="http://schemas.microsoft.com/office/drawing/2014/main" id="{779523FD-6A18-4AD8-9F7E-B96B4B7DBCB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8" name="Legacy module connection">
            <a:extLst xmlns:a="http://schemas.openxmlformats.org/drawingml/2006/main">
              <a:ext uri="{FF2B5EF4-FFF2-40B4-BE49-F238E27FC236}">
                <a16:creationId xmlns:a16="http://schemas.microsoft.com/office/drawing/2014/main" id="{593B078F-A225-4692-BE61-9750F7CFFF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434569240"/>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1D292055-55C4-4656-BE59-BDBB00B00D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3">
            <a:extLst xmlns:a="http://schemas.openxmlformats.org/drawingml/2006/main">
              <a:ext uri="{FF2B5EF4-FFF2-40B4-BE49-F238E27FC236}">
                <a16:creationId xmlns:a16="http://schemas.microsoft.com/office/drawing/2014/main" id="{EAD00BCF-4545-41C5-B7CD-B2F92183C4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요청 작성">
            <a:extLst xmlns:a="http://schemas.openxmlformats.org/drawingml/2006/main">
              <a:ext uri="{FF2B5EF4-FFF2-40B4-BE49-F238E27FC236}">
                <a16:creationId xmlns:a16="http://schemas.microsoft.com/office/drawing/2014/main" id="{7392F083-1F3A-49FC-99F1-2DA8B10F53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230C83BC-AC5B-44BE-886E-5AE0CFD2C6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87EFD4C-4DED-446D-A860-5E181DB0B1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5C4D60DB-F941-4377-8ECE-C70E3B33AD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7B9D5736-8FDE-4725-806C-99337E4B3D7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C4F483B-75DA-4160-B8D1-A44DCBBFD0E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3381D674-A89C-4137-A125-90D32D8ABD5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6D29090-722F-463E-A2F5-7FB7016114AE}"/>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A18E224-71B7-48F4-A204-9FB87BD78F3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A1C4985B-BA91-4EC1-B1FC-4D511C22504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544B20CB-0033-4835-8159-B60C1565F0E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D2678B8D-6FCA-43FE-B06B-0348DDCDCCA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0205800-69DD-4E3D-A4EC-3371E2E24C1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205611D1-CA78-4008-9F3E-6A5F9D81C04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567AA310-A2D1-4121-B43E-03C7841332C6}"/>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6A4DB895-B0DB-49CB-912E-65819AB6386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6781D98-08D4-4FD5-855A-33119F540F7F}"/>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E3EEFF94-E8F5-4019-8D47-A0DC01CAFCF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5EA8EEE1-3C5D-4170-BF3C-DF07CEB1A23F}"/>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9884BDE-1750-4DD2-9286-0D04040D9920}"/>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6A4A399-8936-48BB-9338-DE856A86A14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5FEF5712-297D-43DB-8BF9-222F84C5E456}"/>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38E68497-51DD-4524-A6F5-C60787DA820F}"/>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EE0AC043-67CB-4D97-930A-82F50183AFFC}"/>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D488648-31D8-4DA8-8968-14837CB3154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8DE6D0CF-DA58-4B14-A705-B208E8A0D4E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2E27687F-03AB-4527-8A68-0D2FC7EEDFE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4E9D8556-21F4-4A06-81D2-22DA9F6ECC41}"/>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4A50CF7E-7787-45DD-8030-E3A1E242280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8D7D7AD3-E2DE-4798-9E38-A09C0375B488}"/>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8695312D-B53B-4F2B-BC38-964EB5BE796E}"/>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CEC06E36-2062-403D-B34B-60F94398B56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ACCC7BA-C061-4A00-B7DF-B0305BB45EA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9D52E2F8-834F-4E2F-9E69-95118E613BF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37DC5CEE-752C-4203-A090-5CC91A850DEA}"/>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FCAFA332-41B0-4473-BB50-59CD2D74B67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62588DCD-2551-4810-9767-AA851FA10CB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11AD866A-8D9F-4A28-91A9-630535E24B3C}"/>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81222649-77C5-4739-83DC-5B538B7533BE}"/>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2C35DC67-6E39-4962-8F08-39BD2225E9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37784840"/>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4D2F44D4-08CA-4F24-A24A-B928DE9090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4">
            <a:extLst xmlns:a="http://schemas.openxmlformats.org/drawingml/2006/main">
              <a:ext uri="{FF2B5EF4-FFF2-40B4-BE49-F238E27FC236}">
                <a16:creationId xmlns:a16="http://schemas.microsoft.com/office/drawing/2014/main" id="{125138FB-A5F0-4B2C-BAD9-11B6099960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검증과 개선">
            <a:extLst xmlns:a="http://schemas.openxmlformats.org/drawingml/2006/main">
              <a:ext uri="{FF2B5EF4-FFF2-40B4-BE49-F238E27FC236}">
                <a16:creationId xmlns:a16="http://schemas.microsoft.com/office/drawing/2014/main" id="{621D1C87-2266-43F8-A6E3-399147C823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EF33BBE8-A3F6-40D3-BC7F-C38DF71490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CDAD366-B8F6-4B7B-AA87-8DD513624B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632001F1-0862-4C09-9D72-D917DD222F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9DD42AD0-B28D-4E86-9D77-E8E69CEDCB7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44C4FC1F-A8CD-465D-B710-9D7C191F650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1D9A468-75FF-4962-9502-B6EF0ED509E1}"/>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4BE5BE1C-0619-418A-A78A-814BCC5548C9}"/>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308B4C0-A5C6-4ACD-8F38-F5112838A2D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F2AFEFEE-03FF-4A53-87B2-6478A1CE75C6}"/>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원인을 고르기 전에 확인할 기록">
            <a:extLst xmlns:a="http://schemas.openxmlformats.org/drawingml/2006/main">
              <a:ext uri="{FF2B5EF4-FFF2-40B4-BE49-F238E27FC236}">
                <a16:creationId xmlns:a16="http://schemas.microsoft.com/office/drawing/2014/main" id="{CE778053-0E2C-469B-9652-9B1F583F78E7}"/>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86E2AB35-FDE0-4955-87A7-155A5091FDAA}"/>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8DB1621-FE26-4099-9FFF-917E5618837A}"/>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FAD18159-7922-4136-8808-C3E997CBF33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지침을 고친 뒤, 무엇을 다시 확인할까?">
            <a:extLst xmlns:a="http://schemas.openxmlformats.org/drawingml/2006/main">
              <a:ext uri="{FF2B5EF4-FFF2-40B4-BE49-F238E27FC236}">
                <a16:creationId xmlns:a16="http://schemas.microsoft.com/office/drawing/2014/main" id="{463833E0-0575-4352-BAEB-5B0F98E3780D}"/>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D945411C-5705-4128-8CE7-E7D780154688}"/>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3DA6E81-572E-43C5-A55F-A346312E27C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8">
            <a:extLst xmlns:a="http://schemas.openxmlformats.org/drawingml/2006/main">
              <a:ext uri="{FF2B5EF4-FFF2-40B4-BE49-F238E27FC236}">
                <a16:creationId xmlns:a16="http://schemas.microsoft.com/office/drawing/2014/main" id="{4AAA4B35-261E-43DE-B191-73ECE4FD431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1" name="무엇을 남기고, 무엇을 덜어낼까?">
            <a:extLst xmlns:a="http://schemas.openxmlformats.org/drawingml/2006/main">
              <a:ext uri="{FF2B5EF4-FFF2-40B4-BE49-F238E27FC236}">
                <a16:creationId xmlns:a16="http://schemas.microsoft.com/office/drawing/2014/main" id="{91193CDE-BF64-4A3A-AD32-AC90884BCD8C}"/>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8DD8BE02-1728-4452-9F51-CEC375D039A9}"/>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6E7E64D-D797-42A1-B760-E398F029CBA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6024DB04-D190-4394-9FA1-9360E1538631}"/>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덜어낸 뒤에도 필요한 일을 하는가?">
            <a:extLst xmlns:a="http://schemas.openxmlformats.org/drawingml/2006/main">
              <a:ext uri="{FF2B5EF4-FFF2-40B4-BE49-F238E27FC236}">
                <a16:creationId xmlns:a16="http://schemas.microsoft.com/office/drawing/2014/main" id="{FBBEE233-F766-491C-A6FC-D3E7569E1D71}"/>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A1BB2C58-FFB7-44A0-9E51-DC49ECFA54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562617011"/>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A6C4F024-7E56-4691-84CD-C5F20ADBBF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5">
            <a:extLst xmlns:a="http://schemas.openxmlformats.org/drawingml/2006/main">
              <a:ext uri="{FF2B5EF4-FFF2-40B4-BE49-F238E27FC236}">
                <a16:creationId xmlns:a16="http://schemas.microsoft.com/office/drawing/2014/main" id="{313FABA9-98D9-4E34-8104-285DD0AC26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Q&amp;A와 교육 마무리">
            <a:extLst xmlns:a="http://schemas.openxmlformats.org/drawingml/2006/main">
              <a:ext uri="{FF2B5EF4-FFF2-40B4-BE49-F238E27FC236}">
                <a16:creationId xmlns:a16="http://schemas.microsoft.com/office/drawing/2014/main" id="{BC0965F2-5539-4C89-9F11-12BD07882F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12B1FF7-5A2D-400C-AF3B-CCC007EA6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BE438148-4847-489A-BE41-6AB9B74FB1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449B91D3-0BE2-4545-87E6-03B06B0DDF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DCD8C38D-83BB-4A8F-9BA9-4C9CEA1B4C7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EBAAF5B-FB28-4CE4-A791-D8DA4BA01FD5}"/>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A02FA59-4C80-45A2-AE23-5A3DD0617145}"/>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415C66A0-0496-4A29-BF50-0D42B33F9688}"/>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49253ADA-595E-4508-8ED7-47E5A2B612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12245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2026-10-25T12:08:51.6200000Z</dcterms:created>
  <dcterms:modified xsi:type="dcterms:W3CDTF">2026-10-25T12:08:51.6200000Z</dcterms:modified>
</coreProperties>
</file>