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slides/charts/chart1.xml" ContentType="application/vnd.openxmlformats-officedocument.drawingml.chart+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a8cbae8ef92e464c" /><Relationship Type="http://schemas.openxmlformats.org/officeDocument/2006/relationships/extended-properties" Target="/docProps/app.xml" Id="R6a7e3505642a4f2c" /><Relationship Type="http://schemas.openxmlformats.org/officeDocument/2006/relationships/officeDocument" Target="/ppt/presentation.xml" Id="R96ce321289d94765" /></Relationships>
</file>

<file path=ppt/presentation.xml><?xml version="1.0" encoding="utf-8"?>
<p:presentation xmlns:p="http://schemas.openxmlformats.org/presentationml/2006/main">
  <p:sldMasterIdLst>
    <p:sldMasterId xmlns:r="http://schemas.openxmlformats.org/officeDocument/2006/relationships" id="2147483648" r:id="R7c98857628ad4a21"/>
  </p:sldMasterIdLst>
  <p:notesMasterIdLst>
    <p:notesMasterId xmlns:r="http://schemas.openxmlformats.org/officeDocument/2006/relationships" r:id="R52c6abd276b94e6c"/>
  </p:notesMasterIdLst>
  <p:sldIdLst>
    <p:sldId xmlns:r="http://schemas.openxmlformats.org/officeDocument/2006/relationships" id="256" r:id="R19230d323ee04c00"/>
    <p:sldId xmlns:r="http://schemas.openxmlformats.org/officeDocument/2006/relationships" id="257" r:id="Rffafc249cd1f489a"/>
    <p:sldId xmlns:r="http://schemas.openxmlformats.org/officeDocument/2006/relationships" id="258" r:id="R6fbba9f588e14139"/>
    <p:sldId xmlns:r="http://schemas.openxmlformats.org/officeDocument/2006/relationships" id="259" r:id="Ra6f004e482874d44"/>
    <p:sldId xmlns:r="http://schemas.openxmlformats.org/officeDocument/2006/relationships" id="260" r:id="Rb5f0eab74aee4767"/>
    <p:sldId xmlns:r="http://schemas.openxmlformats.org/officeDocument/2006/relationships" id="261" r:id="R30c4388244614437"/>
    <p:sldId xmlns:r="http://schemas.openxmlformats.org/officeDocument/2006/relationships" id="262" r:id="Ra0683384614c42ca"/>
    <p:sldId xmlns:r="http://schemas.openxmlformats.org/officeDocument/2006/relationships" id="263" r:id="R816000892d85481d"/>
    <p:sldId xmlns:r="http://schemas.openxmlformats.org/officeDocument/2006/relationships" id="264" r:id="R96a6f16e369446cf"/>
    <p:sldId xmlns:r="http://schemas.openxmlformats.org/officeDocument/2006/relationships" id="265" r:id="R6a89f33bf8a146ee"/>
    <p:sldId xmlns:r="http://schemas.openxmlformats.org/officeDocument/2006/relationships" id="266" r:id="Rd60c9d03ee4f465f"/>
    <p:sldId xmlns:r="http://schemas.openxmlformats.org/officeDocument/2006/relationships" id="267" r:id="Rac9119647a714e6a"/>
    <p:sldId xmlns:r="http://schemas.openxmlformats.org/officeDocument/2006/relationships" id="268" r:id="R9e5d497b979c4acc"/>
    <p:sldId xmlns:r="http://schemas.openxmlformats.org/officeDocument/2006/relationships" id="269" r:id="Rfb178deb2d1e4f67"/>
    <p:sldId xmlns:r="http://schemas.openxmlformats.org/officeDocument/2006/relationships" id="270" r:id="R74cf261cb21a40e0"/>
    <p:sldId xmlns:r="http://schemas.openxmlformats.org/officeDocument/2006/relationships" id="271" r:id="Rde81b2b53b3246d3"/>
    <p:sldId xmlns:r="http://schemas.openxmlformats.org/officeDocument/2006/relationships" id="272" r:id="Rf81095c683b84ea9"/>
    <p:sldId xmlns:r="http://schemas.openxmlformats.org/officeDocument/2006/relationships" id="273" r:id="R15cdc04505fe4518"/>
    <p:sldId xmlns:r="http://schemas.openxmlformats.org/officeDocument/2006/relationships" id="274" r:id="R1b651938ab5c4d0f"/>
    <p:sldId xmlns:r="http://schemas.openxmlformats.org/officeDocument/2006/relationships" id="275" r:id="R4b4d88329cf2483d"/>
    <p:sldId xmlns:r="http://schemas.openxmlformats.org/officeDocument/2006/relationships" id="276" r:id="Ree65a4dbc4864bf8"/>
    <p:sldId xmlns:r="http://schemas.openxmlformats.org/officeDocument/2006/relationships" id="277" r:id="R049ce843600a4d45"/>
    <p:sldId xmlns:r="http://schemas.openxmlformats.org/officeDocument/2006/relationships" id="278" r:id="Rb211b0a8a25449d7"/>
    <p:sldId xmlns:r="http://schemas.openxmlformats.org/officeDocument/2006/relationships" id="279" r:id="R20809b37a2fe47c3"/>
    <p:sldId xmlns:r="http://schemas.openxmlformats.org/officeDocument/2006/relationships" id="280" r:id="R8776e9006c25416f"/>
    <p:sldId xmlns:r="http://schemas.openxmlformats.org/officeDocument/2006/relationships" id="281" r:id="Rf6e9af291a964957"/>
    <p:sldId xmlns:r="http://schemas.openxmlformats.org/officeDocument/2006/relationships" id="282" r:id="R3a4046a64b2e4c29"/>
    <p:sldId xmlns:r="http://schemas.openxmlformats.org/officeDocument/2006/relationships" id="283" r:id="R263094e8626d4efc"/>
    <p:sldId xmlns:r="http://schemas.openxmlformats.org/officeDocument/2006/relationships" id="284" r:id="Re048a7c1e2c24296"/>
    <p:sldId xmlns:r="http://schemas.openxmlformats.org/officeDocument/2006/relationships" id="285" r:id="R0b281abd5fc74ff2"/>
    <p:sldId xmlns:r="http://schemas.openxmlformats.org/officeDocument/2006/relationships" id="286" r:id="Reb38bfd37f5c446d"/>
    <p:sldId xmlns:r="http://schemas.openxmlformats.org/officeDocument/2006/relationships" id="287" r:id="Rcfe6a631f9cb4f2c"/>
    <p:sldId xmlns:r="http://schemas.openxmlformats.org/officeDocument/2006/relationships" id="288" r:id="Re14aaf9a431643f7"/>
    <p:sldId xmlns:r="http://schemas.openxmlformats.org/officeDocument/2006/relationships" id="289" r:id="R56c989329ff44439"/>
    <p:sldId xmlns:r="http://schemas.openxmlformats.org/officeDocument/2006/relationships" id="290" r:id="R3c70b6fde2144e21"/>
    <p:sldId xmlns:r="http://schemas.openxmlformats.org/officeDocument/2006/relationships" id="291" r:id="Re9cf2ac30b014bd7"/>
    <p:sldId xmlns:r="http://schemas.openxmlformats.org/officeDocument/2006/relationships" id="292" r:id="R84f482d0e52544ac"/>
    <p:sldId xmlns:r="http://schemas.openxmlformats.org/officeDocument/2006/relationships" id="293" r:id="R337508e717d14ef7"/>
    <p:sldId xmlns:r="http://schemas.openxmlformats.org/officeDocument/2006/relationships" id="294" r:id="R974399dba1844796"/>
    <p:sldId xmlns:r="http://schemas.openxmlformats.org/officeDocument/2006/relationships" id="295" r:id="R22a0672929eb4aef"/>
    <p:sldId xmlns:r="http://schemas.openxmlformats.org/officeDocument/2006/relationships" id="296" r:id="R190cb6fac34f44fa"/>
    <p:sldId xmlns:r="http://schemas.openxmlformats.org/officeDocument/2006/relationships" id="297" r:id="R4543817d9a29435f"/>
    <p:sldId xmlns:r="http://schemas.openxmlformats.org/officeDocument/2006/relationships" id="298" r:id="Ra62d655c48c04021"/>
    <p:sldId xmlns:r="http://schemas.openxmlformats.org/officeDocument/2006/relationships" id="299" r:id="Rf42a30325b8b42fa"/>
    <p:sldId xmlns:r="http://schemas.openxmlformats.org/officeDocument/2006/relationships" id="300" r:id="R5a1bcd549cf14bc1"/>
    <p:sldId xmlns:r="http://schemas.openxmlformats.org/officeDocument/2006/relationships" id="301" r:id="Ra47e8168f4a24667"/>
    <p:sldId xmlns:r="http://schemas.openxmlformats.org/officeDocument/2006/relationships" id="302" r:id="R736c462bf0a54f83"/>
    <p:sldId xmlns:r="http://schemas.openxmlformats.org/officeDocument/2006/relationships" id="303" r:id="R538c95171b524e12"/>
    <p:sldId xmlns:r="http://schemas.openxmlformats.org/officeDocument/2006/relationships" id="304" r:id="Rdc6329a80a024aa6"/>
    <p:sldId xmlns:r="http://schemas.openxmlformats.org/officeDocument/2006/relationships" id="305" r:id="R832105f8c1754ff8"/>
    <p:sldId xmlns:r="http://schemas.openxmlformats.org/officeDocument/2006/relationships" id="306" r:id="R0c2f57957c1747ce"/>
    <p:sldId xmlns:r="http://schemas.openxmlformats.org/officeDocument/2006/relationships" id="307" r:id="R330b4a2d01d84c7f"/>
    <p:sldId xmlns:r="http://schemas.openxmlformats.org/officeDocument/2006/relationships" id="308" r:id="Rb39f7d4612b241ca"/>
    <p:sldId xmlns:r="http://schemas.openxmlformats.org/officeDocument/2006/relationships" id="309" r:id="Ra26c61343fc849ca"/>
    <p:sldId xmlns:r="http://schemas.openxmlformats.org/officeDocument/2006/relationships" id="310" r:id="Ra9afbce6597a404d"/>
    <p:sldId xmlns:r="http://schemas.openxmlformats.org/officeDocument/2006/relationships" id="311" r:id="R3cb8c66af569417d"/>
    <p:sldId xmlns:r="http://schemas.openxmlformats.org/officeDocument/2006/relationships" id="312" r:id="R19ff022b08624647"/>
    <p:sldId xmlns:r="http://schemas.openxmlformats.org/officeDocument/2006/relationships" id="313" r:id="R7f1eb894c12e4764"/>
    <p:sldId xmlns:r="http://schemas.openxmlformats.org/officeDocument/2006/relationships" id="314" r:id="Rf547adba3fce4581"/>
    <p:sldId xmlns:r="http://schemas.openxmlformats.org/officeDocument/2006/relationships" id="315" r:id="Rc7802c6d55d6492d"/>
    <p:sldId xmlns:r="http://schemas.openxmlformats.org/officeDocument/2006/relationships" id="316" r:id="Ra6da230418af436d"/>
    <p:sldId xmlns:r="http://schemas.openxmlformats.org/officeDocument/2006/relationships" id="317" r:id="R25a98a56844a49a6"/>
    <p:sldId xmlns:r="http://schemas.openxmlformats.org/officeDocument/2006/relationships" id="318" r:id="Rc27e60ce067a4122"/>
    <p:sldId xmlns:r="http://schemas.openxmlformats.org/officeDocument/2006/relationships" id="319" r:id="R4294c25ea66f4fe0"/>
    <p:sldId xmlns:r="http://schemas.openxmlformats.org/officeDocument/2006/relationships" id="320" r:id="R17807a2ef97b444c"/>
    <p:sldId xmlns:r="http://schemas.openxmlformats.org/officeDocument/2006/relationships" id="321" r:id="Rfefaeaeed7aa4558"/>
    <p:sldId xmlns:r="http://schemas.openxmlformats.org/officeDocument/2006/relationships" id="322" r:id="R0e03d46b9864423f"/>
    <p:sldId xmlns:r="http://schemas.openxmlformats.org/officeDocument/2006/relationships" id="323" r:id="R933ae99227da4746"/>
    <p:sldId xmlns:r="http://schemas.openxmlformats.org/officeDocument/2006/relationships" id="324" r:id="Re65cbafb86c04e93"/>
    <p:sldId xmlns:r="http://schemas.openxmlformats.org/officeDocument/2006/relationships" id="325" r:id="R9752922c808d4482"/>
    <p:sldId xmlns:r="http://schemas.openxmlformats.org/officeDocument/2006/relationships" id="326" r:id="R8c7ba584b32f4e7c"/>
    <p:sldId xmlns:r="http://schemas.openxmlformats.org/officeDocument/2006/relationships" id="327" r:id="R7dc855dbfad3487a"/>
    <p:sldId xmlns:r="http://schemas.openxmlformats.org/officeDocument/2006/relationships" id="328" r:id="Rb75d7b5887bb4b9f"/>
    <p:sldId xmlns:r="http://schemas.openxmlformats.org/officeDocument/2006/relationships" id="329" r:id="R7f240b8e05da4a2c"/>
    <p:sldId xmlns:r="http://schemas.openxmlformats.org/officeDocument/2006/relationships" id="330" r:id="R8cecb3f992f74969"/>
    <p:sldId xmlns:r="http://schemas.openxmlformats.org/officeDocument/2006/relationships" id="331" r:id="R11b25a8221a34ca0"/>
    <p:sldId xmlns:r="http://schemas.openxmlformats.org/officeDocument/2006/relationships" id="332" r:id="R0b35b6fbc9a84148"/>
    <p:sldId xmlns:r="http://schemas.openxmlformats.org/officeDocument/2006/relationships" id="333" r:id="R7e257a04f4b5449d"/>
    <p:sldId xmlns:r="http://schemas.openxmlformats.org/officeDocument/2006/relationships" id="334" r:id="Re9f40c9edbd24819"/>
    <p:sldId xmlns:r="http://schemas.openxmlformats.org/officeDocument/2006/relationships" id="335" r:id="R069cdea5c1a0446c"/>
    <p:sldId xmlns:r="http://schemas.openxmlformats.org/officeDocument/2006/relationships" id="336" r:id="R6565462ebf0d479c"/>
    <p:sldId xmlns:r="http://schemas.openxmlformats.org/officeDocument/2006/relationships" id="337" r:id="R252307582e4949e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7658e1de72d4adf" /><Relationship Type="http://schemas.openxmlformats.org/officeDocument/2006/relationships/slideMaster" Target="/ppt/slideMasters/slideMaster1.xml" Id="R7c98857628ad4a21" /><Relationship Type="http://schemas.openxmlformats.org/officeDocument/2006/relationships/notesMaster" Target="/ppt/notesMasters/notesMaster1.xml" Id="R52c6abd276b94e6c" /><Relationship Type="http://schemas.openxmlformats.org/officeDocument/2006/relationships/presProps" Target="/ppt/presProps.xml" Id="Red580110955143bc" /><Relationship Type="http://schemas.openxmlformats.org/officeDocument/2006/relationships/tableStyles" Target="/ppt/tableStyles.xml" Id="Rf96f18b2faec499b" /><Relationship Type="http://schemas.openxmlformats.org/officeDocument/2006/relationships/slide" Target="/ppt/slides/slide1.xml" Id="R19230d323ee04c00" /><Relationship Type="http://schemas.openxmlformats.org/officeDocument/2006/relationships/slide" Target="/ppt/slides/slide2.xml" Id="Rffafc249cd1f489a" /><Relationship Type="http://schemas.openxmlformats.org/officeDocument/2006/relationships/slide" Target="/ppt/slides/slide3.xml" Id="R6fbba9f588e14139" /><Relationship Type="http://schemas.openxmlformats.org/officeDocument/2006/relationships/slide" Target="/ppt/slides/slide4.xml" Id="Ra6f004e482874d44" /><Relationship Type="http://schemas.openxmlformats.org/officeDocument/2006/relationships/slide" Target="/ppt/slides/slide5.xml" Id="Rb5f0eab74aee4767" /><Relationship Type="http://schemas.openxmlformats.org/officeDocument/2006/relationships/slide" Target="/ppt/slides/slide6.xml" Id="R30c4388244614437" /><Relationship Type="http://schemas.openxmlformats.org/officeDocument/2006/relationships/slide" Target="/ppt/slides/slide7.xml" Id="Ra0683384614c42ca" /><Relationship Type="http://schemas.openxmlformats.org/officeDocument/2006/relationships/slide" Target="/ppt/slides/slide8.xml" Id="R816000892d85481d" /><Relationship Type="http://schemas.openxmlformats.org/officeDocument/2006/relationships/slide" Target="/ppt/slides/slide9.xml" Id="R96a6f16e369446cf" /><Relationship Type="http://schemas.openxmlformats.org/officeDocument/2006/relationships/slide" Target="/ppt/slides/slide10.xml" Id="R6a89f33bf8a146ee" /><Relationship Type="http://schemas.openxmlformats.org/officeDocument/2006/relationships/slide" Target="/ppt/slides/slide11.xml" Id="Rd60c9d03ee4f465f" /><Relationship Type="http://schemas.openxmlformats.org/officeDocument/2006/relationships/slide" Target="/ppt/slides/slide12.xml" Id="Rac9119647a714e6a" /><Relationship Type="http://schemas.openxmlformats.org/officeDocument/2006/relationships/slide" Target="/ppt/slides/slide13.xml" Id="R9e5d497b979c4acc" /><Relationship Type="http://schemas.openxmlformats.org/officeDocument/2006/relationships/slide" Target="/ppt/slides/slide14.xml" Id="Rfb178deb2d1e4f67" /><Relationship Type="http://schemas.openxmlformats.org/officeDocument/2006/relationships/slide" Target="/ppt/slides/slide15.xml" Id="R74cf261cb21a40e0" /><Relationship Type="http://schemas.openxmlformats.org/officeDocument/2006/relationships/slide" Target="/ppt/slides/slide16.xml" Id="Rde81b2b53b3246d3" /><Relationship Type="http://schemas.openxmlformats.org/officeDocument/2006/relationships/slide" Target="/ppt/slides/slide17.xml" Id="Rf81095c683b84ea9" /><Relationship Type="http://schemas.openxmlformats.org/officeDocument/2006/relationships/slide" Target="/ppt/slides/slide18.xml" Id="R15cdc04505fe4518" /><Relationship Type="http://schemas.openxmlformats.org/officeDocument/2006/relationships/slide" Target="/ppt/slides/slide19.xml" Id="R1b651938ab5c4d0f" /><Relationship Type="http://schemas.openxmlformats.org/officeDocument/2006/relationships/slide" Target="/ppt/slides/slide20.xml" Id="R4b4d88329cf2483d" /><Relationship Type="http://schemas.openxmlformats.org/officeDocument/2006/relationships/slide" Target="/ppt/slides/slide21.xml" Id="Ree65a4dbc4864bf8" /><Relationship Type="http://schemas.openxmlformats.org/officeDocument/2006/relationships/slide" Target="/ppt/slides/slide22.xml" Id="R049ce843600a4d45" /><Relationship Type="http://schemas.openxmlformats.org/officeDocument/2006/relationships/slide" Target="/ppt/slides/slide23.xml" Id="Rb211b0a8a25449d7" /><Relationship Type="http://schemas.openxmlformats.org/officeDocument/2006/relationships/slide" Target="/ppt/slides/slide24.xml" Id="R20809b37a2fe47c3" /><Relationship Type="http://schemas.openxmlformats.org/officeDocument/2006/relationships/slide" Target="/ppt/slides/slide25.xml" Id="R8776e9006c25416f" /><Relationship Type="http://schemas.openxmlformats.org/officeDocument/2006/relationships/slide" Target="/ppt/slides/slide26.xml" Id="Rf6e9af291a964957" /><Relationship Type="http://schemas.openxmlformats.org/officeDocument/2006/relationships/slide" Target="/ppt/slides/slide27.xml" Id="R3a4046a64b2e4c29" /><Relationship Type="http://schemas.openxmlformats.org/officeDocument/2006/relationships/slide" Target="/ppt/slides/slide28.xml" Id="R263094e8626d4efc" /><Relationship Type="http://schemas.openxmlformats.org/officeDocument/2006/relationships/slide" Target="/ppt/slides/slide29.xml" Id="Re048a7c1e2c24296" /><Relationship Type="http://schemas.openxmlformats.org/officeDocument/2006/relationships/slide" Target="/ppt/slides/slide30.xml" Id="R0b281abd5fc74ff2" /><Relationship Type="http://schemas.openxmlformats.org/officeDocument/2006/relationships/slide" Target="/ppt/slides/slide31.xml" Id="Reb38bfd37f5c446d" /><Relationship Type="http://schemas.openxmlformats.org/officeDocument/2006/relationships/slide" Target="/ppt/slides/slide32.xml" Id="Rcfe6a631f9cb4f2c" /><Relationship Type="http://schemas.openxmlformats.org/officeDocument/2006/relationships/slide" Target="/ppt/slides/slide33.xml" Id="Re14aaf9a431643f7" /><Relationship Type="http://schemas.openxmlformats.org/officeDocument/2006/relationships/slide" Target="/ppt/slides/slide34.xml" Id="R56c989329ff44439" /><Relationship Type="http://schemas.openxmlformats.org/officeDocument/2006/relationships/slide" Target="/ppt/slides/slide35.xml" Id="R3c70b6fde2144e21" /><Relationship Type="http://schemas.openxmlformats.org/officeDocument/2006/relationships/slide" Target="/ppt/slides/slide36.xml" Id="Re9cf2ac30b014bd7" /><Relationship Type="http://schemas.openxmlformats.org/officeDocument/2006/relationships/slide" Target="/ppt/slides/slide37.xml" Id="R84f482d0e52544ac" /><Relationship Type="http://schemas.openxmlformats.org/officeDocument/2006/relationships/slide" Target="/ppt/slides/slide38.xml" Id="R337508e717d14ef7" /><Relationship Type="http://schemas.openxmlformats.org/officeDocument/2006/relationships/slide" Target="/ppt/slides/slide39.xml" Id="R974399dba1844796" /><Relationship Type="http://schemas.openxmlformats.org/officeDocument/2006/relationships/slide" Target="/ppt/slides/slide40.xml" Id="R22a0672929eb4aef" /><Relationship Type="http://schemas.openxmlformats.org/officeDocument/2006/relationships/slide" Target="/ppt/slides/slide41.xml" Id="R190cb6fac34f44fa" /><Relationship Type="http://schemas.openxmlformats.org/officeDocument/2006/relationships/slide" Target="/ppt/slides/slide42.xml" Id="R4543817d9a29435f" /><Relationship Type="http://schemas.openxmlformats.org/officeDocument/2006/relationships/slide" Target="/ppt/slides/slide43.xml" Id="Ra62d655c48c04021" /><Relationship Type="http://schemas.openxmlformats.org/officeDocument/2006/relationships/slide" Target="/ppt/slides/slide44.xml" Id="Rf42a30325b8b42fa" /><Relationship Type="http://schemas.openxmlformats.org/officeDocument/2006/relationships/slide" Target="/ppt/slides/slide45.xml" Id="R5a1bcd549cf14bc1" /><Relationship Type="http://schemas.openxmlformats.org/officeDocument/2006/relationships/slide" Target="/ppt/slides/slide46.xml" Id="Ra47e8168f4a24667" /><Relationship Type="http://schemas.openxmlformats.org/officeDocument/2006/relationships/slide" Target="/ppt/slides/slide47.xml" Id="R736c462bf0a54f83" /><Relationship Type="http://schemas.openxmlformats.org/officeDocument/2006/relationships/slide" Target="/ppt/slides/slide48.xml" Id="R538c95171b524e12" /><Relationship Type="http://schemas.openxmlformats.org/officeDocument/2006/relationships/slide" Target="/ppt/slides/slide49.xml" Id="Rdc6329a80a024aa6" /><Relationship Type="http://schemas.openxmlformats.org/officeDocument/2006/relationships/slide" Target="/ppt/slides/slide50.xml" Id="R832105f8c1754ff8" /><Relationship Type="http://schemas.openxmlformats.org/officeDocument/2006/relationships/slide" Target="/ppt/slides/slide51.xml" Id="R0c2f57957c1747ce" /><Relationship Type="http://schemas.openxmlformats.org/officeDocument/2006/relationships/slide" Target="/ppt/slides/slide52.xml" Id="R330b4a2d01d84c7f" /><Relationship Type="http://schemas.openxmlformats.org/officeDocument/2006/relationships/slide" Target="/ppt/slides/slide53.xml" Id="Rb39f7d4612b241ca" /><Relationship Type="http://schemas.openxmlformats.org/officeDocument/2006/relationships/slide" Target="/ppt/slides/slide54.xml" Id="Ra26c61343fc849ca" /><Relationship Type="http://schemas.openxmlformats.org/officeDocument/2006/relationships/slide" Target="/ppt/slides/slide55.xml" Id="Ra9afbce6597a404d" /><Relationship Type="http://schemas.openxmlformats.org/officeDocument/2006/relationships/slide" Target="/ppt/slides/slide56.xml" Id="R3cb8c66af569417d" /><Relationship Type="http://schemas.openxmlformats.org/officeDocument/2006/relationships/slide" Target="/ppt/slides/slide57.xml" Id="R19ff022b08624647" /><Relationship Type="http://schemas.openxmlformats.org/officeDocument/2006/relationships/slide" Target="/ppt/slides/slide58.xml" Id="R7f1eb894c12e4764" /><Relationship Type="http://schemas.openxmlformats.org/officeDocument/2006/relationships/slide" Target="/ppt/slides/slide59.xml" Id="Rf547adba3fce4581" /><Relationship Type="http://schemas.openxmlformats.org/officeDocument/2006/relationships/slide" Target="/ppt/slides/slide60.xml" Id="Rc7802c6d55d6492d" /><Relationship Type="http://schemas.openxmlformats.org/officeDocument/2006/relationships/slide" Target="/ppt/slides/slide61.xml" Id="Ra6da230418af436d" /><Relationship Type="http://schemas.openxmlformats.org/officeDocument/2006/relationships/slide" Target="/ppt/slides/slide62.xml" Id="R25a98a56844a49a6" /><Relationship Type="http://schemas.openxmlformats.org/officeDocument/2006/relationships/slide" Target="/ppt/slides/slide63.xml" Id="Rc27e60ce067a4122" /><Relationship Type="http://schemas.openxmlformats.org/officeDocument/2006/relationships/slide" Target="/ppt/slides/slide64.xml" Id="R4294c25ea66f4fe0" /><Relationship Type="http://schemas.openxmlformats.org/officeDocument/2006/relationships/slide" Target="/ppt/slides/slide65.xml" Id="R17807a2ef97b444c" /><Relationship Type="http://schemas.openxmlformats.org/officeDocument/2006/relationships/slide" Target="/ppt/slides/slide66.xml" Id="Rfefaeaeed7aa4558" /><Relationship Type="http://schemas.openxmlformats.org/officeDocument/2006/relationships/slide" Target="/ppt/slides/slide67.xml" Id="R0e03d46b9864423f" /><Relationship Type="http://schemas.openxmlformats.org/officeDocument/2006/relationships/slide" Target="/ppt/slides/slide68.xml" Id="R933ae99227da4746" /><Relationship Type="http://schemas.openxmlformats.org/officeDocument/2006/relationships/slide" Target="/ppt/slides/slide69.xml" Id="Re65cbafb86c04e93" /><Relationship Type="http://schemas.openxmlformats.org/officeDocument/2006/relationships/slide" Target="/ppt/slides/slide70.xml" Id="R9752922c808d4482" /><Relationship Type="http://schemas.openxmlformats.org/officeDocument/2006/relationships/slide" Target="/ppt/slides/slide71.xml" Id="R8c7ba584b32f4e7c" /><Relationship Type="http://schemas.openxmlformats.org/officeDocument/2006/relationships/slide" Target="/ppt/slides/slide72.xml" Id="R7dc855dbfad3487a" /><Relationship Type="http://schemas.openxmlformats.org/officeDocument/2006/relationships/slide" Target="/ppt/slides/slide73.xml" Id="Rb75d7b5887bb4b9f" /><Relationship Type="http://schemas.openxmlformats.org/officeDocument/2006/relationships/slide" Target="/ppt/slides/slide74.xml" Id="R7f240b8e05da4a2c" /><Relationship Type="http://schemas.openxmlformats.org/officeDocument/2006/relationships/slide" Target="/ppt/slides/slide75.xml" Id="R8cecb3f992f74969" /><Relationship Type="http://schemas.openxmlformats.org/officeDocument/2006/relationships/slide" Target="/ppt/slides/slide76.xml" Id="R11b25a8221a34ca0" /><Relationship Type="http://schemas.openxmlformats.org/officeDocument/2006/relationships/slide" Target="/ppt/slides/slide77.xml" Id="R0b35b6fbc9a84148" /><Relationship Type="http://schemas.openxmlformats.org/officeDocument/2006/relationships/slide" Target="/ppt/slides/slide78.xml" Id="R7e257a04f4b5449d" /><Relationship Type="http://schemas.openxmlformats.org/officeDocument/2006/relationships/slide" Target="/ppt/slides/slide79.xml" Id="Re9f40c9edbd24819" /><Relationship Type="http://schemas.openxmlformats.org/officeDocument/2006/relationships/slide" Target="/ppt/slides/slide80.xml" Id="R069cdea5c1a0446c" /><Relationship Type="http://schemas.openxmlformats.org/officeDocument/2006/relationships/slide" Target="/ppt/slides/slide81.xml" Id="R6565462ebf0d479c" /><Relationship Type="http://schemas.openxmlformats.org/officeDocument/2006/relationships/slide" Target="/ppt/slides/slide82.xml" Id="R252307582e4949e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d02b2d2aec84d0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6313b1a5af44f6b" /><Relationship Type="http://schemas.openxmlformats.org/officeDocument/2006/relationships/notesMaster" Target="/ppt/notesMasters/notesMaster1.xml" Id="R77e837dc63b0448c" /></Relationships>
</file>

<file path=ppt/notesSlides/_rels/notesSlide2.xml.rels>&#65279;<?xml version="1.0" encoding="utf-8"?><Relationships xmlns="http://schemas.openxmlformats.org/package/2006/relationships"><Relationship Type="http://schemas.openxmlformats.org/officeDocument/2006/relationships/slide" Target="/ppt/slides/slide2.xml" Id="R7f9bb2b7740b444d" /><Relationship Type="http://schemas.openxmlformats.org/officeDocument/2006/relationships/notesMaster" Target="/ppt/notesMasters/notesMaster1.xml" Id="Rfb754e9459ae4a6a" /></Relationships>
</file>

<file path=ppt/notesSlides/_rels/notesSlide3.xml.rels>&#65279;<?xml version="1.0" encoding="utf-8"?><Relationships xmlns="http://schemas.openxmlformats.org/package/2006/relationships"><Relationship Type="http://schemas.openxmlformats.org/officeDocument/2006/relationships/slide" Target="/ppt/slides/slide3.xml" Id="Rb56427cb7f254c63" /><Relationship Type="http://schemas.openxmlformats.org/officeDocument/2006/relationships/notesMaster" Target="/ppt/notesMasters/notesMaster1.xml" Id="Rb66e662193934687" /></Relationships>
</file>

<file path=ppt/notesSlides/_rels/notesSlide4.xml.rels>&#65279;<?xml version="1.0" encoding="utf-8"?><Relationships xmlns="http://schemas.openxmlformats.org/package/2006/relationships"><Relationship Type="http://schemas.openxmlformats.org/officeDocument/2006/relationships/slide" Target="/ppt/slides/slide4.xml" Id="R427fd0a132124156" /><Relationship Type="http://schemas.openxmlformats.org/officeDocument/2006/relationships/notesMaster" Target="/ppt/notesMasters/notesMaster1.xml" Id="R7ed3bfb446414c00" /></Relationships>
</file>

<file path=ppt/notesSlides/_rels/notesSlide5.xml.rels>&#65279;<?xml version="1.0" encoding="utf-8"?><Relationships xmlns="http://schemas.openxmlformats.org/package/2006/relationships"><Relationship Type="http://schemas.openxmlformats.org/officeDocument/2006/relationships/slide" Target="/ppt/slides/slide5.xml" Id="Re2d4ac60a98548be" /><Relationship Type="http://schemas.openxmlformats.org/officeDocument/2006/relationships/notesMaster" Target="/ppt/notesMasters/notesMaster1.xml" Id="R865dc49bb9f14260" /></Relationships>
</file>

<file path=ppt/notesSlides/_rels/notesSlide6.xml.rels>&#65279;<?xml version="1.0" encoding="utf-8"?><Relationships xmlns="http://schemas.openxmlformats.org/package/2006/relationships"><Relationship Type="http://schemas.openxmlformats.org/officeDocument/2006/relationships/slide" Target="/ppt/slides/slide6.xml" Id="Re5e2863887a9480a" /><Relationship Type="http://schemas.openxmlformats.org/officeDocument/2006/relationships/notesMaster" Target="/ppt/notesMasters/notesMaster1.xml" Id="Rf0b68dc7bd6a4dee" /></Relationships>
</file>

<file path=ppt/notesSlides/_rels/notesSlide7.xml.rels>&#65279;<?xml version="1.0" encoding="utf-8"?><Relationships xmlns="http://schemas.openxmlformats.org/package/2006/relationships"><Relationship Type="http://schemas.openxmlformats.org/officeDocument/2006/relationships/slide" Target="/ppt/slides/slide7.xml" Id="R0770620268034da5" /><Relationship Type="http://schemas.openxmlformats.org/officeDocument/2006/relationships/notesMaster" Target="/ppt/notesMasters/notesMaster1.xml" Id="R707ef742d2914017" /></Relationships>
</file>

<file path=ppt/notesSlides/_rels/notesSlide8.xml.rels>&#65279;<?xml version="1.0" encoding="utf-8"?><Relationships xmlns="http://schemas.openxmlformats.org/package/2006/relationships"><Relationship Type="http://schemas.openxmlformats.org/officeDocument/2006/relationships/slide" Target="/ppt/slides/slide8.xml" Id="Rc164d04b61e94800" /><Relationship Type="http://schemas.openxmlformats.org/officeDocument/2006/relationships/notesMaster" Target="/ppt/notesMasters/notesMaster1.xml" Id="R5c661b3418684084" /></Relationships>
</file>

<file path=ppt/notesSlides/_rels/notesSlide9.xml.rels>&#65279;<?xml version="1.0" encoding="utf-8"?><Relationships xmlns="http://schemas.openxmlformats.org/package/2006/relationships"><Relationship Type="http://schemas.openxmlformats.org/officeDocument/2006/relationships/slide" Target="/ppt/slides/slide9.xml" Id="R72402b806b044997" /><Relationship Type="http://schemas.openxmlformats.org/officeDocument/2006/relationships/notesMaster" Target="/ppt/notesMasters/notesMaster1.xml" Id="R3d413cffa801471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b31a2e0cfa34ede" /><Relationship Type="http://schemas.openxmlformats.org/officeDocument/2006/relationships/notesMaster" Target="/ppt/notesMasters/notesMaster1.xml" Id="R93f0dbfede70454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1632140015c4470" /><Relationship Type="http://schemas.openxmlformats.org/officeDocument/2006/relationships/notesMaster" Target="/ppt/notesMasters/notesMaster1.xml" Id="Rc294b52d6fee40d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6e66e6e35484ac3" /><Relationship Type="http://schemas.openxmlformats.org/officeDocument/2006/relationships/notesMaster" Target="/ppt/notesMasters/notesMaster1.xml" Id="R3585073d770844b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61f3d86b73a45c0" /><Relationship Type="http://schemas.openxmlformats.org/officeDocument/2006/relationships/notesMaster" Target="/ppt/notesMasters/notesMaster1.xml" Id="R7a1f9767a1714e5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df9b866e4f048da" /><Relationship Type="http://schemas.openxmlformats.org/officeDocument/2006/relationships/notesMaster" Target="/ppt/notesMasters/notesMaster1.xml" Id="Rcf1fe99a961c4be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49c24c495b64e5b" /><Relationship Type="http://schemas.openxmlformats.org/officeDocument/2006/relationships/notesMaster" Target="/ppt/notesMasters/notesMaster1.xml" Id="R68091e88fff9485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1026d8bda5f4c1c" /><Relationship Type="http://schemas.openxmlformats.org/officeDocument/2006/relationships/notesMaster" Target="/ppt/notesMasters/notesMaster1.xml" Id="R65f0a1b30f8540e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00dba06c0124d92" /><Relationship Type="http://schemas.openxmlformats.org/officeDocument/2006/relationships/notesMaster" Target="/ppt/notesMasters/notesMaster1.xml" Id="R3c69c5a686854cd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5b77ce03d364435" /><Relationship Type="http://schemas.openxmlformats.org/officeDocument/2006/relationships/notesMaster" Target="/ppt/notesMasters/notesMaster1.xml" Id="Re7ca1b4b8a46484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2618e19647a4a5a" /><Relationship Type="http://schemas.openxmlformats.org/officeDocument/2006/relationships/notesMaster" Target="/ppt/notesMasters/notesMaster1.xml" Id="R132a40b273ef44b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39f8b2435bd4a8e" /><Relationship Type="http://schemas.openxmlformats.org/officeDocument/2006/relationships/notesMaster" Target="/ppt/notesMasters/notesMaster1.xml" Id="R10d643f376904be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ad2e094ce1042c4" /><Relationship Type="http://schemas.openxmlformats.org/officeDocument/2006/relationships/notesMaster" Target="/ppt/notesMasters/notesMaster1.xml" Id="R83164d88670341b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5a0f6da39d64ff3" /><Relationship Type="http://schemas.openxmlformats.org/officeDocument/2006/relationships/notesMaster" Target="/ppt/notesMasters/notesMaster1.xml" Id="Rff462d5ff5bf4269"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3306bd08cd584686" /><Relationship Type="http://schemas.openxmlformats.org/officeDocument/2006/relationships/notesMaster" Target="/ppt/notesMasters/notesMaster1.xml" Id="R7f2915641a7f411c"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aaee0bfd0cb471a" /><Relationship Type="http://schemas.openxmlformats.org/officeDocument/2006/relationships/notesMaster" Target="/ppt/notesMasters/notesMaster1.xml" Id="Rc1ae4ad0250641bf"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7f0fa76243e64b34" /><Relationship Type="http://schemas.openxmlformats.org/officeDocument/2006/relationships/notesMaster" Target="/ppt/notesMasters/notesMaster1.xml" Id="R5bb640f658cd4836"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bb0e8e5c3b9e4676" /><Relationship Type="http://schemas.openxmlformats.org/officeDocument/2006/relationships/notesMaster" Target="/ppt/notesMasters/notesMaster1.xml" Id="R7e2be7da59a0401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f860253e7044804" /><Relationship Type="http://schemas.openxmlformats.org/officeDocument/2006/relationships/notesMaster" Target="/ppt/notesMasters/notesMaster1.xml" Id="R1946a267ee654090"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58819b0af5c4563" /><Relationship Type="http://schemas.openxmlformats.org/officeDocument/2006/relationships/notesMaster" Target="/ppt/notesMasters/notesMaster1.xml" Id="Re58eab42d93a496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177565321d874c95" /><Relationship Type="http://schemas.openxmlformats.org/officeDocument/2006/relationships/notesMaster" Target="/ppt/notesMasters/notesMaster1.xml" Id="Rc4aa99c26b6d47c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f4f5e44fcbc242d4" /><Relationship Type="http://schemas.openxmlformats.org/officeDocument/2006/relationships/notesMaster" Target="/ppt/notesMasters/notesMaster1.xml" Id="R2ea543a6328f47ad"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ab1a864095f042e0" /><Relationship Type="http://schemas.openxmlformats.org/officeDocument/2006/relationships/notesMaster" Target="/ppt/notesMasters/notesMaster1.xml" Id="R66911ec827e84809"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e21e19baeb8f4f07" /><Relationship Type="http://schemas.openxmlformats.org/officeDocument/2006/relationships/notesMaster" Target="/ppt/notesMasters/notesMaster1.xml" Id="R6602a975d3a44f21"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bcda2095b7b64747" /><Relationship Type="http://schemas.openxmlformats.org/officeDocument/2006/relationships/notesMaster" Target="/ppt/notesMasters/notesMaster1.xml" Id="R60fcba28fa9b4c49"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0cd193f2e0e44303" /><Relationship Type="http://schemas.openxmlformats.org/officeDocument/2006/relationships/notesMaster" Target="/ppt/notesMasters/notesMaster1.xml" Id="Ra924d442946944be"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f58b41b6ff91420d" /><Relationship Type="http://schemas.openxmlformats.org/officeDocument/2006/relationships/notesMaster" Target="/ppt/notesMasters/notesMaster1.xml" Id="R08561daa2125413e"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530ab921a3864e32" /><Relationship Type="http://schemas.openxmlformats.org/officeDocument/2006/relationships/notesMaster" Target="/ppt/notesMasters/notesMaster1.xml" Id="Re227328001254b68"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8614ee2f929c486e" /><Relationship Type="http://schemas.openxmlformats.org/officeDocument/2006/relationships/notesMaster" Target="/ppt/notesMasters/notesMaster1.xml" Id="Rb891f45ce60f42d1"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23f30327fdea4c54" /><Relationship Type="http://schemas.openxmlformats.org/officeDocument/2006/relationships/notesMaster" Target="/ppt/notesMasters/notesMaster1.xml" Id="Ra6747f74ae4c41fa"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6cfcf3c2fb724980" /><Relationship Type="http://schemas.openxmlformats.org/officeDocument/2006/relationships/notesMaster" Target="/ppt/notesMasters/notesMaster1.xml" Id="Rf5c2ba810bbc4e6f"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e6531e5bcf3e4881" /><Relationship Type="http://schemas.openxmlformats.org/officeDocument/2006/relationships/notesMaster" Target="/ppt/notesMasters/notesMaster1.xml" Id="R4e0e1859c3714e29"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9e1f24d8661c4477" /><Relationship Type="http://schemas.openxmlformats.org/officeDocument/2006/relationships/notesMaster" Target="/ppt/notesMasters/notesMaster1.xml" Id="R3618c8c3f6ea4977"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3fa0c4b2b32440b0" /><Relationship Type="http://schemas.openxmlformats.org/officeDocument/2006/relationships/notesMaster" Target="/ppt/notesMasters/notesMaster1.xml" Id="R8126a119bcb64eb5"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771c0df9733b48d9" /><Relationship Type="http://schemas.openxmlformats.org/officeDocument/2006/relationships/notesMaster" Target="/ppt/notesMasters/notesMaster1.xml" Id="R807e92b05901495f"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6ae9e5a397a24553" /><Relationship Type="http://schemas.openxmlformats.org/officeDocument/2006/relationships/notesMaster" Target="/ppt/notesMasters/notesMaster1.xml" Id="R5c930e697a684ec9"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fdfe2993a9564c75" /><Relationship Type="http://schemas.openxmlformats.org/officeDocument/2006/relationships/notesMaster" Target="/ppt/notesMasters/notesMaster1.xml" Id="R74450038c9a94118"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9332d515a2414b36" /><Relationship Type="http://schemas.openxmlformats.org/officeDocument/2006/relationships/notesMaster" Target="/ppt/notesMasters/notesMaster1.xml" Id="Radbe19e0004f4221"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f962d2f4133c4350" /><Relationship Type="http://schemas.openxmlformats.org/officeDocument/2006/relationships/notesMaster" Target="/ppt/notesMasters/notesMaster1.xml" Id="Re91bfb48a2fe42b4"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8160ac131f254b98" /><Relationship Type="http://schemas.openxmlformats.org/officeDocument/2006/relationships/notesMaster" Target="/ppt/notesMasters/notesMaster1.xml" Id="R017ab3d736714152"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b5ef2068020c4310" /><Relationship Type="http://schemas.openxmlformats.org/officeDocument/2006/relationships/notesMaster" Target="/ppt/notesMasters/notesMaster1.xml" Id="R343599b48c9145ba"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a70191b79baa4653" /><Relationship Type="http://schemas.openxmlformats.org/officeDocument/2006/relationships/notesMaster" Target="/ppt/notesMasters/notesMaster1.xml" Id="R7524a989c28d492a"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39cec109f8a749fd" /><Relationship Type="http://schemas.openxmlformats.org/officeDocument/2006/relationships/notesMaster" Target="/ppt/notesMasters/notesMaster1.xml" Id="Ref603d753e144307"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423f528193d5486b" /><Relationship Type="http://schemas.openxmlformats.org/officeDocument/2006/relationships/notesMaster" Target="/ppt/notesMasters/notesMaster1.xml" Id="Rd12912399e514b65"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0b9adbee4c3b4487" /><Relationship Type="http://schemas.openxmlformats.org/officeDocument/2006/relationships/notesMaster" Target="/ppt/notesMasters/notesMaster1.xml" Id="Rf82ae77677d140fe"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5c8e50246bdb4c00" /><Relationship Type="http://schemas.openxmlformats.org/officeDocument/2006/relationships/notesMaster" Target="/ppt/notesMasters/notesMaster1.xml" Id="R7036bdfd8457485e"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a936c62c425c470a" /><Relationship Type="http://schemas.openxmlformats.org/officeDocument/2006/relationships/notesMaster" Target="/ppt/notesMasters/notesMaster1.xml" Id="R0387276db95f4f81"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f4cfc9b8b5e243cd" /><Relationship Type="http://schemas.openxmlformats.org/officeDocument/2006/relationships/notesMaster" Target="/ppt/notesMasters/notesMaster1.xml" Id="Rf8ed27f54e93493e"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4f81e1b873804040" /><Relationship Type="http://schemas.openxmlformats.org/officeDocument/2006/relationships/notesMaster" Target="/ppt/notesMasters/notesMaster1.xml" Id="R273d5559fe7f43e2"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271ecc6ba57146a7" /><Relationship Type="http://schemas.openxmlformats.org/officeDocument/2006/relationships/notesMaster" Target="/ppt/notesMasters/notesMaster1.xml" Id="R9074993e2d844cbb"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83dc6f7a8ec74906" /><Relationship Type="http://schemas.openxmlformats.org/officeDocument/2006/relationships/notesMaster" Target="/ppt/notesMasters/notesMaster1.xml" Id="R876b0ae9b08640f2"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c56e63662e0143ba" /><Relationship Type="http://schemas.openxmlformats.org/officeDocument/2006/relationships/notesMaster" Target="/ppt/notesMasters/notesMaster1.xml" Id="R71b51e19cbde49bd"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3972dc3a716448a4" /><Relationship Type="http://schemas.openxmlformats.org/officeDocument/2006/relationships/notesMaster" Target="/ppt/notesMasters/notesMaster1.xml" Id="R45b816e73cf843ea"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e4cb346202224328" /><Relationship Type="http://schemas.openxmlformats.org/officeDocument/2006/relationships/notesMaster" Target="/ppt/notesMasters/notesMaster1.xml" Id="R8ff33ebe40ec472b"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41504e23a842455b" /><Relationship Type="http://schemas.openxmlformats.org/officeDocument/2006/relationships/notesMaster" Target="/ppt/notesMasters/notesMaster1.xml" Id="R5adf120729924b88"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a7910ecf2dc8405e" /><Relationship Type="http://schemas.openxmlformats.org/officeDocument/2006/relationships/notesMaster" Target="/ppt/notesMasters/notesMaster1.xml" Id="R9efe70cabd38416a"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4b8572e1bb7243d7" /><Relationship Type="http://schemas.openxmlformats.org/officeDocument/2006/relationships/notesMaster" Target="/ppt/notesMasters/notesMaster1.xml" Id="Rfcd2528a4bd34720"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c5e8f44d787c4617" /><Relationship Type="http://schemas.openxmlformats.org/officeDocument/2006/relationships/notesMaster" Target="/ppt/notesMasters/notesMaster1.xml" Id="R0c7188678ba44bba"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cc20924a8ab64782" /><Relationship Type="http://schemas.openxmlformats.org/officeDocument/2006/relationships/notesMaster" Target="/ppt/notesMasters/notesMaster1.xml" Id="R1b2cf0469ed54b6f"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c2615d482b694ac5" /><Relationship Type="http://schemas.openxmlformats.org/officeDocument/2006/relationships/notesMaster" Target="/ppt/notesMasters/notesMaster1.xml" Id="R77a8a49465934149"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42deee688ff14046" /><Relationship Type="http://schemas.openxmlformats.org/officeDocument/2006/relationships/notesMaster" Target="/ppt/notesMasters/notesMaster1.xml" Id="Rdf28e3927e624046"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7e3b30d58dab4350" /><Relationship Type="http://schemas.openxmlformats.org/officeDocument/2006/relationships/notesMaster" Target="/ppt/notesMasters/notesMaster1.xml" Id="R3933c16905b04c41"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3127090558b24f90" /><Relationship Type="http://schemas.openxmlformats.org/officeDocument/2006/relationships/notesMaster" Target="/ppt/notesMasters/notesMaster1.xml" Id="R9d3f2adf9f5247c8"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2e643b54ebf04ba4" /><Relationship Type="http://schemas.openxmlformats.org/officeDocument/2006/relationships/notesMaster" Target="/ppt/notesMasters/notesMaster1.xml" Id="R025776fa6b4344a8"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89382fc7eaa34c04" /><Relationship Type="http://schemas.openxmlformats.org/officeDocument/2006/relationships/notesMaster" Target="/ppt/notesMasters/notesMaster1.xml" Id="R661c64e57d09466f"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b027b2e583984e88" /><Relationship Type="http://schemas.openxmlformats.org/officeDocument/2006/relationships/notesMaster" Target="/ppt/notesMasters/notesMaster1.xml" Id="Rde0f356bb34348bf"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ab983692b97343de" /><Relationship Type="http://schemas.openxmlformats.org/officeDocument/2006/relationships/notesMaster" Target="/ppt/notesMasters/notesMaster1.xml" Id="R7b491f07a8c54131"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50f3df92834649af" /><Relationship Type="http://schemas.openxmlformats.org/officeDocument/2006/relationships/notesMaster" Target="/ppt/notesMasters/notesMaster1.xml" Id="R4806566c646b48b5"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8524a2aef7e04e66" /><Relationship Type="http://schemas.openxmlformats.org/officeDocument/2006/relationships/notesMaster" Target="/ppt/notesMasters/notesMaster1.xml" Id="Rc4022ff5315a4288"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72169f96201e4ef6" /><Relationship Type="http://schemas.openxmlformats.org/officeDocument/2006/relationships/notesMaster" Target="/ppt/notesMasters/notesMaster1.xml" Id="R9bc6c7f680b34b5c"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d035fadf11c94acc" /><Relationship Type="http://schemas.openxmlformats.org/officeDocument/2006/relationships/notesMaster" Target="/ppt/notesMasters/notesMaster1.xml" Id="Rfb79681be09a430a"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ca57c056d7ad4499" /><Relationship Type="http://schemas.openxmlformats.org/officeDocument/2006/relationships/notesMaster" Target="/ppt/notesMasters/notesMaster1.xml" Id="R7766a56cb70b4fa5"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04308ee5cc5e4510" /><Relationship Type="http://schemas.openxmlformats.org/officeDocument/2006/relationships/notesMaster" Target="/ppt/notesMasters/notesMaster1.xml" Id="R46c6071249b24bd5"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1938f56f6fba42cc" /><Relationship Type="http://schemas.openxmlformats.org/officeDocument/2006/relationships/notesMaster" Target="/ppt/notesMasters/notesMaster1.xml" Id="R3f84fdcf411445a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“같은 Repository를 보더라도 Agent가 원하는 결과까지 자동으로 알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제조 검사 Task 질문을 회수하고, 프롬프트 입력창 형태의 “filter 성능 개선해줘”를 읽는다. 현재 제품의 실제 대화창·실행 기록이 아니라 재구성한 교육용 요청임을 밝힌다.</a:t>
            </a:r>
          </a:p>
          <a:p xmlns:a="http://schemas.openxmlformats.org/drawingml/2006/main">
            <a:r>
              <a:t>2. **UNSET DECISIONS (1:30–4:00):** 오른쪽의 바꿀 것·보존할 것·완료 근거와 “무엇을 바꿀까?”, “무엇을 그대로 지킬까?”, “무엇을 보면 끝났다고 할까?” 세 질문을 순서대로 가리킨다. Agent 삽화는 답할 정보가 남아 있는 상태를 상징한다. 답을 채우거나 Agent가 판단 능력이 없다고 설명하지 않는다.</a:t>
            </a:r>
          </a:p>
          <a:p xmlns:a="http://schemas.openxmlformats.org/drawingml/2006/main">
            <a:r>
              <a:t>3. **COST CONCEPT (4:00–5:30):** 탐색·재시도가 길어질 때 토큰 소모와 작업 시간도 커질 수 있다는 두 PNG 개념 삽화를 짚는다. 실제 수치·증가 배율·기하급수 법칙·측정 곡선으로 읽지 않는다. 실제 Agent는 필요한 정보를 먼저 되물을 수도 있다.</a:t>
            </a:r>
          </a:p>
          <a:p xmlns:a="http://schemas.openxmlformats.org/drawingml/2006/main">
            <a:r>
              <a:t>4. **NARROW THE CASE (5:30–7:00):** Repository 접근만으로 세 결정을 정할 수 있는지 묻고, 앞서 조사한 crop 사례로 S12에 연결한다. 특정 제품의 실패·속도·토큰 사용 결과로 말하지 않는다.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“남은 결정을 더 분명히 보기 위해, 앞서 조사한 crop 사례로 좁혀 보겠습니다.”라고 S12의 교육용 요청 예시로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비용 그림을 측정 그래프나 실제 멈춘 Agent 화면으로 대체하지 않는다. 최신 렌더·내장 Notes/PNG 정합성은 production/evaluation/S11_RESOURCE_GRAPH_REVISION.md를 따른다.</a:t>
            </a:r>
          </a:p>
          <a:p xmlns:a="http://schemas.openxmlformats.org/drawingml/2006/main">
            <a:r>
              <a:t/>
            </a:r>
          </a:p>
          <a:p xmlns:a="http://schemas.openxmlformats.org/drawingml/2006/main">
            <a:r>
              <a:t>Validation Status: REVIEWED — DEC-0040의 생성 PNG와 비용 개념·배치·근거 경계를 대조했다. 최종 PPT·내장 Notes·렌더 정합성은 production/evaluation/S11_RESOURCE_GRAPH_REVISION.md에 기록한다. Windows PowerPoint·발표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crop을 고쳐 달라는 같은 요청에는 어떤 선택이 남아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REQUEST (0:00–0:30):** 프롬프트 입력창의 “crop test 고쳐줘”를 읽고 같은 Agent·같은 요청을 조건으로 고정한다. 이는 교육용으로 재구성한 요청이며 실제 TRIAL-002 Prompt가 아니다.</a:t>
            </a:r>
          </a:p>
          <a:p xmlns:a="http://schemas.openxmlformats.org/drawingml/2006/main">
            <a:r>
              <a:t>2. **POSSIBLE TIMELINES (0:30–1:20):** 오른쪽 세로 질문과 병렬 경로를 위에서 아래로 짚는다. 테스트를 바꿀까, 구현을 바꿀까, 먼저 확인 질문을 할까의 세 해석이다. 서로 다른 실행 결과를 관찰했다거나 Subagent가 동시에 실행됐다는 뜻이 아니다. 동일 요청에도 선택할 여지가 남았다는 교육용 가능성만 보여준다.</a:t>
            </a:r>
          </a:p>
          <a:p xmlns:a="http://schemas.openxmlformats.org/drawingml/2006/main">
            <a:r>
              <a:t>3. **MISSING INFORMATION (1:20–2:00):** 아래 목표의 세부·보존 조건·수정 범위·확인 근거·완료 조건의 미정 정보를 짚는다. 다음 장에서는 이를 요청에 넣었을 때 원하는 경로를 어떻게 명시하는지 본다고 S13으로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새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청중 응답 없이 진행하며 경로를 실제 실행 캡처나 관찰된 선택으로 설명하지 않는다. 경로·렌더 일치는 새 제작 평가에서 확인한다.</a:t>
            </a:r>
          </a:p>
          <a:p xmlns:a="http://schemas.openxmlformats.org/drawingml/2006/main">
            <a:r>
              <a:t/>
            </a:r>
          </a:p>
          <a:p xmlns:a="http://schemas.openxmlformats.org/drawingml/2006/main">
            <a:r>
              <a:t>Validation Status: ALIGNED — DEC-0038의 병렬 가능 경로·미정 정보·2분 운영을 정렬했다. 실제 렌더·내장 Notes 대조는 production/evaluation/PROMPT_TIMELINE_REVISION.md에서 별도로 기록한다. Windows PowerPoint·발표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“어떤 경로를 원한다는 뜻인지, 이 요청에서는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**FILL THE REQUEST (0:00–0:45):** S12의 아래 다섯 미정 정보를 채운 프롬프트를 읽는다. 목표: crop(1, 3)은 열 1·2, 폭 2. 보존: 끝 좌표 제외 명세·테스트 기대값. 범위: crop 구현만 최소 수정. 확인: 집중·전체 Test + CLI smoke + diff. 완료: 결과·검증·미확인 사항 보고. 이는 교육용 작성 예시이며 실제 Trial 원문이 아니다.</a:t>
            </a:r>
          </a:p>
          <a:p xmlns:a="http://schemas.openxmlformats.org/drawingml/2006/main">
            <a:r>
              <a:t>2. **DESIRED PATH (0:45–1:30):** 같은 Agent·같은 세 시간선에서 “구현을 명세에 맞춤” 경로를 강조하고 나머지는 옅게 남긴다. 사람이 원한 경로를 요청으로 고정했다는 뜻이며 Agent가 반드시 그 경로를 실행한다거나 정답이 보장됐다는 뜻은 아니다. 결과와 검사 근거를 계속 확인해야 한다.</a:t>
            </a:r>
          </a:p>
          <a:p xmlns:a="http://schemas.openxmlformats.org/drawingml/2006/main">
            <a:r>
              <a:t>3. **GENERALIZE (1:30–2:00):** 구체 예시는 여기서 끝내고, 다른 요청에도 어떤 질문을 먼저 정해야 하는지 S14의 다섯 질문으로 일반화한다. 다음 Task Specification의 항목을 이 장에서 새로 강의하지 않는다.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“고쳐줘”에 어떤 결과를 원하고 무엇을 그대로 둘지 적으면 원하는 선택이 더 잘 드러난다. 요청을 썼다고 검증이 끝나는 것은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“이번 예시에서 정한 정보를, 다른 요청에서도 개발자가 답할 질문으로 정리해 보겠습니다.”라고 S14의 일반 질문으로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경로 강조를 실제 실행 선택이나 PASS 결과로 설명하지 않는다. 새 파일이 확인되기 전에는 Fallback READY로 취급하지 않는다.</a:t>
            </a:r>
          </a:p>
          <a:p xmlns:a="http://schemas.openxmlformats.org/drawingml/2006/main">
            <a:r>
              <a:t/>
            </a:r>
          </a:p>
          <a:p xmlns:a="http://schemas.openxmlformats.org/drawingml/2006/main">
            <a:r>
              <a:t>Validation Status: ALIGNED — DEC-0038의 새 교육용 구체화 예시와 19개 필드를 작성했다. 실제 렌더·내장 Notes 대조는 production/evaluation/PROMPT_TIMELINE_REVISION.md에서 별도로 기록한다. Windows PowerPoint·발표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“이 요청을 보내기 전에 개발자인 나는 무엇을 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S13에서 구체화한 선택을 다른 요청에도 사용할 개발자의 질문으로 일반화한다. “무엇을 바꿀까?”와 “무엇을 유지할까?”를 짚는다.</a:t>
            </a:r>
          </a:p>
          <a:p xmlns:a="http://schemas.openxmlformats.org/drawingml/2006/main">
            <a:r>
              <a:t>2. (1:00–3:00) 허용 범위, 확인 근거, 완료 판단의 세 질문을 이어 읽는다. 앞 예시의 답을 반복하지 않고 다른 요청에서도 개발자가 판단할 질문으로 읽는다.</a:t>
            </a:r>
          </a:p>
          <a:p xmlns:a="http://schemas.openxmlformats.org/drawingml/2006/main">
            <a:r>
              <a:t>3. (3:00–4:00) 각자 익숙한 요청 하나를 떠올리는 조용한 Reflection으로 마친다. 요청문 작성이나 결과 공유를 시키지 않는다.</a:t>
            </a:r>
          </a:p>
          <a:p xmlns:a="http://schemas.openxmlformats.org/drawingml/2006/main">
            <a:r>
              <a:t/>
            </a:r>
          </a:p>
          <a:p xmlns:a="http://schemas.openxmlformats.org/drawingml/2006/main">
            <a:r>
              <a:t>화면 진행: 이 장은 앞의 구체 예시를 개발자가 판단할 다섯 질문으로 일반화하여 번호 순서로 따라간다. 마지막 질문에서 1분 Reflection을 분리하고, 답이나 작성 과제를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요청을 보내기 전에 바꿀 것, 지킬 것, 끝을 어떻게 볼지 묻는다.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“앞의 질문을 묶고, 필요한 사실과 작업 순서를 함께 명시하는 틀로 정리해 보겠습니다.”라고 S15의 Task Specification으로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정적 슬라이드 `production/ACT_1.pptx` S14 또는 `production/preview/act1/S14.png` 사용. 침묵은 정상 진행으로 본다.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“앞의 질문을 작업 요청에 담으려면 어떤 책임으로 정리할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화면 안내처럼 앞의 질문을 묶고 필요한 맥락과 작업 과정을 명시하는 이 과정의 모델로 Task Specification을 소개한다.</a:t>
            </a:r>
          </a:p>
          <a:p xmlns:a="http://schemas.openxmlformats.org/drawingml/2006/main">
            <a:r>
              <a:t>2. (0:45–3:15) 하나의 패널에서 목표·맥락·제약·과정·검증을 위에서 아래로 짚는다. 앞 장의 보존·허용 범위 질문은 제약으로, 확인 근거·완료 질문은 검증으로 묶어 읽는다. 작업에 필요한 사실은 맥락으로, 지킬 순서와 경계는 과정으로 함께 명시한다. 각 행이 어떤 미정을 줄이는지 한 문장씩 설명한다.</a:t>
            </a:r>
          </a:p>
          <a:p xmlns:a="http://schemas.openxmlformats.org/drawingml/2006/main">
            <a:r>
              <a:t>3. (3:15–4:00) 다섯 책임을 모두 길게 적으라는 뜻이 아니라 작업에 필요한 경계를 검토할 틀이라고 정리하고 S16로 간다.</a:t>
            </a:r>
          </a:p>
          <a:p xmlns:a="http://schemas.openxmlformats.org/drawingml/2006/main">
            <a:r>
              <a:t/>
            </a:r>
          </a:p>
          <a:p xmlns:a="http://schemas.openxmlformats.org/drawingml/2006/main">
            <a:r>
              <a:t>화면 진행: 이 장은 한 작업 요청에 다섯 책임을 묶는 구조를 보여준다. S14의 다섯 질문과 일대일 대응하는 표가 아니라 질문을 재구성하고 맥락·과정을 명시한 틀이다. 상단 안내 → 왼쪽 Task Specification → 오른쪽 행 순서로 읽는다.</a:t>
            </a:r>
          </a:p>
          <a:p xmlns:a="http://schemas.openxmlformats.org/drawingml/2006/main">
            <a:r>
              <a:t/>
            </a:r>
          </a:p>
          <a:p xmlns:a="http://schemas.openxmlformats.org/drawingml/2006/main">
            <a:r>
              <a:t>Evidence / Source: BEAT-005, CLM-0029, OQ-001, OQ-007. TEACHING_MODEL / CONCEPTUAL.</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요청에는 목표, 필요한 상황, 지켜야 할 경계, 작업 흐름, 확인 방법이 들어갈 수 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Slide 16에서 다섯 책임을 짧은 Before / After에 적용한다.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정적 슬라이드 `production/ACT_1.pptx` S15 또는 `production/preview/act1/S15.png` 사용.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“두 요청에서 실제로 달라진 정보는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왼쪽의 짧은 요청을 읽고 같은 crop 작업을 비교한다고 고정한다.</a:t>
            </a:r>
          </a:p>
          <a:p xmlns:a="http://schemas.openxmlformats.org/drawingml/2006/main">
            <a:r>
              <a:t>2. (2:00–5:00) 오른쪽에서 추가된 목표·맥락, 제약, 과정, 검증 정보를 순서대로 짚는다. 양쪽 모두 한국어 요청이며 영어라서 좋아졌다는 인상을 만들지 않는다.</a:t>
            </a:r>
          </a:p>
          <a:p xmlns:a="http://schemas.openxmlformats.org/drawingml/2006/main">
            <a:r>
              <a:t>3. (5:00–6:00) 하단 C++ 연결에서 출력·API/ABI 보존 범위와 Release 검증 조건도 작업 전에 정할 수 있음을 짧게 말한다.</a:t>
            </a:r>
          </a:p>
          <a:p xmlns:a="http://schemas.openxmlformats.org/drawingml/2006/main">
            <a:r>
              <a:t>4. (6:00–7:30 / Case) 검증 행을 구체 완료 조건으로 읽는다: Given 열 index가 0·1·2·3인 4열 합성 이미지, When `crop 1 3`, Then 원본 열 1·2만 포함하고 출력 폭은 2다. `crop 1 3`은 교육용 범위 표기이며 전체 함수 signature를 뜻하지 않는다. S05의 계약을 요청에 명시하는 교육용 재구성이며 실제 TRIAL-002 Prompt 원문은 아니다.</a:t>
            </a:r>
          </a:p>
          <a:p xmlns:a="http://schemas.openxmlformats.org/drawingml/2006/main">
            <a:r>
              <a:t>5. (7:30–9:00 / Case) 두 요청에서 어떤 정보가 추가됐는지 비교한다. 완료 조건이 드러났다는 점을 짚되 실제 약한/강한 Prompt 비교 실험이 아니며 길이 자체의 효과를 입증하지 않는다고 유지한다.</a:t>
            </a:r>
          </a:p>
          <a:p xmlns:a="http://schemas.openxmlformats.org/drawingml/2006/main">
            <a:r>
              <a:t/>
            </a:r>
          </a:p>
          <a:p xmlns:a="http://schemas.openxmlformats.org/drawingml/2006/main">
            <a:r>
              <a:t>화면 진행: 이 장은 실제로 더해진 정보의 비교다. 짧은 요청→추가한 네 행→하단 C++ 적용 순서로 가리킨다. Case에서는 검증 행의 4열 입력·crop 범위·출력 폭을 연결한다. 앞의 다섯 질문을 다시 나열하는 시간을 줄이고 보존 조건과 완료 근거가 드러난 위치를 짚는다.</a:t>
            </a:r>
          </a:p>
          <a:p xmlns:a="http://schemas.openxmlformats.org/drawingml/2006/main">
            <a:r>
              <a:t/>
            </a:r>
          </a:p>
          <a:p xmlns:a="http://schemas.openxmlformats.org/drawingml/2006/main">
            <a:r>
              <a:t>Evidence / Source: BEAT-005, TRIAL-002, CLM-0029, OQ-001, OQ-007. TEACHING_MODEL / CONCEPTUAL.</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긴 문장을 쓰는 것보다 바꿀 결과와 지킬 조건, 확인 방법을 드러내는 것이 도움이 되는 질문 틀이다.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구성 예시였습니다. 이제 과거 TRIAL-002에서 요청한 흐름과 기록된 행동을 살펴보겠습니다.”라고 실제 기록의 관찰 기준으로 이동한다.</a:t>
            </a:r>
          </a:p>
          <a:p xmlns:a="http://schemas.openxmlformats.org/drawingml/2006/main">
            <a:r>
              <a:t/>
            </a:r>
          </a:p>
          <a:p xmlns:a="http://schemas.openxmlformats.org/drawingml/2006/main">
            <a:r>
              <a:t>Time Management: After는 네 줄의 비교 축으로 한정한다. Lecture 6분과 Case 3분을 유지하며 기존 Case의 일반 비교 90초를 구체 완료 조건 해설로 교체한다. 전체 Trial Prompt나 코드 지시를 화면에 복사하지 않는다. 시간이 부족하면 C++ inset을 생략한다. 실제 시간 적합성은 리허설 전까지 UNVERIFIED다.</a:t>
            </a:r>
          </a:p>
          <a:p xmlns:a="http://schemas.openxmlformats.org/drawingml/2006/main">
            <a:r>
              <a:t/>
            </a:r>
          </a:p>
          <a:p xmlns:a="http://schemas.openxmlformats.org/drawingml/2006/main">
            <a:r>
              <a:t>Fallback: 정적 기본 경로 — 정적 비교 슬라이드 `production/ACT_1.pptx` S16 또는 `production/preview/act1/S16.png` 사용. Trial 결과로 대체하지 않는다.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먼저 무엇을 하는지 보자</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먼저 무엇을 하는지 보자</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이 한 번의 관찰에서는 재현, 조사, 계획, 수정, 검증 순서를 확인할 수 있다.</a:t>
            </a:r>
          </a:p>
          <a:p xmlns:a="http://schemas.openxmlformats.org/drawingml/2006/main">
            <a:r>
              <a:t/>
            </a:r>
          </a:p>
          <a:p xmlns:a="http://schemas.openxmlformats.org/drawingml/2006/main">
            <a:r>
              <a:t>Opening Question: “Prompt에 적은 순서와 실제 기록의 행동이 맞을까?”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S16의 교육용 구성 예시와 구분하고, 좌측 입력창이 실제 TRIAL-002 Prompt의 핵심 지시 발췌·번역임을 밝힌다. Goal·Constraints는 당시 요청의 목표와 보존 범위다. 원문 전체나 실제 입력창 Screenshot을 보여 주는 것은 아니다.</a:t>
            </a:r>
          </a:p>
          <a:p xmlns:a="http://schemas.openxmlformats.org/drawingml/2006/main">
            <a:r>
              <a:t>2. (0:30–1:35) 좌측 지시의 번호와 우측 같은 번호를 한 행씩 짚는다. 01 먼저 실패 재현 / 재현, 02 관련 구현·호출 경로 확인 / 조사, 03 수정 전에 짧은 변경 계획을 알리고 승인 대기 없이 계속 / 계획, 04 필요한 코드만 최소 변경 / 수정, 05 집중·전체 Test, 가능한 CLI smoke, diff와 정확한 근거 보고 / 검증. 우측은 화살표 없는 세로 번호 순서다. 아직 성공 결과나 검사 수치를 읽지 않는다.</a:t>
            </a:r>
          </a:p>
          <a:p xmlns:a="http://schemas.openxmlformats.org/drawingml/2006/main">
            <a:r>
              <a:t>3. (1:35–2:00) “02 조사와 03 계획을 거친 뒤 04 수정은 어떻게 했을까?”로 S18에 연결한다. 이 대응은 지시와 관찰 가능한 행동의 비교이며 Agent 내부 사고나 Prompt 단독 효과를 확인하는 것은 아니라고 구분한다.</a:t>
            </a:r>
          </a:p>
          <a:p xmlns:a="http://schemas.openxmlformats.org/drawingml/2006/main">
            <a:r>
              <a:t/>
            </a:r>
          </a:p>
          <a:p xmlns:a="http://schemas.openxmlformats.org/drawingml/2006/main">
            <a:r>
              <a:t>Evidence / Source: BEAT-006, TRIAL-002, INV-MATURITY-011, DEC-0039. OBSERVED_PRODUCT; one historical Codex CLI run only. Actual Prompt and visible actions: `plan/DEMO_MATRIX.md`, TRIAL-002 / Prompt used, Investigation and visible plan checkpoint, Implementation, Verification. 좌측은 핵심 지시의 발췌·번역이며 S16의 교육용 Prompt가 아니다.</a:t>
            </a:r>
          </a:p>
          <a:p xmlns:a="http://schemas.openxmlformats.org/drawingml/2006/main">
            <a:r>
              <a:t/>
            </a:r>
          </a:p>
          <a:p xmlns:a="http://schemas.openxmlformats.org/drawingml/2006/main">
            <a:r>
              <a:t>Claim Boundary: TRIAL-002는 2026-09-28 macOS Codex CLI 0.154.0의 단일 실행 기록이다. 핵심 지시와 기록에서 관찰한 외부 행동을 대응시킨다. 내부 사고, 지시의 단독 인과성, 결정론적 준수, Prompt 우월성, Desktop, 계정, 반복성 또는 다른 모델을 증명하지 않는다. 지면에서 생략한 상태 태그·격리·미커밋 보존 등 전체 제약은 원본 Prompt에 유지한다.</a:t>
            </a:r>
          </a:p>
          <a:p xmlns:a="http://schemas.openxmlformats.org/drawingml/2006/main">
            <a:r>
              <a:t/>
            </a:r>
          </a:p>
          <a:p xmlns:a="http://schemas.openxmlformats.org/drawingml/2006/main">
            <a:r>
              <a:t>Beginner Explanation: 왼쪽 Prompt에서 어떤 일을 요청했는지 읽고 같은 번호의 오른쪽 행동을 확인하면 긴 요청의 목적을 따라갈 수 있다.</a:t>
            </a:r>
          </a:p>
          <a:p xmlns:a="http://schemas.openxmlformats.org/drawingml/2006/main">
            <a:r>
              <a:t/>
            </a:r>
          </a:p>
          <a:p xmlns:a="http://schemas.openxmlformats.org/drawingml/2006/main">
            <a:r>
              <a:t>Advanced Insight: Compare requested instructions with observable recorded events. Matching the two does not expose hidden reasoning or establish Prompt-only causality.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RECORD-BASED WATCH. Lecture 2분 동안 실제 Prompt의 핵심 지시 발췌·번역과 01–05 관찰 기준만 대조한다. S18에서 조사·계획·수정, S19에서 검증 근거를 확인한다. 현재 Desktop surface, 실제 입력창 캡처 또는 새 실행을 보여 주지 않는다.</a:t>
            </a:r>
          </a:p>
          <a:p xmlns:a="http://schemas.openxmlformats.org/drawingml/2006/main">
            <a:r>
              <a:t/>
            </a:r>
          </a:p>
          <a:p xmlns:a="http://schemas.openxmlformats.org/drawingml/2006/main">
            <a:r>
              <a:t>Audience Interaction: 같은 번호의 Prompt 지시와 관찰 기준을 차례로 따라오게 한다. 실습·응답을 요구하지 않는다.</a:t>
            </a:r>
          </a:p>
          <a:p xmlns:a="http://schemas.openxmlformats.org/drawingml/2006/main">
            <a:r>
              <a:t/>
            </a:r>
          </a:p>
          <a:p xmlns:a="http://schemas.openxmlformats.org/drawingml/2006/main">
            <a:r>
              <a:t>Transition: “02 조사와 03 계획을 거친 뒤 04 수정은 어떻게 했을까?”를 묻고 S18의 실제 한 줄 변경으로 이동한다.</a:t>
            </a:r>
          </a:p>
          <a:p xmlns:a="http://schemas.openxmlformats.org/drawingml/2006/main">
            <a:r>
              <a:t/>
            </a:r>
          </a:p>
          <a:p xmlns:a="http://schemas.openxmlformats.org/drawingml/2006/main">
            <a:r>
              <a:t>Time Management: Lecture 2분 안에 번호 대응과 관찰 질문만 설명한다. 전체 Prompt를 낭독하지 않고 결과·검증 수치는 S18–S19로 남긴다.</a:t>
            </a:r>
          </a:p>
          <a:p xmlns:a="http://schemas.openxmlformats.org/drawingml/2006/main">
            <a:r>
              <a:t/>
            </a:r>
          </a:p>
          <a:p xmlns:a="http://schemas.openxmlformats.org/drawingml/2006/main">
            <a:r>
              <a:t>Fallback: 정적 기본 경로 — `production/ACT_1.pptx` S17 또는 `production/preview/act1/S17.png`. 지시 발췌·번역과 관찰 기준을 사용하며 라이브 실행이나 원문 화면 재현으로 대체하지 않는다. 최종 PPT 내장 Notes·렌더 정합성은 production/evaluation/PROMPT_FLOW_REVISION.md를 따른다.</a:t>
            </a:r>
          </a:p>
          <a:p xmlns:a="http://schemas.openxmlformats.org/drawingml/2006/main">
            <a:r>
              <a:t/>
            </a:r>
          </a:p>
          <a:p xmlns:a="http://schemas.openxmlformats.org/drawingml/2006/main">
            <a:r>
              <a:t>Validation Status: REVIEWED — DEC-0039의 실제 Prompt 발췌·번역과 01–05 관찰 기준을 대조했다. 최종 PPT·내장 Notes·PNG 대조 결과는 production/evaluation/PROMPT_FLOW_REVISION.md에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“02 조사·03 계획은 어떤 04 수정으로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S17의 02 조사·03 계획을 회수한다. 실패 테스트 `test_crop_excludes_end_coordinate`와 `cli.main → pipeline.process_image → transform.crop` 호출 경로를 확인한 기록이 있었고, 코드 수정 전에 짧은 계획을 알렸다고 설명한다.</a:t>
            </a:r>
          </a:p>
          <a:p xmlns:a="http://schemas.openxmlformats.org/drawingml/2006/main">
            <a:r>
              <a:t>2. (1:00–2:00) `[x_start, x_end)`가 끝 좌표를 제외하는 명세임을 확인한다. S05의 `crop(image, 1, 3)` 예시를 짧게 회수한다.</a:t>
            </a:r>
          </a:p>
          <a:p xmlns:a="http://schemas.openxmlformats.org/drawingml/2006/main">
            <a:r>
              <a:t>3. (2:00–3:15) 04 수정에 해당하는 왼쪽 `row[x_start : x_end + 1]`과 오른쪽 `row[x_start : x_end]`의 실제 한 줄 diff를 가리킨다. 전체 파일이나 새로운 해결 방식을 추가하지 않는다.</a:t>
            </a:r>
          </a:p>
          <a:p xmlns:a="http://schemas.openxmlformats.org/drawingml/2006/main">
            <a:r>
              <a:t>4. (3:15–4:00) 이 입력의 너비 3이 명세대로 2가 되는 변화로 정리한다. 정적 소스·diff 재구성이며 새 실행이나 Screenshot이 아님을 유지한다. “04 수정까지 확인했다. 이제 05 검증에서 어떤 근거를 남겼을까?”로 S19에 넘긴다.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“04 수정까지 확인했다. 이제 05 검증에서 어떤 근거를 남겼을까?”로 S19의 확인 결과에 연결한다.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정적 PPTX S18 또는 `production/preview/act1/S18.png` 사용. 시각 도식은 기록에서 재구성한 자료이며 원본 화면 캡처가 아니다. 실행 실패 상황은 없다: Live를 하지 않는다. 최종 렌더·경로 대조는 production/evaluation/PROMPT_FLOW_REVISION.md를 따른다.</a:t>
            </a:r>
          </a:p>
          <a:p xmlns:a="http://schemas.openxmlformats.org/drawingml/2006/main">
            <a:r>
              <a:t/>
            </a:r>
          </a:p>
          <a:p xmlns:a="http://schemas.openxmlformats.org/drawingml/2006/main">
            <a:r>
              <a:t>Validation Status: REVIEWED — DEC-0039의 02 조사·03 계획에서 04 최소 수정으로 이어지는 연결과 기존 한 줄 diff를 대조했다. 최종 PPT·내장 Notes·PNG 대조 결과는 production/evaluation/PROMPT_FLOW_REVISION.md에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“생성된 변경을 어떤 확인이 뒷받침하는가?”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단일 TRIAL-002의 변경 뒤 기록임을 고정한다.</a:t>
            </a:r>
          </a:p>
          <a:p xmlns:a="http://schemas.openxmlformats.org/drawingml/2006/main">
            <a:r>
              <a:t>2. (0:45–2:45) 동작 확인(집중 3/3·전체 11/11), 실행 확인(CLI smoke PASS), 범위 확인(한 파일·한 줄·diff check)을 세 묶음으로 읽는다. 각각 확인한 범위가 다름을 설명한다.</a:t>
            </a:r>
          </a:p>
          <a:p xmlns:a="http://schemas.openxmlformats.org/drawingml/2006/main">
            <a:r>
              <a:t>3. (2:45–3:30) 하단의 성능 benchmark 미실행을 밝힌다. 이 테스트 통과를 성능 개선 근거로 바꾸지 않는다.</a:t>
            </a:r>
          </a:p>
          <a:p xmlns:a="http://schemas.openxmlformats.org/drawingml/2006/main">
            <a:r>
              <a:t>4. (3:30–4:00) 생성된 코드와 완료 판단의 차이로 S20에 넘긴다.</a:t>
            </a:r>
          </a:p>
          <a:p xmlns:a="http://schemas.openxmlformats.org/drawingml/2006/main">
            <a:r>
              <a:t/>
            </a:r>
          </a:p>
          <a:p xmlns:a="http://schemas.openxmlformats.org/drawingml/2006/main">
            <a:r>
              <a:t>Evidence / Source: BEAT-007, INV-VERIFY-001, TRIAL-002, CLM-0029, CLM-0027. OBSERVED_PRODUCT, one Codex CLI run.</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완료라고 말할 때 코드와 함께 어떤 확인이 있었는지 보여 준다.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생성 자체와 완료 판단을 구분하는 Slide 20로 간다.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정적 PPTX S19 또는 `production/preview/act1/S19.png` 사용. 수치는 TRIAL-002 기록에 한정한다; 새로운 pass 수치를 추가하지 않는다.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“어떤 Check가 어떤 Claim을 뒷받침하는가?”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왼쪽 “코드가 나왔다”에서 오른쪽 “완료라고 말할 수 있나?”로 시선을 옮긴다.</a:t>
            </a:r>
          </a:p>
          <a:p xmlns:a="http://schemas.openxmlformats.org/drawingml/2006/main">
            <a:r>
              <a:t>2. (0:45–2:15) 검토용 결과 인계의 네 항목을 crop 사례로 설명한다. 변경 이유·범위는 끝 좌표 제외 계약에 맞춘 crop 한 줄 수정, 검증 근거·결과는 S19의 집중·전체 테스트와 CLI·diff 기록 참조, 미확인은 이 수정의 성능을 측정하지 않았다는 점, 사람의 수용 판단은 이 범위와 근거로 변경을 받아들일지 개발자가 결정한다는 점이다. 동작 테스트·샘플 실행·변경 검토는 검증 근거 항목에 묶고 수치를 다시 나열하지 않는다. 이 네 항목은 기존 기록의 강의용 정리이며 실제 PR이나 당시 Agent 답변 원문이 아니다.</a:t>
            </a:r>
          </a:p>
          <a:p xmlns:a="http://schemas.openxmlformats.org/drawingml/2006/main">
            <a:r>
              <a:t>3. (2:15–2:45) 성능 개선을 주장하는 작업에는 해당 입력·환경의 측정도 필요할 수 있다고 설명한다. TRIAL-002에서 benchmark가 실행됐다는 뜻이 아니다.</a:t>
            </a:r>
          </a:p>
          <a:p xmlns:a="http://schemas.openxmlformats.org/drawingml/2006/main">
            <a:r>
              <a:t>4. (2:45–3:00) 주장마다 필요한 근거가 다르다는 S21로 넘긴다.</a:t>
            </a:r>
          </a:p>
          <a:p xmlns:a="http://schemas.openxmlformats.org/drawingml/2006/main">
            <a:r>
              <a:t/>
            </a:r>
          </a:p>
          <a:p xmlns:a="http://schemas.openxmlformats.org/drawingml/2006/main">
            <a:r>
              <a:t>Evidence / Source: BEAT-007, INV-VERIFY-001, TRIAL-002, CLM-0029, CLM-0027. OBSERVED_PRODUCT and separate TEACHING_MODEL.</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코드가 생성됐다는 사실은 완료를 판단하는 한 가지 정보일 뿐이다.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C++ 대응은 S21 Notes의 선택적 참고로 남기며 S21 화면에는 C++ inset이 없다. 주요 C++ 패턴 전이는 S55에서 이어 간다. 이 장에서 중복 설명하지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Slide 21에서 각 Check가 뒷받침하는 범위를 비교한다.</a:t>
            </a:r>
          </a:p>
          <a:p xmlns:a="http://schemas.openxmlformats.org/drawingml/2006/main">
            <a:r>
              <a:t/>
            </a:r>
          </a:p>
          <a:p xmlns:a="http://schemas.openxmlformats.org/drawingml/2006/main">
            <a:r>
              <a:t>Time Management: Lecture 3분을 유지한다. 생성·완료 질문 45초, 결과 인계 예시 90초, 조건부 성능 측정 30초, S21 연결 15초로 배분한다. 기존 검증 근거의 재나열과 반복 설명을 이 예시로 교체한다. 기록 사실과 Teaching Model을 분리하고 S19의 다섯 수치를 다시 읽지 않는다. 실제 시간 적합성은 리허설 전까지 UNVERIFIED다.</a:t>
            </a:r>
          </a:p>
          <a:p xmlns:a="http://schemas.openxmlformats.org/drawingml/2006/main">
            <a:r>
              <a:t/>
            </a:r>
          </a:p>
          <a:p xmlns:a="http://schemas.openxmlformats.org/drawingml/2006/main">
            <a:r>
              <a:t>Fallback: 정적 PPTX S20 또는 `production/preview/act1/S20.png`를 사용한다. 생성·완료의 관계는 교육 모델, TRIAL-002는 하단에 표시된 과거 관찰로 구분한다. 새 렌더 검토는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“이 Check로 무엇까지 말할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표가 특정 테스트의 만능 효과를 뜻하지 않는다고 소개한다. 실제 TRIAL-002는 집중·전체 테스트, CLI smoke, diff를 확인했다는 하단 출처를 짚는다.</a:t>
            </a:r>
          </a:p>
          <a:p xmlns:a="http://schemas.openxmlformats.org/drawingml/2006/main">
            <a:r>
              <a:t>2. (0:30–2:30) 확인 방법 → 말할 수 있는 범위의 다섯 행을 설명한다. 성능 측정 행은 교육 모델이며 TRIAL-002에서 benchmark를 실행하지 않았다고 밝힌다.</a:t>
            </a:r>
          </a:p>
          <a:p xmlns:a="http://schemas.openxmlformats.org/drawingml/2006/main">
            <a:r>
              <a:t>3. (2:30–4:00) 같은 crop 사례에서 검사가 계약 위반을 구별하는지 비교한다. “결과가 비어 있지 않다”는 빈 결과를 찾을 수 있지만 끝 좌표를 잘못 포함한 3열 결과도 받아들일 수 있다. 이 조건만으로는 끝 좌표 제외 계약을 검증하기에 부족하다. “원본 열 1·2만 포함하고 출력 폭은 2다”처럼 해당 입력의 기대 결과를 비교해야 이 차이를 구별할 수 있다. 전자의 검사를 항상 무의미하다고 부르지 않으며, 후자의 검사 하나가 모든 입력의 정확성을 보장한다고도 말하지 않는다. 강의용 반례이고 새 실행 결과나 당시 테스트 assertion의 전사본이 아니다.</a:t>
            </a:r>
          </a:p>
          <a:p xmlns:a="http://schemas.openxmlformats.org/drawingml/2006/main">
            <a:r>
              <a:t>4. (4:00–5:00) 익숙한 Check가 뒷받침하는 Claim을 개인적으로 떠올린다. 그 검증 방법을 다음 작업에서도 다시 설명할지 생각하는 Reflection으로 마친다.</a:t>
            </a:r>
          </a:p>
          <a:p xmlns:a="http://schemas.openxmlformats.org/drawingml/2006/main">
            <a:r>
              <a:t/>
            </a:r>
          </a:p>
          <a:p xmlns:a="http://schemas.openxmlformats.org/drawingml/2006/main">
            <a:r>
              <a:t>Evidence / Source: BEAT-007, INV-VERIFY-001, TRIAL-002, CLM-0029, CLM-0027. Actual checks are separate from the TEACHING_MODEL mapping.</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비어 있지 않음과 계약상 기대 열·폭의 비교는 기존 crop 사례를 이용한 교육용 반례이며 새 실행 결과, 당시 assertion 원문 또는 GoogleTest 사용법 교육이 아니다.</a:t>
            </a:r>
          </a:p>
          <a:p xmlns:a="http://schemas.openxmlformats.org/drawingml/2006/main">
            <a:r>
              <a:t/>
            </a:r>
          </a:p>
          <a:p xmlns:a="http://schemas.openxmlformats.org/drawingml/2006/main">
            <a:r>
              <a:t>Beginner Explanation: Focused test는 바뀐 동작을, 전체 Test는 기존 suite의 범위를, smoke는 sample 실행 경로를 확인한다.</a:t>
            </a:r>
          </a:p>
          <a:p xmlns:a="http://schemas.openxmlformats.org/drawingml/2006/main">
            <a:r>
              <a:t/>
            </a:r>
          </a:p>
          <a:p xmlns:a="http://schemas.openxmlformats.org/drawingml/2006/main">
            <a:r>
              <a:t>Advanced Insight: For C++ projects, match Release build, API/ABI checks, regression tests, and measurement to the claim and risk. These are illustrative engineering patterns, not this Demo repository’s tooling.</a:t>
            </a:r>
          </a:p>
          <a:p xmlns:a="http://schemas.openxmlformats.org/drawingml/2006/main">
            <a:r>
              <a:t/>
            </a:r>
          </a:p>
          <a:p xmlns:a="http://schemas.openxmlformats.org/drawingml/2006/main">
            <a:r>
              <a:t>C++ Vision Bridge: NOTES-ONLY 선택적 참고: `build claim → Release build`; `compatibility claim → API / ABI review`; `performance claim → benchmark with named workload`. 화면의 C++ inset은 계약 비교 예시로 대체했으며 이 대응을 추가 강의하지 않는다. 주요 C++ 패턴 전이는 S55에 유지한다. No Windows, shell, IDE, or hardware setup is asserted.</a:t>
            </a:r>
          </a:p>
          <a:p xmlns:a="http://schemas.openxmlformats.org/drawingml/2006/main">
            <a:r>
              <a:t/>
            </a:r>
          </a:p>
          <a:p xmlns:a="http://schemas.openxmlformats.org/drawingml/2006/main">
            <a:r>
              <a:t>Demo Operation: TRIAL-002 evidence callback outside the 8-minute Demo slot. 본문 표와 검증 품질 반례는 일반적인 check-to-claim 교육 모델이다. 하단 출처에는 실제 Trial에서 수행한 확인만 따로 표시한다. Benchmark 미실행 경계를 유지하고 반례에 새 PASS/FAIL, 수치나 실행 결과를 추가하지 않는다.</a:t>
            </a:r>
          </a:p>
          <a:p xmlns:a="http://schemas.openxmlformats.org/drawingml/2006/main">
            <a:r>
              <a:t/>
            </a:r>
          </a:p>
          <a:p xmlns:a="http://schemas.openxmlformats.org/drawingml/2006/main">
            <a:r>
              <a:t>Audience Interaction: 마지막 1분은 각자가 익숙한 Check와 그 Check가 뒷받침하는 Claim을 조용히 생각한다. 결과 발표는 요구하지 않는다.</a:t>
            </a:r>
          </a:p>
          <a:p xmlns:a="http://schemas.openxmlformats.org/drawingml/2006/main">
            <a:r>
              <a:t/>
            </a:r>
          </a:p>
          <a:p xmlns:a="http://schemas.openxmlformats.org/drawingml/2006/main">
            <a:r>
              <a:t>Transition: “방금 정한 테스트 명령과 보존 조건은 다음 작업에도 필요할 수 있습니다. 이 설명을 매번 다시 적어야 할까요?”라고 검증 지침의 재사용에서 S22의 정보 수명 질문으로 연결한다.</a:t>
            </a:r>
          </a:p>
          <a:p xmlns:a="http://schemas.openxmlformats.org/drawingml/2006/main">
            <a:r>
              <a:t/>
            </a:r>
          </a:p>
          <a:p xmlns:a="http://schemas.openxmlformats.org/drawingml/2006/main">
            <a:r>
              <a:t>Time Management: Lecture 4분과 Reflection 1분을 분리한다. 소개 30초, Check 표 2분, 계약 위반을 구별하는 검사 비교 90초로 Lecture를 편성한다. C++ footer 해설 1분과 반복 소개 30초를 이 비교로 교체한다. C++ 대응은 선택적 참고로 남기고 별도 도구 강의 시간을 더하지 않는다. 실제 시간 적합성은 리허설 전까지 UNVERIFIED다.</a:t>
            </a:r>
          </a:p>
          <a:p xmlns:a="http://schemas.openxmlformats.org/drawingml/2006/main">
            <a:r>
              <a:t/>
            </a:r>
          </a:p>
          <a:p xmlns:a="http://schemas.openxmlformats.org/drawingml/2006/main">
            <a:r>
              <a:t>Fallback: 정적 PPTX S21 또는 `production/preview/act1/S21.png`를 사용한다. 표의 일반적인 범위와 하단 Trial 출처를 구분한다. 새 렌더 검토는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이번 Task인가, 계속 유지할 Project 정보인가?</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“테스트·보존 조건처럼 반복해서 쓰는 문장은 이번 작업에만 필요할까, 다음 작업에도 필요할까?”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S21에서 검증 방법을 골랐다는 점을 회수하고, 테스트·보존 조건처럼 최근 요청에 반복해서 썼던 문장 하나를 떠올리게 한다. “이번 작업에만?”과 “다음 작업에도?” 중 어디에 해당할지 개인적으로 생각한다. 화면의 두 영역은 비워 두고 문장의 분류를 대신 정하지 않는다.</a:t>
            </a:r>
          </a:p>
          <a:p xmlns:a="http://schemas.openxmlformats.org/drawingml/2006/main">
            <a:r>
              <a:t>2. (1:00–3:00) 자발적인 Q&amp;A를 받는다. 답이나 분류 기준을 미리 공개하지 않는다. 침묵도 정상 진행이다.</a:t>
            </a:r>
          </a:p>
          <a:p xmlns:a="http://schemas.openxmlformats.org/drawingml/2006/main">
            <a:r>
              <a:t>3. (3:00) S23에서 후보 예시를 함께 확인하겠다고 전환한다.</a:t>
            </a:r>
          </a:p>
          <a:p xmlns:a="http://schemas.openxmlformats.org/drawingml/2006/main">
            <a:r>
              <a:t/>
            </a:r>
          </a:p>
          <a:p xmlns:a="http://schemas.openxmlformats.org/drawingml/2006/main">
            <a:r>
              <a:t>Evidence / Source: BEAT-007 → BEAT-008 handoff, CLM-0029, CLM-0027, CLM-0003, CLM-0005. TEACHING_MODEL.</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이번 요청에만 필요한 말과 여러 번 반복할 수 있는 규칙이 다를 수 있음을 생각한다.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Slide 23에서 Reflection/Discussion을 회수하고 “왜 Project 설명을 매번 다시 쓰는가?”라는 ACT 2 질문으로 넘긴다.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정적 질문 슬라이드 `production/ACT_1.pptx` S22 또는 `production/preview/act1/S22.png` 사용. 공유 응답이 없어도 다음으로 진행한다.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반복하는 설명을 두 범주로 나누기</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“이번 Task에만 필요한 정보와 Project가 계속 유지할 정보는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Reflection) S22의 두 질문을 회수하고 화면의 후보가 자신의 작업에서도 같은 수명·범위인지 조용히 생각하게 한다.</a:t>
            </a:r>
          </a:p>
          <a:p xmlns:a="http://schemas.openxmlformats.org/drawingml/2006/main">
            <a:r>
              <a:t>2. (1:00–2:00, Transition) crop 경계 수정·이번 README 수정과, 계속 유지할 의존성 추가 근거·테스트 명령의 후보 예시를 비교한다. 유일한 정답이나 실제 STATE-01 원문이라고 하지 않는다.</a:t>
            </a:r>
          </a:p>
          <a:p xmlns:a="http://schemas.openxmlformats.org/drawingml/2006/main">
            <a:r>
              <a:t>3. (2:00–4:00, Transition) 정보의 수명과 적용 범위 차이를 정리하고 “Project 정보를 왜 매번 Prompt에 다시 적고 있을까?”를 ACT 2의 질문으로 남긴다.</a:t>
            </a:r>
          </a:p>
          <a:p xmlns:a="http://schemas.openxmlformats.org/drawingml/2006/main">
            <a:r>
              <a:t>4. (4:00–6:00, Q&amp;A) 자발적인 질문을 받고 6분에 ACT 2로 이동한다. 질문이 없으면 다음 문제를 다시 읽고 정시에 넘긴다.</a:t>
            </a:r>
          </a:p>
          <a:p xmlns:a="http://schemas.openxmlformats.org/drawingml/2006/main">
            <a:r>
              <a:t/>
            </a:r>
          </a:p>
          <a:p xmlns:a="http://schemas.openxmlformats.org/drawingml/2006/main">
            <a:r>
              <a:t>화면 진행: 이 장의 두 열은 다음 ACT로 넘길 분류 후보다. 이번 목표와 여러 작업에 남길 사실의 수명이 다르다는 질문만 남긴다. 아직 S26 관찰 결과를 근거처럼 회수하지 않는다.</a:t>
            </a:r>
          </a:p>
          <a:p xmlns:a="http://schemas.openxmlformats.org/drawingml/2006/main">
            <a:r>
              <a:t/>
            </a:r>
          </a:p>
          <a:p xmlns:a="http://schemas.openxmlformats.org/drawingml/2006/main">
            <a:r>
              <a:t>Evidence / Source: BEAT-007, BEAT-008, TRANS-003, CLM-0029, CLM-0027, CLM-0003, CLM-0005. TEACHING_MODEL / CONCEPTUAL.</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 한 번에만 필요한 정보와 프로젝트가 계속 참고할 수 있는 정보를 구별해 본다.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“그런데 Project 정보를 왜 매번 Prompt에 다시 적고 있을까?”</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정적 비교 슬라이드 `production/ACT_1.pptx` S23 또는 `production/preview/act1/S23.png` 사용. Q&amp;A가 없어도 마지막 Transition 질문 후 ACT 2로 간다.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다른 Task에 같은 설명이 반복된다</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S24 또는 `production/preview/act2/S24.png`다.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작은 Project Context의 첫 기록</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S26로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S26의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S25 및 `production/preview/act2/S25.png`에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S26 handoff. 명령어 옵션별 설명은 생략한다.</a:t>
            </a:r>
          </a:p>
          <a:p xmlns:a="http://schemas.openxmlformats.org/drawingml/2006/main">
            <a:r>
              <a:t/>
            </a:r>
          </a:p>
          <a:p xmlns:a="http://schemas.openxmlformats.org/drawingml/2006/main">
            <a:r>
              <a:t>Fallback: LOCAL STATIC ARTIFACT — 발표 기본 경로는 `production/ACT_2.pptx`의 S25 또는 `production/preview/act2/S25.png`다.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한 번의 사용에서 확인된 것</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한 번의 사용에서 확인된 것</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In the recorded TRIAL-003 run, the agent inspected `AGENTS.md` and used the documented test command that was absent from the Task Prompt.</a:t>
            </a:r>
          </a:p>
          <a:p xmlns:a="http://schemas.openxmlformats.org/drawingml/2006/main">
            <a:r>
              <a:t/>
            </a:r>
          </a:p>
          <a:p xmlns:a="http://schemas.openxmlformats.org/drawingml/2006/main">
            <a:r>
              <a:t>Opening Question: “Prompt에 없던 test command는 어디서 왔을까?”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요청에는 README-only 범위가 있었지만 전체 테스트 명령은 없었다고 짚는다.</a:t>
            </a:r>
          </a:p>
          <a:p xmlns:a="http://schemas.openxmlformats.org/drawingml/2006/main">
            <a:r>
              <a:t>2. (1:00–3:00) 가운데 AGENTS.md 접근과 기록된 테스트 명령 사용을 오른쪽 11/11 PASS 기록에 연결한다. 화면은 Trial 기록을 요약한 설명 구조다.</a:t>
            </a:r>
          </a:p>
          <a:p xmlns:a="http://schemas.openxmlformats.org/drawingml/2006/main">
            <a:r>
              <a:t>3. (3:00–4:00) Personal/global Skills도 실행됐으므로 AGENTS.md 단독 효과를 분리할 수 없다고 밝힌다. README-only 범위는 요청에도 있었다고 마무리한다.</a:t>
            </a:r>
          </a:p>
          <a:p xmlns:a="http://schemas.openxmlformats.org/drawingml/2006/main">
            <a:r>
              <a:t/>
            </a:r>
          </a:p>
          <a:p xmlns:a="http://schemas.openxmlformats.org/drawingml/2006/main">
            <a:r>
              <a:t>Evidence / Source: TRIAL-003, STATE-01, DEMO-02. OBSERVED_PRODUCT; one recorded CLI run. Personal/global Skills also ran.</a:t>
            </a:r>
          </a:p>
          <a:p xmlns:a="http://schemas.openxmlformats.org/drawingml/2006/main">
            <a:r>
              <a:t/>
            </a:r>
          </a:p>
          <a:p xmlns:a="http://schemas.openxmlformats.org/drawingml/2006/main">
            <a:r>
              <a:t>Claim Boundary: This run does not isolate an independent causal effect of `AGENTS.md`, establish general superiority, or show that repository guidance alone determined file scope.</a:t>
            </a:r>
          </a:p>
          <a:p xmlns:a="http://schemas.openxmlformats.org/drawingml/2006/main">
            <a:r>
              <a:t/>
            </a:r>
          </a:p>
          <a:p xmlns:a="http://schemas.openxmlformats.org/drawingml/2006/main">
            <a:r>
              <a:t>Beginner Explanation: The record shows one example where a Project test command was available outside the current Prompt and was used.</a:t>
            </a:r>
          </a:p>
          <a:p xmlns:a="http://schemas.openxmlformats.org/drawingml/2006/main">
            <a:r>
              <a:t/>
            </a:r>
          </a:p>
          <a:p xmlns:a="http://schemas.openxmlformats.org/drawingml/2006/main">
            <a:r>
              <a:t>Advanced Insight: Keep the observed action, other active instructions, and Task scope separate when interpreting causality.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Present the captured/reconstructed Trial record. Do not represent it as a current Desktop run or a live screenshot. HYBRID activation is UNVERIFIED.</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Use three minutes for the recorded sequence and one minute for the causal boundary. Do not elaborate on unrelated Trial details.</a:t>
            </a:r>
          </a:p>
          <a:p xmlns:a="http://schemas.openxmlformats.org/drawingml/2006/main">
            <a:r>
              <a:t/>
            </a:r>
          </a:p>
          <a:p xmlns:a="http://schemas.openxmlformats.org/drawingml/2006/main">
            <a:r>
              <a:t>Fallback: LOCAL STATIC ARTIFACT — 발표 기본 경로는 `production/ACT_2.pptx`의 S26 또는 `production/preview/act2/S26.png`다.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Task Prompt와 Project Context</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A Task Prompt describes what is wanted now; Project Context describes facts and constraints that generally remain true for the Project.</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‘이번 작업이 끝나면?’이라는 질문으로 정보의 수명을 비교한다.</a:t>
            </a:r>
          </a:p>
          <a:p xmlns:a="http://schemas.openxmlformats.org/drawingml/2006/main">
            <a:r>
              <a:t>2. (1:00–4:00) 왼쪽 crop 수정과 README-only 범위, 오른쪽 테스트 명령과 근거 기반 의존성 정책을 연결한다. Prompt는 현재 목표를 표현하는 데 계속 필요하다.</a:t>
            </a:r>
          </a:p>
          <a:p xmlns:a="http://schemas.openxmlformats.org/drawingml/2006/main">
            <a:r>
              <a:t>3. (4:00–5:00) 어떤 사실이 다음 Task에도 유효한지 질문한다. C++에서도 공통 제약과 이번 알고리즘 변경 조건의 범위가 다를 수 있다는 짧은 예만 든다.</a:t>
            </a:r>
          </a:p>
          <a:p xmlns:a="http://schemas.openxmlformats.org/drawingml/2006/main">
            <a:r>
              <a:t/>
            </a:r>
          </a:p>
          <a:p xmlns:a="http://schemas.openxmlformats.org/drawingml/2006/main">
            <a:r>
              <a:t>화면 진행: S26에서 본 기록을 회수한 뒤 두 열의 수명을 비교한다. 왼쪽은 다음 작업에서 바뀔 목표, 오른쪽은 여러 작업에서 다시 참고할 사실이다. S23의 분류 질문을 처음부터 반복하지 않는다.</a:t>
            </a:r>
          </a:p>
          <a:p xmlns:a="http://schemas.openxmlformats.org/drawingml/2006/main">
            <a:r>
              <a:t/>
            </a:r>
          </a:p>
          <a:p xmlns:a="http://schemas.openxmlformats.org/drawingml/2006/main">
            <a:r>
              <a:t>Evidence / Source: BEAT-009–010, TRANS-003, CLM-0003, CLM-0005. TEACHING_MODEL / CONCEPTUAL; examples summarize S24–S26.</a:t>
            </a:r>
          </a:p>
          <a:p xmlns:a="http://schemas.openxmlformats.org/drawingml/2006/main">
            <a:r>
              <a:t/>
            </a:r>
          </a:p>
          <a:p xmlns:a="http://schemas.openxmlformats.org/drawingml/2006/main">
            <a:r>
              <a:t>Claim Boundary: This is a teaching model for scope and lifetime, not a formal OpenAI taxonomy or proof that one layer is always better.</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발표 기본 경로는 `production/ACT_2.pptx`의 S27 또는 `production/preview/act2/S27.png`다.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정확한 정보도 계속 늘어난다</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STATE-02 grew from 15 lines / 567 bytes to 32 lines / 1,303 bytes as the Project recorded more details; growth alone is not evidence of failure.</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STATE-01의 목적·실행·테스트·기본 제약에서 출발한다. 15줄/567 bytes와 32줄/1,303 bytes는 상태를 식별하는 크기 정보다.</a:t>
            </a:r>
          </a:p>
          <a:p xmlns:a="http://schemas.openxmlformats.org/drawingml/2006/main">
            <a:r>
              <a:t>2. (1:00–3:00) STATE-02에 더해진 처리 순서, 이미지 계약, 테스트 구조, CLI 출력의 실제 항목을 가리킨다. 처리 순서의 말줄임표는 선택적 invert/crop/resize 등의 중간 단계를 생략했다는 뜻이다.</a:t>
            </a:r>
          </a:p>
          <a:p xmlns:a="http://schemas.openxmlformats.org/drawingml/2006/main">
            <a:r>
              <a:t>3. (3:00–4:00) 크기 자체의 성능 의미를 부여하지 않고 ‘이번 Task에도 필요할까?’로 다음 장을 연다.</a:t>
            </a:r>
          </a:p>
          <a:p xmlns:a="http://schemas.openxmlformats.org/drawingml/2006/main">
            <a:r>
              <a:t/>
            </a:r>
          </a:p>
          <a:p xmlns:a="http://schemas.openxmlformats.org/drawingml/2006/main">
            <a:r>
              <a:t>Evidence / Source: STATE-01 and STATE-02, BEAT-011, CLM-0014, CLM-0015. OBSERVED_PRODUCT; counts describe these recorded states only.</a:t>
            </a:r>
          </a:p>
          <a:p xmlns:a="http://schemas.openxmlformats.org/drawingml/2006/main">
            <a:r>
              <a:t/>
            </a:r>
          </a:p>
          <a:p xmlns:a="http://schemas.openxmlformats.org/drawingml/2006/main">
            <a:r>
              <a:t>Claim Boundary: Do not label the growth as a failure threshold, claim that it caused an error, or imply that the content was inaccurate.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two recorded state summaries; no live repository interaction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“작은 README Task에서 어떤 정보가 실제로 필요했을까?”</a:t>
            </a:r>
          </a:p>
          <a:p xmlns:a="http://schemas.openxmlformats.org/drawingml/2006/main">
            <a:r>
              <a:t/>
            </a:r>
          </a:p>
          <a:p xmlns:a="http://schemas.openxmlformats.org/drawingml/2006/main">
            <a:r>
              <a:t>Time Management: 크기 식별은 짧게 끝내고 추가된 실제 정보 네 항목에 시간을 쓴다. 마지막 1분에는 관련성 질문으로 이동하며 문서 크기의 인과 효과를 만들지 않는다.</a:t>
            </a:r>
          </a:p>
          <a:p xmlns:a="http://schemas.openxmlformats.org/drawingml/2006/main">
            <a:r>
              <a:t/>
            </a:r>
          </a:p>
          <a:p xmlns:a="http://schemas.openxmlformats.org/drawingml/2006/main">
            <a:r>
              <a:t>Fallback: LOCAL STATIC ARTIFACT — 발표 기본 경로는 `production/ACT_2.pptx`의 S28 또는 `production/preview/act2/S28.png`다.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정확하지만 이번 Task에는 불필요한 정보</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정확하지만 이번 Task에는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 included Image context that was unnecessary for the README build-guidance Task, but no agent confusion or context-related failure was observed.</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README의 build tools 안내를 고친 기록된 Task를 제시한다.</a:t>
            </a:r>
          </a:p>
          <a:p xmlns:a="http://schemas.openxmlformats.org/drawingml/2006/main">
            <a:r>
              <a:t>2. (1:00–2:00 / Demo) 왼쪽 README/build 설정과 오른쪽 crop·resize 계약/pipeline 상세를 비교한다. Agent 혼란과 Context 관련 실패는 관찰되지 않았음을 먼저 밝힌다.</a:t>
            </a:r>
          </a:p>
          <a:p xmlns:a="http://schemas.openxmlformats.org/drawingml/2006/main">
            <a:r>
              <a:t>3. (2:00–4:00 / Reflection) 정확한 정보와 이번 질문에 관련된 정보를 구분해 보게 한다. 공개 응답이나 작업은 요구하지 않는다.</a:t>
            </a:r>
          </a:p>
          <a:p xmlns:a="http://schemas.openxmlformats.org/drawingml/2006/main">
            <a:r>
              <a:t/>
            </a:r>
          </a:p>
          <a:p xmlns:a="http://schemas.openxmlformats.org/drawingml/2006/main">
            <a:r>
              <a:t>Evidence / Source: TRIAL-004, BEAT-012, CLM-0014, CLM-0015. OBSERVED_PRODUCT; CAPTURED record of one Task.</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Show the captured/reconstructed Trial record for two minutes.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발표 기본 경로는 `production/ACT_2.pptx`의 S29 또는 `production/preview/act2/S29.png`다.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정보의 범위와 제공 시점</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The course model separates always-on Project facts, task-relevant detail, and reusable workflow by scope and timing.</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행이 이 과정에서 쓰는 정보 설계 모델임을 밝힌다.</a:t>
            </a:r>
          </a:p>
          <a:p xmlns:a="http://schemas.openxmlformats.org/drawingml/2006/main">
            <a:r>
              <a:t>2. (1:00–3:00) 기본 안내, 질문에 따른 상세, 특정 작업의 수행 방법을 순서대로 가리킨다. 각 행의 구체 예시를 하나씩 설명한다.</a:t>
            </a:r>
          </a:p>
          <a:p xmlns:a="http://schemas.openxmlformats.org/drawingml/2006/main">
            <a:r>
              <a:t>3. (3:00–4:00) 성능 조사 절차 예가 STATE-02에 저장돼 있었다는 뜻은 아니라고 한정한다. 방금은 정보의 범위와 제공 시점을 나눴고, 다음에는 ‘Context 양만 늘리면 충분할까?’를 연구의 제한된 범위 안에서 살펴본다고 예고한다.</a:t>
            </a:r>
          </a:p>
          <a:p xmlns:a="http://schemas.openxmlformats.org/drawingml/2006/main">
            <a:r>
              <a:t/>
            </a:r>
          </a:p>
          <a:p xmlns:a="http://schemas.openxmlformats.org/drawingml/2006/main">
            <a:r>
              <a:t>Evidence / Source: BEAT-012, BEAT-014, STATE-02, CLM-0014, CLM-0015, CLM-0003, CLM-0005. TEACHING_MODEL / CONCEPTUAL.</a:t>
            </a:r>
          </a:p>
          <a:p xmlns:a="http://schemas.openxmlformats.org/drawingml/2006/main">
            <a:r>
              <a:t/>
            </a:r>
          </a:p>
          <a:p xmlns:a="http://schemas.openxmlformats.org/drawingml/2006/main">
            <a:r>
              <a:t>Claim Boundary: Always-on / On-demand / Workflow is a course model, not an official OpenAI classification. Do not claim token savings or improved performance.</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“필요한 때 찾게 하는 대신 모두 넣어두면 충분할까? 이 질문을 Long Context 연구의 범위 안에서 보겠습니다.”</a:t>
            </a:r>
          </a:p>
          <a:p xmlns:a="http://schemas.openxmlformats.org/drawingml/2006/main">
            <a:r>
              <a:t/>
            </a:r>
          </a:p>
          <a:p xmlns:a="http://schemas.openxmlformats.org/drawingml/2006/main">
            <a:r>
              <a:t>Time Management: Four minutes, one minute per bucket plus the boundary. Do not present this as a product feature taxonomy.</a:t>
            </a:r>
          </a:p>
          <a:p xmlns:a="http://schemas.openxmlformats.org/drawingml/2006/main">
            <a:r>
              <a:t/>
            </a:r>
          </a:p>
          <a:p xmlns:a="http://schemas.openxmlformats.org/drawingml/2006/main">
            <a:r>
              <a:t>Fallback: LOCAL STATIC ARTIFACT — 발표 기본 경로는 `production/ACT_2.pptx`의 S30 또는 `production/preview/act2/S30.png`다.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Long Context 연구가 말해주는 범위</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Long Context 연구가 말해주는 범위</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Research in specific models and tasks supports a bounded caution: more context is not automatically better, and relevance or information position can matter under some conditions.</a:t>
            </a:r>
          </a:p>
          <a:p xmlns:a="http://schemas.openxmlformats.org/drawingml/2006/main">
            <a:r>
              <a:t/>
            </a:r>
          </a:p>
          <a:p xmlns:a="http://schemas.openxmlformats.org/drawingml/2006/main">
            <a:r>
              <a:t>Opening Question: “정보의 범위와 시점을 나눠봤는데, Context 양만 늘리면 충분할까?”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장의 정보 분류에서 잠시 물러나 ‘양만 늘리면 충분한가?’라는 질문을 보는 목적을 밝힌다. ‘더 많은 Context가 항상 더 좋은 것은 아니다’의 적용 범위를 특정 모델·과제에 한정한다.</a:t>
            </a:r>
          </a:p>
          <a:p xmlns:a="http://schemas.openxmlformats.org/drawingml/2006/main">
            <a:r>
              <a:t>2. (1:00–3:00) 왼쪽 Lost in the Middle의 여러 문서 질문 답변/key-value 검색, 오른쪽 RepoQA의 50개 Repository 코드 검색을 비교한다. 논문이 답한 질문과 승인된 핵심 결론만 말한다. 수치 그래프나 현재 Codex 성능 추정은 추가하지 않는다.</a:t>
            </a:r>
          </a:p>
          <a:p xmlns:a="http://schemas.openxmlformats.org/drawingml/2006/main">
            <a:r>
              <a:t>3. (3:00–4:00) 화면 하단의 두 출처와 Notes의 원문 링크를 안내한다. 이 Demo의 현재 Codex Repository coding을 직접 시험한 연구가 아님을 명시한다. 연구 소개를 마치고, 이번 Task에 필요한 상세 정보와 그 위치를 설계하는 질문으로 돌아간다.</a:t>
            </a:r>
          </a:p>
          <a:p xmlns:a="http://schemas.openxmlformats.org/drawingml/2006/main">
            <a:r>
              <a:t/>
            </a:r>
          </a:p>
          <a:p xmlns:a="http://schemas.openxmlformats.org/drawingml/2006/main">
            <a:r>
              <a:t>화면 진행: 왼쪽은 관련 정보의 위치를 바꾸는 질적 과제 구조, 오른쪽은 Repository에서 관련 코드를 찾는 과제 구조다. 칠해진 블록은 정보 위치 표시이며 점수·성능·현재 Codex 결과를 뜻하지 않는다. 수치 그래프처럼 해석하지 않는다.</a:t>
            </a:r>
          </a:p>
          <a:p xmlns:a="http://schemas.openxmlformats.org/drawingml/2006/main">
            <a:r>
              <a:t/>
            </a:r>
          </a:p>
          <a:p xmlns:a="http://schemas.openxmlformats.org/drawingml/2006/main">
            <a:r>
              <a:t>Evidence / Source: RESEARCH. Liu et al., “Lost in the Middle: How Language Models Use Long Contexts,” TACL 2024, 12:157–173, https://aclanthology.org/2024.tacl-1.9/; RepoQA (2024), arXiv:2406.06025, https://arxiv.org/abs/2406.06025. RepoQA venue remains TODO in the source plan and is not invented here.</a:t>
            </a:r>
          </a:p>
          <a:p xmlns:a="http://schemas.openxmlformats.org/drawingml/2006/main">
            <a:r>
              <a:t/>
            </a:r>
          </a:p>
          <a:p xmlns:a="http://schemas.openxmlformats.org/drawingml/2006/main">
            <a:r>
              <a:t>Claim Boundary: Do not claim current Codex fails because of Lost in the Middle, create a context-length threshold, generalize results across all models/tasks, or invent numeric/curve data. Keep study conditions beside the conclusion.</a:t>
            </a:r>
          </a:p>
          <a:p xmlns:a="http://schemas.openxmlformats.org/drawingml/2006/main">
            <a:r>
              <a:t/>
            </a:r>
          </a:p>
          <a:p xmlns:a="http://schemas.openxmlformats.org/drawingml/2006/main">
            <a:r>
              <a:t>Beginner Explanation: A larger context window does not guarantee that every included detail is equally useful in every task.</a:t>
            </a:r>
          </a:p>
          <a:p xmlns:a="http://schemas.openxmlformats.org/drawingml/2006/main">
            <a:r>
              <a:t/>
            </a:r>
          </a:p>
          <a:p xmlns:a="http://schemas.openxmlformats.org/drawingml/2006/main">
            <a:r>
              <a:t>Advanced Insight: The cited work covers specific historical models and benchmark settings, including multi-document QA and synthetic retrieval; it does not establish a present-day Codex limitation.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This is a research summary, not a deterministic product demonstration.</a:t>
            </a:r>
          </a:p>
          <a:p xmlns:a="http://schemas.openxmlformats.org/drawingml/2006/main">
            <a:r>
              <a:t/>
            </a:r>
          </a:p>
          <a:p xmlns:a="http://schemas.openxmlformats.org/drawingml/2006/main">
            <a:r>
              <a:t>Audience Interaction: Use the opening question to invite a short mental prediction, then answer within the cited scope.</a:t>
            </a:r>
          </a:p>
          <a:p xmlns:a="http://schemas.openxmlformats.org/drawingml/2006/main">
            <a:r>
              <a:t/>
            </a:r>
          </a:p>
          <a:p xmlns:a="http://schemas.openxmlformats.org/drawingml/2006/main">
            <a:r>
              <a:t>Transition: “이 연구가 Demo의 Routing을 검증한 것은 아닙니다. 이제 Task에 필요한 상세 정보를 어디서 찾게 할지 설계로 돌아가겠습니다.”</a:t>
            </a:r>
          </a:p>
          <a:p xmlns:a="http://schemas.openxmlformats.org/drawingml/2006/main">
            <a:r>
              <a:t/>
            </a:r>
          </a:p>
          <a:p xmlns:a="http://schemas.openxmlformats.org/drawingml/2006/main">
            <a:r>
              <a:t>Time Management: Keep the paper descriptions concise and reserve the final minute for the transfer boundary.</a:t>
            </a:r>
          </a:p>
          <a:p xmlns:a="http://schemas.openxmlformats.org/drawingml/2006/main">
            <a:r>
              <a:t/>
            </a:r>
          </a:p>
          <a:p xmlns:a="http://schemas.openxmlformats.org/drawingml/2006/main">
            <a:r>
              <a:t>Fallback: LOCAL STATIC ARTIFACT — 발표 기본 경로는 `production/ACT_2.pptx`의 S31 또는 `production/preview/act2/S31.png`다.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필요한 상세 정보로 가는 길</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Context design asks what information a Task needs and when it should be available, rather than placing every detail in one place.</a:t>
            </a:r>
          </a:p>
          <a:p xmlns:a="http://schemas.openxmlformats.org/drawingml/2006/main">
            <a:r>
              <a:t/>
            </a:r>
          </a:p>
          <a:p xmlns:a="http://schemas.openxmlformats.org/drawingml/2006/main">
            <a:r>
              <a:t>Opening Question: “Task가 필요한 상세 정보에 도달하는 경로는 어떻게 설계할까?”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Move from the question of context amount to the question of relevance and timing.</a:t>
            </a:r>
          </a:p>
          <a:p xmlns:a="http://schemas.openxmlformats.org/drawingml/2006/main">
            <a:r>
              <a:t>2. (1:00–2:00) Show `Task → Core Context → Relevant Detail when needed` as a course diagram.</a:t>
            </a:r>
          </a:p>
          <a:p xmlns:a="http://schemas.openxmlformats.org/drawingml/2006/main">
            <a:r>
              <a:t>3. (2:00–3:00) Give one short C++ example and reserve STATE-03 for the next sequence. 이 장에서는 찾아가는 경로를 보았고, 다음 장에서는 그 출발점인 Core에 무엇을 남길지 정한다고 마무리한다.</a:t>
            </a:r>
          </a:p>
          <a:p xmlns:a="http://schemas.openxmlformats.org/drawingml/2006/main">
            <a:r>
              <a:t/>
            </a:r>
          </a:p>
          <a:p xmlns:a="http://schemas.openxmlformats.org/drawingml/2006/main">
            <a:r>
              <a:t>화면 진행: 현재 Task 질문에서 출발해 Core의 안내를 거쳐 상세 정보로 이동한다. 이 장의 초점은 어디로 찾아갈지이며, 다음 장에서 Core에 무엇을 남길지 정한다.</a:t>
            </a:r>
          </a:p>
          <a:p xmlns:a="http://schemas.openxmlformats.org/drawingml/2006/main">
            <a:r>
              <a:t/>
            </a:r>
          </a:p>
          <a:p xmlns:a="http://schemas.openxmlformats.org/drawingml/2006/main">
            <a:r>
              <a:t>Evidence / Source: BEAT-014, STATE-03 as the upcoming example, CLM-0003, CLM-0005, CLM-0014, CLM-0015. TEACHING_MODEL / CONCEPTUAL.</a:t>
            </a:r>
          </a:p>
          <a:p xmlns:a="http://schemas.openxmlformats.org/drawingml/2006/main">
            <a:r>
              <a:t/>
            </a:r>
          </a:p>
          <a:p xmlns:a="http://schemas.openxmlformats.org/drawingml/2006/main">
            <a:r>
              <a:t>Claim Boundary: This is a routing question, not evidence of performance improvement, token savings, or a product's automatic retrieval behavior.</a:t>
            </a:r>
          </a:p>
          <a:p xmlns:a="http://schemas.openxmlformats.org/drawingml/2006/main">
            <a:r>
              <a:t/>
            </a:r>
          </a:p>
          <a:p xmlns:a="http://schemas.openxmlformats.org/drawingml/2006/main">
            <a:r>
              <a:t>Beginner Explanation: A short starting point can direct a reader toward more detail when a Task needs it.</a:t>
            </a:r>
          </a:p>
          <a:p xmlns:a="http://schemas.openxmlformats.org/drawingml/2006/main">
            <a:r>
              <a:t/>
            </a:r>
          </a:p>
          <a:p xmlns:a="http://schemas.openxmlformats.org/drawingml/2006/main">
            <a:r>
              <a:t>Advanced Insight: Discovery and maintenance remain design concerns; this slide does not claim perfect retrieval.</a:t>
            </a:r>
          </a:p>
          <a:p xmlns:a="http://schemas.openxmlformats.org/drawingml/2006/main">
            <a:r>
              <a:t/>
            </a:r>
          </a:p>
          <a:p xmlns:a="http://schemas.openxmlformats.org/drawingml/2006/main">
            <a:r>
              <a:t>C++ Vision Bridge: Distinguish a general Project constraint from a Task-specific CMake or algorithm contract. Do not list tools, hardware, or environment commands.</a:t>
            </a:r>
          </a:p>
          <a:p xmlns:a="http://schemas.openxmlformats.org/drawingml/2006/main">
            <a:r>
              <a:t/>
            </a:r>
          </a:p>
          <a:p xmlns:a="http://schemas.openxmlformats.org/drawingml/2006/main">
            <a:r>
              <a:t>Demo Operation: N/A — STATE-03 results are reserved for the following section.</a:t>
            </a:r>
          </a:p>
          <a:p xmlns:a="http://schemas.openxmlformats.org/drawingml/2006/main">
            <a:r>
              <a:t/>
            </a:r>
          </a:p>
          <a:p xmlns:a="http://schemas.openxmlformats.org/drawingml/2006/main">
            <a:r>
              <a:t>Audience Interaction: Let the routing question sit for a moment; do not reveal the Trial result.</a:t>
            </a:r>
          </a:p>
          <a:p xmlns:a="http://schemas.openxmlformats.org/drawingml/2006/main">
            <a:r>
              <a:t/>
            </a:r>
          </a:p>
          <a:p xmlns:a="http://schemas.openxmlformats.org/drawingml/2006/main">
            <a:r>
              <a:t>Transition: “경로를 봤으니, 이제 그 출발점인 Core에 무엇을 남길지 정해보겠습니다.”</a:t>
            </a:r>
          </a:p>
          <a:p xmlns:a="http://schemas.openxmlformats.org/drawingml/2006/main">
            <a:r>
              <a:t/>
            </a:r>
          </a:p>
          <a:p xmlns:a="http://schemas.openxmlformats.org/drawingml/2006/main">
            <a:r>
              <a:t>Time Management: Keep this to one diagram and one brief C++ example. No product-specific implementation details.</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Core Context에서 상세 정보로 가는 길</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Core Context에서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Root/Core Context can be a starting point that points toward detail, rather than an encyclopedia of all Project knowledge.</a:t>
            </a:r>
          </a:p>
          <a:p xmlns:a="http://schemas.openxmlformats.org/drawingml/2006/main">
            <a:r>
              <a:t/>
            </a:r>
          </a:p>
          <a:p xmlns:a="http://schemas.openxmlformats.org/drawingml/2006/main">
            <a:r>
              <a:t>Opening Question: “그 경로의 출발점인 Core에는 무엇을 남길까?”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본 탐색 경로의 출발점에 초점을 맞춘다. 왼쪽 기본 안내에 남길 목적, 상시 제약, 상세 정보 위치를 읽는 순서대로 가리킨다.</a:t>
            </a:r>
          </a:p>
          <a:p xmlns:a="http://schemas.openxmlformats.org/drawingml/2006/main">
            <a:r>
              <a:t>2. (1:00–2:30) 오른쪽 architecture, image contracts, testing으로 이어지는 관계를 설명한다. 화살표는 교육용 정보 설계 관계다.</a:t>
            </a:r>
          </a:p>
          <a:p xmlns:a="http://schemas.openxmlformats.org/drawingml/2006/main">
            <a:r>
              <a:t>3. (2:30–4:00) C++에서는 build/test 진입점과 기본 제약에서 해당 알고리즘 계약·하드웨어 조건으로 안내할 수 있음을 짧게 연결한다. Routing 성능 효과는 주장하지 않는다.</a:t>
            </a:r>
          </a:p>
          <a:p xmlns:a="http://schemas.openxmlformats.org/drawingml/2006/main">
            <a:r>
              <a:t/>
            </a:r>
          </a:p>
          <a:p xmlns:a="http://schemas.openxmlformats.org/drawingml/2006/main">
            <a:r>
              <a:t>화면 진행: Core의 세 항목을 먼저 읽고 필요한 상세의 세 행으로 이동한다. S32의 탐색 경로를 반복 설명하기보다 항상 읽을 기본 안내와 필요할 때 찾을 상세의 경계를 확인한다.</a:t>
            </a:r>
          </a:p>
          <a:p xmlns:a="http://schemas.openxmlformats.org/drawingml/2006/main">
            <a:r>
              <a:t/>
            </a:r>
          </a:p>
          <a:p xmlns:a="http://schemas.openxmlformats.org/drawingml/2006/main">
            <a:r>
              <a:t>Evidence / Source: BEAT-014, CLM-0003, CLM-0005, CLM-0014, CLM-0015. TEACHING_MODEL / CONCEPTUAL; describe STATE-03 structure in S34.</a:t>
            </a:r>
          </a:p>
          <a:p xmlns:a="http://schemas.openxmlformats.org/drawingml/2006/main">
            <a:r>
              <a:t/>
            </a:r>
          </a:p>
          <a:p xmlns:a="http://schemas.openxmlformats.org/drawingml/2006/main">
            <a:r>
              <a:t>Claim Boundary: The model does not demonstrate better retrieval or lower cost. No automatic product behavior is claimed.</a:t>
            </a:r>
          </a:p>
          <a:p xmlns:a="http://schemas.openxmlformats.org/drawingml/2006/main">
            <a:r>
              <a:t/>
            </a:r>
          </a:p>
          <a:p xmlns:a="http://schemas.openxmlformats.org/drawingml/2006/main">
            <a:r>
              <a:t>Beginner Explanation: Keep a small starting page and put specialized details in topic pages that it points to.</a:t>
            </a:r>
          </a:p>
          <a:p xmlns:a="http://schemas.openxmlformats.org/drawingml/2006/main">
            <a:r>
              <a:t/>
            </a:r>
          </a:p>
          <a:p xmlns:a="http://schemas.openxmlformats.org/drawingml/2006/main">
            <a:r>
              <a:t>Advanced Insight: Choose core facts for cross-task stability and details for a narrower task scope; routing quality remains an empirical question.</a:t>
            </a:r>
          </a:p>
          <a:p xmlns:a="http://schemas.openxmlformats.org/drawingml/2006/main">
            <a:r>
              <a:t/>
            </a:r>
          </a:p>
          <a:p xmlns:a="http://schemas.openxmlformats.org/drawingml/2006/main">
            <a:r>
              <a:t>C++ Vision Bridge: Core: build/test entry and Project constraints. Detail: algorithm contract and hardware assumptions. Keep it to this scope example.</a:t>
            </a:r>
          </a:p>
          <a:p xmlns:a="http://schemas.openxmlformats.org/drawingml/2006/main">
            <a:r>
              <a:t/>
            </a:r>
          </a:p>
          <a:p xmlns:a="http://schemas.openxmlformats.org/drawingml/2006/main">
            <a:r>
              <a:t>Demo Operation: N/A — the observed repository structure follows on S34.</a:t>
            </a:r>
          </a:p>
          <a:p xmlns:a="http://schemas.openxmlformats.org/drawingml/2006/main">
            <a:r>
              <a:t/>
            </a:r>
          </a:p>
          <a:p xmlns:a="http://schemas.openxmlformats.org/drawingml/2006/main">
            <a:r>
              <a:t>Audience Interaction: Ask what belongs in the core; do not solicit a complete taxonomy.</a:t>
            </a:r>
          </a:p>
          <a:p xmlns:a="http://schemas.openxmlformats.org/drawingml/2006/main">
            <a:r>
              <a:t/>
            </a:r>
          </a:p>
          <a:p xmlns:a="http://schemas.openxmlformats.org/drawingml/2006/main">
            <a:r>
              <a:t>Transition: “Demo Repository에서는 이 Mental Model이 어떻게 반영됐을까?”</a:t>
            </a:r>
          </a:p>
          <a:p xmlns:a="http://schemas.openxmlformats.org/drawingml/2006/main">
            <a:r>
              <a:t/>
            </a:r>
          </a:p>
          <a:p xmlns:a="http://schemas.openxmlformats.org/drawingml/2006/main">
            <a:r>
              <a:t>Time Management: Four minutes; keep the C++ bridge to one integrated minute and avoid listing CMake/hardware items.</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정보를 지우지 않고 위치를 나누기</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 reorganized the recorded detail from one growing `AGENTS.md` into a smaller core with links to topic documents.</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STATE-02와 STATE-03은 실제 Repository 상태이며, 정보의 위치가 달라졌다고 밝힌다.</a:t>
            </a:r>
          </a:p>
          <a:p xmlns:a="http://schemas.openxmlformats.org/drawingml/2006/main">
            <a:r>
              <a:t>2. (1:00–3:00 / Demo) 커진 AGENTS.md와 분리된 docs를 비교한다. 오른쪽 실제 Routing 문구에서 어떤 질문을 어떤 문서로 안내하는지 발췌 한 줄씩 가리킨다.</a:t>
            </a:r>
          </a:p>
          <a:p xmlns:a="http://schemas.openxmlformats.org/drawingml/2006/main">
            <a:r>
              <a:t>3. (3:00–4:00 / Case) 정보를 없애기보다 Scope에 따라 놓을 위치를 나눈 설계 의도를 설명한다.</a:t>
            </a:r>
          </a:p>
          <a:p xmlns:a="http://schemas.openxmlformats.org/drawingml/2006/main">
            <a:r>
              <a:t>4. (4:00–5:00 / Lecture) C++도 기본 안내와 알고리즘/모듈 상세를 나누는 패턴으로 연결한다. 실제 접근 결과는 다음 두 Task에서 확인한다.</a:t>
            </a:r>
          </a:p>
          <a:p xmlns:a="http://schemas.openxmlformats.org/drawingml/2006/main">
            <a:r>
              <a:t/>
            </a:r>
          </a:p>
          <a:p xmlns:a="http://schemas.openxmlformats.org/drawingml/2006/main">
            <a:r>
              <a:t>Evidence / Source: STATE-02, STATE-03, DEMO-06, BEAT-014–015, CLM-0003, CLM-0005, CLM-0014, CLM-0015. OBSERVED_PRODUCT for file structure; TEACHING_MODEL for the routing interpretation.</a:t>
            </a:r>
          </a:p>
          <a:p xmlns:a="http://schemas.openxmlformats.org/drawingml/2006/main">
            <a:r>
              <a:t/>
            </a:r>
          </a:p>
          <a:p xmlns:a="http://schemas.openxmlformats.org/drawingml/2006/main">
            <a:r>
              <a:t>Claim Boundary: State structure is observed. Progressive Disclosure is a course pattern here; perfect routing, performance improvement, or token savings are not proven.</a:t>
            </a:r>
          </a:p>
          <a:p xmlns:a="http://schemas.openxmlformats.org/drawingml/2006/main">
            <a:r>
              <a:t/>
            </a:r>
          </a:p>
          <a:p xmlns:a="http://schemas.openxmlformats.org/drawingml/2006/main">
            <a:r>
              <a:t>Beginner Explanation: The information was reorganized by topic; the slide does not show it being deleted.</a:t>
            </a:r>
          </a:p>
          <a:p xmlns:a="http://schemas.openxmlformats.org/drawingml/2006/main">
            <a:r>
              <a:t/>
            </a:r>
          </a:p>
          <a:p xmlns:a="http://schemas.openxmlformats.org/drawingml/2006/main">
            <a:r>
              <a:t>Advanced Insight: Separate the evidence of file placement from the inference about how such a structure may help readers navigate.</a:t>
            </a:r>
          </a:p>
          <a:p xmlns:a="http://schemas.openxmlformats.org/drawingml/2006/main">
            <a:r>
              <a:t/>
            </a:r>
          </a:p>
          <a:p xmlns:a="http://schemas.openxmlformats.org/drawingml/2006/main">
            <a:r>
              <a:t>C++ Vision Bridge: Core constraints stay at the entry point; algorithm, module, and hardware details belong with their relevant topic.</a:t>
            </a:r>
          </a:p>
          <a:p xmlns:a="http://schemas.openxmlformats.org/drawingml/2006/main">
            <a:r>
              <a:t/>
            </a:r>
          </a:p>
          <a:p xmlns:a="http://schemas.openxmlformats.org/drawingml/2006/main">
            <a:r>
              <a:t>Demo Operation: Use the captured/reconstructed STATE-02 → STATE-03 record; no live file browsing. Do not portray the diagram as a product screenshot.</a:t>
            </a:r>
          </a:p>
          <a:p xmlns:a="http://schemas.openxmlformats.org/drawingml/2006/main">
            <a:r>
              <a:t/>
            </a:r>
          </a:p>
          <a:p xmlns:a="http://schemas.openxmlformats.org/drawingml/2006/main">
            <a:r>
              <a:t>Audience Interaction: Ask what must remain unchanged when information is moved; accept silent reflection.</a:t>
            </a:r>
          </a:p>
          <a:p xmlns:a="http://schemas.openxmlformats.org/drawingml/2006/main">
            <a:r>
              <a:t/>
            </a:r>
          </a:p>
          <a:p xmlns:a="http://schemas.openxmlformats.org/drawingml/2006/main">
            <a:r>
              <a:t>Transition: “두 Task가 같은 상세 문서를 읽는지 관찰해 보겠습니다.”</a:t>
            </a:r>
          </a:p>
          <a:p xmlns:a="http://schemas.openxmlformats.org/drawingml/2006/main">
            <a:r>
              <a:t/>
            </a:r>
          </a:p>
          <a:p xmlns:a="http://schemas.openxmlformats.org/drawingml/2006/main">
            <a:r>
              <a:t>Time Management: Use the two Demo minutes for the before/after state, one for the Case, and keep the C++ bridge integrated into the lecture flow as approved.</a:t>
            </a:r>
          </a:p>
          <a:p xmlns:a="http://schemas.openxmlformats.org/drawingml/2006/main">
            <a:r>
              <a:t/>
            </a:r>
          </a:p>
          <a:p xmlns:a="http://schemas.openxmlformats.org/drawingml/2006/main">
            <a:r>
              <a:t>Fallback: LOCAL STATIC ARTIFACT — 발표 기본 경로는 `production/ACT_2.pptx`의 S34 또는 `production/preview/act2/S34.png`다.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서로 다른 두 Task가 무엇을 읽을까?</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Compare two read-only Task questions by observing what evidence each run actually accesses.</a:t>
            </a:r>
          </a:p>
          <a:p xmlns:a="http://schemas.openxmlformats.org/drawingml/2006/main">
            <a:r>
              <a:t/>
            </a:r>
          </a:p>
          <a:p xmlns:a="http://schemas.openxmlformats.org/drawingml/2006/main">
            <a:r>
              <a:t>Opening Question: “두 Task에서 Agent가 같은 상세 문서를 읽을까?”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Set the watch-for question without proposing an answer.</a:t>
            </a:r>
          </a:p>
          <a:p xmlns:a="http://schemas.openxmlformats.org/drawingml/2006/main">
            <a:r>
              <a:t>2. (0:30–1:30) Show Task A: “crop 1 3에서 어떤 source column을 포함하는가?” and Task B: “runtime dependency가 있는가?”</a:t>
            </a:r>
          </a:p>
          <a:p xmlns:a="http://schemas.openxmlformats.org/drawingml/2006/main">
            <a:r>
              <a:t>3. (1:30–2:00) Invite the audience to notice whether the same detail appears in both records.</a:t>
            </a:r>
          </a:p>
          <a:p xmlns:a="http://schemas.openxmlformats.org/drawingml/2006/main">
            <a:r>
              <a:t/>
            </a:r>
          </a:p>
          <a:p xmlns:a="http://schemas.openxmlformats.org/drawingml/2006/main">
            <a:r>
              <a:t>Evidence / Source: TRIAL-005A/B, BEAT-015–016, CLM-0003, CLM-0005, CLM-0014, CLM-0015. OBSERVED_PRODUCT setup; results are withheld until the next slides.</a:t>
            </a:r>
          </a:p>
          <a:p xmlns:a="http://schemas.openxmlformats.org/drawingml/2006/main">
            <a:r>
              <a:t/>
            </a:r>
          </a:p>
          <a:p xmlns:a="http://schemas.openxmlformats.org/drawingml/2006/main">
            <a:r>
              <a:t>Claim Boundary: Do not predict file access or reveal the observed result in advance. This setup does not imply perfect routing.</a:t>
            </a:r>
          </a:p>
          <a:p xmlns:a="http://schemas.openxmlformats.org/drawingml/2006/main">
            <a:r>
              <a:t/>
            </a:r>
          </a:p>
          <a:p xmlns:a="http://schemas.openxmlformats.org/drawingml/2006/main">
            <a:r>
              <a:t>Beginner Explanation: Different questions may require different Project details; the next slides show what was observed.</a:t>
            </a:r>
          </a:p>
          <a:p xmlns:a="http://schemas.openxmlformats.org/drawingml/2006/main">
            <a:r>
              <a:t/>
            </a:r>
          </a:p>
          <a:p xmlns:a="http://schemas.openxmlformats.org/drawingml/2006/main">
            <a:r>
              <a:t>Advanced Insight: Evaluate actual accesses rather than infer behavior from the directory structure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this is the watch setup; no new Trial is run.</a:t>
            </a:r>
          </a:p>
          <a:p xmlns:a="http://schemas.openxmlformats.org/drawingml/2006/main">
            <a:r>
              <a:t/>
            </a:r>
          </a:p>
          <a:p xmlns:a="http://schemas.openxmlformats.org/drawingml/2006/main">
            <a:r>
              <a:t>Audience Interaction: Ask viewers to keep the comparison question in mind. No response is required.</a:t>
            </a:r>
          </a:p>
          <a:p xmlns:a="http://schemas.openxmlformats.org/drawingml/2006/main">
            <a:r>
              <a:t/>
            </a:r>
          </a:p>
          <a:p xmlns:a="http://schemas.openxmlformats.org/drawingml/2006/main">
            <a:r>
              <a:t>Transition: “Crop Task의 기록에서 어떤 근거가 사용됐을까?”</a:t>
            </a:r>
          </a:p>
          <a:p xmlns:a="http://schemas.openxmlformats.org/drawingml/2006/main">
            <a:r>
              <a:t/>
            </a:r>
          </a:p>
          <a:p xmlns:a="http://schemas.openxmlformats.org/drawingml/2006/main">
            <a:r>
              <a:t>Time Management: Two minutes only. Do not give the answer or turn the prompt into an exercise.</a:t>
            </a:r>
          </a:p>
          <a:p xmlns:a="http://schemas.openxmlformats.org/drawingml/2006/main">
            <a:r>
              <a:t/>
            </a:r>
          </a:p>
          <a:p xmlns:a="http://schemas.openxmlformats.org/drawingml/2006/main">
            <a:r>
              <a:t>Fallback: LOCAL STATIC ARTIFACT — 발표 기본 경로는 `production/ACT_2.pptx`의 S35 또는 `production/preview/act2/S35.png`다.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Crop Task에서 관찰한 접근</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In TRIAL-005A’s final run, the recorded Crop answer was supported by access to the image contract; some broader context was also read.</a:t>
            </a:r>
          </a:p>
          <a:p xmlns:a="http://schemas.openxmlformats.org/drawingml/2006/main">
            <a:r>
              <a:t/>
            </a:r>
          </a:p>
          <a:p xmlns:a="http://schemas.openxmlformats.org/drawingml/2006/main">
            <a:r>
              <a:t>Opening Question: “Crop 계약을 묻는 Task에서 어떤 근거가 사용됐을까?”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image-contracts.md에 있는 반열린 구간 [x_start, x_end)을 가리킨다.</a:t>
            </a:r>
          </a:p>
          <a:p xmlns:a="http://schemas.openxmlformats.org/drawingml/2006/main">
            <a:r>
              <a:t>2. (1:00–3:00) 아래 숫자는 픽셀 값이 아니라 source column index임을 밝힌다. crop 1 3에서 강조한 열 1과 2, 결과 너비 2, 제외된 끝 좌표 3을 순서대로 짚는다.</a:t>
            </a:r>
          </a:p>
          <a:p xmlns:a="http://schemas.openxmlformats.org/drawingml/2006/main">
            <a:r>
              <a:t>3. (3:00–4:00) 하단에서 AGENTS.md, architecture.md도 읽었으며 testing.md는 최종 실행에서 읽었음을 확인한다. 완벽한 최소 문서 선택으로 해석하지 않는다.</a:t>
            </a:r>
          </a:p>
          <a:p xmlns:a="http://schemas.openxmlformats.org/drawingml/2006/main">
            <a:r>
              <a:t>4. (4:00–5:00) 계약이 필요한 Task에서 관련 문서 접근과 답이 관찰됐다는 범위로 마무리하고 Task B로 넘긴다.</a:t>
            </a:r>
          </a:p>
          <a:p xmlns:a="http://schemas.openxmlformats.org/drawingml/2006/main">
            <a:r>
              <a:t/>
            </a:r>
          </a:p>
          <a:p xmlns:a="http://schemas.openxmlformats.org/drawingml/2006/main">
            <a:r>
              <a:t>Evidence / Source: TRIAL-005A, BEAT-016, CLM-0014, CLM-0015. OBSERVED_PRODUCT; recorded CLI final run and its access record.</a:t>
            </a:r>
          </a:p>
          <a:p xmlns:a="http://schemas.openxmlformats.org/drawingml/2006/main">
            <a:r>
              <a:t/>
            </a:r>
          </a:p>
          <a:p xmlns:a="http://schemas.openxmlformats.org/drawingml/2006/main">
            <a:r>
              <a:t>Claim Boundary: The record supports that image-contract detail was accessed and the answer was observed in this run. It does not show perfect routing, that only relevant documents were read, or a measured efficiency gain.</a:t>
            </a:r>
          </a:p>
          <a:p xmlns:a="http://schemas.openxmlformats.org/drawingml/2006/main">
            <a:r>
              <a:t/>
            </a:r>
          </a:p>
          <a:p xmlns:a="http://schemas.openxmlformats.org/drawingml/2006/main">
            <a:r>
              <a:t>Beginner Explanation: The Crop question had a matching contract document, and the recorded final run read it before giving the boundary result.</a:t>
            </a:r>
          </a:p>
          <a:p xmlns:a="http://schemas.openxmlformats.org/drawingml/2006/main">
            <a:r>
              <a:t/>
            </a:r>
          </a:p>
          <a:p xmlns:a="http://schemas.openxmlformats.org/drawingml/2006/main">
            <a:r>
              <a:t>Advanced Insight: Include run variability and broader reads in the interpretation; `testing.md` access was not consistent across iterations.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captured/reconstructed record. Show the image contract and concise answer, not a full file-access log or fabricated terminal capture.</a:t>
            </a:r>
          </a:p>
          <a:p xmlns:a="http://schemas.openxmlformats.org/drawingml/2006/main">
            <a:r>
              <a:t/>
            </a:r>
          </a:p>
          <a:p xmlns:a="http://schemas.openxmlformats.org/drawingml/2006/main">
            <a:r>
              <a:t>Audience Interaction: Ask which evidence supports the boundary answer; let the audience inspect the concise summary.</a:t>
            </a:r>
          </a:p>
          <a:p xmlns:a="http://schemas.openxmlformats.org/drawingml/2006/main">
            <a:r>
              <a:t/>
            </a:r>
          </a:p>
          <a:p xmlns:a="http://schemas.openxmlformats.org/drawingml/2006/main">
            <a:r>
              <a:t>Transition: “Dependency Task와 비교하면 어떤 차이가 보일까?”</a:t>
            </a:r>
          </a:p>
          <a:p xmlns:a="http://schemas.openxmlformats.org/drawingml/2006/main">
            <a:r>
              <a:t/>
            </a:r>
          </a:p>
          <a:p xmlns:a="http://schemas.openxmlformats.org/drawingml/2006/main">
            <a:r>
              <a:t>Time Management: Give the answer two minutes, the supporting document and limitation two minutes, then one minute for transition.</a:t>
            </a:r>
          </a:p>
          <a:p xmlns:a="http://schemas.openxmlformats.org/drawingml/2006/main">
            <a:r>
              <a:t/>
            </a:r>
          </a:p>
          <a:p xmlns:a="http://schemas.openxmlformats.org/drawingml/2006/main">
            <a:r>
              <a:t>Fallback: LOCAL STATIC ARTIFACT — 발표 기본 경로는 `production/ACT_2.pptx`의 S36 또는 `production/preview/act2/S36.png`다.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Task별 접근은 달랐지만 완벽하지는 않다</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Task별 접근은 달랐지만 완벽하지는 않다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TRIAL-005A/B showed a task-specific difference in detailed document access, but did not prove perfect routing, token savings, or performance improvement.</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강조한 첫 행에서 A는 image-contracts.md를 읽고 B는 읽지 않았음을 가리킨다.</a:t>
            </a:r>
          </a:p>
          <a:p xmlns:a="http://schemas.openxmlformats.org/drawingml/2006/main">
            <a:r>
              <a:t>2. (1:00–3:00 / Case) architecture는 둘 다 읽었고 testing은 A의 최종 실행에서만 읽었다고 확인한다. B는 설정·README·source도 확인했다. A의 더 넓은 읽기와 실행 간 변동도 남아 있다.</a:t>
            </a:r>
          </a:p>
          <a:p xmlns:a="http://schemas.openxmlformats.org/drawingml/2006/main">
            <a:r>
              <a:t>3. (3:00–4:00 / Case) 완벽한 Routing 미입증, 토큰 절약·성능 개선 미측정을 분명히 말한다.</a:t>
            </a:r>
          </a:p>
          <a:p xmlns:a="http://schemas.openxmlformats.org/drawingml/2006/main">
            <a:r>
              <a:t>4. (4:00–6:00 / Reflection) 이 비교로 말할 수 있는 사실과 없는 효과를 조용히 구분해 보게 한다.</a:t>
            </a:r>
          </a:p>
          <a:p xmlns:a="http://schemas.openxmlformats.org/drawingml/2006/main">
            <a:r>
              <a:t>5. (6:00–7:00 / Q&amp;A) 질문 하나를 받거나 준비된 질문을 던진다. 파일 접근 차이라는 관찰로 닫는다.</a:t>
            </a:r>
          </a:p>
          <a:p xmlns:a="http://schemas.openxmlformats.org/drawingml/2006/main">
            <a:r>
              <a:t/>
            </a:r>
          </a:p>
          <a:p xmlns:a="http://schemas.openxmlformats.org/drawingml/2006/main">
            <a:r>
              <a:t>Evidence / Source: TRIAL-005A/B, BEAT-016–017, CLM-0014, CLM-0015, CLM-0003, CLM-0005. OBSERVED_PRODUCT; captured records, with observed run variability.</a:t>
            </a:r>
          </a:p>
          <a:p xmlns:a="http://schemas.openxmlformats.org/drawingml/2006/main">
            <a:r>
              <a:t/>
            </a:r>
          </a:p>
          <a:p xmlns:a="http://schemas.openxmlformats.org/drawingml/2006/main">
            <a:r>
              <a:t>Claim Boundary: Task-specific access difference is observed. Broad reads also occurred. Do not claim complete routing, a general advantage, token savings, or performance gains.</a:t>
            </a:r>
          </a:p>
          <a:p xmlns:a="http://schemas.openxmlformats.org/drawingml/2006/main">
            <a:r>
              <a:t/>
            </a:r>
          </a:p>
          <a:p xmlns:a="http://schemas.openxmlformats.org/drawingml/2006/main">
            <a:r>
              <a:t>Beginner Explanation: A relevant document was read for one Task and not another, but the agent still read some shared and broader context.</a:t>
            </a:r>
          </a:p>
          <a:p xmlns:a="http://schemas.openxmlformats.org/drawingml/2006/main">
            <a:r>
              <a:t/>
            </a:r>
          </a:p>
          <a:p xmlns:a="http://schemas.openxmlformats.org/drawingml/2006/main">
            <a:r>
              <a:t>Advanced Insight: A/B access differences are evidence about these runs only; they do not establish a stable policy or causal efficiency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실제 기록을 요약한 문서 접근 비교표를 사용한다. image-contracts, architecture, testing 순서로 가리키며 testing의 최종 실행 범위와 변동을 유지한다. 토큰·성능 효과나 실제 터미널 화면으로 표현하지 않는다.</a:t>
            </a:r>
          </a:p>
          <a:p xmlns:a="http://schemas.openxmlformats.org/drawingml/2006/main">
            <a:r>
              <a:t/>
            </a:r>
          </a:p>
          <a:p xmlns:a="http://schemas.openxmlformats.org/drawingml/2006/main">
            <a:r>
              <a:t>Audience Interaction: Keep three minutes for the Case, two for private Reflection, and one for Q&amp;A. If no one responds, ask: “이 기록으로 말할 수 있는 범위는 어디까지일까요?”</a:t>
            </a:r>
          </a:p>
          <a:p xmlns:a="http://schemas.openxmlformats.org/drawingml/2006/main">
            <a:r>
              <a:t/>
            </a:r>
          </a:p>
          <a:p xmlns:a="http://schemas.openxmlformats.org/drawingml/2006/main">
            <a:r>
              <a:t>Transition: “정보를 정리했는데도 남아 있는 반복은 무엇일까?”</a:t>
            </a:r>
          </a:p>
          <a:p xmlns:a="http://schemas.openxmlformats.org/drawingml/2006/main">
            <a:r>
              <a:t/>
            </a:r>
          </a:p>
          <a:p xmlns:a="http://schemas.openxmlformats.org/drawingml/2006/main">
            <a:r>
              <a:t>Time Management: Protect the Mode boundaries. If discussion runs long, cut secondary file names before shortening the explicit claim boundary.</a:t>
            </a:r>
          </a:p>
          <a:p xmlns:a="http://schemas.openxmlformats.org/drawingml/2006/main">
            <a:r>
              <a:t/>
            </a:r>
          </a:p>
          <a:p xmlns:a="http://schemas.openxmlformats.org/drawingml/2006/main">
            <a:r>
              <a:t>Fallback: LOCAL STATIC ARTIFACT — 발표 기본 경로는 `production/ACT_2.pptx`의 S37 또는 `production/preview/act2/S37.png`다.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지식은 정리됐지만 절차는 반복된다</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Task Prompt, Project Context, and routing address different information responsibilities; a repeated work procedure can remain as a separate problem.</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Transition) 왼쪽의 현재 목표, 공통 사실, 상세 정보 위치를 순서대로 회수한다.</a:t>
            </a:r>
          </a:p>
          <a:p xmlns:a="http://schemas.openxmlformats.org/drawingml/2006/main">
            <a:r>
              <a:t>2. (2:00–4:00 / Transition) 오른쪽 ‘먼저 측정하고, 조사한 뒤 변경하고, 같은 조건으로 확인’이라는 반복 절차를 보여준다. Context 선택을 완전히 해결했다는 뜻은 아니라고 밝힌다.</a:t>
            </a:r>
          </a:p>
          <a:p xmlns:a="http://schemas.openxmlformats.org/drawingml/2006/main">
            <a:r>
              <a:t>3. (4:00–10:00 / Q&amp;A) ‘같은 작업 절차도 다시 써야 할까?’로 질문을 받는다. 질문이 없으면 사실과 절차의 책임 차이를 짚고 ‘Project 지식과 별개로 같은 조사·검증 절차도 매번 다시 적어야 할까?’를 던진다. 두 Task의 공통 절차를 다음 관찰 대상으로 삼는다. 마지막 짧은 handoff도 이 6분 안에 포함한다.</a:t>
            </a:r>
          </a:p>
          <a:p xmlns:a="http://schemas.openxmlformats.org/drawingml/2006/main">
            <a:r>
              <a:t/>
            </a:r>
          </a:p>
          <a:p xmlns:a="http://schemas.openxmlformats.org/drawingml/2006/main">
            <a:r>
              <a:t>Evidence / Source: BEAT-017–018, TRANS-005, TRIAL-006/007 as context for the upcoming problem. OBSERVED_PRODUCT for repeated prompt structure with PARTIAL attribution; TEACHING_MODEL for the three responsibilities and the transition question.</a:t>
            </a:r>
          </a:p>
          <a:p xmlns:a="http://schemas.openxmlformats.org/drawingml/2006/main">
            <a:r>
              <a:t/>
            </a:r>
          </a:p>
          <a:p xmlns:a="http://schemas.openxmlformats.org/drawingml/2006/main">
            <a:r>
              <a:t>Claim Boundary: Do not attribute the repeated procedure solely to the Trial Prompt; global Harness influence remains. Do not present Skill or another solution here.</a:t>
            </a:r>
          </a:p>
          <a:p xmlns:a="http://schemas.openxmlformats.org/drawingml/2006/main">
            <a:r>
              <a:t/>
            </a:r>
          </a:p>
          <a:p xmlns:a="http://schemas.openxmlformats.org/drawingml/2006/main">
            <a:r>
              <a:t>Beginner Explanation: Knowing Project facts and repeating a reliable way of working are different needs.</a:t>
            </a:r>
          </a:p>
          <a:p xmlns:a="http://schemas.openxmlformats.org/drawingml/2006/main">
            <a:r>
              <a:t/>
            </a:r>
          </a:p>
          <a:p xmlns:a="http://schemas.openxmlformats.org/drawingml/2006/main">
            <a:r>
              <a:t>Advanced Insight: Context can reduce repeated fact explanation while process ownership remains unresolved; keep observed repetition separate from its cause.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use the concise recorded prompt-structure summary; no live run or new Trial.</a:t>
            </a:r>
          </a:p>
          <a:p xmlns:a="http://schemas.openxmlformats.org/drawingml/2006/main">
            <a:r>
              <a:t/>
            </a:r>
          </a:p>
          <a:p xmlns:a="http://schemas.openxmlformats.org/drawingml/2006/main">
            <a:r>
              <a:t>Audience Interaction: 0–4분 Transition 뒤 4–10분 Q&amp;A를 운영한다. 공개 응답은 선택이며 질문이 없으면 사실과 절차의 차이를 묻는 준비 질문을 사용한다. 별도 실습은 없다.</a:t>
            </a:r>
          </a:p>
          <a:p xmlns:a="http://schemas.openxmlformats.org/drawingml/2006/main">
            <a:r>
              <a:t/>
            </a:r>
          </a:p>
          <a:p xmlns:a="http://schemas.openxmlformats.org/drawingml/2006/main">
            <a:r>
              <a:t>Transition: “Project 지식과 별개로 같은 조사·검증 절차도 매번 다시 적어야 할까? 다음 두 성능 Task의 기록에서 반복된 부분을 보겠습니다.”</a:t>
            </a:r>
          </a:p>
          <a:p xmlns:a="http://schemas.openxmlformats.org/drawingml/2006/main">
            <a:r>
              <a:t/>
            </a:r>
          </a:p>
          <a:p xmlns:a="http://schemas.openxmlformats.org/drawingml/2006/main">
            <a:r>
              <a:t>Time Management: Transition 4분 → Q&amp;A 6분, 총 10분을 유지한다. 마지막 handoff 문구도 Q&amp;A 종료 전에 포함하며 추가 Transition 시간을 만들지 않는다. 답변이 길어지면 다음 질문을 받지 않고 ACT 3로 이동한다.</a:t>
            </a:r>
          </a:p>
          <a:p xmlns:a="http://schemas.openxmlformats.org/drawingml/2006/main">
            <a:r>
              <a:t/>
            </a:r>
          </a:p>
          <a:p xmlns:a="http://schemas.openxmlformats.org/drawingml/2006/main">
            <a:r>
              <a:t>Fallback: LOCAL STATIC ARTIFACT — 발표 기본 경로는 `production/ACT_2.pptx`의 S38 또는 `production/preview/act2/S38.png`다.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서로 다른 Performance Task, 반복되는 절차</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서로 다른 Performance Task, 반복되는 절차</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TRIAL-006의 `resize_nearest`와 TRIAL-007의 `normalize`처럼 서로 다른 목표에서도 유사한 performance procedure가 반복될 수 있다.</a:t>
            </a:r>
          </a:p>
          <a:p xmlns:a="http://schemas.openxmlformats.org/drawingml/2006/main">
            <a:r>
              <a:t/>
            </a:r>
          </a:p>
          <a:p xmlns:a="http://schemas.openxmlformats.org/drawingml/2006/main">
            <a:r>
              <a:t>Opening Question: “Task가 달라도 왜 같은 작업 방법을 계속 쓰고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처음 30초에 그림으로 작업 대상을 확인한다. 왼쪽은 크기 변경, 오른쪽은 선언된 max_value를 255로 스케일하는 값 범위 변환이다. 0→0, 2048→128, 4095→255를 설명할 수 있지만 화질 개선으로 표현하지 않는다. 이어 두 Task goal을 비교한다.</a:t>
            </a:r>
          </a:p>
          <a:p xmlns:a="http://schemas.openxmlformats.org/drawingml/2006/main">
            <a:r>
              <a:t>2. (2:00–4:00) 두 기록에 반복된 baseline, 조사, 계획, 변경, test, benchmark, 비교, review를 강조한다.</a:t>
            </a:r>
          </a:p>
          <a:p xmlns:a="http://schemas.openxmlformats.org/drawingml/2006/main">
            <a:r>
              <a:t>3. (4:00–5:00) 반복 관찰과 원인 귀속을 분리하고 Prompt-only attribution이 PARTIAL임을 밝힌다. 앞 ACT에서 남긴 질문을 회수해, 서로 다른 목표에서도 같은 조사·검증 절차가 다시 쓰였다는 점을 다음 설계 문제로 삼는다.</a:t>
            </a:r>
          </a:p>
          <a:p xmlns:a="http://schemas.openxmlformats.org/drawingml/2006/main">
            <a:r>
              <a:t/>
            </a:r>
          </a:p>
          <a:p xmlns:a="http://schemas.openxmlformats.org/drawingml/2006/main">
            <a:r>
              <a:t>화면 진행: 상단 두 그림은 목표 차이만 짧게 확인한다. 이후 중앙의 공통 절차를 Baseline부터 Review까지 차례로 가리키며 두 Task에서 반복된 부분을 본다. 그림은 실제 입출력이나 성능 전후 비교가 아니다.</a:t>
            </a:r>
          </a:p>
          <a:p xmlns:a="http://schemas.openxmlformats.org/drawingml/2006/main">
            <a:r>
              <a:t/>
            </a:r>
          </a:p>
          <a:p xmlns:a="http://schemas.openxmlformats.org/drawingml/2006/main">
            <a:r>
              <a:t>Evidence / Source: TRIAL-006 (`resize_nearest`), TRIAL-007 (`normalize`), BEAT-018/020. Codex CLI 기록 실행의 workflow 비교. 함수 계약 참고: Demo STATE-04의 src/graypipe/transform.py 및 normalize.py. 삽화 출처: prototype/image-illustration-pilot/assets/S37.png,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위는 기능 설명용 AI 삽화, 아래는 TRIAL-006/007 기록에서 확인한 반복 절차 요약이다. 같은 grayscale tile을 크기만 달리하거나 동일 크기로 배치해 작업의 차이를 설명한다. 새로운 실행이나 실제 터미널 화면이라고 말하지 않는다.</a:t>
            </a:r>
          </a:p>
          <a:p xmlns:a="http://schemas.openxmlformats.org/drawingml/2006/main">
            <a:r>
              <a:t/>
            </a:r>
          </a:p>
          <a:p xmlns:a="http://schemas.openxmlformats.org/drawingml/2006/main">
            <a:r>
              <a:t>Audience Interaction: 두 Task의 공통 절차를 잠시 관찰하게 한다. 공개 답변은 요구하지 않는다.</a:t>
            </a:r>
          </a:p>
          <a:p xmlns:a="http://schemas.openxmlformats.org/drawingml/2006/main">
            <a:r>
              <a:t/>
            </a:r>
          </a:p>
          <a:p xmlns:a="http://schemas.openxmlformats.org/drawingml/2006/main">
            <a:r>
              <a:t>Transition: “Project 지식과 작업 절차는 각각 어떤 질문에 답할까?”</a:t>
            </a:r>
          </a:p>
          <a:p xmlns:a="http://schemas.openxmlformats.org/drawingml/2006/main">
            <a:r>
              <a:t/>
            </a:r>
          </a:p>
          <a:p xmlns:a="http://schemas.openxmlformats.org/drawingml/2006/main">
            <a:r>
              <a:t>Time Management: Case 5분을 두 Task 비교, 공통 절차, attribution 한계 순으로 쓴다. 수치 설명으로 확장하지 않는다.</a:t>
            </a:r>
          </a:p>
          <a:p xmlns:a="http://schemas.openxmlformats.org/drawingml/2006/main">
            <a:r>
              <a:t/>
            </a:r>
          </a:p>
          <a:p xmlns:a="http://schemas.openxmlformats.org/drawingml/2006/main">
            <a:r>
              <a:t>Fallback: 정적 발표 경로는 production/preview/act3/S39.png와 production/preview/full/S39.png다.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Project 사실과 작업 절차는 다르다</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Project 사실과 작업 절차는 다르다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Project에서 일반적으로 참인 사실과 반복되는 작업 방법은 서로 다른 설계 문제다.</a:t>
            </a:r>
          </a:p>
          <a:p xmlns:a="http://schemas.openxmlformats.org/drawingml/2006/main">
            <a:r>
              <a:t/>
            </a:r>
          </a:p>
          <a:p xmlns:a="http://schemas.openxmlformats.org/drawingml/2006/main">
            <a:r>
              <a:t>Opening Question: “Agent가 알아야 할 것과 따라야 할 방법은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crop의 끝 열 제외 계약을 ‘무엇이 참인가?’와 연결한다.</a:t>
            </a:r>
          </a:p>
          <a:p xmlns:a="http://schemas.openxmlformats.org/drawingml/2006/main">
            <a:r>
              <a:t>2. (1:00–3:00) 오른쪽 변경 전 측정과 동일 입력 비교를 ‘어떤 순서로 일할까?’와 연결한다. 화면 아래의 현재 목표 질문은 Task Prompt의 책임이다.</a:t>
            </a:r>
          </a:p>
          <a:p xmlns:a="http://schemas.openxmlformats.org/drawingml/2006/main">
            <a:r>
              <a:t>3. (3:00–4:00) 사실과 절차는 둘 다 Prompt 밖에 놓일 수 있지만 유지할 책임이 다르다고 정리한다. 아직 Harness 전체 정의를 완성하지 않는다.</a:t>
            </a:r>
          </a:p>
          <a:p xmlns:a="http://schemas.openxmlformats.org/drawingml/2006/main">
            <a:r>
              <a:t/>
            </a:r>
          </a:p>
          <a:p xmlns:a="http://schemas.openxmlformats.org/drawingml/2006/main">
            <a:r>
              <a:t>화면 진행: 문장을 무엇이 참인가/어떻게 일하는가/지금 무엇을 원하는가로 분류한다. 정답 시험을 진행하지 않는다. 다음 장은 이 세 책임을 하나의 Task에 함께 적용한다.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교육용 구분이다. 공식 제품 분류나 특정 제품 기능이라고 표현하지 않는다.</a:t>
            </a:r>
          </a:p>
          <a:p xmlns:a="http://schemas.openxmlformats.org/drawingml/2006/main">
            <a:r>
              <a:t/>
            </a:r>
          </a:p>
          <a:p xmlns:a="http://schemas.openxmlformats.org/drawingml/2006/main">
            <a:r>
              <a:t>Beginner Explanation: 프로젝트 설명은 무엇이 참인지 말하고, workflow는 어떤 순서로 일할지 말한다.</a:t>
            </a:r>
          </a:p>
          <a:p xmlns:a="http://schemas.openxmlformats.org/drawingml/2006/main">
            <a:r>
              <a:t/>
            </a:r>
          </a:p>
          <a:p xmlns:a="http://schemas.openxmlformats.org/drawingml/2006/main">
            <a:r>
              <a:t>Advanced Insight: Project Context를 늘리는 것만으로 반복 절차의 유지 문제가 해결되지는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세 질문과 항목을 조용히 따라오게 한다. 분류 실습은 요구하지 않는다.</a:t>
            </a:r>
          </a:p>
          <a:p xmlns:a="http://schemas.openxmlformats.org/drawingml/2006/main">
            <a:r>
              <a:t/>
            </a:r>
          </a:p>
          <a:p xmlns:a="http://schemas.openxmlformats.org/drawingml/2006/main">
            <a:r>
              <a:t>Transition: “이 세 책임을 normalize 성능 조사 하나에 함께 적용해보겠습니다.”</a:t>
            </a:r>
          </a:p>
          <a:p xmlns:a="http://schemas.openxmlformats.org/drawingml/2006/main">
            <a:r>
              <a:t/>
            </a:r>
          </a:p>
          <a:p xmlns:a="http://schemas.openxmlformats.org/drawingml/2006/main">
            <a:r>
              <a:t>Time Management: 4분 동안 세 질문의 책임만 구분한다. Harness 전체 정의는 아직 제시하지 않는다.</a:t>
            </a:r>
          </a:p>
          <a:p xmlns:a="http://schemas.openxmlformats.org/drawingml/2006/main">
            <a:r>
              <a:t/>
            </a:r>
          </a:p>
          <a:p xmlns:a="http://schemas.openxmlformats.org/drawingml/2006/main">
            <a:r>
              <a:t>Fallback: LOCAL STATIC ARTIFACT — 발표 기본 경로는 `production/ACT_3.pptx`의 S40 또는 `production/preview/act3/S40.png`다.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Task, Context, Workflow의 역할</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Task, Context, Workflow의 역할</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Task Prompt는 현재 목표, Project Context는 사실과 제약, Reusable Workflow는 특정 작업을 수행하는 방법을 담는다.</a:t>
            </a:r>
          </a:p>
          <a:p xmlns:a="http://schemas.openxmlformats.org/drawingml/2006/main">
            <a:r>
              <a:t/>
            </a:r>
          </a:p>
          <a:p xmlns:a="http://schemas.openxmlformats.org/drawingml/2006/main">
            <a:r>
              <a:t>Opening Question: “normalize 성능 조사 하나에 적용하면, 현재 목표와 Project 사실, 반복 절차는 각각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나눈 세 책임을 normalize 성능 조사라는 한 Task에 함께 적용한다. 첫 행을 이번 Task의 목표로 읽고, 아래 두 행은 그 목표를 수행할 때 지킬 사실과 재사용할 절차로 연결한다.</a:t>
            </a:r>
          </a:p>
          <a:p xmlns:a="http://schemas.openxmlformats.org/drawingml/2006/main">
            <a:r>
              <a:t>2. (1:00–2:30) 둘째 행에서 기존 이미지 동작과 공개 계약은 작업 중 지켜야 할 Project Context임을 짚는다.</a:t>
            </a:r>
          </a:p>
          <a:p xmlns:a="http://schemas.openxmlformats.org/drawingml/2006/main">
            <a:r>
              <a:t>3. (2:30–4:00) 셋째 행의 baseline → 조사 → 검증 → 비교를 재사용 Workflow와 연결한다.</a:t>
            </a:r>
          </a:p>
          <a:p xmlns:a="http://schemas.openxmlformats.org/drawingml/2006/main">
            <a:r>
              <a:t>4. (4:00–5:00) 세 책임의 위치가 Prompt 밖일 수 있다는 것과 책임이 같다는 것을 구분한다.</a:t>
            </a:r>
          </a:p>
          <a:p xmlns:a="http://schemas.openxmlformats.org/drawingml/2006/main">
            <a:r>
              <a:t/>
            </a:r>
          </a:p>
          <a:p xmlns:a="http://schemas.openxmlformats.org/drawingml/2006/main">
            <a:r>
              <a:t>화면 진행: normalize라는 한 목표를 기준으로 Task Prompt, Project Context, Reusable Workflow가 각각 맡는 질문을 연결한다. S40의 분류 예시를 다시 나열하지 않는다.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세 Layer는 교육용 모델이다. Harness 전체 정의나 제품의 공식 분류로 부르지 않는다.</a:t>
            </a:r>
          </a:p>
          <a:p xmlns:a="http://schemas.openxmlformats.org/drawingml/2006/main">
            <a:r>
              <a:t/>
            </a:r>
          </a:p>
          <a:p xmlns:a="http://schemas.openxmlformats.org/drawingml/2006/main">
            <a:r>
              <a:t>Beginner Explanation: 지금 원하는 일, 계속 유효한 프로젝트 정보, 반복할 작업 순서를 나눠 볼 수 있다.</a:t>
            </a:r>
          </a:p>
          <a:p xmlns:a="http://schemas.openxmlformats.org/drawingml/2006/main">
            <a:r>
              <a:t/>
            </a:r>
          </a:p>
          <a:p xmlns:a="http://schemas.openxmlformats.org/drawingml/2006/main">
            <a:r>
              <a:t>Advanced Insight: 같은 위치에 저장될 수 있어도 소유권, 갱신 주기, Task별 적용은 다를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각 Layer 예시를 조용히 따라오게 한다. 노트북 실습은 없다.</a:t>
            </a:r>
          </a:p>
          <a:p xmlns:a="http://schemas.openxmlformats.org/drawingml/2006/main">
            <a:r>
              <a:t/>
            </a:r>
          </a:p>
          <a:p xmlns:a="http://schemas.openxmlformats.org/drawingml/2006/main">
            <a:r>
              <a:t>Transition: Slide 42에서 반복 절차를 repository-owned asset으로 옮길지 묻는다.</a:t>
            </a:r>
          </a:p>
          <a:p xmlns:a="http://schemas.openxmlformats.org/drawingml/2006/main">
            <a:r>
              <a:t/>
            </a:r>
          </a:p>
          <a:p xmlns:a="http://schemas.openxmlformats.org/drawingml/2006/main">
            <a:r>
              <a:t>Time Management: 5분 동안 세 책임과 한 개의 workflow 예시만 설명한다.</a:t>
            </a:r>
          </a:p>
          <a:p xmlns:a="http://schemas.openxmlformats.org/drawingml/2006/main">
            <a:r>
              <a:t/>
            </a:r>
          </a:p>
          <a:p xmlns:a="http://schemas.openxmlformats.org/drawingml/2006/main">
            <a:r>
              <a:t>Fallback: LOCAL STATIC ARTIFACT — 발표 기본 경로는 `production/ACT_3.pptx`의 S41 또는 `production/preview/act3/S41.png`다.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반복 절차를 Skill로 옮길 수 있을까?</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반복 절차를 Skill로 옮길 수 있을까?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반복 절차를 repository-owned Skill에 두는 것은 Task 목표와 Project 절차를 분리하려는 선택이다.</a:t>
            </a:r>
          </a:p>
          <a:p xmlns:a="http://schemas.openxmlformats.org/drawingml/2006/main">
            <a:r>
              <a:t/>
            </a:r>
          </a:p>
          <a:p xmlns:a="http://schemas.openxmlformats.org/drawingml/2006/main">
            <a:r>
              <a:t>Opening Question: “긴 Procedure를 Prompt에서 빼도 같은 작업 흐름을 유지할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목표와 반복 절차가 함께 들어간 Before를 보여준다.</a:t>
            </a:r>
          </a:p>
          <a:p xmlns:a="http://schemas.openxmlformats.org/drawingml/2006/main">
            <a:r>
              <a:t>2. (1:30–3:00) `$graypipe-performance`와 repository Skill을 후보 구조로 보여준다.</a:t>
            </a:r>
          </a:p>
          <a:p xmlns:a="http://schemas.openxmlformats.org/drawingml/2006/main">
            <a:r>
              <a:t>3. (3:00–4:00) 성공 결과를 앞당기지 않고 대상 surface와 호출 경로는 확인 대상이라고 말한다.</a:t>
            </a:r>
          </a:p>
          <a:p xmlns:a="http://schemas.openxmlformats.org/drawingml/2006/main">
            <a:r>
              <a:t/>
            </a:r>
          </a:p>
          <a:p xmlns:a="http://schemas.openxmlformats.org/drawingml/2006/main">
            <a:r>
              <a:t>Evidence / Source: DEC-0017, BEAT-020/021, TRIAL-006/007/008. Skill 선택은 ACCEPTED; 동작 근거는 뒤의 TRIAL-008에 둔다.</a:t>
            </a:r>
          </a:p>
          <a:p xmlns:a="http://schemas.openxmlformats.org/drawingml/2006/main">
            <a:r>
              <a:t/>
            </a:r>
          </a:p>
          <a:p xmlns:a="http://schemas.openxmlformats.org/drawingml/2006/main">
            <a:r>
              <a:t>Claim Boundary: 여기서는 설계 질문과 후보만 소개한다. 현재 Desktop/계정에서 이용 가능하다고 보장하거나 Skill 우월성을 주장하지 않는다.</a:t>
            </a:r>
          </a:p>
          <a:p xmlns:a="http://schemas.openxmlformats.org/drawingml/2006/main">
            <a:r>
              <a:t/>
            </a:r>
          </a:p>
          <a:p xmlns:a="http://schemas.openxmlformats.org/drawingml/2006/main">
            <a:r>
              <a:t>Beginner Explanation: 같은 방법을 매번 Prompt에 복사하는 대신 프로젝트가 소유하는 위치를 검토할 수 있다.</a:t>
            </a:r>
          </a:p>
          <a:p xmlns:a="http://schemas.openxmlformats.org/drawingml/2006/main">
            <a:r>
              <a:t/>
            </a:r>
          </a:p>
          <a:p xmlns:a="http://schemas.openxmlformats.org/drawingml/2006/main">
            <a:r>
              <a:t>Advanced Insight: 반복 근거에 따른 workflow 소유권 선택과 실제 발견·호출 증거를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성공 여부를 추측하지 않도록 잠깐 멈추고 질문을 남긴다.</a:t>
            </a:r>
          </a:p>
          <a:p xmlns:a="http://schemas.openxmlformats.org/drawingml/2006/main">
            <a:r>
              <a:t/>
            </a:r>
          </a:p>
          <a:p xmlns:a="http://schemas.openxmlformats.org/drawingml/2006/main">
            <a:r>
              <a:t>Transition: Slide 43에서 TRIAL-008의 발견과 명시적 호출 기록을 확인한다.</a:t>
            </a:r>
          </a:p>
          <a:p xmlns:a="http://schemas.openxmlformats.org/drawingml/2006/main">
            <a:r>
              <a:t/>
            </a:r>
          </a:p>
          <a:p xmlns:a="http://schemas.openxmlformats.org/drawingml/2006/main">
            <a:r>
              <a:t>Time Management: 4분 중 3분은 문제와 후보를 설명하고, 마지막 1분에 product check 경계를 둔다.</a:t>
            </a:r>
          </a:p>
          <a:p xmlns:a="http://schemas.openxmlformats.org/drawingml/2006/main">
            <a:r>
              <a:t/>
            </a:r>
          </a:p>
          <a:p xmlns:a="http://schemas.openxmlformats.org/drawingml/2006/main">
            <a:r>
              <a:t>Fallback: LOCAL STATIC ARTIFACT — 발표 기본 경로는 `production/ACT_3.pptx`의 S42 또는 `production/preview/act3/S42.png`다.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Skill을 어떻게 발견하고 호출할까?</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Skill을 어떻게 발견하고 호출할까?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TRIAL-008에서 Codex CLI 0.154.0의 `/skills` 목록으로 repository Skill을 찾고 `$graypipe-performance`를 명시적으로 호출했으며, 실행 trace에 Skill 본문이 있었다.</a:t>
            </a:r>
          </a:p>
          <a:p xmlns:a="http://schemas.openxmlformats.org/drawingml/2006/main">
            <a:r>
              <a:t/>
            </a:r>
          </a:p>
          <a:p xmlns:a="http://schemas.openxmlformats.org/drawingml/2006/main">
            <a:r>
              <a:t>Opening Question: “반복할 작업 절차를 Repository에서 어떻게 찾고 불러올까?”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단계는 TRIAL-008 기록을 읽기 좋게 재구성한 도식이며 실제 제품 UI 캡처가 아님을 밝힌다.</a:t>
            </a:r>
          </a:p>
          <a:p xmlns:a="http://schemas.openxmlformats.org/drawingml/2006/main">
            <a:r>
              <a:t>2. (1:00–2:30) /skills 목록에서 graypipe-performance와 잘린 설명이 표시된 기록을 가리킨다. 그 selector 화면에 Skill 경로가 표시됐다고 말하지 않는다.</a:t>
            </a:r>
          </a:p>
          <a:p xmlns:a="http://schemas.openxmlformats.org/drawingml/2006/main">
            <a:r>
              <a:t>3. (2:30–4:00) 명시적 $graypipe-performance 호출과 image_statistics 작업 목표를 보여준 뒤, 실행 trace에서 Skill 경로·본문 포함을 확인했다는 세 번째 행으로 이동한다.</a:t>
            </a:r>
          </a:p>
          <a:p xmlns:a="http://schemas.openxmlformats.org/drawingml/2006/main">
            <a:r>
              <a:t>4. (4:00–5:00) Codex CLI 0.154.0에서 확인한 범위다. 현재 Desktop, 암묵적 호출, 교육 계정의 표면은 별도 확인 대상으로 남긴다.</a:t>
            </a:r>
          </a:p>
          <a:p xmlns:a="http://schemas.openxmlformats.org/drawingml/2006/main">
            <a:r>
              <a:t/>
            </a:r>
          </a:p>
          <a:p xmlns:a="http://schemas.openxmlformats.org/drawingml/2006/main">
            <a:r>
              <a:t>Evidence / Source: TRIAL-008, DEC-0017, BEAT-021. Codex CLI 0.154.0, 명시적 호출, disposable workspace. 시각 자료는 기록의 재구성이다.</a:t>
            </a:r>
          </a:p>
          <a:p xmlns:a="http://schemas.openxmlformats.org/drawingml/2006/main">
            <a:r>
              <a:t/>
            </a:r>
          </a:p>
          <a:p xmlns:a="http://schemas.openxmlformats.org/drawingml/2006/main">
            <a:r>
              <a:t>Claim Boundary: Product UI 스크린샷이나 현재 Codex Desktop 동작으로 표현하지 않는다. Skill path는 selector가 아니라 실행 trace에서 확인됐다. Implicit invocation은 테스트하지 않았다.</a:t>
            </a:r>
          </a:p>
          <a:p xmlns:a="http://schemas.openxmlformats.org/drawingml/2006/main">
            <a:r>
              <a:t/>
            </a:r>
          </a:p>
          <a:p xmlns:a="http://schemas.openxmlformats.org/drawingml/2006/main">
            <a:r>
              <a:t>Beginner Explanation: 기록된 CLI 실행에서 Skill을 목록으로 찾고, 호출 표기를 입력해 사용했다.</a:t>
            </a:r>
          </a:p>
          <a:p xmlns:a="http://schemas.openxmlformats.org/drawingml/2006/main">
            <a:r>
              <a:t/>
            </a:r>
          </a:p>
          <a:p xmlns:a="http://schemas.openxmlformats.org/drawingml/2006/main">
            <a:r>
              <a:t>Advanced Insight: Selector의 발견 증거와 실행 context의 본문 증거를 구별한다. 다른 surface·계정에 일반화하지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기본 경로는 재구성된 TRIAL-008 기록이다. 실제 Codex CLI 실행으로 전환하지 않는다. 현재 제품 표면은 REQUIRES PRODUCT CHECK.</a:t>
            </a:r>
          </a:p>
          <a:p xmlns:a="http://schemas.openxmlformats.org/drawingml/2006/main">
            <a:r>
              <a:t/>
            </a:r>
          </a:p>
          <a:p xmlns:a="http://schemas.openxmlformats.org/drawingml/2006/main">
            <a:r>
              <a:t>Audience Interaction: 발견, 명시적 호출, 본문 확인의 세 단계를 따라오게 한다. 조작을 요구하지 않는다.</a:t>
            </a:r>
          </a:p>
          <a:p xmlns:a="http://schemas.openxmlformats.org/drawingml/2006/main">
            <a:r>
              <a:t/>
            </a:r>
          </a:p>
          <a:p xmlns:a="http://schemas.openxmlformats.org/drawingml/2006/main">
            <a:r>
              <a:t>Transition: “다음에는 normalize와 image_statistics의 요청을 비교하겠습니다. 목표가 다른 두 Task에서 공통 절차를 어디에 두었는지 보겠습니다.”</a:t>
            </a:r>
          </a:p>
          <a:p xmlns:a="http://schemas.openxmlformats.org/drawingml/2006/main">
            <a:r>
              <a:t/>
            </a:r>
          </a:p>
          <a:p xmlns:a="http://schemas.openxmlformats.org/drawingml/2006/main">
            <a:r>
              <a:t>Time Management: 발견 1.5분, 호출·본문 근거 1.5분, 범위 제한 1분. 실시간 제품 설명을 추가하지 않는다.</a:t>
            </a:r>
          </a:p>
          <a:p xmlns:a="http://schemas.openxmlformats.org/drawingml/2006/main">
            <a:r>
              <a:t/>
            </a:r>
          </a:p>
          <a:p xmlns:a="http://schemas.openxmlformats.org/drawingml/2006/main">
            <a:r>
              <a:t>Fallback: LOCAL STATIC ARTIFACT — 발표 기본 경로는 `production/ACT_3.pptx`의 S43 또는 `production/preview/act3/S43.png`다.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절차의 책임이 Prompt에서 Repository로 이동</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절차의 책임이 Prompt에서 Repository로 이동</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Prompt가 포함하던 절차를 TRIAL-008에서는 명시적으로 호출한 Skill에 맡기고 Prompt에는 목표와 Task별 제약을 남겼다.</a:t>
            </a:r>
          </a:p>
          <a:p xmlns:a="http://schemas.openxmlformats.org/drawingml/2006/main">
            <a:r>
              <a:t/>
            </a:r>
          </a:p>
          <a:p xmlns:a="http://schemas.openxmlformats.org/drawingml/2006/main">
            <a:r>
              <a:t>Opening Question: “목표가 다른 두 성능 Task에서도, 공통 절차를 둔 위치는 어떻게 달랐을까?”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normalize와 image_statistics는 목표가 다른 Task이므로 성능 결과를 맞대는 장이 아님을 밝힌다. 두 요청에서 공통 절차를 어디에 두었는지에 초점을 맞추고, TRIAL-007의 goal, 제약, 긴 procedure를 요약한다.</a:t>
            </a:r>
          </a:p>
          <a:p xmlns:a="http://schemas.openxmlformats.org/drawingml/2006/main">
            <a:r>
              <a:t>2. (1:30–3:00) TRIAL-008의 goal, Task별 제약, 명시적 Skill 호출을 비교한다.</a:t>
            </a:r>
          </a:p>
          <a:p xmlns:a="http://schemas.openxmlformats.org/drawingml/2006/main">
            <a:r>
              <a:t>3. (3:00–5:00) 양쪽에 반복된 baseline, 조사, test, benchmark, compare, review를 잇는다.</a:t>
            </a:r>
          </a:p>
          <a:p xmlns:a="http://schemas.openxmlformats.org/drawingml/2006/main">
            <a:r>
              <a:t>4. (5:00–6:00) 책임 위치 변화만 관찰됐고 토큰 절감은 측정되지 않았다고 정리한다.</a:t>
            </a:r>
          </a:p>
          <a:p xmlns:a="http://schemas.openxmlformats.org/drawingml/2006/main">
            <a:r>
              <a:t/>
            </a:r>
          </a:p>
          <a:p xmlns:a="http://schemas.openxmlformats.org/drawingml/2006/main">
            <a:r>
              <a:t>Evidence / Source: TRIAL-007/008, DEC-0017, BEAT-021. 관찰된 CLI 기록을 요약한 비교.</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Trial을 요약한 정적 비교를 사용한다. 긴 Prompt 전문이나 실제 터미널 화면을 재현하지 않는다.</a:t>
            </a:r>
          </a:p>
          <a:p xmlns:a="http://schemas.openxmlformats.org/drawingml/2006/main">
            <a:r>
              <a:t/>
            </a:r>
          </a:p>
          <a:p xmlns:a="http://schemas.openxmlformats.org/drawingml/2006/main">
            <a:r>
              <a:t>Audience Interaction: Case 시간에 공통 절차만 비교하도록 안내하고, 공개 응답은 요구하지 않는다.</a:t>
            </a:r>
          </a:p>
          <a:p xmlns:a="http://schemas.openxmlformats.org/drawingml/2006/main">
            <a:r>
              <a:t/>
            </a:r>
          </a:p>
          <a:p xmlns:a="http://schemas.openxmlformats.org/drawingml/2006/main">
            <a:r>
              <a:t>Transition: “그 Skill에는 구체적인 답이 들어 있을까, 재사용할 작업 방법이 들어 있을까?”</a:t>
            </a:r>
          </a:p>
          <a:p xmlns:a="http://schemas.openxmlformats.org/drawingml/2006/main">
            <a:r>
              <a:t/>
            </a:r>
          </a:p>
          <a:p xmlns:a="http://schemas.openxmlformats.org/drawingml/2006/main">
            <a:r>
              <a:t>Time Management: Demo 3분은 구조 비교, Case 3분은 공통 procedure와 책임 경계에 쓴다.</a:t>
            </a:r>
          </a:p>
          <a:p xmlns:a="http://schemas.openxmlformats.org/drawingml/2006/main">
            <a:r>
              <a:t/>
            </a:r>
          </a:p>
          <a:p xmlns:a="http://schemas.openxmlformats.org/drawingml/2006/main">
            <a:r>
              <a:t>Fallback: LOCAL STATIC ARTIFACT — 발표 기본 경로는 `production/ACT_3.pptx`의 S44 또는 `production/preview/act3/S44.png`다.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답을 담지 않는 Workflow</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답을 담지 않는 Workflow</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Reusable Skill은 검증 절차를 담고 특정 최적화 답이나 측정 결과를 미리 정답으로 고정하지 않는다.</a:t>
            </a:r>
          </a:p>
          <a:p xmlns:a="http://schemas.openxmlformats.org/drawingml/2006/main">
            <a:r>
              <a:t/>
            </a:r>
          </a:p>
          <a:p xmlns:a="http://schemas.openxmlformats.org/drawingml/2006/main">
            <a:r>
              <a:t>Opening Question: “Skill이 작업 방법을 담는다면, 어디까지 미리 정해도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실제 Skill 발췌의 ‘편집 전 재현 가능한 baseline’과 ‘근거가 없으면 no-change도 유효’ 두 지시를 가리킨다. 영어를 모두 낭독하지 않고 한국어로 뜻을 설명한다.</a:t>
            </a:r>
          </a:p>
          <a:p xmlns:a="http://schemas.openxmlformats.org/drawingml/2006/main">
            <a:r>
              <a:t>2. (1:00–2:00) 아래의 알고리즘, 실제 측정값, 감수할 trade-off는 이번 Task에서 결정할 내용임을 구분한다.</a:t>
            </a:r>
          </a:p>
          <a:p xmlns:a="http://schemas.openxmlformats.org/drawingml/2006/main">
            <a:r>
              <a:t>3. (2:00–3:00) Skill에 특정 알고리즘·Trial 숫자를 정답으로 넣지 않았음을 확인하고, 실제 후보 비교로 넘어간다.</a:t>
            </a:r>
          </a:p>
          <a:p xmlns:a="http://schemas.openxmlformats.org/drawingml/2006/main">
            <a:r>
              <a:t/>
            </a:r>
          </a:p>
          <a:p xmlns:a="http://schemas.openxmlformats.org/drawingml/2006/main">
            <a:r>
              <a:t>화면 진행: 한국어 뜻으로 baseline과 no-change 판단을 설명한 뒤 실제 영문 원문 두 문장을 확인한다. Skill에 최적화 답이 들어 있다는 인상을 주지 않는다.</a:t>
            </a:r>
          </a:p>
          <a:p xmlns:a="http://schemas.openxmlformats.org/drawingml/2006/main">
            <a:r>
              <a:t/>
            </a:r>
          </a:p>
          <a:p xmlns:a="http://schemas.openxmlformats.org/drawingml/2006/main">
            <a:r>
              <a:t>Evidence / Source: TRIAL-008, `graypipe-performance` Skill, DEC-0017, BEAT-022. OBSERVED_PRODUCT / TEACHING_MODEL.</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STATE-04의 `.agents/skills/graypipe-performance/SKILL.md`에서 확인한 두 문장만 발췌한 정적 화면을 사용한다. 코드/제품 UI screenshot으로 표현하지 않으며 전체 Skill 본문을 낭독하지 않는다.</a:t>
            </a:r>
          </a:p>
          <a:p xmlns:a="http://schemas.openxmlformats.org/drawingml/2006/main">
            <a:r>
              <a:t/>
            </a:r>
          </a:p>
          <a:p xmlns:a="http://schemas.openxmlformats.org/drawingml/2006/main">
            <a:r>
              <a:t>Audience Interaction: 왼쪽의 절차와 오른쪽의 Task 판단을 구별하도록 안내한다.</a:t>
            </a:r>
          </a:p>
          <a:p xmlns:a="http://schemas.openxmlformats.org/drawingml/2006/main">
            <a:r>
              <a:t/>
            </a:r>
          </a:p>
          <a:p xmlns:a="http://schemas.openxmlformats.org/drawingml/2006/main">
            <a:r>
              <a:t>Transition: “실제로 후보를 선택할 때는 무엇을 근거로 삼았을까?”</a:t>
            </a:r>
          </a:p>
          <a:p xmlns:a="http://schemas.openxmlformats.org/drawingml/2006/main">
            <a:r>
              <a:t/>
            </a:r>
          </a:p>
          <a:p xmlns:a="http://schemas.openxmlformats.org/drawingml/2006/main">
            <a:r>
              <a:t>Time Management: 3분 동안 두 책임만 구분하며 algorithm 설명은 생략한다.</a:t>
            </a:r>
          </a:p>
          <a:p xmlns:a="http://schemas.openxmlformats.org/drawingml/2006/main">
            <a:r>
              <a:t/>
            </a:r>
          </a:p>
          <a:p xmlns:a="http://schemas.openxmlformats.org/drawingml/2006/main">
            <a:r>
              <a:t>Fallback: LOCAL STATIC ARTIFACT — 발표 기본 경로는 `production/ACT_3.pptx`의 S45 또는 `production/preview/act3/S45.png`다.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측정으로 후보를 고르다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측정으로 후보를 고르다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TRIAL-008의 `image_statistics` 후보 중 row-level built-in reduction은 수동 단일 순회보다 빠르면서 낮은 traced-memory 사용을 유지해 선택됐다.</a:t>
            </a:r>
          </a:p>
          <a:p xmlns:a="http://schemas.openxmlformats.org/drawingml/2006/main">
            <a:r>
              <a:t/>
            </a:r>
          </a:p>
          <a:p xmlns:a="http://schemas.openxmlformats.org/drawingml/2006/main">
            <a:r>
              <a:t>Opening Question: “여러 구현 후보 중 무엇을 선택할지 어떻게 판단했을까?”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후보 비교가 STATE-04 → STATE-04-PERF 공식 결과와 다른 Trial 단계임을 밝힌다.</a:t>
            </a:r>
          </a:p>
          <a:p xmlns:a="http://schemas.openxmlformats.org/drawingml/2006/main">
            <a:r>
              <a:t>2. (1:00–3:00) 수동 단일 순회는 traced memory가 적었지만 훨씬 느렸다는 정성 비교를 보여준다.</a:t>
            </a:r>
          </a:p>
          <a:p xmlns:a="http://schemas.openxmlformats.org/drawingml/2006/main">
            <a:r>
              <a:t>3. (3:00–4:00) Row-level built-in reduction 후보가 시간·메모리 trade-off에서 선택된 근거를 말한다.</a:t>
            </a:r>
          </a:p>
          <a:p xmlns:a="http://schemas.openxmlformats.org/drawingml/2006/main">
            <a:r>
              <a:t>4. (4:00–5:00) 동일한 six-field correctness guard와 workload 한계를 확인한다.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S47의 formal state benchmark와 섞지 않는다. Skill이 algorithm이나 결과를 만들었다고 하지 않는다.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후보의 Python 할당량과 실행 시간 정성 비교를 사용한다. 후보별 새 숫자나 측정 그래프를 추가하지 않는다. 공식 STATE-04 전후 수치는 다음 S47에서 별도로 보여준다.</a:t>
            </a:r>
          </a:p>
          <a:p xmlns:a="http://schemas.openxmlformats.org/drawingml/2006/main">
            <a:r>
              <a:t/>
            </a:r>
          </a:p>
          <a:p xmlns:a="http://schemas.openxmlformats.org/drawingml/2006/main">
            <a:r>
              <a:t>Audience Interaction: Case 질문을 제시하고 실행시간과 메모리의 trade-off를 생각하게 한다.</a:t>
            </a:r>
          </a:p>
          <a:p xmlns:a="http://schemas.openxmlformats.org/drawingml/2006/main">
            <a:r>
              <a:t/>
            </a:r>
          </a:p>
          <a:p xmlns:a="http://schemas.openxmlformats.org/drawingml/2006/main">
            <a:r>
              <a:t>Transition: “선택한 변화는 어떤 검증을 거쳐 제품 상태에 반영됐을까?”</a:t>
            </a:r>
          </a:p>
          <a:p xmlns:a="http://schemas.openxmlformats.org/drawingml/2006/main">
            <a:r>
              <a:t/>
            </a:r>
          </a:p>
          <a:p xmlns:a="http://schemas.openxmlformats.org/drawingml/2006/main">
            <a:r>
              <a:t>Time Management: 5분 중 3분은 두 후보 차이, 1분은 correctness guard, 1분은 evidence 경계에 쓴다.</a:t>
            </a:r>
          </a:p>
          <a:p xmlns:a="http://schemas.openxmlformats.org/drawingml/2006/main">
            <a:r>
              <a:t/>
            </a:r>
          </a:p>
          <a:p xmlns:a="http://schemas.openxmlformats.org/drawingml/2006/main">
            <a:r>
              <a:t>Fallback: LOCAL STATIC ARTIFACT — 발표 기본 경로는 `production/ACT_3.pptx`의 S46 또는 `production/preview/act3/S46.png`다.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Working Harness Success</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Working Harness Success</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 → STATE-04-PERF의 bounded `image_statistics` 변경은 기록된 조건에서 median과 traced allocation이 달랐고 정해진 tests, CLI, benchmark guards를 통과했다.</a:t>
            </a:r>
          </a:p>
          <a:p xmlns:a="http://schemas.openxmlformats.org/drawingml/2006/main">
            <a:r>
              <a:t/>
            </a:r>
          </a:p>
          <a:p xmlns:a="http://schemas.openxmlformats.org/drawingml/2006/main">
            <a:r>
              <a:t>Opening Question: “조사와 비교가 실제로 확인 가능한 결과로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이전 장의 후보 선택을 회수한다. 정식 STATE-04 baseline에서 변경한 결과이며 TRIAL-008의 후보 수치를 재사용한 것이 아님을 밝힌다.</a:t>
            </a:r>
          </a:p>
          <a:p xmlns:a="http://schemas.openxmlformats.org/drawingml/2006/main">
            <a:r>
              <a:t>2. (1:00–2:30) 0에서 시작하는 실행 시간 막대를 변경 전 15.468 → 변경 후 10.769 ms/call 순서로 가리킨다. 동일 입력에서 상태별 7회 one-call 측정의 중앙값이다.</a:t>
            </a:r>
          </a:p>
          <a:p xmlns:a="http://schemas.openxmlformats.org/drawingml/2006/main">
            <a:r>
              <a:t>3. (2:30–3:30) Python 할당 피크 6,675,804 → 380 bytes를 보여준다. 평탄화 임시 리스트 제거와 연결하되 프로세스 전체 메모리(RSS)나 일반 성능 보장으로 확대하지 않는다.</a:t>
            </a:r>
          </a:p>
          <a:p xmlns:a="http://schemas.openxmlformats.org/drawingml/2006/main">
            <a:r>
              <a:t>4. (3:30–5:00) 집중 Test 1/1, 전체 11/11, CLI와 입력/결과 guard 통과를 확인한다. 이 결과가 Harness/Skill 단독 인과효과를 입증하지 않음을 말한다. 이 확인된 결과를 기준으로 다음 구간에서는 추가 구조가 필요했는지 점검하며, 먼저 Agent를 더 나눌 근거가 있었는지 묻는다.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`production/ACT_3.pptx`의 S47 및 `production/preview/act3/S47.png`의 native chart와 수치 비교를 가리킨다. 새 Trial 또는 benchmark를 실행하지 않는다. 막대는 실행 시간만 표현하며 할당량은 별도 수치 비교다.</a:t>
            </a:r>
          </a:p>
          <a:p xmlns:a="http://schemas.openxmlformats.org/drawingml/2006/main">
            <a:r>
              <a:t/>
            </a:r>
          </a:p>
          <a:p xmlns:a="http://schemas.openxmlformats.org/drawingml/2006/main">
            <a:r>
              <a:t>Audience Interaction: Case로 측정 조건과 verification을 짚고 일반화하지 않도록 안내한다.</a:t>
            </a:r>
          </a:p>
          <a:p xmlns:a="http://schemas.openxmlformats.org/drawingml/2006/main">
            <a:r>
              <a:t/>
            </a:r>
          </a:p>
          <a:p xmlns:a="http://schemas.openxmlformats.org/drawingml/2006/main">
            <a:r>
              <a:t>Transition: “검증된 결과를 기준으로, Agent를 더 나눌 필요도 있었는지 점검해보겠습니다.”</a:t>
            </a:r>
          </a:p>
          <a:p xmlns:a="http://schemas.openxmlformats.org/drawingml/2006/main">
            <a:r>
              <a:t/>
            </a:r>
          </a:p>
          <a:p xmlns:a="http://schemas.openxmlformats.org/drawingml/2006/main">
            <a:r>
              <a:t>Time Management: 5분을 metric 2.5분, test/CLI guards 1.5분, attribution limit 1분으로 나눈다.</a:t>
            </a:r>
          </a:p>
          <a:p xmlns:a="http://schemas.openxmlformats.org/drawingml/2006/main">
            <a:r>
              <a:t/>
            </a:r>
          </a:p>
          <a:p xmlns:a="http://schemas.openxmlformats.org/drawingml/2006/main">
            <a:r>
              <a:t>Fallback: LOCAL STATIC ARTIFACT — 발표 기본 경로는 `production/ACT_3.pptx`의 S47 또는 `production/preview/act3/S47.png`다.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이 작업에 Subagent가 필요했을까?</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이 작업에 Subagent가 필요했을까?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현재 performance 작업은 하나의 Agent가 처리할 수 있었고 별도 Context의 병렬화 이득이 작아 Subagent를 정당화하지 않았다.</a:t>
            </a:r>
          </a:p>
          <a:p xmlns:a="http://schemas.openxmlformats.org/drawingml/2006/main">
            <a:r>
              <a:t/>
            </a:r>
          </a:p>
          <a:p xmlns:a="http://schemas.openxmlformats.org/drawingml/2006/main">
            <a:r>
              <a:t>Opening Question: “이미 확인한 결과에 이르기 위해, 여러 Agent로 일을 나누는 추가 구조도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앞 장에서 검증한 성능 Task로 돌아와 추가 구조의 필요성을 점검한다고 밝힌다. Subagent는 일을 다른 Agent에 나누는 선택이라는 뜻으로 짧게 설명하고, 조사 → 변경 → 검증을 왼쪽부터 가리킨다. 뒤 단계가 앞 결과를 사용하는 현재 Task의 의존 관계다.</a:t>
            </a:r>
          </a:p>
          <a:p xmlns:a="http://schemas.openxmlformats.org/drawingml/2006/main">
            <a:r>
              <a:t>2. (1:00–3:00 / Demo) 작업 독립성, 병렬 이득, 결과 통합 비용을 기준으로 이번 사례에서 Subagent 추가 근거가 부족했음을 설명한다.</a:t>
            </a:r>
          </a:p>
          <a:p xmlns:a="http://schemas.openxmlformats.org/drawingml/2006/main">
            <a:r>
              <a:t>3. (3:00–4:00 / Q&amp;A) 질문이 없으면 ‘어느 단계를 독립 실행할 수 있었나?’를 묻는다. 일반적 Subagent 불필요 주장으로 확장하지 않는다.</a:t>
            </a:r>
          </a:p>
          <a:p xmlns:a="http://schemas.openxmlformats.org/drawingml/2006/main">
            <a:r>
              <a:t/>
            </a:r>
          </a:p>
          <a:p xmlns:a="http://schemas.openxmlformats.org/drawingml/2006/main">
            <a:r>
              <a:t>Evidence / Source: DEC-0018, BEAT-023–025; STATE-04 / STATE-04-PERF의 project/task complexity review. OBSERVED_PRODUCT / TEACHING_MODEL.</a:t>
            </a:r>
          </a:p>
          <a:p xmlns:a="http://schemas.openxmlformats.org/drawingml/2006/main">
            <a:r>
              <a:t/>
            </a:r>
          </a:p>
          <a:p xmlns:a="http://schemas.openxmlformats.org/drawingml/2006/main">
            <a:r>
              <a:t>Claim Boundary: `NOT JUSTIFIED YET`는 현재 사례의 판단이다. Subagent 기능이 없거나 일반적으로 불필요하다는 뜻이 아니다.</a:t>
            </a:r>
          </a:p>
          <a:p xmlns:a="http://schemas.openxmlformats.org/drawingml/2006/main">
            <a:r>
              <a:t/>
            </a:r>
          </a:p>
          <a:p xmlns:a="http://schemas.openxmlformats.org/drawingml/2006/main">
            <a:r>
              <a:t>Beginner Explanation: Agent를 늘리기 전에 실제로 독립시킬 작업이 있는지 본다.</a:t>
            </a:r>
          </a:p>
          <a:p xmlns:a="http://schemas.openxmlformats.org/drawingml/2006/main">
            <a:r>
              <a:t/>
            </a:r>
          </a:p>
          <a:p xmlns:a="http://schemas.openxmlformats.org/drawingml/2006/main">
            <a:r>
              <a:t>Advanced Insight: 병렬화 이득, context separation, coordination 및 merge 비용을 함께 평가한다.</a:t>
            </a:r>
          </a:p>
          <a:p xmlns:a="http://schemas.openxmlformats.org/drawingml/2006/main">
            <a:r>
              <a:t/>
            </a:r>
          </a:p>
          <a:p xmlns:a="http://schemas.openxmlformats.org/drawingml/2006/main">
            <a:r>
              <a:t>C++ Vision Bridge: 다음 Slide의 가정적 C++ 예시에서만 연결한다.</a:t>
            </a:r>
          </a:p>
          <a:p xmlns:a="http://schemas.openxmlformats.org/drawingml/2006/main">
            <a:r>
              <a:t/>
            </a:r>
          </a:p>
          <a:p xmlns:a="http://schemas.openxmlformats.org/drawingml/2006/main">
            <a:r>
              <a:t>Demo Operation: 세 기준을 보여주는 정적 VISUAL Demo다. Product Subagent를 호출하지 않는다.</a:t>
            </a:r>
          </a:p>
          <a:p xmlns:a="http://schemas.openxmlformats.org/drawingml/2006/main">
            <a:r>
              <a:t/>
            </a:r>
          </a:p>
          <a:p xmlns:a="http://schemas.openxmlformats.org/drawingml/2006/main">
            <a:r>
              <a:t>Audience Interaction: 마지막 1분 질문을 받는다. 질문이 없으면 “무엇을 독립 실행할 수 있었나?”를 짧게 던지고 계속한다.</a:t>
            </a:r>
          </a:p>
          <a:p xmlns:a="http://schemas.openxmlformats.org/drawingml/2006/main">
            <a:r>
              <a:t/>
            </a:r>
          </a:p>
          <a:p xmlns:a="http://schemas.openxmlformats.org/drawingml/2006/main">
            <a:r>
              <a:t>Transition: “어떤 작업 구조라면 Subagent 검토가 타당해질까?”</a:t>
            </a:r>
          </a:p>
          <a:p xmlns:a="http://schemas.openxmlformats.org/drawingml/2006/main">
            <a:r>
              <a:t/>
            </a:r>
          </a:p>
          <a:p xmlns:a="http://schemas.openxmlformats.org/drawingml/2006/main">
            <a:r>
              <a:t>Time Management: 시각 검토 3분, Q&amp;A 1분을 보호한다.</a:t>
            </a:r>
          </a:p>
          <a:p xmlns:a="http://schemas.openxmlformats.org/drawingml/2006/main">
            <a:r>
              <a:t/>
            </a:r>
          </a:p>
          <a:p xmlns:a="http://schemas.openxmlformats.org/drawingml/2006/main">
            <a:r>
              <a:t>Fallback: LOCAL STATIC ARTIFACT — 발표 기본 경로는 `production/ACT_3.pptx`의 S48 또는 `production/preview/act3/S48.png`다.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Subagent를 고려할 조건</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Subagent를 고려할 조건</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독립된 조사와 Context, 병렬 가능성, 명확한 handoff가 있을 때 Subagent를 검토하고 조정 비용이 더 크면 보류한다.</a:t>
            </a:r>
          </a:p>
          <a:p xmlns:a="http://schemas.openxmlformats.org/drawingml/2006/main">
            <a:r>
              <a:t/>
            </a:r>
          </a:p>
          <a:p xmlns:a="http://schemas.openxmlformats.org/drawingml/2006/main">
            <a:r>
              <a:t>Opening Question: “어떤 일이 실제로 독립된 병렬 작업일까?”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실제 Demo가 아닌 조건부 C++ 조사 예시라고 먼저 밝힌다.</a:t>
            </a:r>
          </a:p>
          <a:p xmlns:a="http://schemas.openxmlformats.org/drawingml/2006/main">
            <a:r>
              <a:t>2. (1:00–3:00 / Demo) 성능 경로, 빌드 환경, 테스트 구조 조사가 서로 결과를 기다리지 않아도 된다는 가정을 비교한다. 세 화살표가 모이는 하단에서 결과 형식, 전달 지점, 합칠 책임을 시작 전에 정할 필요를 짚는다.</a:t>
            </a:r>
          </a:p>
          <a:p xmlns:a="http://schemas.openxmlformats.org/drawingml/2006/main">
            <a:r>
              <a:t>3. (3:00–4:00 / Q&amp;A) 질문이 없으면 ‘결과를 합칠 책임자는 누구인가?’를 묻는다. 작업과 Context가 강하게 연결되거나 조정 비용이 크면 보류한다고 닫는다. 추가 구조의 필요성 점검을 이어가되, 다음에는 일을 나누는 문제에서 지식을 별도로 보존할 필요로 질문을 바꾼다.</a:t>
            </a:r>
          </a:p>
          <a:p xmlns:a="http://schemas.openxmlformats.org/drawingml/2006/main">
            <a:r>
              <a:t/>
            </a:r>
          </a:p>
          <a:p xmlns:a="http://schemas.openxmlformats.org/drawingml/2006/main">
            <a:r>
              <a:t>Evidence / Source: BEAT-023–025, DEC-0018. TEACHING_MODEL; hypothetical C++ case.</a:t>
            </a:r>
          </a:p>
          <a:p xmlns:a="http://schemas.openxmlformats.org/drawingml/2006/main">
            <a:r>
              <a:t/>
            </a:r>
          </a:p>
          <a:p xmlns:a="http://schemas.openxmlformats.org/drawingml/2006/main">
            <a:r>
              <a:t>Claim Boundary: 현재 Demo에서 관찰한 Subagent 결과가 아니다. 제품 동작·사용법은 설명하지 않는다.</a:t>
            </a:r>
          </a:p>
          <a:p xmlns:a="http://schemas.openxmlformats.org/drawingml/2006/main">
            <a:r>
              <a:t/>
            </a:r>
          </a:p>
          <a:p xmlns:a="http://schemas.openxmlformats.org/drawingml/2006/main">
            <a:r>
              <a:t>Beginner Explanation: 서로 영향을 덜 주는 일을 나눌 수 있을 때만 여러 Agent를 고려한다.</a:t>
            </a:r>
          </a:p>
          <a:p xmlns:a="http://schemas.openxmlformats.org/drawingml/2006/main">
            <a:r>
              <a:t/>
            </a:r>
          </a:p>
          <a:p xmlns:a="http://schemas.openxmlformats.org/drawingml/2006/main">
            <a:r>
              <a:t>Advanced Insight: Context 경계와 병렬 결과의 integration cost가 역할 분리의 이익보다 작아야 한다.</a:t>
            </a:r>
          </a:p>
          <a:p xmlns:a="http://schemas.openxmlformats.org/drawingml/2006/main">
            <a:r>
              <a:t/>
            </a:r>
          </a:p>
          <a:p xmlns:a="http://schemas.openxmlformats.org/drawingml/2006/main">
            <a:r>
              <a:t>C++ Vision Bridge: C++ Repository에서 성능, build toolchain, test 조사가 실제로 독립적일 수 있다는 가정 예만 든다.</a:t>
            </a:r>
          </a:p>
          <a:p xmlns:a="http://schemas.openxmlformats.org/drawingml/2006/main">
            <a:r>
              <a:t/>
            </a:r>
          </a:p>
          <a:p xmlns:a="http://schemas.openxmlformats.org/drawingml/2006/main">
            <a:r>
              <a:t>Demo Operation: Conceptual decision visual. Subagent 제품 실행이나 지원 여부를 보여주지 않는다.</a:t>
            </a:r>
          </a:p>
          <a:p xmlns:a="http://schemas.openxmlformats.org/drawingml/2006/main">
            <a:r>
              <a:t/>
            </a:r>
          </a:p>
          <a:p xmlns:a="http://schemas.openxmlformats.org/drawingml/2006/main">
            <a:r>
              <a:t>Audience Interaction: Q&amp;A 1분. 질문이 없으면 “결과를 합칠 책임자는 누구인가?”를 fallback 질문으로 사용한다.</a:t>
            </a:r>
          </a:p>
          <a:p xmlns:a="http://schemas.openxmlformats.org/drawingml/2006/main">
            <a:r>
              <a:t/>
            </a:r>
          </a:p>
          <a:p xmlns:a="http://schemas.openxmlformats.org/drawingml/2006/main">
            <a:r>
              <a:t>Transition: “Agent를 나눌 필요를 봤으니, 이번에는 다음 작업을 위해 지식을 별도로 남길 필요도 있었는지 점검해보겠습니다.”</a:t>
            </a:r>
          </a:p>
          <a:p xmlns:a="http://schemas.openxmlformats.org/drawingml/2006/main">
            <a:r>
              <a:t/>
            </a:r>
          </a:p>
          <a:p xmlns:a="http://schemas.openxmlformats.org/drawingml/2006/main">
            <a:r>
              <a:t>Time Management: 세 조건, 보류 신호, 가정 예시를 각 한 번만 다룬다.</a:t>
            </a:r>
          </a:p>
          <a:p xmlns:a="http://schemas.openxmlformats.org/drawingml/2006/main">
            <a:r>
              <a:t/>
            </a:r>
          </a:p>
          <a:p xmlns:a="http://schemas.openxmlformats.org/drawingml/2006/main">
            <a:r>
              <a:t>Fallback: LOCAL STATIC ARTIFACT — 발표 기본 경로는 `production/ACT_3.pptx`의 S49 또는 `production/preview/act3/S49.png`다.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무엇이 다시 찾기 어려운 지식인가?</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무엇이 다시 찾기 어려운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Demo의 계약·명령·구조·절차·Trial 기록은 각각 유지 중인 Source of Truth에 있었고, 별도 Memory 후보는 발견되지 않았다.</a:t>
            </a:r>
          </a:p>
          <a:p xmlns:a="http://schemas.openxmlformats.org/drawingml/2006/main">
            <a:r>
              <a:t/>
            </a:r>
          </a:p>
          <a:p xmlns:a="http://schemas.openxmlformats.org/drawingml/2006/main">
            <a:r>
              <a:t>Opening Question: “다음 작업을 위해, 기존 출처와 별도로 보존할 지식도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Demo) 앞의 Agent 분리 검토에 이어, 이번에는 지식을 별도로 남길 필요를 점검한다고 밝힌다. 먼저 기존 출처를 찾으며 네 행의 질문을 실제 유지 위치에 연결한다. crop 계약은 코드/계약 문서, 모듈 순서는 architecture, 조사 절차는 Skill, 측정 결과는 날짜 있는 Trial/Git 기록이다.</a:t>
            </a:r>
          </a:p>
          <a:p xmlns:a="http://schemas.openxmlformats.org/drawingml/2006/main">
            <a:r>
              <a:t>2. (2:00–3:00 / Case) 현재 Demo에서 별도 Memory로 남길 후보를 찾지 못한 제한된 감사 결과임을 밝힌다.</a:t>
            </a:r>
          </a:p>
          <a:p xmlns:a="http://schemas.openxmlformats.org/drawingml/2006/main">
            <a:r>
              <a:t>3. (3:00–4:00 / Case) 새 기록을 만들기 전에 기존 출처를 먼저 찾는다는 질문을 다음 판단 기준으로 연결한다.</a:t>
            </a:r>
          </a:p>
          <a:p xmlns:a="http://schemas.openxmlformats.org/drawingml/2006/main">
            <a:r>
              <a:t/>
            </a:r>
          </a:p>
          <a:p xmlns:a="http://schemas.openxmlformats.org/drawingml/2006/main">
            <a:r>
              <a:t>화면 진행: 본문의 현재 사례 한정 결론을 먼저 읽고 네 지식의 기존 출처를 대조한다. 이번에는 별도 Memory 후보를 찾지 못했다는 판단이며 다른 프로젝트나 제품 Memory 기능으로 일반화하지 않는다.</a:t>
            </a:r>
          </a:p>
          <a:p xmlns:a="http://schemas.openxmlformats.org/drawingml/2006/main">
            <a:r>
              <a:t/>
            </a:r>
          </a:p>
          <a:p xmlns:a="http://schemas.openxmlformats.org/drawingml/2006/main">
            <a:r>
              <a:t>Evidence / Source: DEC-0018, DEMO-08 knowledge audit, BEAT-026–028. OBSERVED_PRODUCT / TEACHING_MODEL.</a:t>
            </a:r>
          </a:p>
          <a:p xmlns:a="http://schemas.openxmlformats.org/drawingml/2006/main">
            <a:r>
              <a:t/>
            </a:r>
          </a:p>
          <a:p xmlns:a="http://schemas.openxmlformats.org/drawingml/2006/main">
            <a:r>
              <a:t>Claim Boundary: 제품 Memory 기능의 존재, 범위, 성능에 관한 주장이 아니다. 현재 Demo에서 별도 보존 후보를 찾지 못했다는 범위다.</a:t>
            </a:r>
          </a:p>
          <a:p xmlns:a="http://schemas.openxmlformats.org/drawingml/2006/main">
            <a:r>
              <a:t/>
            </a:r>
          </a:p>
          <a:p xmlns:a="http://schemas.openxmlformats.org/drawingml/2006/main">
            <a:r>
              <a:t>Beginner Explanation: 새 기억을 만들기 전에 같은 사실이 이미 어디에 기록돼 있는지 찾는다.</a:t>
            </a:r>
          </a:p>
          <a:p xmlns:a="http://schemas.openxmlformats.org/drawingml/2006/main">
            <a:r>
              <a:t/>
            </a:r>
          </a:p>
          <a:p xmlns:a="http://schemas.openxmlformats.org/drawingml/2006/main">
            <a:r>
              <a:t>Advanced Insight: 출처, 적용 범위, 갱신 가능성과 기존 Source of Truth의 중복 여부를 검토한다.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네 지식 범주를 정적으로 연결하는 VISUAL Demo. Memory 기능을 실행하거나 흉내내지 않는다.</a:t>
            </a:r>
          </a:p>
          <a:p xmlns:a="http://schemas.openxmlformats.org/drawingml/2006/main">
            <a:r>
              <a:t/>
            </a:r>
          </a:p>
          <a:p xmlns:a="http://schemas.openxmlformats.org/drawingml/2006/main">
            <a:r>
              <a:t>Audience Interaction: Case 2분 동안 어떤 지식이 어디에 이미 있는지 생각하도록 한다. 공유나 기록은 요구하지 않는다.</a:t>
            </a:r>
          </a:p>
          <a:p xmlns:a="http://schemas.openxmlformats.org/drawingml/2006/main">
            <a:r>
              <a:t/>
            </a:r>
          </a:p>
          <a:p xmlns:a="http://schemas.openxmlformats.org/drawingml/2006/main">
            <a:r>
              <a:t>Transition: “그럼 어떤 지식에 Memory를 검토할 조건이 있을까?”</a:t>
            </a:r>
          </a:p>
          <a:p xmlns:a="http://schemas.openxmlformats.org/drawingml/2006/main">
            <a:r>
              <a:t/>
            </a:r>
          </a:p>
          <a:p xmlns:a="http://schemas.openxmlformats.org/drawingml/2006/main">
            <a:r>
              <a:t>Time Management: 네 행을 빠르게 연결한 뒤 계약과 측정 결과 두 범주의 출처 차이에 설명을 집중한다. 정적 Demo 2분, Case 2분을 유지한다.</a:t>
            </a:r>
          </a:p>
          <a:p xmlns:a="http://schemas.openxmlformats.org/drawingml/2006/main">
            <a:r>
              <a:t/>
            </a:r>
          </a:p>
          <a:p xmlns:a="http://schemas.openxmlformats.org/drawingml/2006/main">
            <a:r>
              <a:t>Fallback: LOCAL STATIC ARTIFACT — 발표 기본 경로는 `production/ACT_3.pptx`의 S50 또는 `production/preview/act3/S50.png`다.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Memory는 재발견 비용으로 판단</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Memory는 재발견 비용으로 판단</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비용이 크고 Project 간 재사용 가능하며 출처·범위·신선도를 관리할 수 있을 때 Memory를 검토한다.</a:t>
            </a:r>
          </a:p>
          <a:p xmlns:a="http://schemas.openxmlformats.org/drawingml/2006/main">
            <a:r>
              <a:t/>
            </a:r>
          </a:p>
          <a:p xmlns:a="http://schemas.openxmlformats.org/drawingml/2006/main">
            <a:r>
              <a:t>Opening Question: “무엇을 기억해 두어야 다음 작업의 비용이 실제로 줄어들까?”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비용과 재사용성을 첫 질문으로 둔다.</a:t>
            </a:r>
          </a:p>
          <a:p xmlns:a="http://schemas.openxmlformats.org/drawingml/2006/main">
            <a:r>
              <a:t>2. (1:00–3:00) 출처·적용 범위·신선도·무효화 기준을 점검한다.</a:t>
            </a:r>
          </a:p>
          <a:p xmlns:a="http://schemas.openxmlformats.org/drawingml/2006/main">
            <a:r>
              <a:t>3. (3:00–4:00) 현재 Demo에서는 해당 조건을 만족하는 항목을 찾지 못했다고 정리한다.</a:t>
            </a:r>
          </a:p>
          <a:p xmlns:a="http://schemas.openxmlformats.org/drawingml/2006/main">
            <a:r>
              <a:t/>
            </a:r>
          </a:p>
          <a:p xmlns:a="http://schemas.openxmlformats.org/drawingml/2006/main">
            <a:r>
              <a:t>Evidence / Source: DEC-0018, BEAT-026–028, INV-DEMO-003. TEACHING_MODEL.</a:t>
            </a:r>
          </a:p>
          <a:p xmlns:a="http://schemas.openxmlformats.org/drawingml/2006/main">
            <a:r>
              <a:t/>
            </a:r>
          </a:p>
          <a:p xmlns:a="http://schemas.openxmlformats.org/drawingml/2006/main">
            <a:r>
              <a:t>Claim Boundary: 조건은 교육용 판단 model이지 제품 Memory 기능의 효과나 범위에 관한 claim이 아니다. 현재 Demo의 결정으로 한정한다.</a:t>
            </a:r>
          </a:p>
          <a:p xmlns:a="http://schemas.openxmlformats.org/drawingml/2006/main">
            <a:r>
              <a:t/>
            </a:r>
          </a:p>
          <a:p xmlns:a="http://schemas.openxmlformats.org/drawingml/2006/main">
            <a:r>
              <a:t>Beginner Explanation: 나중에 다시 찾기 어렵고 실제로 반복해서 쓰는 지식인지 먼저 따져본다.</a:t>
            </a:r>
          </a:p>
          <a:p xmlns:a="http://schemas.openxmlformats.org/drawingml/2006/main">
            <a:r>
              <a:t/>
            </a:r>
          </a:p>
          <a:p xmlns:a="http://schemas.openxmlformats.org/drawingml/2006/main">
            <a:r>
              <a:t>Advanced Insight: Provenance, scope, freshness, invalidation이 없으면 유지되는 기억이 오래된 정보가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네 판단 질문을 하나씩 따라오게 한다. Memory를 만들라는 과제는 없다.</a:t>
            </a:r>
          </a:p>
          <a:p xmlns:a="http://schemas.openxmlformats.org/drawingml/2006/main">
            <a:r>
              <a:t/>
            </a:r>
          </a:p>
          <a:p xmlns:a="http://schemas.openxmlformats.org/drawingml/2006/main">
            <a:r>
              <a:t>Transition: “현재 문제를 해결하는 데 실제로 필요했던 구조는 무엇이었을까?”</a:t>
            </a:r>
          </a:p>
          <a:p xmlns:a="http://schemas.openxmlformats.org/drawingml/2006/main">
            <a:r>
              <a:t/>
            </a:r>
          </a:p>
          <a:p xmlns:a="http://schemas.openxmlformats.org/drawingml/2006/main">
            <a:r>
              <a:t>Time Management: 4분 동안 조건을 설명하고 기준을 feature checklist로 바꾸지 않는다.</a:t>
            </a:r>
          </a:p>
          <a:p xmlns:a="http://schemas.openxmlformats.org/drawingml/2006/main">
            <a:r>
              <a:t/>
            </a:r>
          </a:p>
          <a:p xmlns:a="http://schemas.openxmlformats.org/drawingml/2006/main">
            <a:r>
              <a:t>Fallback: LOCAL STATIC ARTIFACT — 발표 기본 경로는 `production/ACT_3.pptx`의 S51 또는 `production/preview/act3/S51.png`다.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Minimum Effective Harness</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Minimum Effective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STATE-04-PERF까지 이어진 현재 사례는 Prompt, Context와 Routing, reusable Skill, Benchmark, Tests, Tools/Environment를 사용했고 Subagent와 Memory를 추가하지 않았다.</a:t>
            </a:r>
          </a:p>
          <a:p xmlns:a="http://schemas.openxmlformats.org/drawingml/2006/main">
            <a:r>
              <a:t/>
            </a:r>
          </a:p>
          <a:p xmlns:a="http://schemas.openxmlformats.org/drawingml/2006/main">
            <a:r>
              <a:t>Opening Question: “이번 작업을 위해 실제로 무엇이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왼쪽의 이번 목표·반복 정보·반복 절차·확인 근거라는 문제를 순서대로 읽는다.</a:t>
            </a:r>
          </a:p>
          <a:p xmlns:a="http://schemas.openxmlformats.org/drawingml/2006/main">
            <a:r>
              <a:t>2. (1:00–2:00) 오른쪽의 Task Prompt, AGENTS.md/docs Routing, graypipe-performance Skill, Tests/Benchmark/Tools/Environment에 연결한다. 현재 사례의 구성을 정리한 표다.</a:t>
            </a:r>
          </a:p>
          <a:p xmlns:a="http://schemas.openxmlformats.org/drawingml/2006/main">
            <a:r>
              <a:t>3. (2:00–3:00) Subagent와 별도 Memory는 추가하지 않았으며 필요한 구성은 문제와 검증 조건에 따라 달라진다고 말한다.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Slide 53–55에서 Project별 build, test, benchmark 절차로 연결한다. Python Skill을 C++로 복사하지 않는다.</a:t>
            </a:r>
          </a:p>
          <a:p xmlns:a="http://schemas.openxmlformats.org/drawingml/2006/main">
            <a:r>
              <a:t/>
            </a:r>
          </a:p>
          <a:p xmlns:a="http://schemas.openxmlformats.org/drawingml/2006/main">
            <a:r>
              <a:t>Demo Operation: 기록된 State의 구성을 표로 재구성한 CAPTURED 범위 요약이다. 실제 실행 캡처가 아니며 Demo Repository나 현재 제품을 실행하지 않는다.</a:t>
            </a:r>
          </a:p>
          <a:p xmlns:a="http://schemas.openxmlformats.org/drawingml/2006/main">
            <a:r>
              <a:t/>
            </a:r>
          </a:p>
          <a:p xmlns:a="http://schemas.openxmlformats.org/drawingml/2006/main">
            <a:r>
              <a:t>Audience Interaction: 구성요소보다 문제와 evidence가 연결되는 흐름을 보게 한다.</a:t>
            </a:r>
          </a:p>
          <a:p xmlns:a="http://schemas.openxmlformats.org/drawingml/2006/main">
            <a:r>
              <a:t/>
            </a:r>
          </a:p>
          <a:p xmlns:a="http://schemas.openxmlformats.org/drawingml/2006/main">
            <a:r>
              <a:t>Transition: 다음 Slide에서 Tools, Environment, Verification을 포함한 Harness 운영 정의를 묶는다.</a:t>
            </a:r>
          </a:p>
          <a:p xmlns:a="http://schemas.openxmlformats.org/drawingml/2006/main">
            <a:r>
              <a:t/>
            </a:r>
          </a:p>
          <a:p xmlns:a="http://schemas.openxmlformats.org/drawingml/2006/main">
            <a:r>
              <a:t>Time Management: 3분 동안 실제 구성과 빠진 두 요소를 확인한다. 일반론으로 확장하지 않는다.</a:t>
            </a:r>
          </a:p>
          <a:p xmlns:a="http://schemas.openxmlformats.org/drawingml/2006/main">
            <a:r>
              <a:t/>
            </a:r>
          </a:p>
          <a:p xmlns:a="http://schemas.openxmlformats.org/drawingml/2006/main">
            <a:r>
              <a:t>Fallback: LOCAL STATIC ARTIFACT — 발표 기본 경로는 `production/ACT_3.pptx`의 S52 또는 `production/preview/act3/S52.png`다.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Harness는 작업 환경 설계다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Harness는 작업 환경 설계다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교육에서 Harness는 Agent가 Project에서 안정적으로 일하도록 설계한 작업 환경과 절차를 뜻하는 운영 model이다.</a:t>
            </a:r>
          </a:p>
          <a:p xmlns:a="http://schemas.openxmlformats.org/drawingml/2006/main">
            <a:r>
              <a:t/>
            </a:r>
          </a:p>
          <a:p xmlns:a="http://schemas.openxmlformats.org/drawingml/2006/main">
            <a:r>
              <a:t>Opening Question: “Harness는 결국 무엇을 의미하는가?”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큰 프레임은 Project 작업 환경을 뜻하는 교육용 모델이라고 밝힌다. 현재 목표 → 개발자와 Agent → 확인할 결과를 가리킨다.</a:t>
            </a:r>
          </a:p>
          <a:p xmlns:a="http://schemas.openxmlformats.org/drawingml/2006/main">
            <a:r>
              <a:t>2. (2:00–4:00 / Lecture) 그 안의 Context/Routing, Workflow, Verification/Tools가 서로 다른 책임으로 연결됨을 설명한다.</a:t>
            </a:r>
          </a:p>
          <a:p xmlns:a="http://schemas.openxmlformats.org/drawingml/2006/main">
            <a:r>
              <a:t>3. (4:00–6:00 / Demo) 프레임 바깥 아래의 ‘관찰한 구성’ 줄에서 STATE-04-PERF의 실제 요소를 확인한다. 전체 환경 모델과 제한된 구성 관찰을 같은 증거로 취급하지 않는다.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55에서 C++ Project 환경에 같은 Engineering Pattern을 연결한다.</a:t>
            </a:r>
          </a:p>
          <a:p xmlns:a="http://schemas.openxmlformats.org/drawingml/2006/main">
            <a:r>
              <a:t/>
            </a:r>
          </a:p>
          <a:p xmlns:a="http://schemas.openxmlformats.org/drawingml/2006/main">
            <a:r>
              <a:t>Demo Operation: 큰 프레임의 교육용 전체 모델과 아래 STATE-04-PERF 관찰 구성 줄을 분리해 보인다. 관찰 구성의 CAPTURED 요약도 기록 기반 재구성이며 실제 UI 캡처가 아니다.</a:t>
            </a:r>
          </a:p>
          <a:p xmlns:a="http://schemas.openxmlformats.org/drawingml/2006/main">
            <a:r>
              <a:t/>
            </a:r>
          </a:p>
          <a:p xmlns:a="http://schemas.openxmlformats.org/drawingml/2006/main">
            <a:r>
              <a:t>Audience Interaction: Evidence inset과 교육용 전체 model의 시각적 경계를 짚는다.</a:t>
            </a:r>
          </a:p>
          <a:p xmlns:a="http://schemas.openxmlformats.org/drawingml/2006/main">
            <a:r>
              <a:t/>
            </a:r>
          </a:p>
          <a:p xmlns:a="http://schemas.openxmlformats.org/drawingml/2006/main">
            <a:r>
              <a:t>Transition: “그 작업 환경은 Repository 파일만으로 결정될까?”</a:t>
            </a:r>
          </a:p>
          <a:p xmlns:a="http://schemas.openxmlformats.org/drawingml/2006/main">
            <a:r>
              <a:t/>
            </a:r>
          </a:p>
          <a:p xmlns:a="http://schemas.openxmlformats.org/drawingml/2006/main">
            <a:r>
              <a:t>Time Management: 개념 설명 4분, 관찰된 구성 2분. 기능 이름 열거에 시간을 쓰지 않는다.</a:t>
            </a:r>
          </a:p>
          <a:p xmlns:a="http://schemas.openxmlformats.org/drawingml/2006/main">
            <a:r>
              <a:t/>
            </a:r>
          </a:p>
          <a:p xmlns:a="http://schemas.openxmlformats.org/drawingml/2006/main">
            <a:r>
              <a:t>Fallback: LOCAL STATIC ARTIFACT — 발표 기본 경로는 `production/ACT_3.pptx`의 S53 또는 `production/preview/act3/S53.png`다.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Repository 밖의 환경도 결과에 영향을 준다</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Repository 밖의 환경도 결과에 영향을 준다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Trial 결과를 해석할 때 Project repository 바깥의 Global instructions, Skills, Hooks, MCP, Permissions, Model/configuration, OS/runtime도 가능한 환경 층이다.</a:t>
            </a:r>
          </a:p>
          <a:p xmlns:a="http://schemas.openxmlformats.org/drawingml/2006/main">
            <a:r>
              <a:t/>
            </a:r>
          </a:p>
          <a:p xmlns:a="http://schemas.openxmlformats.org/drawingml/2006/main">
            <a:r>
              <a:t>Opening Question: “Repository가 같으면 Agent 실행 환경도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Repository와 오른쪽 가능한 외부 조건을 나눠 가리킨다.</a:t>
            </a:r>
          </a:p>
          <a:p xmlns:a="http://schemas.openxmlformats.org/drawingml/2006/main">
            <a:r>
              <a:t>2. (1:00–2:00) 지침, 실행, 도구와 권한이라는 세 묶음 중 기록에서 확인된 것은 global Skills와 hook/MCP 시작 흔적 일부라고 말한다.</a:t>
            </a:r>
          </a:p>
          <a:p xmlns:a="http://schemas.openxmlformats.org/drawingml/2006/main">
            <a:r>
              <a:t>3. (2:00–3:00) 모든 요소의 작동·효과를 관찰한 목록이 아님을 한정한다. 자세한 제작 이력 근거는 ACT 4에 남긴다.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ACT 4에서 다룰 Meta 근거는 상세히 재생하지 않는다. 정적 preview visual로만 다룬다.</a:t>
            </a:r>
          </a:p>
          <a:p xmlns:a="http://schemas.openxmlformats.org/drawingml/2006/main">
            <a:r>
              <a:t/>
            </a:r>
          </a:p>
          <a:p xmlns:a="http://schemas.openxmlformats.org/drawingml/2006/main">
            <a:r>
              <a:t>Audience Interaction: 가능한 환경 층과 실제 확인된 흔적을 구분해 보도록 안내한다.</a:t>
            </a:r>
          </a:p>
          <a:p xmlns:a="http://schemas.openxmlformats.org/drawingml/2006/main">
            <a:r>
              <a:t/>
            </a:r>
          </a:p>
          <a:p xmlns:a="http://schemas.openxmlformats.org/drawingml/2006/main">
            <a:r>
              <a:t>Transition: “이 환경 설계 원칙은 C++ Vision Project에 어떻게 옮겨갈까?”</a:t>
            </a:r>
          </a:p>
          <a:p xmlns:a="http://schemas.openxmlformats.org/drawingml/2006/main">
            <a:r>
              <a:t/>
            </a:r>
          </a:p>
          <a:p xmlns:a="http://schemas.openxmlformats.org/drawingml/2006/main">
            <a:r>
              <a:t>Time Management: 3분 동안 환경 경계와 evidence 한계를 설명한다. 요소별 제품 기능 강의는 하지 않는다.</a:t>
            </a:r>
          </a:p>
          <a:p xmlns:a="http://schemas.openxmlformats.org/drawingml/2006/main">
            <a:r>
              <a:t/>
            </a:r>
          </a:p>
          <a:p xmlns:a="http://schemas.openxmlformats.org/drawingml/2006/main">
            <a:r>
              <a:t>Fallback: LOCAL STATIC ARTIFACT — `production/ACT_3.pptx`의 S54 또는 `production/preview/act3/S54.png`의 Repository/외부 환경 경계 비교를 사용한다. 새 화면과 경로의 최종 release 일치는 통합 검토에서 확인한다.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Engineering Pattern은 C++에도 전이된다</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Engineering Pattern은 C++에도 전이된다</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Demo의 코드나 도구를 복사하는 대신 Context, Verification, Benchmark, Reusable Workflow의 Engineering Pattern을 C++ Vision 업무에 대응시킨다.</a:t>
            </a:r>
          </a:p>
          <a:p xmlns:a="http://schemas.openxmlformats.org/drawingml/2006/main">
            <a:r>
              <a:t/>
            </a:r>
          </a:p>
          <a:p xmlns:a="http://schemas.openxmlformats.org/drawingml/2006/main">
            <a:r>
              <a:t>Opening Question: “우리 Repository에서는 무엇이 Project Context이고 무엇이 Workflow인가?”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가정적 Vision 업무 장면임을 밝히고, 입력·처리·결과를 가리키며 Python Demo와 C++ Vision의 공통 질문을 안내한다.</a:t>
            </a:r>
          </a:p>
          <a:p xmlns:a="http://schemas.openxmlformats.org/drawingml/2006/main">
            <a:r>
              <a:t>2. (1:00–3:30) 기준 조건, 조사 경로, 확인 방법의 세 질문을 따라 입력/계약에서 빌드·알고리즘·하드웨어 조건으로, Python 경로에서 해당 모듈 측정으로, 동작 계약/테스트에서 회귀·통합 검증으로 연결한다.</a:t>
            </a:r>
          </a:p>
          <a:p xmlns:a="http://schemas.openxmlformats.org/drawingml/2006/main">
            <a:r>
              <a:t>3. (3:30–5:00) baseline → profile → change → regression check를 공통 패턴으로 회수한다. 구체 도구는 팀 표준 확인 후 선택하며 화면을 도구 목록 강의로 확장하지 않는다.</a:t>
            </a:r>
          </a:p>
          <a:p xmlns:a="http://schemas.openxmlformats.org/drawingml/2006/main">
            <a:r>
              <a:t/>
            </a:r>
          </a:p>
          <a:p xmlns:a="http://schemas.openxmlformats.org/drawingml/2006/main">
            <a:r>
              <a:t>화면 진행: 그림의 01 입력(카메라·원영상), 02 처리, 03 결과를 같은 번호의 질문과 연결한다. 입력의 기준 조건→처리 경로 조사→결과의 계약 검증 순서로 설명한 뒤 하단 workflow로 묶는다. 실제 회사 장비나 C++ 실행 사실은 추가하지 않는다.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N/A. 그림은 가정적 Vision 업무의 Lecture용 삽화다. 입력·처리·결과를 가리키며 기준 조건, 조사 위치, 검증 범위를 연결한다.</a:t>
            </a:r>
          </a:p>
          <a:p xmlns:a="http://schemas.openxmlformats.org/drawingml/2006/main">
            <a:r>
              <a:t/>
            </a:r>
          </a:p>
          <a:p xmlns:a="http://schemas.openxmlformats.org/drawingml/2006/main">
            <a:r>
              <a:t>Audience Interaction: 청중이 자사 Project의 Context와 Workflow를 구분할 질문을 제시한다. 답변을 요구하지 않는다.</a:t>
            </a:r>
          </a:p>
          <a:p xmlns:a="http://schemas.openxmlformats.org/drawingml/2006/main">
            <a:r>
              <a:t/>
            </a:r>
          </a:p>
          <a:p xmlns:a="http://schemas.openxmlformats.org/drawingml/2006/main">
            <a:r>
              <a:t>Transition: “현재 업무에서 어떤 구조가 실제로 필요한지 되돌아보자.”</a:t>
            </a:r>
          </a:p>
          <a:p xmlns:a="http://schemas.openxmlformats.org/drawingml/2006/main">
            <a:r>
              <a:t/>
            </a:r>
          </a:p>
          <a:p xmlns:a="http://schemas.openxmlformats.org/drawingml/2006/main">
            <a:r>
              <a:t>Time Management: 5분 동안 도구 이름보다 패턴 대응을 중심으로 설명한다.</a:t>
            </a:r>
          </a:p>
          <a:p xmlns:a="http://schemas.openxmlformats.org/drawingml/2006/main">
            <a:r>
              <a:t/>
            </a:r>
          </a:p>
          <a:p xmlns:a="http://schemas.openxmlformats.org/drawingml/2006/main">
            <a:r>
              <a:t>Fallback: 정적 발표 경로는 production/preview/act3/S55.png와 production/preview/full/S55.png다.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필요한 구조부터 질문하기</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필요한 구조부터 질문하기</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기능을 더하기 전에 반복되는 마찰을 찾고 원인과 검증 요구에 맞는 최소 구조를 판단한다.</a:t>
            </a:r>
          </a:p>
          <a:p xmlns:a="http://schemas.openxmlformats.org/drawingml/2006/main">
            <a:r>
              <a:t/>
            </a:r>
          </a:p>
          <a:p xmlns:a="http://schemas.openxmlformats.org/drawingml/2006/main">
            <a:r>
              <a:t>Opening Question: “내 업무에서 지금 가장 반복되는 마찰은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화면의 ‘우리 프로젝트의 제약은…’과 ‘먼저 측정하고, 끝나면 확인해…’를 가리킨다. 청중 업무의 반복이 사실인지 절차인지 조용히 생각하게 한다. 독립 조사, 재발견 비용, 검증 필요도 개인 점검 후보다.</a:t>
            </a:r>
          </a:p>
          <a:p xmlns:a="http://schemas.openxmlformats.org/drawingml/2006/main">
            <a:r>
              <a:t>2. (3:00–8:00 / Q&amp;A) 원할 때만 마찰과 근거를 공유하게 한다. 질문이 없으면 ‘이 반복은 Context, Workflow, Coordination, 기억 중 무엇에 가까운가?’를 사용한다.</a:t>
            </a:r>
          </a:p>
          <a:p xmlns:a="http://schemas.openxmlformats.org/drawingml/2006/main">
            <a:r>
              <a:t>3. (8:00–10:00 / Transition) STATE-04-PERF의 제한된 성공을 유지하면서 화면 아래 ‘Project가 바뀐 뒤에도 계속 맞을까?’를 가리킨다. 다음 ACT의 가상 사례를 실제 제품 실패로 앞당기지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개인 reflection은 선택적이며 노트북·실습·필수 공개 응답은 없다. 질문은 5분만 사용한다.</a:t>
            </a:r>
          </a:p>
          <a:p xmlns:a="http://schemas.openxmlformats.org/drawingml/2006/main">
            <a:r>
              <a:t/>
            </a:r>
          </a:p>
          <a:p xmlns:a="http://schemas.openxmlformats.org/drawingml/2006/main">
            <a:r>
              <a:t>Transition: “지금은 잘 동작하는 Harness도 Project가 바뀐 뒤 계속 맞을까?”</a:t>
            </a:r>
          </a:p>
          <a:p xmlns:a="http://schemas.openxmlformats.org/drawingml/2006/main">
            <a:r>
              <a:t/>
            </a:r>
          </a:p>
          <a:p xmlns:a="http://schemas.openxmlformats.org/drawingml/2006/main">
            <a:r>
              <a:t>Time Management: Reflection 3분, Q&amp;A 5분, Transition 2분. Q&amp;A가 비어도 마지막 질문을 지키고, 초과 응답은 별도 질의로 안내한다.</a:t>
            </a:r>
          </a:p>
          <a:p xmlns:a="http://schemas.openxmlformats.org/drawingml/2006/main">
            <a:r>
              <a:t/>
            </a:r>
          </a:p>
          <a:p xmlns:a="http://schemas.openxmlformats.org/drawingml/2006/main">
            <a:r>
              <a:t>Fallback: LOCAL STATIC ARTIFACT — 발표 기본 경로는 `production/ACT_3.pptx`의 S56 또는 `production/preview/act3/S56.png`다.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여기까지는 잘 동작했다</a:t>
            </a:r>
          </a:p>
          <a:p xmlns:a="http://schemas.openxmlformats.org/drawingml/2006/main">
            <a:r>
              <a:t/>
            </a:r>
          </a:p>
          <a:p xmlns:a="http://schemas.openxmlformats.org/drawingml/2006/main">
            <a:r>
              <a:t>**Slide ID:**</a:t>
            </a:r>
          </a:p>
          <a:p xmlns:a="http://schemas.openxmlformats.org/drawingml/2006/main">
            <a:r>
              <a:t>S57</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S58으로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S57와 production/preview/act4/S57.png를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개념 사례: Project와 Workflow는 현재 맞다</a:t>
            </a:r>
          </a:p>
          <a:p xmlns:a="http://schemas.openxmlformats.org/drawingml/2006/main">
            <a:r>
              <a:t/>
            </a:r>
          </a:p>
          <a:p xmlns:a="http://schemas.openxmlformats.org/drawingml/2006/main">
            <a:r>
              <a:t>**Slide ID:**</a:t>
            </a:r>
          </a:p>
          <a:p xmlns:a="http://schemas.openxmlformats.org/drawingml/2006/main">
            <a:r>
              <a:t>S58</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S57의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S58와 production/preview/act4/S58.png를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Project는 바뀌고 Workflow는 남았다</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S59와 production/preview/act4/S59.png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S60로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S59와 production/preview/act4/S59.png를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Task 해결과 System 문제는 다르다</a:t>
            </a:r>
          </a:p>
          <a:p xmlns:a="http://schemas.openxmlformats.org/drawingml/2006/main">
            <a:r>
              <a:t/>
            </a:r>
          </a:p>
          <a:p xmlns:a="http://schemas.openxmlformats.org/drawingml/2006/main">
            <a:r>
              <a:t>**Slide ID:**</a:t>
            </a:r>
          </a:p>
          <a:p xmlns:a="http://schemas.openxmlformats.org/drawingml/2006/main">
            <a:r>
              <a:t>S60</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S60와 production/preview/act4/S60.png를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원인에 맞는 Layer를 고르기</a:t>
            </a:r>
          </a:p>
          <a:p xmlns:a="http://schemas.openxmlformats.org/drawingml/2006/main">
            <a:r>
              <a:t/>
            </a:r>
          </a:p>
          <a:p xmlns:a="http://schemas.openxmlformats.org/drawingml/2006/main">
            <a:r>
              <a:t>**Slide ID:**</a:t>
            </a:r>
          </a:p>
          <a:p xmlns:a="http://schemas.openxmlformats.org/drawingml/2006/main">
            <a:r>
              <a:t>S61</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S62으로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S61와 production/preview/act4/S61.png를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실패 지점과 원인 Layer 구분하기</a:t>
            </a:r>
          </a:p>
          <a:p xmlns:a="http://schemas.openxmlformats.org/drawingml/2006/main">
            <a:r>
              <a:t/>
            </a:r>
          </a:p>
          <a:p xmlns:a="http://schemas.openxmlformats.org/drawingml/2006/main">
            <a:r>
              <a:t>**Slide ID:**</a:t>
            </a:r>
          </a:p>
          <a:p xmlns:a="http://schemas.openxmlformats.org/drawingml/2006/main">
            <a:r>
              <a:t>S62</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S61의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S63에서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S62와 production/preview/act4/S62.png를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먼저 관찰하고, 그다음 가설을 세운다</a:t>
            </a:r>
          </a:p>
          <a:p xmlns:a="http://schemas.openxmlformats.org/drawingml/2006/main">
            <a:r>
              <a:t/>
            </a:r>
          </a:p>
          <a:p xmlns:a="http://schemas.openxmlformats.org/drawingml/2006/main">
            <a:r>
              <a:t>**Slide ID:**</a:t>
            </a:r>
          </a:p>
          <a:p xmlns:a="http://schemas.openxmlformats.org/drawingml/2006/main">
            <a:r>
              <a:t>S63</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S63와 production/preview/act4/S63.png를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Cause가 지지하는 최소 변경</a:t>
            </a:r>
          </a:p>
          <a:p xmlns:a="http://schemas.openxmlformats.org/drawingml/2006/main">
            <a:r>
              <a:t/>
            </a:r>
          </a:p>
          <a:p xmlns:a="http://schemas.openxmlformats.org/drawingml/2006/main">
            <a:r>
              <a:t>**Slide ID:**</a:t>
            </a:r>
          </a:p>
          <a:p xmlns:a="http://schemas.openxmlformats.org/drawingml/2006/main">
            <a:r>
              <a:t>S64</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S64와 production/preview/act4/S64.png를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같은 Task의 재실행만으로 충분할까?</a:t>
            </a:r>
          </a:p>
          <a:p xmlns:a="http://schemas.openxmlformats.org/drawingml/2006/main">
            <a:r>
              <a:t/>
            </a:r>
          </a:p>
          <a:p xmlns:a="http://schemas.openxmlformats.org/drawingml/2006/main">
            <a:r>
              <a:t>**Slide ID:**</a:t>
            </a:r>
          </a:p>
          <a:p xmlns:a="http://schemas.openxmlformats.org/drawingml/2006/main">
            <a:r>
              <a:t>S65</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S65와 production/preview/act4/S65.png를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대표 작업으로 변경 범위를 확인하기</a:t>
            </a:r>
          </a:p>
          <a:p xmlns:a="http://schemas.openxmlformats.org/drawingml/2006/main">
            <a:r>
              <a:t/>
            </a:r>
          </a:p>
          <a:p xmlns:a="http://schemas.openxmlformats.org/drawingml/2006/main">
            <a:r>
              <a:t>**Slide ID:**</a:t>
            </a:r>
          </a:p>
          <a:p xmlns:a="http://schemas.openxmlformats.org/drawingml/2006/main">
            <a:r>
              <a:t>S66</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S66와 production/preview/act4/S66.png를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Harness도 특정 실패에 맞춰 과적합될 수 있다</a:t>
            </a:r>
          </a:p>
          <a:p xmlns:a="http://schemas.openxmlformats.org/drawingml/2006/main">
            <a:r>
              <a:t/>
            </a:r>
          </a:p>
          <a:p xmlns:a="http://schemas.openxmlformats.org/drawingml/2006/main">
            <a:r>
              <a:t>**Slide ID:**</a:t>
            </a:r>
          </a:p>
          <a:p xmlns:a="http://schemas.openxmlformats.org/drawingml/2006/main">
            <a:r>
              <a:t>S67</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S68으로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S67와 production/preview/act4/S67.png를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Feedback을 System Change와 Evaluation으로 잇기</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S63의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S69로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실제 제작 기록: TRIAL-006</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결과의 타당성과 원인 귀속은 별개다</a:t>
            </a:r>
          </a:p>
          <a:p xmlns:a="http://schemas.openxmlformats.org/drawingml/2006/main">
            <a:r>
              <a:t/>
            </a:r>
          </a:p>
          <a:p xmlns:a="http://schemas.openxmlformats.org/drawingml/2006/main">
            <a:r>
              <a:t>**Slide ID:**</a:t>
            </a:r>
          </a:p>
          <a:p xmlns:a="http://schemas.openxmlformats.org/drawingml/2006/main">
            <a:r>
              <a:t>S70</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S47의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평가와 보고 규칙을 Evidence에 맞추다</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후속 기록은 개선됐지만 완전하지 않았다</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S73에서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S72와 production/preview/act4/S72.png를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실제 Meta Loop에서 바뀐 것</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S74의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S74로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Project와 환경이 바뀌면 검증도 다시 본다</a:t>
            </a:r>
          </a:p>
          <a:p xmlns:a="http://schemas.openxmlformats.org/drawingml/2006/main">
            <a:r>
              <a:t/>
            </a:r>
          </a:p>
          <a:p xmlns:a="http://schemas.openxmlformats.org/drawingml/2006/main">
            <a:r>
              <a:t>Slide ID: S74</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S75의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S75으로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production/preview/act4/S74.png 및 production/preview/full/S74.png.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여섯 시간의 Story를 한 장으로</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여섯 시간의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S76 실제 Repository 이력→S77 선택 기준→S78 책임을 거쳐 S79에서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S76와 S78에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S79의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S76로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S75와 production/preview/act5/S75.png를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하나의 Repository가 문제에 대응해 진화했다</a:t>
            </a:r>
          </a:p>
          <a:p xmlns:a="http://schemas.openxmlformats.org/drawingml/2006/main">
            <a:r>
              <a:t/>
            </a:r>
          </a:p>
          <a:p xmlns:a="http://schemas.openxmlformats.org/drawingml/2006/main">
            <a:r>
              <a:t>Slide ID: S76</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발췌(S18 crop 수정, S34 상세 문서 분리, S47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S34-source.png, S47-source.png (기존 production PNG와 동일). S18은 TRIAL-002 diff 재구성, S34는 STATE-02→03 문구 발췌, S47는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S34로 Routing 우월성·토큰 절감을 주장하지 않고, S47는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S77로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S76와 production/preview/act5/S76.png를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필요성이 입증되지 않은 것은 보류했다</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S78으로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S77와 production/preview/act5/S77.png를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위임이 늘어도 개발자 책임은 남는다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S77의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S79의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S79로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S78와 production/preview/act5/S78.png를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AI-Native Development는 이 교육의 운영 모델</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S80로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S80에서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S80로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S79와 production/preview/act5/S79.png를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어느 Layer에서 마찰이 반복되는가?</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S81의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S81로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S80와 production/preview/act5/S80.png를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다음 작은 행동을 개인적으로 고른다</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S80에서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S82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S82으로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S82으로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S81와 production/preview/act5/S81.png를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Q&amp;A와 교육 마무리</a:t>
            </a:r>
          </a:p>
          <a:p xmlns:a="http://schemas.openxmlformats.org/drawingml/2006/main">
            <a:r>
              <a:t/>
            </a:r>
          </a:p>
          <a:p xmlns:a="http://schemas.openxmlformats.org/drawingml/2006/main">
            <a:r>
              <a:t>**Slide ID:**</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S82와 production/preview/act5/S82.png를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e4c00796b3f461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e91e4dec1604bd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dbc0920056b4fe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63deeb4f0e044a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616d04407fb493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6a385d0612e42e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E5D1949-5EC3-4032-A652-ADE55C74422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012E0C3-BBCE-46D4-B0FB-A9882982AEA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FB01582-C524-4D5C-968A-D85100CF335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E768309-7AE0-4A95-BD1A-BBF19CEB087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99BC02B-2191-4E84-91A4-FB605E0D16D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7441FD9-A453-44FA-A73B-0CC8C7F0CDB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4762098-77A9-4E48-9BED-05315C627E9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E65CEA0-D2D7-46AD-B2D1-3CCE320A383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8C1AB98-67EB-4B7B-A599-D3AD643E198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D48D4F5-4543-43D5-827D-8EB3A74B427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ef53d29ba054e5b" /><Relationship Type="http://schemas.openxmlformats.org/officeDocument/2006/relationships/slideLayout" Target="/ppt/slideLayouts/slideLayout1.xml" Id="Re69a69a20d844188" /><Relationship Type="http://schemas.openxmlformats.org/officeDocument/2006/relationships/slideLayout" Target="/ppt/slideLayouts/slideLayout2.xml" Id="Red9ba0c78b5146e4" /><Relationship Type="http://schemas.openxmlformats.org/officeDocument/2006/relationships/slideLayout" Target="/ppt/slideLayouts/slideLayout3.xml" Id="R4edee5a331034a33" /><Relationship Type="http://schemas.openxmlformats.org/officeDocument/2006/relationships/slideLayout" Target="/ppt/slideLayouts/slideLayout4.xml" Id="Rc3c19fa3e6e646a5" /><Relationship Type="http://schemas.openxmlformats.org/officeDocument/2006/relationships/slideLayout" Target="/ppt/slideLayouts/slideLayout5.xml" Id="R219d906a3b984641" /><Relationship Type="http://schemas.openxmlformats.org/officeDocument/2006/relationships/slideLayout" Target="/ppt/slideLayouts/slideLayout6.xml" Id="Rca72670e42d447b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69a69a20d844188"/>
    <p:sldLayoutId xmlns:r="http://schemas.openxmlformats.org/officeDocument/2006/relationships" id="2147483650" r:id="Red9ba0c78b5146e4"/>
    <p:sldLayoutId xmlns:r="http://schemas.openxmlformats.org/officeDocument/2006/relationships" id="2147483651" r:id="R4edee5a331034a33"/>
    <p:sldLayoutId xmlns:r="http://schemas.openxmlformats.org/officeDocument/2006/relationships" id="2147483652" r:id="Rc3c19fa3e6e646a5"/>
    <p:sldLayoutId xmlns:r="http://schemas.openxmlformats.org/officeDocument/2006/relationships" id="2147483653" r:id="R219d906a3b984641"/>
    <p:sldLayoutId xmlns:r="http://schemas.openxmlformats.org/officeDocument/2006/relationships" id="2147483654" r:id="Rca72670e42d447b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1d0ddcfb83d4a94" /><Relationship Type="http://schemas.openxmlformats.org/officeDocument/2006/relationships/image" Target="/ppt/media/image.png" Id="Rcde86471d46f442f" /><Relationship Type="http://schemas.openxmlformats.org/officeDocument/2006/relationships/notesSlide" Target="/ppt/notesSlides/notesSlide1.xml" Id="R26a6851df7144d0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c4af8e71ad8435d" /><Relationship Type="http://schemas.openxmlformats.org/officeDocument/2006/relationships/notesSlide" Target="/ppt/notesSlides/notesSlide2.xml" Id="R2e5d8db813d1490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42169ac5d91451e" /><Relationship Type="http://schemas.openxmlformats.org/officeDocument/2006/relationships/notesSlide" Target="/ppt/notesSlides/notesSlide3.xml" Id="Rcfef1a52e0d1443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859697c48054f89" /><Relationship Type="http://schemas.openxmlformats.org/officeDocument/2006/relationships/image" Target="/ppt/media/image2.png" Id="Ra05fb1e4f46249c1" /><Relationship Type="http://schemas.openxmlformats.org/officeDocument/2006/relationships/notesSlide" Target="/ppt/notesSlides/notesSlide4.xml" Id="Rdb56b1ade473434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b6f1b933c144017" /><Relationship Type="http://schemas.openxmlformats.org/officeDocument/2006/relationships/notesSlide" Target="/ppt/notesSlides/notesSlide5.xml" Id="R5fda3dccc4274a73"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39ce921f0d64b54" /><Relationship Type="http://schemas.openxmlformats.org/officeDocument/2006/relationships/notesSlide" Target="/ppt/notesSlides/notesSlide6.xml" Id="Raef4ed0554d04b9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ac5c6ecb0a44623" /><Relationship Type="http://schemas.openxmlformats.org/officeDocument/2006/relationships/image" Target="/ppt/media/image3.png" Id="Rcd79b1cfda0b479d" /><Relationship Type="http://schemas.openxmlformats.org/officeDocument/2006/relationships/notesSlide" Target="/ppt/notesSlides/notesSlide7.xml" Id="R7cf5729e12e449d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11f43df7d6dd49c9" /><Relationship Type="http://schemas.openxmlformats.org/officeDocument/2006/relationships/notesSlide" Target="/ppt/notesSlides/notesSlide8.xml" Id="R3cedd8b5a37442d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be77a8c668e474c" /><Relationship Type="http://schemas.openxmlformats.org/officeDocument/2006/relationships/image" Target="/ppt/media/image4.png" Id="R873a55929ce2444e" /><Relationship Type="http://schemas.openxmlformats.org/officeDocument/2006/relationships/image" Target="/ppt/media/image5.png" Id="R677979d878284161" /><Relationship Type="http://schemas.openxmlformats.org/officeDocument/2006/relationships/image" Target="/ppt/media/image6.png" Id="R319873fc56fa410e" /><Relationship Type="http://schemas.openxmlformats.org/officeDocument/2006/relationships/notesSlide" Target="/ppt/notesSlides/notesSlide9.xml" Id="Rcd7f264bd5ce49a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5feb3c985cab4b28" /><Relationship Type="http://schemas.openxmlformats.org/officeDocument/2006/relationships/notesSlide" Target="/ppt/notesSlides/notesSlide10.xml" Id="Rcbcd94306d234ee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42df087b59794e8e" /><Relationship Type="http://schemas.openxmlformats.org/officeDocument/2006/relationships/image" Target="/ppt/media/image7.png" Id="R769efc6552224527" /><Relationship Type="http://schemas.openxmlformats.org/officeDocument/2006/relationships/image" Target="/ppt/media/image8.png" Id="R4717613bfaf14cfe" /><Relationship Type="http://schemas.openxmlformats.org/officeDocument/2006/relationships/image" Target="/ppt/media/image9.png" Id="R0242364a3d1849d4" /><Relationship Type="http://schemas.openxmlformats.org/officeDocument/2006/relationships/notesSlide" Target="/ppt/notesSlides/notesSlide11.xml" Id="Rd3270714523d4d7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e1ab5c01b7034fbe" /><Relationship Type="http://schemas.openxmlformats.org/officeDocument/2006/relationships/image" Target="/ppt/media/image10.png" Id="R62d06e66967e4707" /><Relationship Type="http://schemas.openxmlformats.org/officeDocument/2006/relationships/notesSlide" Target="/ppt/notesSlides/notesSlide12.xml" Id="R29253279d2e3456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81d4cda2ad42425d" /><Relationship Type="http://schemas.openxmlformats.org/officeDocument/2006/relationships/image" Target="/ppt/media/image11.png" Id="R18d4fd604a504472" /><Relationship Type="http://schemas.openxmlformats.org/officeDocument/2006/relationships/notesSlide" Target="/ppt/notesSlides/notesSlide13.xml" Id="R0c967d0d0d324e1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d9c7570c7464c96" /><Relationship Type="http://schemas.openxmlformats.org/officeDocument/2006/relationships/notesSlide" Target="/ppt/notesSlides/notesSlide14.xml" Id="R657ede5f62624d4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83eacb6d2cd4913" /><Relationship Type="http://schemas.openxmlformats.org/officeDocument/2006/relationships/notesSlide" Target="/ppt/notesSlides/notesSlide15.xml" Id="Ra81d530eacaa495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eb0103ec01934c1b" /><Relationship Type="http://schemas.openxmlformats.org/officeDocument/2006/relationships/notesSlide" Target="/ppt/notesSlides/notesSlide16.xml" Id="Re8a417d9428e4f7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ca82e48c85674fc0" /><Relationship Type="http://schemas.openxmlformats.org/officeDocument/2006/relationships/notesSlide" Target="/ppt/notesSlides/notesSlide17.xml" Id="Re91cba48115a476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d50616d5f2744981" /><Relationship Type="http://schemas.openxmlformats.org/officeDocument/2006/relationships/notesSlide" Target="/ppt/notesSlides/notesSlide18.xml" Id="R284832a89033437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a8ae1ce3415e4163" /><Relationship Type="http://schemas.openxmlformats.org/officeDocument/2006/relationships/notesSlide" Target="/ppt/notesSlides/notesSlide19.xml" Id="R3e24890bf8a2422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9d17d095ec4b4d1f" /><Relationship Type="http://schemas.openxmlformats.org/officeDocument/2006/relationships/notesSlide" Target="/ppt/notesSlides/notesSlide20.xml" Id="Rd6562c97df984ae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5969764e1e9f4dce" /><Relationship Type="http://schemas.openxmlformats.org/officeDocument/2006/relationships/notesSlide" Target="/ppt/notesSlides/notesSlide21.xml" Id="R715ba92809e648e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a2e641b5e6664f91" /><Relationship Type="http://schemas.openxmlformats.org/officeDocument/2006/relationships/notesSlide" Target="/ppt/notesSlides/notesSlide22.xml" Id="R7af7d031376744c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2b26c4678b8041f9" /><Relationship Type="http://schemas.openxmlformats.org/officeDocument/2006/relationships/notesSlide" Target="/ppt/notesSlides/notesSlide23.xml" Id="R4ee79e50d93840f2"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9e122a83410242c5" /><Relationship Type="http://schemas.openxmlformats.org/officeDocument/2006/relationships/notesSlide" Target="/ppt/notesSlides/notesSlide24.xml" Id="Reca9e3315eb647f8"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2c545d439af444e0" /><Relationship Type="http://schemas.openxmlformats.org/officeDocument/2006/relationships/notesSlide" Target="/ppt/notesSlides/notesSlide25.xml" Id="Rd76e903eacb9463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42bb83b177604115" /><Relationship Type="http://schemas.openxmlformats.org/officeDocument/2006/relationships/notesSlide" Target="/ppt/notesSlides/notesSlide26.xml" Id="R5f5a8112b92549f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2213f30eeb3e4c16" /><Relationship Type="http://schemas.openxmlformats.org/officeDocument/2006/relationships/notesSlide" Target="/ppt/notesSlides/notesSlide27.xml" Id="R88f985745995433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aa3d7d358989466c" /><Relationship Type="http://schemas.openxmlformats.org/officeDocument/2006/relationships/notesSlide" Target="/ppt/notesSlides/notesSlide28.xml" Id="Ra51426bd15f44c2a"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bcdc76bd0d404dac" /><Relationship Type="http://schemas.openxmlformats.org/officeDocument/2006/relationships/notesSlide" Target="/ppt/notesSlides/notesSlide29.xml" Id="R9071fcf9c20042af"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9c1a162395634ce9" /><Relationship Type="http://schemas.openxmlformats.org/officeDocument/2006/relationships/notesSlide" Target="/ppt/notesSlides/notesSlide30.xml" Id="Rbbfe71cbffff4e9b"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9f5d88557b6e4601" /><Relationship Type="http://schemas.openxmlformats.org/officeDocument/2006/relationships/notesSlide" Target="/ppt/notesSlides/notesSlide31.xml" Id="R81fda5c563b94219"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fdb52273ad2046fa" /><Relationship Type="http://schemas.openxmlformats.org/officeDocument/2006/relationships/notesSlide" Target="/ppt/notesSlides/notesSlide32.xml" Id="Rbcdcc4f1691b428b"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94332beb0ff04528" /><Relationship Type="http://schemas.openxmlformats.org/officeDocument/2006/relationships/notesSlide" Target="/ppt/notesSlides/notesSlide33.xml" Id="Rb71326b52e4c49ed"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5398fce075a04608" /><Relationship Type="http://schemas.openxmlformats.org/officeDocument/2006/relationships/notesSlide" Target="/ppt/notesSlides/notesSlide34.xml" Id="Rbabc3f69fc9c4b13"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ba93647e00704bab" /><Relationship Type="http://schemas.openxmlformats.org/officeDocument/2006/relationships/notesSlide" Target="/ppt/notesSlides/notesSlide35.xml" Id="R6ba74418baa14df2"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a1463efb1c4a4f34" /><Relationship Type="http://schemas.openxmlformats.org/officeDocument/2006/relationships/notesSlide" Target="/ppt/notesSlides/notesSlide36.xml" Id="R778fc81bc5dc4c80"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29593e69f3ac4a19" /><Relationship Type="http://schemas.openxmlformats.org/officeDocument/2006/relationships/notesSlide" Target="/ppt/notesSlides/notesSlide37.xml" Id="R00283c3ea80f4d56"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5d3b2faed77c4b4b" /><Relationship Type="http://schemas.openxmlformats.org/officeDocument/2006/relationships/notesSlide" Target="/ppt/notesSlides/notesSlide38.xml" Id="R572495e421da451a"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a597f4dd08874d1d" /><Relationship Type="http://schemas.openxmlformats.org/officeDocument/2006/relationships/image" Target="/ppt/media/image12.png" Id="R8ccc78fc8aa248af" /><Relationship Type="http://schemas.openxmlformats.org/officeDocument/2006/relationships/image" Target="/ppt/media/image13.png" Id="R900098677fb649f5" /><Relationship Type="http://schemas.openxmlformats.org/officeDocument/2006/relationships/image" Target="/ppt/media/image14.png" Id="Rac4accee937d4eac" /><Relationship Type="http://schemas.openxmlformats.org/officeDocument/2006/relationships/image" Target="/ppt/media/image15.png" Id="Rc3a5eee2c79e4571" /><Relationship Type="http://schemas.openxmlformats.org/officeDocument/2006/relationships/notesSlide" Target="/ppt/notesSlides/notesSlide39.xml" Id="Rf2354a7290ba479d"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c47f890b0c414bb3" /><Relationship Type="http://schemas.openxmlformats.org/officeDocument/2006/relationships/notesSlide" Target="/ppt/notesSlides/notesSlide40.xml" Id="Rb7e2b90d05c749f3"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5c6e9d2fbd484375" /><Relationship Type="http://schemas.openxmlformats.org/officeDocument/2006/relationships/notesSlide" Target="/ppt/notesSlides/notesSlide41.xml" Id="R82de998a811c461d"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e8e98eed13ae4de6" /><Relationship Type="http://schemas.openxmlformats.org/officeDocument/2006/relationships/notesSlide" Target="/ppt/notesSlides/notesSlide42.xml" Id="R1ca48df81e18460a"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f61bebebaee3480e" /><Relationship Type="http://schemas.openxmlformats.org/officeDocument/2006/relationships/notesSlide" Target="/ppt/notesSlides/notesSlide43.xml" Id="R1c006ca698f147be"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7c390e9de57340cd" /><Relationship Type="http://schemas.openxmlformats.org/officeDocument/2006/relationships/notesSlide" Target="/ppt/notesSlides/notesSlide44.xml" Id="R9d17f144dc2e455d"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79aa304bbcc3437a" /><Relationship Type="http://schemas.openxmlformats.org/officeDocument/2006/relationships/notesSlide" Target="/ppt/notesSlides/notesSlide45.xml" Id="R2fc9fde038a8416e"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8145253e309f43fe" /><Relationship Type="http://schemas.openxmlformats.org/officeDocument/2006/relationships/notesSlide" Target="/ppt/notesSlides/notesSlide46.xml" Id="R2193023557fd475d"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ef2f072bd06248ca" /><Relationship Type="http://schemas.openxmlformats.org/officeDocument/2006/relationships/chart" Target="/ppt/slides/charts/chart1.xml" Id="R5a1ce04252434f6c" /><Relationship Type="http://schemas.openxmlformats.org/officeDocument/2006/relationships/notesSlide" Target="/ppt/notesSlides/notesSlide47.xml" Id="Rfcdd26b8ae7844e5"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8e610a5a6e6d4d2d" /><Relationship Type="http://schemas.openxmlformats.org/officeDocument/2006/relationships/notesSlide" Target="/ppt/notesSlides/notesSlide48.xml" Id="R38321b634f414d11"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a95b549f2e1d4d38" /><Relationship Type="http://schemas.openxmlformats.org/officeDocument/2006/relationships/notesSlide" Target="/ppt/notesSlides/notesSlide49.xml" Id="R2c25161496f44c0f"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ae6a52d7f5e64ac5" /><Relationship Type="http://schemas.openxmlformats.org/officeDocument/2006/relationships/notesSlide" Target="/ppt/notesSlides/notesSlide50.xml" Id="Rc20ec83731cb4613"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49453fde18a149c2" /><Relationship Type="http://schemas.openxmlformats.org/officeDocument/2006/relationships/notesSlide" Target="/ppt/notesSlides/notesSlide51.xml" Id="R1454f21686734096"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51d329db259947a1" /><Relationship Type="http://schemas.openxmlformats.org/officeDocument/2006/relationships/notesSlide" Target="/ppt/notesSlides/notesSlide52.xml" Id="R161e9f9e2f2e49a4"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ea435983eee641c2" /><Relationship Type="http://schemas.openxmlformats.org/officeDocument/2006/relationships/notesSlide" Target="/ppt/notesSlides/notesSlide53.xml" Id="R9432fd72c1c0407e"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44451edb016f4c3a" /><Relationship Type="http://schemas.openxmlformats.org/officeDocument/2006/relationships/notesSlide" Target="/ppt/notesSlides/notesSlide54.xml" Id="R3a85472b0863476c"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b84756d2fb7045c2" /><Relationship Type="http://schemas.openxmlformats.org/officeDocument/2006/relationships/image" Target="/ppt/media/image16.png" Id="R1f99f348e0f148f8" /><Relationship Type="http://schemas.openxmlformats.org/officeDocument/2006/relationships/notesSlide" Target="/ppt/notesSlides/notesSlide55.xml" Id="R3cbc96d62e524bdb"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ebc772b9afaa42e7" /><Relationship Type="http://schemas.openxmlformats.org/officeDocument/2006/relationships/notesSlide" Target="/ppt/notesSlides/notesSlide56.xml" Id="R1975c51b9bbe4853"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5d6999906cc24cde" /><Relationship Type="http://schemas.openxmlformats.org/officeDocument/2006/relationships/notesSlide" Target="/ppt/notesSlides/notesSlide57.xml" Id="Rc5566ee5f18a4dd9"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554cd251496d44e0" /><Relationship Type="http://schemas.openxmlformats.org/officeDocument/2006/relationships/notesSlide" Target="/ppt/notesSlides/notesSlide58.xml" Id="Ra740e7d16a0e4d89"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af52b511589b4229" /><Relationship Type="http://schemas.openxmlformats.org/officeDocument/2006/relationships/notesSlide" Target="/ppt/notesSlides/notesSlide59.xml" Id="Rd8bd5d7d90364341"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37768bf857124a01" /><Relationship Type="http://schemas.openxmlformats.org/officeDocument/2006/relationships/notesSlide" Target="/ppt/notesSlides/notesSlide60.xml" Id="R9a9e69ca60074c1e"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6e4eca9db9dd46ad" /><Relationship Type="http://schemas.openxmlformats.org/officeDocument/2006/relationships/notesSlide" Target="/ppt/notesSlides/notesSlide61.xml" Id="R4183b8b9837540d9"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1930a987bbcf4d93" /><Relationship Type="http://schemas.openxmlformats.org/officeDocument/2006/relationships/notesSlide" Target="/ppt/notesSlides/notesSlide62.xml" Id="R9ab5123420ed4c18"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0b243b63299b42b5" /><Relationship Type="http://schemas.openxmlformats.org/officeDocument/2006/relationships/notesSlide" Target="/ppt/notesSlides/notesSlide63.xml" Id="R9c0e8aaff88f436d"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38d31bac24d44efb" /><Relationship Type="http://schemas.openxmlformats.org/officeDocument/2006/relationships/notesSlide" Target="/ppt/notesSlides/notesSlide64.xml" Id="R993ab47f430e4fff"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91a1959c91994a37" /><Relationship Type="http://schemas.openxmlformats.org/officeDocument/2006/relationships/notesSlide" Target="/ppt/notesSlides/notesSlide65.xml" Id="R0690c30790354dcc"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c0d57020b744411b" /><Relationship Type="http://schemas.openxmlformats.org/officeDocument/2006/relationships/notesSlide" Target="/ppt/notesSlides/notesSlide66.xml" Id="R2c5ce81673d943ae"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a83a56341ccc4a29" /><Relationship Type="http://schemas.openxmlformats.org/officeDocument/2006/relationships/notesSlide" Target="/ppt/notesSlides/notesSlide67.xml" Id="R91c0f456209b41eb"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df8366403b974952" /><Relationship Type="http://schemas.openxmlformats.org/officeDocument/2006/relationships/notesSlide" Target="/ppt/notesSlides/notesSlide68.xml" Id="Ra64b167c1bfd4e6b"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298d1c5248754200" /><Relationship Type="http://schemas.openxmlformats.org/officeDocument/2006/relationships/notesSlide" Target="/ppt/notesSlides/notesSlide69.xml" Id="R042a9de6e1c2429b"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3bd2743d0be6430c" /><Relationship Type="http://schemas.openxmlformats.org/officeDocument/2006/relationships/notesSlide" Target="/ppt/notesSlides/notesSlide70.xml" Id="R09d07dcbb3d443c7"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deba7b8795f64e72" /><Relationship Type="http://schemas.openxmlformats.org/officeDocument/2006/relationships/notesSlide" Target="/ppt/notesSlides/notesSlide71.xml" Id="R1f4a6160dd854d42"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f864c790ac50439a" /><Relationship Type="http://schemas.openxmlformats.org/officeDocument/2006/relationships/notesSlide" Target="/ppt/notesSlides/notesSlide72.xml" Id="R9601611f86704f8f"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80c68f7e60ed4ad9" /><Relationship Type="http://schemas.openxmlformats.org/officeDocument/2006/relationships/notesSlide" Target="/ppt/notesSlides/notesSlide73.xml" Id="R2c8a72dcc983413c"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0e37767c70e647b6" /><Relationship Type="http://schemas.openxmlformats.org/officeDocument/2006/relationships/image" Target="/ppt/media/image17.png" Id="Rd806a79837604528" /><Relationship Type="http://schemas.openxmlformats.org/officeDocument/2006/relationships/notesSlide" Target="/ppt/notesSlides/notesSlide74.xml" Id="R83ab3f6e7e794c19"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c3814e7c07ea4e6d" /><Relationship Type="http://schemas.openxmlformats.org/officeDocument/2006/relationships/notesSlide" Target="/ppt/notesSlides/notesSlide75.xml" Id="R277c8c9d703c40c6"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61281625f0b04cb8" /><Relationship Type="http://schemas.openxmlformats.org/officeDocument/2006/relationships/image" Target="/ppt/media/image18.png" Id="R6a544a6068784aea" /><Relationship Type="http://schemas.openxmlformats.org/officeDocument/2006/relationships/image" Target="/ppt/media/image19.png" Id="R3ea1360d7a4c42b3" /><Relationship Type="http://schemas.openxmlformats.org/officeDocument/2006/relationships/image" Target="/ppt/media/image20.png" Id="Rf6f653b3e1a44a6d" /><Relationship Type="http://schemas.openxmlformats.org/officeDocument/2006/relationships/notesSlide" Target="/ppt/notesSlides/notesSlide76.xml" Id="R714a3b5f56c44051"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2192f3c18b2645f4" /><Relationship Type="http://schemas.openxmlformats.org/officeDocument/2006/relationships/notesSlide" Target="/ppt/notesSlides/notesSlide77.xml" Id="R6ffa043e9cf84596"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aea2d61d02084764" /><Relationship Type="http://schemas.openxmlformats.org/officeDocument/2006/relationships/notesSlide" Target="/ppt/notesSlides/notesSlide78.xml" Id="Rb7ac5f9aedc74cde"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3124ac34c2a8452c" /><Relationship Type="http://schemas.openxmlformats.org/officeDocument/2006/relationships/notesSlide" Target="/ppt/notesSlides/notesSlide79.xml" Id="Rc359310200364188"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e4cd27d6d2fb4700" /><Relationship Type="http://schemas.openxmlformats.org/officeDocument/2006/relationships/notesSlide" Target="/ppt/notesSlides/notesSlide80.xml" Id="Ra072ba21dcc9402d"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00b2cdf658164fc1" /><Relationship Type="http://schemas.openxmlformats.org/officeDocument/2006/relationships/notesSlide" Target="/ppt/notesSlides/notesSlide81.xml" Id="Rb86c3a40ce19451e"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69ac53bef4344521" /><Relationship Type="http://schemas.openxmlformats.org/officeDocument/2006/relationships/notesSlide" Target="/ppt/notesSlides/notesSlide82.xml" Id="R59b2a65d49814f63"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A9FEC737-A873-46C1-AE55-E27FE7E3B0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7935B22E-67CE-4B0C-85B8-2642ECA6E1D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0A0ABDD2-8BD6-42E7-859D-B9FC0B868F1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A1AB4D29-43B9-4D82-B226-C93AF166BCD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2A1F9452-3228-46B4-A84F-A9A0967BFE4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33EE29AB-B15B-4FBD-B6C0-2D9166FE5C7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8E03B537-E15A-4A82-B9EB-9D8599F6BB7E}"/>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9620AFBE-4CDB-4390-87A1-5241B60C7E4C}"/>
              </a:ext>
            </a:extLst>
          </p:cNvPr>
          <p:cNvPicPr>
            <a:picLocks xmlns:a="http://schemas.openxmlformats.org/drawingml/2006/main" noChangeAspect="1"/>
          </p:cNvPicPr>
          <p:nvPr/>
        </p:nvPicPr>
        <p:blipFill>
          <a:blip xmlns:r="http://schemas.openxmlformats.org/officeDocument/2006/relationships" xmlns:a="http://schemas.openxmlformats.org/drawingml/2006/main" r:embed="Rcde86471d46f442f"/>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98CA84A4-DCF0-440D-898D-FA21760403D6}"/>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EA97843C-6F60-467B-A487-AEF951FC6D65}"/>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217891D5-2EEA-43FC-B188-CE6404823729}"/>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FB4CB25E-C872-47DD-A2C7-CFAD379D808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667722491"/>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DB7C3A40-1E01-450B-A3A8-0BD45D9CF3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EED7366F-5BC3-4EF0-8AF2-5A3BE30715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76043C55-A478-4865-AE33-7A278E247E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DF423884-6765-4B64-B969-0A34B5B0AB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1B172CC9-7A80-485C-9AD2-A621C6D20BE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5F8A8C58-1A04-4294-9CF6-E2AC139A1D3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DBD02F4B-A13A-4FC8-B2B7-4F185D977AFF}"/>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8460924E-3CFD-4DE6-9333-9C168AA74DD9}"/>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B52AA21C-4AAD-4C49-8628-FF0D0BD23B42}"/>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E0693372-E16F-45E8-B5A6-EAC554B78DC1}"/>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3FA0D78-18E3-493A-836D-ACFE60EDA56B}"/>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60BEB726-73BD-4442-B56D-A53A6FE25F31}"/>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F7588A53-5017-4C34-9541-E4FF2A871804}"/>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A117CAAA-4F60-4FF4-B0FC-25EE7167149C}"/>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CDFB1CDF-7E3D-4E9D-ABB7-566FA4BE8128}"/>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FF868FE4-89D5-4E6E-830A-9782CAEB0E8F}"/>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F991F995-2ED4-45A6-82D8-8316CAB565C3}"/>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EF227244-D9B4-4FDE-AF65-23AA8DA4D604}"/>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712FD136-763F-4430-AB03-C244AECECB99}"/>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9B631FCC-E9F9-4965-97B5-C8E031A5E949}"/>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E817D40A-4684-44EF-B20D-285E4618A2E7}"/>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19B874C4-F448-423C-8336-6DCD97223200}"/>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7DAA39FA-73CB-415D-93C5-78C0D66CEAAD}"/>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E86BA50E-46A3-46BF-9A5A-3DBC6D6F0D56}"/>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539CDCA0-4E9C-47B0-9D91-99B15942B025}"/>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E06B4643-B64F-4D8C-AA6A-79145F275C2F}"/>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4C1A16D6-2A57-4E88-85CB-69567E6F4C60}"/>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D2FB8982-6630-4DEC-B7F0-F572E5CE1AA8}"/>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67484EE2-DEE1-4FC9-9ECB-305589D5DCCE}"/>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9ADC7622-BD11-4472-8A27-49D38EAF61DB}"/>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D211A51B-3ABE-48F1-8D82-55612C01420D}"/>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5E7EE572-C389-4FE2-B3F4-FA2E7FAB3C6E}"/>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09926E13-4103-45C4-AD53-00A9E79BC77D}"/>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6BC657B3-E702-4906-9E86-27220135CB1F}"/>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C55310DC-B64F-4639-8041-834362AEA280}"/>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F5305877-6B6D-420A-834E-403374D097F8}"/>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7E09A375-4816-49B9-AEAF-2AE2B67BC219}"/>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A41D2F1E-2F4A-4CDE-A8B3-95C0E67327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07260435"/>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2E1EB779-173C-465E-94A0-E055E4FE6F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443CD0A2-E927-42BC-9F03-51D081A8C3F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ED537381-39BF-47B3-8107-0888EB0A60E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EE93224A-E771-4336-9973-D1A1E1B0257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EF061207-1275-4283-8E4F-12734A3911F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16730B04-E590-4E26-9989-B61D7B63519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E45D66EB-58A2-4381-AB4F-3627433AD3A2}"/>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9E1E384A-E918-4A93-B526-C4E99702BC4D}"/>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C8D7ABF3-6B8E-4448-9A63-9D37F10D466D}"/>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2308C1CE-6EB2-45A1-A0CF-8DBAD43FB938}"/>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3F6D8784-27F5-4618-ACDA-03FBD1D1F2F9}"/>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81EECEA8-72B9-47C5-82E9-0E265C83C47A}"/>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26159BE3-FCAE-42A0-8D52-F7A577D52234}"/>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2FE342F5-BC7A-4DD0-9B7D-4C71A9B9AFDF}"/>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8F28530B-A795-4DB6-9610-1D11A1C26BCD}"/>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4A22654F-9BA9-4D45-87E5-C50B740E77B9}"/>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306EBAFF-412A-4687-BDFC-574347236BBB}"/>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7FC7D1E2-B56A-42BF-9514-969508476755}"/>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55A8D09C-A53E-4CE9-B9F9-8946C0C20481}"/>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F1DE9C3B-CA6B-4124-97CA-49690F524EC2}"/>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836D6343-C4F9-4AC9-9BE7-99764C2F2319}"/>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AD23AD3F-87D2-4261-A6E1-E16F2BCCEAE7}"/>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6DDC071F-F447-4643-9B05-0E23CAF5BC58}"/>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722F810E-2009-42AB-BD9C-CCE5905ADD31}"/>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7A83E270-0070-46C5-95E5-7A309B1FE072}"/>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16777773-431A-4C2B-9629-E3AF857663F6}"/>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9243329A-4B03-4248-9819-C6F55B9DC7B5}"/>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D86D1BB7-0547-4B5B-AACE-D0EF9C3AC962}"/>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6C467B3D-3AED-4D28-A6CF-9BEF5DFB133F}"/>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1C7CB18E-A8DF-425E-8BD8-E58A792398B9}"/>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ABDD5433-B3BC-499A-BE23-CDE10E626F7D}"/>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6EF55BE8-ECA2-4705-A35E-55FD47E419C4}"/>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EC9BE21E-E58A-451D-B313-8A7EAE189A2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283883213"/>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F36E1E35-5E9F-438C-9047-828ECEBFA7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A7BC1EBA-D4E6-4C5E-B1BC-FDE1F58A8C7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C15CFA7B-A70C-4971-AFBF-DF9407D29B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57FF2B4A-356B-47CD-9D88-B9CAEA0C066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55773B4A-8EE5-46D3-AF0D-88B54550F00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1B597743-1B74-4931-92B2-EFE11C9FCFD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D683AD3A-C1D0-407E-8332-4B0D8CB2CA96}"/>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3A33C68E-992F-4C5B-828E-89B609540CDD}"/>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5DB337CB-F316-4010-B68C-D08D6BCBBB9B}"/>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EAC61F8B-BB26-444B-BC97-7E113E008B13}"/>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76D85D37-EA56-45B4-AF4C-C186CD87DE07}"/>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6C8A5341-9CE7-43D5-8187-4329DD3369CC}"/>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8E23DC3A-406D-4BCC-83A9-D7083BB8843C}"/>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4ABA3E89-DEB7-49B9-A0D3-669B40D5FBA4}"/>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7F9B2D12-BC63-4BAB-89A9-1674BF924F9B}"/>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DBD6F420-4C48-4271-A675-1B4F56778E26}"/>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4DD9E96D-43D5-4D5C-AE19-C416C161D333}"/>
              </a:ext>
            </a:extLst>
          </p:cNvPr>
          <p:cNvPicPr>
            <a:picLocks xmlns:a="http://schemas.openxmlformats.org/drawingml/2006/main" noChangeAspect="1"/>
          </p:cNvPicPr>
          <p:nvPr/>
        </p:nvPicPr>
        <p:blipFill>
          <a:blip xmlns:r="http://schemas.openxmlformats.org/officeDocument/2006/relationships" xmlns:a="http://schemas.openxmlformats.org/drawingml/2006/main" r:embed="Ra05fb1e4f46249c1"/>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77F591DB-BD1A-42AD-A7B8-33E538EC8F06}"/>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BA1551EA-9C46-426D-A4FB-4C5E6126905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82699032"/>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5AA8ED3A-D166-4F9F-803F-BF8BC34BE44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0CBA19FF-DB4B-4DAD-8538-07C1D64E56D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66CAED35-8AE3-41D2-8DA3-8A787C59FDA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954A63D7-0CDD-45AC-9E05-0F94B556315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88B54EE6-949E-4EFC-BFCD-4FEAB9DE22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302D0A1C-BA9A-4FAF-875F-27646FBAB1E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BBE2B617-CB25-4FF3-8B07-2799C7488E73}"/>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EA857041-E6C0-4F00-8325-5D7B025EA84F}"/>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C86D44E0-DA39-42E5-A849-33AE24E635C6}"/>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544EE183-2AE6-41B6-8277-6245A27BD520}"/>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9582F92F-772F-4271-A48C-29E0266B5BC1}"/>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8F26ECC1-53D5-4F8B-B425-FA13777F7906}"/>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B26B65A6-275F-4F8F-8C49-E43F8D27CD25}"/>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3D08D3B9-5162-4F41-A3BF-68200C61269E}"/>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ADA65A07-2151-4920-ABE9-ED0A6A90D7B1}"/>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AE6B64C4-E272-4998-948A-A76776FCB73E}"/>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D67942C2-BD17-4DBC-B2E7-048CE7B5ACF0}"/>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4056AC56-29A7-43AE-A4DC-1F48CE875C0D}"/>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1CB36E2F-E7D8-4446-A70B-1983BDDF14AB}"/>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38AD3432-6EA7-4BB8-A2E3-4D2AA6DE23C8}"/>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83F16E76-2185-4E10-90D6-0FF2190EC4F2}"/>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67E289CF-6B7D-4C13-A59A-B07084D5848D}"/>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D9282351-67EF-4F2D-842F-D6B1BB3ED049}"/>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B32C4076-CF19-4217-A2BB-92BA93D489E7}"/>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B1C7070F-CB0E-481F-AA30-96BF754FC6C8}"/>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F7616CA5-5873-4558-803D-B695E20324FC}"/>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DEE5AEA8-D54D-4153-B8C1-35F4E350287F}"/>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031856F6-7421-43EF-AAE0-8B50B2E3DC26}"/>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CADE5CDB-04EF-4D58-AB5E-2127647EAC09}"/>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A0A55572-3959-47E8-B6A3-8AB586445AF3}"/>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E82CCAC3-1B56-4E60-89F3-C01393A60741}"/>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98FE3E5C-6E5D-4328-B2EA-B8B94DD678C5}"/>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042CBCFB-D25B-4F55-923D-3FAEC389336A}"/>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C10CB752-3952-49DF-8FBF-9DB7A41D21F6}"/>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97958E38-68A4-4267-A1B7-6DC2D62190CC}"/>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1F9A2C6D-5DD1-40A6-9CFC-BBB0C037C706}"/>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54405415-BDCD-480C-A123-710155FEFEAC}"/>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35A9FFBD-6B64-4B8E-81CA-B907ABB68C57}"/>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DA84FEDF-1372-464D-A24B-FE4C204F4B3B}"/>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EFBDF1E8-78F1-482E-BBDD-BE8C2A50D8F8}"/>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72572186-C566-401A-BA59-01922C93C366}"/>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2C27846F-8518-4E5B-9C3D-765D6CADB3FB}"/>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77D4EFD1-932B-43C8-A826-83A8969CB604}"/>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B0AB77B3-7E32-433F-97FD-D74ADCBB43F3}"/>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B6C3576C-07D9-4331-8951-193FD330881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55136079"/>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01BA9AE3-6C13-442B-84B7-7857BF8CFB5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6273C6FD-7CEE-4ACC-9F97-89707A7213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48C3657D-F005-4C0E-ABF6-37E8B1F9CE0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B748E8A8-ED95-489C-8BAC-8AF1A9BC89D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6087178B-148A-4124-8022-05D3208C3D5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C09E12B7-3532-4387-BD17-EE1A4AE8705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61502C48-E16F-4AAC-A19D-F3B373AE7A7C}"/>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82A1808D-2D4B-4716-A9EB-E1D9F8F96767}"/>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B47E61CB-13FD-41B0-A33B-D778D7043446}"/>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AEACF83F-527F-4BFD-98CC-7E628A389163}"/>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951BEC02-2CCF-4851-A59F-41B97972A93A}"/>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8B47F6B3-0597-47FD-9810-F3BCB9EEE405}"/>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DABFD63F-C9BB-4189-B859-5BB6E603D988}"/>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EA3C53A8-4486-432D-A2D4-B7B8F6FBE6F0}"/>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BA794068-81B2-49C5-B1B0-29C625BFEFD9}"/>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709F6609-A877-47BA-9E62-0F271C060A42}"/>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AB5EFAB5-D83C-4875-ADEB-E895286962F7}"/>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D943FE79-9D4A-4442-BD01-CA58A791AB33}"/>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3A21DE27-BD3D-4AB6-BD5E-91511C1E9DF7}"/>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B806E123-B82F-4951-ADCA-D26DBD7DD95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4212418"/>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64422F38-BEAE-405A-8650-FE31B027A8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D504429F-D265-4F3D-9BCD-8D7FB5E570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C9C69491-9FE0-4764-BF2E-9D83FC661058}"/>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68677459-7F53-491D-BE36-B2077D032C6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23BB19D9-8B46-49A4-BFE6-F6C42A827B4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0A42EDBF-DF1E-4C8C-B7AF-1A754A86597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7E5BEBC7-8847-4A05-AB8F-FF7424B82167}"/>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FF9D4E4E-DA2C-4B45-8DA3-1B2AF97B5358}"/>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B8E91DFE-EEF0-499E-B89A-03E902A4BEFF}"/>
              </a:ext>
            </a:extLst>
          </p:cNvPr>
          <p:cNvPicPr>
            <a:picLocks xmlns:a="http://schemas.openxmlformats.org/drawingml/2006/main" noChangeAspect="1"/>
          </p:cNvPicPr>
          <p:nvPr/>
        </p:nvPicPr>
        <p:blipFill>
          <a:blip xmlns:r="http://schemas.openxmlformats.org/officeDocument/2006/relationships" xmlns:a="http://schemas.openxmlformats.org/drawingml/2006/main" r:embed="Rcd79b1cfda0b479d"/>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66420295-06E8-45F9-85C5-47A97503E4C1}"/>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4712DA4D-5C19-4226-87AC-035868C0ACAC}"/>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F8EA3A61-E89E-4EA2-92F3-5196A2316488}"/>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B5CAACF9-9654-4AEF-B90F-B0A7DD6CBC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867296900"/>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54C71744-C86A-4656-A22D-7C9993E468D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3B96427A-0C64-45BD-B014-694ACEF099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1340FF3B-2842-4CDB-8384-F057E038B1F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C0C787AC-E550-4304-99C3-297AAA6E10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FEA1E5EF-7255-4274-9E86-9D589832771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1576B508-8B2A-4B22-A8D9-068A0D44E87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88A906E4-2058-4F50-A499-00E553CDF22D}"/>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680B342B-8CDF-4E2E-BD49-9A48EF28F5AB}"/>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24F2DCBC-05B9-4400-900A-05348BAD1549}"/>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AF1F056D-EF44-44A3-B13C-A42A09B5A260}"/>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43C670C9-BE6B-4EFC-AACA-88D2E6555479}"/>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8DA8DB93-D874-4DBA-8408-D77B860C83C8}"/>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09F89602-8695-467F-99EE-A4FC78EA5AB8}"/>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7BB0900C-391E-4814-A40A-34000212FEDE}"/>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18ED5A37-602B-4561-A51B-F196EDB6D924}"/>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E82A3C35-E23F-4473-BAC8-15F1426A2770}"/>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CDCDA23C-9D19-4A31-A9C3-B4C311B0BBA4}"/>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6B663D3C-C4A5-431C-96AE-3C27707519CA}"/>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F6D1C6AB-8F3D-49AA-A42E-1306E26B5379}"/>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A01030EC-E385-47D6-9CE6-3938FA89C529}"/>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7BEC8EED-3044-4C7C-A041-DAE70547B313}"/>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77C9B7E6-950F-4CDC-A24D-261F885FBE90}"/>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392BF35B-A91F-4631-8305-BD1E277A6B68}"/>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EE23F343-9F03-4157-8CA7-5DF131594673}"/>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C88C9205-E808-42E8-A1FB-28CFB2792704}"/>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90941784-C070-419B-A349-33C838DC9C76}"/>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ACFAD27A-C8E3-4DBD-88B6-07A9545E8202}"/>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46CABF5A-77C6-43EC-A9BB-99EDF952AE3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393040613"/>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AB454BA9-C7C8-4565-A157-3FD19EA4BA0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A57985E2-15EA-4313-93ED-B0E01C8FAE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0259AA9B-D635-41C5-89AB-B5B7EC8DBEC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61296040-98FF-43CD-8369-039E40289A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44D4B250-F190-4903-9096-AA7BAF193E2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B424033F-7CA3-4152-B05A-12D4222F354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D2F4432C-9978-4563-99AD-338A17D1D1FA}"/>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4B11AFA4-F67B-440E-A38B-1A49DB76C353}"/>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6031777D-5751-4ED5-9892-CB089D611CCC}"/>
              </a:ext>
            </a:extLst>
          </p:cNvPr>
          <p:cNvPicPr>
            <a:picLocks xmlns:a="http://schemas.openxmlformats.org/drawingml/2006/main" noChangeAspect="1"/>
          </p:cNvPicPr>
          <p:nvPr/>
        </p:nvPicPr>
        <p:blipFill>
          <a:blip xmlns:r="http://schemas.openxmlformats.org/officeDocument/2006/relationships" xmlns:a="http://schemas.openxmlformats.org/drawingml/2006/main" r:embed="R873a55929ce2444e"/>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4BBA4912-90B8-42BE-A724-3E83E2A2F523}"/>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289D0755-9064-4B3D-8F5E-0B1B946AA103}"/>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0780D7D4-35E2-4ACA-A9D0-CE3365D831DC}"/>
              </a:ext>
            </a:extLst>
          </p:cNvPr>
          <p:cNvPicPr>
            <a:picLocks xmlns:a="http://schemas.openxmlformats.org/drawingml/2006/main" noChangeAspect="1"/>
          </p:cNvPicPr>
          <p:nvPr/>
        </p:nvPicPr>
        <p:blipFill>
          <a:blip xmlns:r="http://schemas.openxmlformats.org/officeDocument/2006/relationships" xmlns:a="http://schemas.openxmlformats.org/drawingml/2006/main" r:embed="R677979d878284161"/>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AB4BD087-26C5-4985-8A44-3151E1B6F2D3}"/>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48017E5C-4301-4B0B-898B-10A9FA82D648}"/>
              </a:ext>
            </a:extLst>
          </p:cNvPr>
          <p:cNvPicPr>
            <a:picLocks xmlns:a="http://schemas.openxmlformats.org/drawingml/2006/main" noChangeAspect="1"/>
          </p:cNvPicPr>
          <p:nvPr/>
        </p:nvPicPr>
        <p:blipFill>
          <a:blip xmlns:r="http://schemas.openxmlformats.org/officeDocument/2006/relationships" xmlns:a="http://schemas.openxmlformats.org/drawingml/2006/main" r:embed="R319873fc56fa410e"/>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B8B109DC-BF77-46B1-A448-6D4B3DC4171F}"/>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AE505E0B-3C98-4A2D-9064-0F2DF276D28C}"/>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5F70A46B-E48C-40A5-99B8-4DA1514E2AD8}"/>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11FF1E11-7F75-4AEC-85C4-8572CF0DC38E}"/>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026A2D35-F590-483B-BB2A-F6FD7BF5BC17}"/>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F78DD8C8-542A-4638-B7CC-2F77477B796D}"/>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19539168-A733-49E1-BD19-0FD5DA7F3B1F}"/>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23CC05DD-7412-4CFC-B437-E5E4258ED72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468159175"/>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916E72B7-6DF0-42F7-A210-C629BE717B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A989B6D5-6AAB-4301-9129-83C1D9D5731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8F379129-45E1-4ED1-860A-BEBC8DE3E3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82FC7403-1779-430E-A845-1D413E29CF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BCCE1F4B-59B8-4E3E-AD06-9308CD99E74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F27133D4-F8F6-4881-9A58-7EB642E20A6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B4DB7478-DEBE-480E-B42C-5DC4567B193E}"/>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AB83332E-8A31-4D15-9B82-6FD685448789}"/>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5716E1E1-E3DB-4ED3-974C-7FE1EC6C8152}"/>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2FECBF40-BE4C-452E-B4A6-DF39536394E1}"/>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C63422BB-F9DB-4673-8A15-D14F4DF3C8F3}"/>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BF907EC9-645E-4A06-A279-9128C900BDB7}"/>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44472942-5B9F-4D24-982A-1BCD039F9512}"/>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72EC6E8-2E04-4DE3-9034-4EFCFDD8B985}"/>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B0C0A57C-686D-46E9-8F6E-DC4FBD4D043F}"/>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323AA07A-8878-4CD9-82EB-8D5ABDDAF1C8}"/>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6F9CC08E-3D8B-41D0-8977-7ADA6138796C}"/>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8E392B39-58EE-4648-9DA5-757E012A49EA}"/>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A7EE6B96-E93D-4A50-92F9-82C923665302}"/>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A5C6F1D7-E2AB-4734-9626-3AC9B29EE7E4}"/>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F73E7449-3E4D-4CD3-B5A8-312531A290E2}"/>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0D4EC91E-0783-4DC5-B70D-CC0E6B716D0D}"/>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1580A39C-04AA-4204-97AA-0332000177DB}"/>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0BA579FA-B77A-44AA-BF94-341C23A8EC32}"/>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7806E4C2-3640-4B6E-ABA3-30475CA7E93D}"/>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92064C88-E641-4F83-9892-E057CA9620D9}"/>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EFAC7025-4137-4768-A425-C1596123DA64}"/>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BAE3F241-2086-4E42-917D-BDE88A84E800}"/>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51C70614-1136-4600-9B86-576DCB5916C3}"/>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4ECD352E-72E4-401F-B055-6033558FF463}"/>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65FCFC1F-254D-409B-9A93-3724999753F1}"/>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91287B41-7A6D-40AD-A672-68F2AF88D86D}"/>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7BBE6DA7-D81A-4C2A-B369-4F4678552843}"/>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11EC50F7-D9D9-49BA-A6EA-F18BBACACE1A}"/>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D848D493-DC4E-4115-A6AF-D1E56EAF2D46}"/>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2082390F-560B-419F-BFB8-819EAE2AE14B}"/>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9CC5CAA6-2FC6-44AC-A2B1-7DD2D88BB5E8}"/>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855B08C0-6C36-4971-8ADD-3E010A4A6368}"/>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92C7CC39-0435-40EB-A284-A7AC6D959E12}"/>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ED239278-6CEC-4F26-9513-FF96CD9CF177}"/>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BD59843D-A80D-4D87-B9EA-95D74A30F035}"/>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772906E8-3053-4A24-9050-1C3E0197BF39}"/>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92C822AF-28EB-4D2B-A318-99494929FA9B}"/>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ED8A27E4-B77A-452C-B14C-E286BBF29FF9}"/>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26649FD3-B784-4C5E-B24C-D77879AE8143}"/>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26073AC8-86DE-4BA1-8434-F8499E4157FF}"/>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764A6ABC-C5FE-4575-97BC-236EA8C2FFE4}"/>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88A97A1E-510E-493F-832E-E6251A8CC723}"/>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2A3D8CD4-13F8-4830-A899-203BEBC2C738}"/>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CBC4B375-5F19-4D52-87AB-BE48F189A6A3}"/>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174E7502-8520-44C6-B2B8-83AFE914FB77}"/>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0266198E-E5AE-4563-BEB9-10C065D4A696}"/>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F92151C2-4ADC-4981-829A-8B2408FF62B1}"/>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38CE02E9-99D6-482D-9F8E-43961E1A31EA}"/>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38A704A1-E22A-4B3B-8E37-7411E53C0C87}"/>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17D7552A-8738-4B63-A42F-CBFDFDAF8F0D}"/>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4FB9C56D-2C44-4B9E-9901-5CD0E937DB89}"/>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15342707-7759-4264-911C-B1D39525DD06}"/>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6520BB2C-0D38-4F5B-826A-05D7DDC3ED27}"/>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14262BDB-A938-45EF-AF57-98EDB04A4432}"/>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0E04C525-79AC-4BFF-BB93-EF92A120B2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292372098"/>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모호한 작업 요청">
            <a:extLst xmlns:a="http://schemas.openxmlformats.org/drawingml/2006/main">
              <a:ext uri="{FF2B5EF4-FFF2-40B4-BE49-F238E27FC236}">
                <a16:creationId xmlns:a16="http://schemas.microsoft.com/office/drawing/2014/main" id="{21C85D09-7D9E-493E-8FF4-F060271C1F9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모호한 작업 요청</a:t>
            </a:r>
          </a:p>
        </p:txBody>
      </p:sp>
      <p:sp>
        <p:nvSpPr>
          <p:cNvPr id="2" name="S11">
            <a:extLst xmlns:a="http://schemas.openxmlformats.org/drawingml/2006/main">
              <a:ext uri="{FF2B5EF4-FFF2-40B4-BE49-F238E27FC236}">
                <a16:creationId xmlns:a16="http://schemas.microsoft.com/office/drawing/2014/main" id="{73E3DD72-0D08-41B8-B7F5-B246098B327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EC6AE7F9-69AE-4579-ABFC-006ECFB756C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A16409DC-2735-413C-80A7-6B7E03C26C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98C0D250-9E13-434B-AAAE-12AB1176EB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5D1CA14A-18C9-4385-B766-BDB3DE2B588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9D5BAB2F-D68D-4C66-B976-B609B556857F}"/>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8FE6A75A-EEE1-4BAB-BE21-D40402FAB797}"/>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E4BAE539-DEE2-4379-B2B5-98F757BA4518}"/>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598A417E-6063-4243-A2EF-7DE9F3942902}"/>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CB179A81-D7C1-4715-B241-8B65AEC7E535}"/>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DF9307A8-A25A-438B-B621-94D92B93624B}"/>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C0E5602D-5819-41D6-A13E-B87041DFD25D}"/>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22F4DC5-F16D-4C5A-967A-DF12F122E10D}"/>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55EEF2A0-9AD5-4707-B265-E3AF566A47AF}"/>
              </a:ext>
            </a:extLst>
          </p:cNvPr>
          <p:cNvPicPr>
            <a:picLocks xmlns:a="http://schemas.openxmlformats.org/drawingml/2006/main" noChangeAspect="1"/>
          </p:cNvPicPr>
          <p:nvPr/>
        </p:nvPicPr>
        <p:blipFill>
          <a:blip xmlns:r="http://schemas.openxmlformats.org/officeDocument/2006/relationships" xmlns:a="http://schemas.openxmlformats.org/drawingml/2006/main" r:embed="R769efc6552224527"/>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A9E2C87A-A08E-47AA-BBED-0241E8998043}"/>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847E9F3F-C7C9-4494-91A8-9BCC2B4725A6}"/>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6F5F4FD5-8587-441A-AC42-D435CA5BACF5}"/>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B9BC7CEE-B5D0-4C4A-A628-BA83C3492928}"/>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38BA95EB-AC20-4EB6-AE15-956B9C9E4C4B}"/>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E0403CB3-235A-45C6-8ACC-9025B8B85F11}"/>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2DCFC7A5-01EE-453F-9AE1-487100718CED}"/>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F6213CB9-F874-49EE-9F74-55FE5F2A82BD}"/>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407B9C6E-04D7-4766-A8A7-623C1F8530FC}"/>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AB31171F-1BBF-40F4-AD9B-519C9DBECC33}"/>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5E8153D3-6512-4236-A689-2C814B570EAE}"/>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582F4D16-5414-497A-9925-801D12BFC8CC}"/>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0FA3A640-AE7D-4936-8DF1-9CBE0EC51B82}"/>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7B57E16F-A963-4062-AF09-C439CE54DF4B}"/>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F2CE70F6-6CAE-47A5-9D7D-10BF12319A17}"/>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7DF502FB-5103-4E03-8274-48FE65F34A61}"/>
              </a:ext>
            </a:extLst>
          </p:cNvPr>
          <p:cNvPicPr>
            <a:picLocks xmlns:a="http://schemas.openxmlformats.org/drawingml/2006/main" noChangeAspect="1"/>
          </p:cNvPicPr>
          <p:nvPr/>
        </p:nvPicPr>
        <p:blipFill>
          <a:blip xmlns:r="http://schemas.openxmlformats.org/officeDocument/2006/relationships" xmlns:a="http://schemas.openxmlformats.org/drawingml/2006/main" r:embed="R4717613bfaf14cfe"/>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E7D9BE2C-2F07-4D7F-B909-CDCC57AC67F2}"/>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FF20F005-A073-4893-94B4-97B9B6AE9042}"/>
              </a:ext>
            </a:extLst>
          </p:cNvPr>
          <p:cNvPicPr>
            <a:picLocks xmlns:a="http://schemas.openxmlformats.org/drawingml/2006/main" noChangeAspect="1"/>
          </p:cNvPicPr>
          <p:nvPr/>
        </p:nvPicPr>
        <p:blipFill>
          <a:blip xmlns:r="http://schemas.openxmlformats.org/officeDocument/2006/relationships" xmlns:a="http://schemas.openxmlformats.org/drawingml/2006/main" r:embed="R0242364a3d1849d4"/>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C7A62327-4911-4E1F-83D4-A02F6265943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99447398"/>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1 · 같은 Agent, 같은 요청, 가능한 해석">
            <a:extLst xmlns:a="http://schemas.openxmlformats.org/drawingml/2006/main">
              <a:ext uri="{FF2B5EF4-FFF2-40B4-BE49-F238E27FC236}">
                <a16:creationId xmlns:a16="http://schemas.microsoft.com/office/drawing/2014/main" id="{268A12E9-D6F4-4F7E-9CD9-734786FB8E7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96460CEC-083A-4E1A-B7A4-1C1A915055F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091C2636-16D0-4C64-9B21-3ED7365032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0A7B0D8C-4079-49F0-B676-B43088E803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58D8902D-2B16-4B83-8E25-22944CA02EA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DB512539-CD77-4361-93CE-E283EFAB909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
            <a:extLst xmlns:a="http://schemas.openxmlformats.org/drawingml/2006/main">
              <a:ext uri="{FF2B5EF4-FFF2-40B4-BE49-F238E27FC236}">
                <a16:creationId xmlns:a16="http://schemas.microsoft.com/office/drawing/2014/main" id="{6099A3D2-1BE9-40BE-8CBD-96BF85B5CD9D}"/>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D71A2B14-7F71-49D0-BC81-D51A6F573845}"/>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772549AC-8B97-4A21-AE74-BC02BA9907E8}"/>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97B27CE8-F2EB-4633-BC5B-06921C083AF9}"/>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1" name="+">
            <a:extLst xmlns:a="http://schemas.openxmlformats.org/drawingml/2006/main">
              <a:ext uri="{FF2B5EF4-FFF2-40B4-BE49-F238E27FC236}">
                <a16:creationId xmlns:a16="http://schemas.microsoft.com/office/drawing/2014/main" id="{574F3750-1B19-4208-8318-198F0B975658}"/>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2" name="">
            <a:extLst xmlns:a="http://schemas.openxmlformats.org/drawingml/2006/main">
              <a:ext uri="{FF2B5EF4-FFF2-40B4-BE49-F238E27FC236}">
                <a16:creationId xmlns:a16="http://schemas.microsoft.com/office/drawing/2014/main" id="{6DFAF176-E30C-4FDC-91D1-356B8B9B2A4C}"/>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C1911B2-03C2-4DCB-94DF-E9DB32F7DCE9}"/>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4" name="">
            <a:extLst xmlns:a="http://schemas.openxmlformats.org/drawingml/2006/main">
              <a:ext uri="{FF2B5EF4-FFF2-40B4-BE49-F238E27FC236}">
                <a16:creationId xmlns:a16="http://schemas.microsoft.com/office/drawing/2014/main" id="{66545250-506C-405A-9786-663526CF6A44}"/>
              </a:ext>
            </a:extLst>
          </p:cNvPr>
          <p:cNvPicPr>
            <a:picLocks xmlns:a="http://schemas.openxmlformats.org/drawingml/2006/main" noChangeAspect="1"/>
          </p:cNvPicPr>
          <p:nvPr/>
        </p:nvPicPr>
        <p:blipFill>
          <a:blip xmlns:r="http://schemas.openxmlformats.org/officeDocument/2006/relationships" xmlns:a="http://schemas.openxmlformats.org/drawingml/2006/main" r:embed="R62d06e66967e4707"/>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5" name="같은 AI Agent · 같은 요청">
            <a:extLst xmlns:a="http://schemas.openxmlformats.org/drawingml/2006/main">
              <a:ext uri="{FF2B5EF4-FFF2-40B4-BE49-F238E27FC236}">
                <a16:creationId xmlns:a16="http://schemas.microsoft.com/office/drawing/2014/main" id="{7655A5DD-86A6-482C-91D4-FC89A8407DDD}"/>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6" name="">
            <a:extLst xmlns:a="http://schemas.openxmlformats.org/drawingml/2006/main">
              <a:ext uri="{FF2B5EF4-FFF2-40B4-BE49-F238E27FC236}">
                <a16:creationId xmlns:a16="http://schemas.microsoft.com/office/drawing/2014/main" id="{427DBEA6-26DF-4CB2-B27E-469CDA2BE554}"/>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어느 경로를 원하는가?">
            <a:extLst xmlns:a="http://schemas.openxmlformats.org/drawingml/2006/main">
              <a:ext uri="{FF2B5EF4-FFF2-40B4-BE49-F238E27FC236}">
                <a16:creationId xmlns:a16="http://schemas.microsoft.com/office/drawing/2014/main" id="{23A84441-4941-457E-B059-D8654F67D6AC}"/>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8" name="">
            <a:extLst xmlns:a="http://schemas.openxmlformats.org/drawingml/2006/main">
              <a:ext uri="{FF2B5EF4-FFF2-40B4-BE49-F238E27FC236}">
                <a16:creationId xmlns:a16="http://schemas.microsoft.com/office/drawing/2014/main" id="{E758AAD1-71C4-4806-B9F1-69423275EB89}"/>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9" name="Possible interpretation A">
            <a:extLst xmlns:a="http://schemas.openxmlformats.org/drawingml/2006/main">
              <a:ext uri="{FF2B5EF4-FFF2-40B4-BE49-F238E27FC236}">
                <a16:creationId xmlns:a16="http://schemas.microsoft.com/office/drawing/2014/main" id="{DEC27631-DE40-44B1-B0DD-78B7D300A441}"/>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0" name="">
            <a:extLst xmlns:a="http://schemas.openxmlformats.org/drawingml/2006/main">
              <a:ext uri="{FF2B5EF4-FFF2-40B4-BE49-F238E27FC236}">
                <a16:creationId xmlns:a16="http://schemas.microsoft.com/office/drawing/2014/main" id="{B36C2856-C6EF-46D6-8294-CB5964DDC89F}"/>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1" name="A">
            <a:extLst xmlns:a="http://schemas.openxmlformats.org/drawingml/2006/main">
              <a:ext uri="{FF2B5EF4-FFF2-40B4-BE49-F238E27FC236}">
                <a16:creationId xmlns:a16="http://schemas.microsoft.com/office/drawing/2014/main" id="{FBFE1807-E81B-416B-9D5E-27127F635093}"/>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2" name="테스트를 바꿀까?">
            <a:extLst xmlns:a="http://schemas.openxmlformats.org/drawingml/2006/main">
              <a:ext uri="{FF2B5EF4-FFF2-40B4-BE49-F238E27FC236}">
                <a16:creationId xmlns:a16="http://schemas.microsoft.com/office/drawing/2014/main" id="{8A44C442-6B91-499D-9C83-674074FF1EFE}"/>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3" name="기대값을 수정하는 해석">
            <a:extLst xmlns:a="http://schemas.openxmlformats.org/drawingml/2006/main">
              <a:ext uri="{FF2B5EF4-FFF2-40B4-BE49-F238E27FC236}">
                <a16:creationId xmlns:a16="http://schemas.microsoft.com/office/drawing/2014/main" id="{A44FF7D3-F588-48AD-A36F-99EA60A9677A}"/>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4" name="Possible interpretation B">
            <a:extLst xmlns:a="http://schemas.openxmlformats.org/drawingml/2006/main">
              <a:ext uri="{FF2B5EF4-FFF2-40B4-BE49-F238E27FC236}">
                <a16:creationId xmlns:a16="http://schemas.microsoft.com/office/drawing/2014/main" id="{15E128E4-AD0E-4CB9-8E63-064A9ABF01A8}"/>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5" name="">
            <a:extLst xmlns:a="http://schemas.openxmlformats.org/drawingml/2006/main">
              <a:ext uri="{FF2B5EF4-FFF2-40B4-BE49-F238E27FC236}">
                <a16:creationId xmlns:a16="http://schemas.microsoft.com/office/drawing/2014/main" id="{92976DC6-CDB6-4945-91E7-6595576ADDE3}"/>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6" name="B">
            <a:extLst xmlns:a="http://schemas.openxmlformats.org/drawingml/2006/main">
              <a:ext uri="{FF2B5EF4-FFF2-40B4-BE49-F238E27FC236}">
                <a16:creationId xmlns:a16="http://schemas.microsoft.com/office/drawing/2014/main" id="{5998B157-F11C-450F-8D5B-95509B6E72CC}"/>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7" name="구현을 바꿀까?">
            <a:extLst xmlns:a="http://schemas.openxmlformats.org/drawingml/2006/main">
              <a:ext uri="{FF2B5EF4-FFF2-40B4-BE49-F238E27FC236}">
                <a16:creationId xmlns:a16="http://schemas.microsoft.com/office/drawing/2014/main" id="{FFA88F65-D176-44B6-A4F7-DBDA6FCC043F}"/>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8" name="동작을 명세에 맞추는 해석">
            <a:extLst xmlns:a="http://schemas.openxmlformats.org/drawingml/2006/main">
              <a:ext uri="{FF2B5EF4-FFF2-40B4-BE49-F238E27FC236}">
                <a16:creationId xmlns:a16="http://schemas.microsoft.com/office/drawing/2014/main" id="{2CA33487-A2D3-4D71-908B-5B0CBBE3A41B}"/>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29" name="Possible interpretation C">
            <a:extLst xmlns:a="http://schemas.openxmlformats.org/drawingml/2006/main">
              <a:ext uri="{FF2B5EF4-FFF2-40B4-BE49-F238E27FC236}">
                <a16:creationId xmlns:a16="http://schemas.microsoft.com/office/drawing/2014/main" id="{6D43DA2C-6D5C-40F4-B880-7D9EB680A7CC}"/>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0" name="">
            <a:extLst xmlns:a="http://schemas.openxmlformats.org/drawingml/2006/main">
              <a:ext uri="{FF2B5EF4-FFF2-40B4-BE49-F238E27FC236}">
                <a16:creationId xmlns:a16="http://schemas.microsoft.com/office/drawing/2014/main" id="{B92EA28E-30D3-4864-A5FE-E81C03B2C382}"/>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1" name="C">
            <a:extLst xmlns:a="http://schemas.openxmlformats.org/drawingml/2006/main">
              <a:ext uri="{FF2B5EF4-FFF2-40B4-BE49-F238E27FC236}">
                <a16:creationId xmlns:a16="http://schemas.microsoft.com/office/drawing/2014/main" id="{FF5A214B-432E-4DFD-9DB8-106D03D2741F}"/>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2" name="먼저 물어볼까?">
            <a:extLst xmlns:a="http://schemas.openxmlformats.org/drawingml/2006/main">
              <a:ext uri="{FF2B5EF4-FFF2-40B4-BE49-F238E27FC236}">
                <a16:creationId xmlns:a16="http://schemas.microsoft.com/office/drawing/2014/main" id="{14E47F33-57DC-4C11-BF12-EBF102FCEAF6}"/>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3" name="의도를 확인한 뒤 진행">
            <a:extLst xmlns:a="http://schemas.openxmlformats.org/drawingml/2006/main">
              <a:ext uri="{FF2B5EF4-FFF2-40B4-BE49-F238E27FC236}">
                <a16:creationId xmlns:a16="http://schemas.microsoft.com/office/drawing/2014/main" id="{F4EE1A62-A2A3-4B88-9122-6F02854B3C2B}"/>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4" name="아직 정해지지 않은 정보">
            <a:extLst xmlns:a="http://schemas.openxmlformats.org/drawingml/2006/main">
              <a:ext uri="{FF2B5EF4-FFF2-40B4-BE49-F238E27FC236}">
                <a16:creationId xmlns:a16="http://schemas.microsoft.com/office/drawing/2014/main" id="{182F13D2-B989-43BD-AB69-30149F9395FC}"/>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5" name="목표의 세부 ?">
            <a:extLst xmlns:a="http://schemas.openxmlformats.org/drawingml/2006/main">
              <a:ext uri="{FF2B5EF4-FFF2-40B4-BE49-F238E27FC236}">
                <a16:creationId xmlns:a16="http://schemas.microsoft.com/office/drawing/2014/main" id="{C88E440A-C9B5-42CF-9AA9-CBB8860A2FE1}"/>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6" name="보존 조건 ?">
            <a:extLst xmlns:a="http://schemas.openxmlformats.org/drawingml/2006/main">
              <a:ext uri="{FF2B5EF4-FFF2-40B4-BE49-F238E27FC236}">
                <a16:creationId xmlns:a16="http://schemas.microsoft.com/office/drawing/2014/main" id="{6BC34A37-461E-41DB-884D-1B122A00E84C}"/>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7" name="수정 범위 ?">
            <a:extLst xmlns:a="http://schemas.openxmlformats.org/drawingml/2006/main">
              <a:ext uri="{FF2B5EF4-FFF2-40B4-BE49-F238E27FC236}">
                <a16:creationId xmlns:a16="http://schemas.microsoft.com/office/drawing/2014/main" id="{0E0DAC03-06D4-4A0E-8916-CBC53A6CBB3B}"/>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8" name="확인 근거 ?">
            <a:extLst xmlns:a="http://schemas.openxmlformats.org/drawingml/2006/main">
              <a:ext uri="{FF2B5EF4-FFF2-40B4-BE49-F238E27FC236}">
                <a16:creationId xmlns:a16="http://schemas.microsoft.com/office/drawing/2014/main" id="{A46CB3C6-857F-445C-8AAA-1D353200BCD1}"/>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39" name="완료 조건 ?">
            <a:extLst xmlns:a="http://schemas.openxmlformats.org/drawingml/2006/main">
              <a:ext uri="{FF2B5EF4-FFF2-40B4-BE49-F238E27FC236}">
                <a16:creationId xmlns:a16="http://schemas.microsoft.com/office/drawing/2014/main" id="{142474A9-54FC-4942-A8CB-EC72BDDB583B}"/>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0" name="Legacy module connection">
            <a:extLst xmlns:a="http://schemas.openxmlformats.org/drawingml/2006/main">
              <a:ext uri="{FF2B5EF4-FFF2-40B4-BE49-F238E27FC236}">
                <a16:creationId xmlns:a16="http://schemas.microsoft.com/office/drawing/2014/main" id="{4946D2CF-364B-4D0A-9B3B-51A8CC0E60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82525697"/>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963D4DAC-0E9D-4FF0-977D-84909AA2E7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6A8029B2-DC59-4DA3-A4C7-A65FD3188D2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DB59BDAF-7AA0-4D21-9A5E-149A6BA41A6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8B8C20FC-884B-4A64-9BBB-1C2782C0AC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11DDC7DE-1B51-45B6-AFDC-FE11DFC627E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583B5132-CAFA-4A3C-846B-E123C950C7F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7B3AF019-7298-44F2-9452-B3564C8DDA14}"/>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DB562220-E7FD-41B1-9C61-6419179221EB}"/>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3F5F3CDC-7E16-449A-9E80-D892DBE27FD6}"/>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288EE412-698D-4636-BE86-213A42A51B32}"/>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AD9FCEFA-7813-4DB7-96FB-2A38658031FE}"/>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F839A778-E1F6-4024-A0A7-5EF672A17B12}"/>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693D4C75-E114-4B71-B8E9-57D9BE3435C7}"/>
              </a:ext>
            </a:extLst>
          </p:cNvPr>
          <p:cNvSpPr>
            <a:spLocks xmlns:a="http://schemas.openxmlformats.org/drawingml/2006/main" noGrp="1"/>
          </p:cNvSpPr>
          <p:nvPr/>
        </p:nvSpPr>
        <p:spPr>
          <a:xfrm xmlns:a="http://schemas.openxmlformats.org/drawingml/2006/main">
            <a:off x="800100" y="3257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Test 기대값">
            <a:extLst xmlns:a="http://schemas.openxmlformats.org/drawingml/2006/main">
              <a:ext uri="{FF2B5EF4-FFF2-40B4-BE49-F238E27FC236}">
                <a16:creationId xmlns:a16="http://schemas.microsoft.com/office/drawing/2014/main" id="{ADAA1F8B-08E6-473C-98A4-987BE44894EA}"/>
              </a:ext>
            </a:extLst>
          </p:cNvPr>
          <p:cNvSpPr>
            <a:spLocks xmlns:a="http://schemas.openxmlformats.org/drawingml/2006/main" noGrp="1"/>
          </p:cNvSpPr>
          <p:nvPr/>
        </p:nvSpPr>
        <p:spPr>
          <a:xfrm xmlns:a="http://schemas.openxmlformats.org/drawingml/2006/main">
            <a:off x="1504950" y="3257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명세·Test 기대값</a:t>
            </a:r>
          </a:p>
        </p:txBody>
      </p:sp>
      <p:sp>
        <p:nvSpPr>
          <p:cNvPr id="15" name="범위">
            <a:extLst xmlns:a="http://schemas.openxmlformats.org/drawingml/2006/main">
              <a:ext uri="{FF2B5EF4-FFF2-40B4-BE49-F238E27FC236}">
                <a16:creationId xmlns:a16="http://schemas.microsoft.com/office/drawing/2014/main" id="{0EDDE35E-65AA-44D4-B283-50EFE12D32CB}"/>
              </a:ext>
            </a:extLst>
          </p:cNvPr>
          <p:cNvSpPr>
            <a:spLocks xmlns:a="http://schemas.openxmlformats.org/drawingml/2006/main" noGrp="1"/>
          </p:cNvSpPr>
          <p:nvPr/>
        </p:nvSpPr>
        <p:spPr>
          <a:xfrm xmlns:a="http://schemas.openxmlformats.org/drawingml/2006/main">
            <a:off x="800100" y="3638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841F8FF8-EFAD-4B70-A0DC-E666EA9C5CDF}"/>
              </a:ext>
            </a:extLst>
          </p:cNvPr>
          <p:cNvSpPr>
            <a:spLocks xmlns:a="http://schemas.openxmlformats.org/drawingml/2006/main" noGrp="1"/>
          </p:cNvSpPr>
          <p:nvPr/>
        </p:nvSpPr>
        <p:spPr>
          <a:xfrm xmlns:a="http://schemas.openxmlformats.org/drawingml/2006/main">
            <a:off x="1504950" y="3638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64115912-A191-419D-8877-47371ECFF455}"/>
              </a:ext>
            </a:extLst>
          </p:cNvPr>
          <p:cNvSpPr>
            <a:spLocks xmlns:a="http://schemas.openxmlformats.org/drawingml/2006/main" noGrp="1"/>
          </p:cNvSpPr>
          <p:nvPr/>
        </p:nvSpPr>
        <p:spPr>
          <a:xfrm xmlns:a="http://schemas.openxmlformats.org/drawingml/2006/main">
            <a:off x="800100" y="4019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집중·전체 Test + CLI smoke + diff">
            <a:extLst xmlns:a="http://schemas.openxmlformats.org/drawingml/2006/main">
              <a:ext uri="{FF2B5EF4-FFF2-40B4-BE49-F238E27FC236}">
                <a16:creationId xmlns:a16="http://schemas.microsoft.com/office/drawing/2014/main" id="{2CB74DEA-B081-45AC-9128-F6467C301583}"/>
              </a:ext>
            </a:extLst>
          </p:cNvPr>
          <p:cNvSpPr>
            <a:spLocks xmlns:a="http://schemas.openxmlformats.org/drawingml/2006/main" noGrp="1"/>
          </p:cNvSpPr>
          <p:nvPr/>
        </p:nvSpPr>
        <p:spPr>
          <a:xfrm xmlns:a="http://schemas.openxmlformats.org/drawingml/2006/main">
            <a:off x="1504950" y="4019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집중·전체 Test + CLI smoke + diff</a:t>
            </a:r>
          </a:p>
        </p:txBody>
      </p:sp>
      <p:sp>
        <p:nvSpPr>
          <p:cNvPr id="19" name="완료">
            <a:extLst xmlns:a="http://schemas.openxmlformats.org/drawingml/2006/main">
              <a:ext uri="{FF2B5EF4-FFF2-40B4-BE49-F238E27FC236}">
                <a16:creationId xmlns:a16="http://schemas.microsoft.com/office/drawing/2014/main" id="{38F529E0-2FEC-4928-8B46-41F5A95F38CB}"/>
              </a:ext>
            </a:extLst>
          </p:cNvPr>
          <p:cNvSpPr>
            <a:spLocks xmlns:a="http://schemas.openxmlformats.org/drawingml/2006/main" noGrp="1"/>
          </p:cNvSpPr>
          <p:nvPr/>
        </p:nvSpPr>
        <p:spPr>
          <a:xfrm xmlns:a="http://schemas.openxmlformats.org/drawingml/2006/main">
            <a:off x="800100" y="4400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30457796-7FB9-4FB9-88EF-E9C954E7B196}"/>
              </a:ext>
            </a:extLst>
          </p:cNvPr>
          <p:cNvSpPr>
            <a:spLocks xmlns:a="http://schemas.openxmlformats.org/drawingml/2006/main" noGrp="1"/>
          </p:cNvSpPr>
          <p:nvPr/>
        </p:nvSpPr>
        <p:spPr>
          <a:xfrm xmlns:a="http://schemas.openxmlformats.org/drawingml/2006/main">
            <a:off x="1504950" y="4400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75AA0A2A-205B-41A9-9170-FA1435EE2198}"/>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1E36E8F9-0B95-4D75-8489-C0465D4DD7C5}"/>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C0AA9C94-2AC2-4DFF-838E-D64F39FB18D1}"/>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867E99B2-AC76-4FC4-8D67-43B9C16F92E2}"/>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BAA6F3BF-4EF3-4424-878F-F480F51FBEF5}"/>
              </a:ext>
            </a:extLst>
          </p:cNvPr>
          <p:cNvPicPr>
            <a:picLocks xmlns:a="http://schemas.openxmlformats.org/drawingml/2006/main" noChangeAspect="1"/>
          </p:cNvPicPr>
          <p:nvPr/>
        </p:nvPicPr>
        <p:blipFill>
          <a:blip xmlns:r="http://schemas.openxmlformats.org/officeDocument/2006/relationships" xmlns:a="http://schemas.openxmlformats.org/drawingml/2006/main" r:embed="R18d4fd604a504472"/>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EA2E6C67-67C0-4896-AB7C-BC23CA90BAF6}"/>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E6D36255-B198-4395-B5F2-69AAFC8FA62F}"/>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63AB698A-15C7-4FB2-96CC-135FC65BB3C8}"/>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8FA44E50-C0E1-473A-9969-9D5E80A349D5}"/>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16F11E94-CD5B-4728-A2F6-C99FEB181F72}"/>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BF34B9DF-1305-482E-AF7E-0A1601691F42}"/>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4C8C96C4-E91D-4D37-8A73-187D6F509434}"/>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B9D91D16-A651-4804-9EB5-BCFB5EE546CA}"/>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C2818549-CF75-45AC-AAC8-CF735C0E0065}"/>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A9B5154A-19A3-49A4-BE36-FB495082E0C7}"/>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27A08728-5B60-406C-8BD5-056B547FF068}"/>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FC278B59-9949-42D1-A710-A67E037A5282}"/>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F2FBADAE-9DD4-4764-A042-58A3A467E3B3}"/>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F27A7211-0A58-4507-A850-CA08A41CBF7F}"/>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24D9A0CA-3D24-4B2E-8B5E-1F2398BD8515}"/>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EE9D6EBB-FA5C-49E1-BEAA-04083D812DFF}"/>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BC1FF4A6-31B6-4143-97A9-7B588C97E730}"/>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8ADDD7A1-D3FA-4DFD-9F27-904D7B1D34BB}"/>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추측할 선택을 줄이고, 원하는 경로를 명시한다.">
            <a:extLst xmlns:a="http://schemas.openxmlformats.org/drawingml/2006/main">
              <a:ext uri="{FF2B5EF4-FFF2-40B4-BE49-F238E27FC236}">
                <a16:creationId xmlns:a16="http://schemas.microsoft.com/office/drawing/2014/main" id="{83EDD2B1-F675-4F3D-BD58-C544FAD88677}"/>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추측할 선택을 줄이고, 원하는 경로를 명시한다.</a:t>
            </a:r>
          </a:p>
        </p:txBody>
      </p:sp>
      <p:sp>
        <p:nvSpPr>
          <p:cNvPr id="45" name="Legacy module connection">
            <a:extLst xmlns:a="http://schemas.openxmlformats.org/drawingml/2006/main">
              <a:ext uri="{FF2B5EF4-FFF2-40B4-BE49-F238E27FC236}">
                <a16:creationId xmlns:a16="http://schemas.microsoft.com/office/drawing/2014/main" id="{86509F39-1A7C-4770-ACFB-285972A2BFF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57448973"/>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046F8A64-9617-463A-8855-1575AEE6A29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5FC491BE-64A3-44DC-93B4-A40ECA4309C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CED773A7-1ADD-4674-8481-F10D4D054E7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BE488241-9932-49BE-83E6-510F7B6DB79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06D21B88-880C-4B65-8FC8-5CF5894C85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8371A695-89A3-496F-ADBD-AE182A5D1B8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crop test 고쳐줘”에 답하기 전에">
            <a:extLst xmlns:a="http://schemas.openxmlformats.org/drawingml/2006/main">
              <a:ext uri="{FF2B5EF4-FFF2-40B4-BE49-F238E27FC236}">
                <a16:creationId xmlns:a16="http://schemas.microsoft.com/office/drawing/2014/main" id="{C9596C19-F31C-45DA-AEC6-994B31C7B9B1}"/>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“crop test 고쳐줘”에 답하기 전에</a:t>
            </a:r>
          </a:p>
        </p:txBody>
      </p:sp>
      <p:sp>
        <p:nvSpPr>
          <p:cNvPr id="8" name="01">
            <a:extLst xmlns:a="http://schemas.openxmlformats.org/drawingml/2006/main">
              <a:ext uri="{FF2B5EF4-FFF2-40B4-BE49-F238E27FC236}">
                <a16:creationId xmlns:a16="http://schemas.microsoft.com/office/drawing/2014/main" id="{2151F719-81EB-4CF3-8E6F-AE79D4F30486}"/>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7B9B761F-284B-46CE-A05B-0D65F24CE18F}"/>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EE873059-4B7E-4CE6-99F0-FA4EE2E3AF28}"/>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83F93975-2861-4903-A32A-B45A16BEE5CE}"/>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FE2648EE-C9A6-4042-82D1-557915AC9971}"/>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A6ED2361-8CB9-4D5F-AE71-BAB44B499429}"/>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7B83E2D3-0B38-436A-AE0A-6009C48C05D3}"/>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D7B81DBA-83AB-428E-B06C-E40A46DEE931}"/>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4D17BB16-0B6B-45DA-BBE9-B86A2C430B7D}"/>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6DDE92AE-8903-40C5-8E17-3437C5FFE584}"/>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AFD6F986-144C-43F7-9809-A3F246AD954D}"/>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B6354766-60AF-4D7E-B034-1CC1552C3CF8}"/>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FEDA18F6-337D-436C-823E-81561CDEE219}"/>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4FFBCEEF-2E80-468A-949C-C3E688414EBB}"/>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2B596704-2F08-437B-A2A4-A2A8468B935D}"/>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AAB4B722-43FC-4240-858C-581BE02C45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301546846"/>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E75EF37B-4FA4-4A7C-87D4-AAF8107C7BE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F3C0AAC1-3CF4-4DBE-B696-11A721DF842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4410F4E1-6B3E-4A0D-B120-233EF46649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1185F81B-C331-49D8-AB6B-02989A51250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0DB2C745-9649-4527-AFE1-C6C314B730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다섯 항목은 서로 분리된 기능이 아니라 하나의 작업 요청에 담는 책임입니다.">
            <a:extLst xmlns:a="http://schemas.openxmlformats.org/drawingml/2006/main">
              <a:ext uri="{FF2B5EF4-FFF2-40B4-BE49-F238E27FC236}">
                <a16:creationId xmlns:a16="http://schemas.microsoft.com/office/drawing/2014/main" id="{5721ED56-1D39-4188-B2E9-10C5A8F3BBE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다섯 항목은 서로 분리된 기능이 아니라 하나의 작업 요청에 담는 책임입니다.</a:t>
            </a:r>
          </a:p>
        </p:txBody>
      </p:sp>
      <p:sp>
        <p:nvSpPr>
          <p:cNvPr id="7" name="앞의 질문을 묶고, 필요한 맥락과 작업 과정을 명시한다">
            <a:extLst xmlns:a="http://schemas.openxmlformats.org/drawingml/2006/main">
              <a:ext uri="{FF2B5EF4-FFF2-40B4-BE49-F238E27FC236}">
                <a16:creationId xmlns:a16="http://schemas.microsoft.com/office/drawing/2014/main" id="{E83BF574-1CE6-4BD4-8769-FC4BC707E2A7}"/>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묶고, 필요한 맥락과 작업 과정을 명시한다</a:t>
            </a:r>
          </a:p>
        </p:txBody>
      </p:sp>
      <p:sp>
        <p:nvSpPr>
          <p:cNvPr id="8" name="">
            <a:extLst xmlns:a="http://schemas.openxmlformats.org/drawingml/2006/main">
              <a:ext uri="{FF2B5EF4-FFF2-40B4-BE49-F238E27FC236}">
                <a16:creationId xmlns:a16="http://schemas.microsoft.com/office/drawing/2014/main" id="{12FA08B9-8F53-4066-9574-69FC12E869B1}"/>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16596B33-A4F6-410D-BB79-1D107BF7E461}"/>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986FCAEB-989A-49DA-B9E6-912E2F31D066}"/>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6E310604-4577-45D0-AA2C-ED635CEFBEBB}"/>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어떤 결과를 바꿀까?">
            <a:extLst xmlns:a="http://schemas.openxmlformats.org/drawingml/2006/main">
              <a:ext uri="{FF2B5EF4-FFF2-40B4-BE49-F238E27FC236}">
                <a16:creationId xmlns:a16="http://schemas.microsoft.com/office/drawing/2014/main" id="{9DE67584-470D-44F8-886B-C0014EBBAE93}"/>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결과를 바꿀까?</a:t>
            </a:r>
          </a:p>
        </p:txBody>
      </p:sp>
      <p:sp>
        <p:nvSpPr>
          <p:cNvPr id="13" name="">
            <a:extLst xmlns:a="http://schemas.openxmlformats.org/drawingml/2006/main">
              <a:ext uri="{FF2B5EF4-FFF2-40B4-BE49-F238E27FC236}">
                <a16:creationId xmlns:a16="http://schemas.microsoft.com/office/drawing/2014/main" id="{30EBF007-C9C2-43E2-B7C3-F3A81CBAEFD2}"/>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0E5C7636-462A-43AD-9981-77D997B7F8D0}"/>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이 작업에 필요한 사실은?">
            <a:extLst xmlns:a="http://schemas.openxmlformats.org/drawingml/2006/main">
              <a:ext uri="{FF2B5EF4-FFF2-40B4-BE49-F238E27FC236}">
                <a16:creationId xmlns:a16="http://schemas.microsoft.com/office/drawing/2014/main" id="{C7A68B8E-4883-460F-885E-F5EEAE4D323E}"/>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 작업에 필요한 사실은?</a:t>
            </a:r>
          </a:p>
        </p:txBody>
      </p:sp>
      <p:sp>
        <p:nvSpPr>
          <p:cNvPr id="16" name="">
            <a:extLst xmlns:a="http://schemas.openxmlformats.org/drawingml/2006/main">
              <a:ext uri="{FF2B5EF4-FFF2-40B4-BE49-F238E27FC236}">
                <a16:creationId xmlns:a16="http://schemas.microsoft.com/office/drawing/2014/main" id="{E16CE349-2080-4CA6-B215-29B550919830}"/>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88048C0D-E49C-47AD-BBFD-A78D6044C818}"/>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무엇을 보존할까?">
            <a:extLst xmlns:a="http://schemas.openxmlformats.org/drawingml/2006/main">
              <a:ext uri="{FF2B5EF4-FFF2-40B4-BE49-F238E27FC236}">
                <a16:creationId xmlns:a16="http://schemas.microsoft.com/office/drawing/2014/main" id="{9B75D0D1-EB73-48D8-8ACC-8926A37B2B9D}"/>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보존할까?</a:t>
            </a:r>
          </a:p>
        </p:txBody>
      </p:sp>
      <p:sp>
        <p:nvSpPr>
          <p:cNvPr id="19" name="">
            <a:extLst xmlns:a="http://schemas.openxmlformats.org/drawingml/2006/main">
              <a:ext uri="{FF2B5EF4-FFF2-40B4-BE49-F238E27FC236}">
                <a16:creationId xmlns:a16="http://schemas.microsoft.com/office/drawing/2014/main" id="{598053E2-2589-4576-9921-1E15A29D22E9}"/>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C0FF99E1-D589-4D99-8970-1C587D290511}"/>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어떤 순서·경계를 지킬까?">
            <a:extLst xmlns:a="http://schemas.openxmlformats.org/drawingml/2006/main">
              <a:ext uri="{FF2B5EF4-FFF2-40B4-BE49-F238E27FC236}">
                <a16:creationId xmlns:a16="http://schemas.microsoft.com/office/drawing/2014/main" id="{A2564963-B7AA-40C2-9168-9B8A0D063A68}"/>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순서·경계를 지킬까?</a:t>
            </a:r>
          </a:p>
        </p:txBody>
      </p:sp>
      <p:sp>
        <p:nvSpPr>
          <p:cNvPr id="22" name="">
            <a:extLst xmlns:a="http://schemas.openxmlformats.org/drawingml/2006/main">
              <a:ext uri="{FF2B5EF4-FFF2-40B4-BE49-F238E27FC236}">
                <a16:creationId xmlns:a16="http://schemas.microsoft.com/office/drawing/2014/main" id="{ABEA18B7-316F-4F71-ACDE-4AD42B2A153A}"/>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7586B5E7-4C29-4A32-A8DE-CF47D69D96A2}"/>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무엇으로 완료를 확인할까?">
            <a:extLst xmlns:a="http://schemas.openxmlformats.org/drawingml/2006/main">
              <a:ext uri="{FF2B5EF4-FFF2-40B4-BE49-F238E27FC236}">
                <a16:creationId xmlns:a16="http://schemas.microsoft.com/office/drawing/2014/main" id="{A1AB4A4A-E7C3-41FD-B5D9-ADF764997061}"/>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무엇으로 완료를 확인할까?</a:t>
            </a:r>
          </a:p>
        </p:txBody>
      </p:sp>
      <p:sp>
        <p:nvSpPr>
          <p:cNvPr id="25" name="Legacy module connection">
            <a:extLst xmlns:a="http://schemas.openxmlformats.org/drawingml/2006/main">
              <a:ext uri="{FF2B5EF4-FFF2-40B4-BE49-F238E27FC236}">
                <a16:creationId xmlns:a16="http://schemas.microsoft.com/office/drawing/2014/main" id="{A3AA3B39-63C9-42CC-AAEA-AF8B4798927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66231731"/>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1 · 같은 요청을 구체화하기">
            <a:extLst xmlns:a="http://schemas.openxmlformats.org/drawingml/2006/main">
              <a:ext uri="{FF2B5EF4-FFF2-40B4-BE49-F238E27FC236}">
                <a16:creationId xmlns:a16="http://schemas.microsoft.com/office/drawing/2014/main" id="{30FEDF39-7C8D-4232-8FC6-CAA570F263F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요청을 구체화하기</a:t>
            </a:r>
          </a:p>
        </p:txBody>
      </p:sp>
      <p:sp>
        <p:nvSpPr>
          <p:cNvPr id="2" name="S16">
            <a:extLst xmlns:a="http://schemas.openxmlformats.org/drawingml/2006/main">
              <a:ext uri="{FF2B5EF4-FFF2-40B4-BE49-F238E27FC236}">
                <a16:creationId xmlns:a16="http://schemas.microsoft.com/office/drawing/2014/main" id="{6442E426-10B2-4C7B-93C0-D7171A0A753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78ECCF6C-F34C-4440-80DF-D2E783D34F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61AEBA4D-3779-4EDF-843F-D4832A5579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1214DB60-0108-4E2A-8914-07936A9EA0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C1E35260-ED76-437A-B0EF-8C92D581D6B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B691E147-7B7E-4CB8-B4BB-26CB7B0B1FF6}"/>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3B58C75E-3E5B-40B2-BCBF-470EFE778CF2}"/>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C02E8DA8-FCE8-4C75-B71B-3123E2A3BB3D}"/>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추가한 정보">
            <a:extLst xmlns:a="http://schemas.openxmlformats.org/drawingml/2006/main">
              <a:ext uri="{FF2B5EF4-FFF2-40B4-BE49-F238E27FC236}">
                <a16:creationId xmlns:a16="http://schemas.microsoft.com/office/drawing/2014/main" id="{5178A00F-59CC-4205-BB47-B853784809C2}"/>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추가한 정보</a:t>
            </a:r>
          </a:p>
        </p:txBody>
      </p:sp>
      <p:sp>
        <p:nvSpPr>
          <p:cNvPr id="11" name="">
            <a:extLst xmlns:a="http://schemas.openxmlformats.org/drawingml/2006/main">
              <a:ext uri="{FF2B5EF4-FFF2-40B4-BE49-F238E27FC236}">
                <a16:creationId xmlns:a16="http://schemas.microsoft.com/office/drawing/2014/main" id="{E6ADD3FB-429E-4CD6-BC6F-C15BB5FE63FA}"/>
              </a:ext>
            </a:extLst>
          </p:cNvPr>
          <p:cNvSpPr>
            <a:spLocks xmlns:a="http://schemas.openxmlformats.org/drawingml/2006/main" noGrp="1"/>
          </p:cNvSpPr>
          <p:nvPr/>
        </p:nvSpPr>
        <p:spPr>
          <a:xfrm xmlns:a="http://schemas.openxmlformats.org/drawingml/2006/main">
            <a:off x="4438650" y="24574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맥락">
            <a:extLst xmlns:a="http://schemas.openxmlformats.org/drawingml/2006/main">
              <a:ext uri="{FF2B5EF4-FFF2-40B4-BE49-F238E27FC236}">
                <a16:creationId xmlns:a16="http://schemas.microsoft.com/office/drawing/2014/main" id="{4B7E07D5-A311-45B2-B979-E5F0141444C7}"/>
              </a:ext>
            </a:extLst>
          </p:cNvPr>
          <p:cNvSpPr>
            <a:spLocks xmlns:a="http://schemas.openxmlformats.org/drawingml/2006/main" noGrp="1"/>
          </p:cNvSpPr>
          <p:nvPr/>
        </p:nvSpPr>
        <p:spPr>
          <a:xfrm xmlns:a="http://schemas.openxmlformats.org/drawingml/2006/main">
            <a:off x="4438650" y="2524125"/>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목표·맥락</a:t>
            </a:r>
          </a:p>
        </p:txBody>
      </p:sp>
      <p:sp>
        <p:nvSpPr>
          <p:cNvPr id="13" name="crop 경계 실패를 조사·수정한다.">
            <a:extLst xmlns:a="http://schemas.openxmlformats.org/drawingml/2006/main">
              <a:ext uri="{FF2B5EF4-FFF2-40B4-BE49-F238E27FC236}">
                <a16:creationId xmlns:a16="http://schemas.microsoft.com/office/drawing/2014/main" id="{42325519-453C-4575-983F-64EF394DDC75}"/>
              </a:ext>
            </a:extLst>
          </p:cNvPr>
          <p:cNvSpPr>
            <a:spLocks xmlns:a="http://schemas.openxmlformats.org/drawingml/2006/main" noGrp="1"/>
          </p:cNvSpPr>
          <p:nvPr/>
        </p:nvSpPr>
        <p:spPr>
          <a:xfrm xmlns:a="http://schemas.openxmlformats.org/drawingml/2006/main">
            <a:off x="5962650" y="2524125"/>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경계 실패를 조사·수정한다.</a:t>
            </a:r>
          </a:p>
        </p:txBody>
      </p:sp>
      <p:sp>
        <p:nvSpPr>
          <p:cNvPr id="14" name="">
            <a:extLst xmlns:a="http://schemas.openxmlformats.org/drawingml/2006/main">
              <a:ext uri="{FF2B5EF4-FFF2-40B4-BE49-F238E27FC236}">
                <a16:creationId xmlns:a16="http://schemas.microsoft.com/office/drawing/2014/main" id="{EDCB56A2-C1FE-4D71-8948-24DA04F560F3}"/>
              </a:ext>
            </a:extLst>
          </p:cNvPr>
          <p:cNvSpPr>
            <a:spLocks xmlns:a="http://schemas.openxmlformats.org/drawingml/2006/main" noGrp="1"/>
          </p:cNvSpPr>
          <p:nvPr/>
        </p:nvSpPr>
        <p:spPr>
          <a:xfrm xmlns:a="http://schemas.openxmlformats.org/drawingml/2006/main">
            <a:off x="4438650" y="30194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제약">
            <a:extLst xmlns:a="http://schemas.openxmlformats.org/drawingml/2006/main">
              <a:ext uri="{FF2B5EF4-FFF2-40B4-BE49-F238E27FC236}">
                <a16:creationId xmlns:a16="http://schemas.microsoft.com/office/drawing/2014/main" id="{F204F790-1D85-4ED1-8456-7BE670BE9841}"/>
              </a:ext>
            </a:extLst>
          </p:cNvPr>
          <p:cNvSpPr>
            <a:spLocks xmlns:a="http://schemas.openxmlformats.org/drawingml/2006/main" noGrp="1"/>
          </p:cNvSpPr>
          <p:nvPr/>
        </p:nvSpPr>
        <p:spPr>
          <a:xfrm xmlns:a="http://schemas.openxmlformats.org/drawingml/2006/main">
            <a:off x="4438650" y="3086100"/>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제약</a:t>
            </a:r>
          </a:p>
        </p:txBody>
      </p:sp>
      <p:sp>
        <p:nvSpPr>
          <p:cNvPr id="16" name="끝 좌표 제외, 무관한 API·의존성 유지">
            <a:extLst xmlns:a="http://schemas.openxmlformats.org/drawingml/2006/main">
              <a:ext uri="{FF2B5EF4-FFF2-40B4-BE49-F238E27FC236}">
                <a16:creationId xmlns:a16="http://schemas.microsoft.com/office/drawing/2014/main" id="{524D6974-57CB-4C80-934E-4CDB2CF5B566}"/>
              </a:ext>
            </a:extLst>
          </p:cNvPr>
          <p:cNvSpPr>
            <a:spLocks xmlns:a="http://schemas.openxmlformats.org/drawingml/2006/main" noGrp="1"/>
          </p:cNvSpPr>
          <p:nvPr/>
        </p:nvSpPr>
        <p:spPr>
          <a:xfrm xmlns:a="http://schemas.openxmlformats.org/drawingml/2006/main">
            <a:off x="5962650" y="308610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 무관한 API·의존성 유지</a:t>
            </a:r>
          </a:p>
        </p:txBody>
      </p:sp>
      <p:sp>
        <p:nvSpPr>
          <p:cNvPr id="17" name="">
            <a:extLst xmlns:a="http://schemas.openxmlformats.org/drawingml/2006/main">
              <a:ext uri="{FF2B5EF4-FFF2-40B4-BE49-F238E27FC236}">
                <a16:creationId xmlns:a16="http://schemas.microsoft.com/office/drawing/2014/main" id="{67277015-7F4D-4B8B-B0A9-6B99E539AA2B}"/>
              </a:ext>
            </a:extLst>
          </p:cNvPr>
          <p:cNvSpPr>
            <a:spLocks xmlns:a="http://schemas.openxmlformats.org/drawingml/2006/main" noGrp="1"/>
          </p:cNvSpPr>
          <p:nvPr/>
        </p:nvSpPr>
        <p:spPr>
          <a:xfrm xmlns:a="http://schemas.openxmlformats.org/drawingml/2006/main">
            <a:off x="4438650" y="35814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과정">
            <a:extLst xmlns:a="http://schemas.openxmlformats.org/drawingml/2006/main">
              <a:ext uri="{FF2B5EF4-FFF2-40B4-BE49-F238E27FC236}">
                <a16:creationId xmlns:a16="http://schemas.microsoft.com/office/drawing/2014/main" id="{5A853D11-94A6-47EF-B72A-8E39A70C39E8}"/>
              </a:ext>
            </a:extLst>
          </p:cNvPr>
          <p:cNvSpPr>
            <a:spLocks xmlns:a="http://schemas.openxmlformats.org/drawingml/2006/main" noGrp="1"/>
          </p:cNvSpPr>
          <p:nvPr/>
        </p:nvSpPr>
        <p:spPr>
          <a:xfrm xmlns:a="http://schemas.openxmlformats.org/drawingml/2006/main">
            <a:off x="4438650" y="3648075"/>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과정</a:t>
            </a:r>
          </a:p>
        </p:txBody>
      </p:sp>
      <p:sp>
        <p:nvSpPr>
          <p:cNvPr id="19" name="재현 → 조사 → 계획 → 최소 수정">
            <a:extLst xmlns:a="http://schemas.openxmlformats.org/drawingml/2006/main">
              <a:ext uri="{FF2B5EF4-FFF2-40B4-BE49-F238E27FC236}">
                <a16:creationId xmlns:a16="http://schemas.microsoft.com/office/drawing/2014/main" id="{52EA7803-9BD5-451C-B1E3-B9638664027C}"/>
              </a:ext>
            </a:extLst>
          </p:cNvPr>
          <p:cNvSpPr>
            <a:spLocks xmlns:a="http://schemas.openxmlformats.org/drawingml/2006/main" noGrp="1"/>
          </p:cNvSpPr>
          <p:nvPr/>
        </p:nvSpPr>
        <p:spPr>
          <a:xfrm xmlns:a="http://schemas.openxmlformats.org/drawingml/2006/main">
            <a:off x="5962650" y="3648075"/>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재현 → 조사 → 계획 → 최소 수정</a:t>
            </a:r>
          </a:p>
        </p:txBody>
      </p:sp>
      <p:sp>
        <p:nvSpPr>
          <p:cNvPr id="20" name="">
            <a:extLst xmlns:a="http://schemas.openxmlformats.org/drawingml/2006/main">
              <a:ext uri="{FF2B5EF4-FFF2-40B4-BE49-F238E27FC236}">
                <a16:creationId xmlns:a16="http://schemas.microsoft.com/office/drawing/2014/main" id="{45047C79-47FB-4928-8B9A-D38AA122DC95}"/>
              </a:ext>
            </a:extLst>
          </p:cNvPr>
          <p:cNvSpPr>
            <a:spLocks xmlns:a="http://schemas.openxmlformats.org/drawingml/2006/main" noGrp="1"/>
          </p:cNvSpPr>
          <p:nvPr/>
        </p:nvSpPr>
        <p:spPr>
          <a:xfrm xmlns:a="http://schemas.openxmlformats.org/drawingml/2006/main">
            <a:off x="4438650" y="41433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검증">
            <a:extLst xmlns:a="http://schemas.openxmlformats.org/drawingml/2006/main">
              <a:ext uri="{FF2B5EF4-FFF2-40B4-BE49-F238E27FC236}">
                <a16:creationId xmlns:a16="http://schemas.microsoft.com/office/drawing/2014/main" id="{ED57CDD7-025D-4AB9-BC1E-841119541296}"/>
              </a:ext>
            </a:extLst>
          </p:cNvPr>
          <p:cNvSpPr>
            <a:spLocks xmlns:a="http://schemas.openxmlformats.org/drawingml/2006/main" noGrp="1"/>
          </p:cNvSpPr>
          <p:nvPr/>
        </p:nvSpPr>
        <p:spPr>
          <a:xfrm xmlns:a="http://schemas.openxmlformats.org/drawingml/2006/main">
            <a:off x="4438650" y="4210050"/>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검증</a:t>
            </a:r>
          </a:p>
        </p:txBody>
      </p:sp>
      <p:sp>
        <p:nvSpPr>
          <p:cNvPr id="22" name="집중·전체 Test + CLI smoke + diff">
            <a:extLst xmlns:a="http://schemas.openxmlformats.org/drawingml/2006/main">
              <a:ext uri="{FF2B5EF4-FFF2-40B4-BE49-F238E27FC236}">
                <a16:creationId xmlns:a16="http://schemas.microsoft.com/office/drawing/2014/main" id="{90A6A2D3-9189-42FE-B13A-C87CD01FEE87}"/>
              </a:ext>
            </a:extLst>
          </p:cNvPr>
          <p:cNvSpPr>
            <a:spLocks xmlns:a="http://schemas.openxmlformats.org/drawingml/2006/main" noGrp="1"/>
          </p:cNvSpPr>
          <p:nvPr/>
        </p:nvSpPr>
        <p:spPr>
          <a:xfrm xmlns:a="http://schemas.openxmlformats.org/drawingml/2006/main">
            <a:off x="5962650" y="421005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집중·전체 Test + CLI smoke + diff</a:t>
            </a:r>
          </a:p>
        </p:txBody>
      </p:sp>
      <p:sp>
        <p:nvSpPr>
          <p:cNvPr id="23" name="">
            <a:extLst xmlns:a="http://schemas.openxmlformats.org/drawingml/2006/main">
              <a:ext uri="{FF2B5EF4-FFF2-40B4-BE49-F238E27FC236}">
                <a16:creationId xmlns:a16="http://schemas.microsoft.com/office/drawing/2014/main" id="{CDD3141E-629E-44E1-BB1E-F1481DE2118C}"/>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완료 조건 예 · 4열 입력의 crop 1 3 → 원본 열 1·2, 폭 2">
            <a:extLst xmlns:a="http://schemas.openxmlformats.org/drawingml/2006/main">
              <a:ext uri="{FF2B5EF4-FFF2-40B4-BE49-F238E27FC236}">
                <a16:creationId xmlns:a16="http://schemas.microsoft.com/office/drawing/2014/main" id="{BC446B52-88AD-4EDD-953C-7F5907E9AB13}"/>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5" name="C++에도: 출력·API/ABI 보존 범위와 Release 검증 조건을 먼저 정한다.">
            <a:extLst xmlns:a="http://schemas.openxmlformats.org/drawingml/2006/main">
              <a:ext uri="{FF2B5EF4-FFF2-40B4-BE49-F238E27FC236}">
                <a16:creationId xmlns:a16="http://schemas.microsoft.com/office/drawing/2014/main" id="{A1B47392-DB34-41EF-B4EB-03EAE01FD1F9}"/>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6" name="Legacy module connection">
            <a:extLst xmlns:a="http://schemas.openxmlformats.org/drawingml/2006/main">
              <a:ext uri="{FF2B5EF4-FFF2-40B4-BE49-F238E27FC236}">
                <a16:creationId xmlns:a16="http://schemas.microsoft.com/office/drawing/2014/main" id="{0BC11CFC-AC32-4D3A-A06D-E0D203B9E1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898859411"/>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1 · TRIAL-002 관찰 시작">
            <a:extLst xmlns:a="http://schemas.openxmlformats.org/drawingml/2006/main">
              <a:ext uri="{FF2B5EF4-FFF2-40B4-BE49-F238E27FC236}">
                <a16:creationId xmlns:a16="http://schemas.microsoft.com/office/drawing/2014/main" id="{DEC9BBF9-0D65-4938-B61D-8C3B71E3AD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TRIAL-002 관찰 시작</a:t>
            </a:r>
          </a:p>
        </p:txBody>
      </p:sp>
      <p:sp>
        <p:nvSpPr>
          <p:cNvPr id="2" name="S17">
            <a:extLst xmlns:a="http://schemas.openxmlformats.org/drawingml/2006/main">
              <a:ext uri="{FF2B5EF4-FFF2-40B4-BE49-F238E27FC236}">
                <a16:creationId xmlns:a16="http://schemas.microsoft.com/office/drawing/2014/main" id="{9754A614-ACEB-4475-8A11-29141C358D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먼저 무엇을 하는지 보자">
            <a:extLst xmlns:a="http://schemas.openxmlformats.org/drawingml/2006/main">
              <a:ext uri="{FF2B5EF4-FFF2-40B4-BE49-F238E27FC236}">
                <a16:creationId xmlns:a16="http://schemas.microsoft.com/office/drawing/2014/main" id="{D751025E-3A02-4CC5-8BF4-296E733CA0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무엇을 하는지 보자</a:t>
            </a:r>
          </a:p>
        </p:txBody>
      </p:sp>
      <p:sp>
        <p:nvSpPr>
          <p:cNvPr id="4" name="">
            <a:extLst xmlns:a="http://schemas.openxmlformats.org/drawingml/2006/main">
              <a:ext uri="{FF2B5EF4-FFF2-40B4-BE49-F238E27FC236}">
                <a16:creationId xmlns:a16="http://schemas.microsoft.com/office/drawing/2014/main" id="{DD6E148B-89A4-4AB0-8BC4-510F2418D7B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찰 기준 · 2026-09-28 · Codex CLI 0.154.0 · macOS">
            <a:extLst xmlns:a="http://schemas.openxmlformats.org/drawingml/2006/main">
              <a:ext uri="{FF2B5EF4-FFF2-40B4-BE49-F238E27FC236}">
                <a16:creationId xmlns:a16="http://schemas.microsoft.com/office/drawing/2014/main" id="{3434CC2C-4960-44E1-BAF4-9D9B86EA77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관찰 기준 · 2026-09-28 · Codex CLI 0.154.0 · macOS</a:t>
            </a:r>
          </a:p>
        </p:txBody>
      </p:sp>
      <p:sp>
        <p:nvSpPr>
          <p:cNvPr id="6" name="단일 과거 CLI 기록을 살펴봅니다. 현재 Desktop 실행이나 반복성을 입증하지 않습니다.">
            <a:extLst xmlns:a="http://schemas.openxmlformats.org/drawingml/2006/main">
              <a:ext uri="{FF2B5EF4-FFF2-40B4-BE49-F238E27FC236}">
                <a16:creationId xmlns:a16="http://schemas.microsoft.com/office/drawing/2014/main" id="{9DDDAE4E-01CE-4EA6-9F27-6D02D684EBF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단일 과거 CLI 기록을 살펴봅니다. 현재 Desktop 실행이나 반복성을 입증하지 않습니다.</a:t>
            </a:r>
          </a:p>
        </p:txBody>
      </p:sp>
      <p:sp>
        <p:nvSpPr>
          <p:cNvPr id="7" name="">
            <a:extLst xmlns:a="http://schemas.openxmlformats.org/drawingml/2006/main">
              <a:ext uri="{FF2B5EF4-FFF2-40B4-BE49-F238E27FC236}">
                <a16:creationId xmlns:a16="http://schemas.microsoft.com/office/drawing/2014/main" id="{3006A1C8-C3A0-4752-AF6E-00A13D400F62}"/>
              </a:ext>
            </a:extLst>
          </p:cNvPr>
          <p:cNvSpPr>
            <a:spLocks xmlns:a="http://schemas.openxmlformats.org/drawingml/2006/main" noGrp="1"/>
          </p:cNvSpPr>
          <p:nvPr/>
        </p:nvSpPr>
        <p:spPr>
          <a:xfrm xmlns:a="http://schemas.openxmlformats.org/drawingml/2006/main">
            <a:off x="609600" y="1752600"/>
            <a:ext cx="6496050" cy="3943350"/>
          </a:xfrm>
          <a:prstGeom xmlns:a="http://schemas.openxmlformats.org/drawingml/2006/main" prst="roundRect">
            <a:avLst>
              <a:gd name="adj" fmla="val 2899"/>
            </a:avLst>
          </a:prstGeom>
          <a:solidFill xmlns:a="http://schemas.openxmlformats.org/drawingml/2006/main">
            <a:srgbClr val="FFFFFF"/>
          </a:solidFill>
          <a:ln xmlns:a="http://schemas.openxmlformats.org/drawingml/2006/main" w="14288">
            <a:solidFill>
              <a:srgbClr val="C7D0DA"/>
            </a:solidFill>
            <a:prstDash val="solid"/>
          </a:ln>
        </p:spPr>
      </p:sp>
      <p:sp>
        <p:nvSpPr>
          <p:cNvPr id="8" name="입력한 Prompt · 핵심 지시 발췌·번역">
            <a:extLst xmlns:a="http://schemas.openxmlformats.org/drawingml/2006/main">
              <a:ext uri="{FF2B5EF4-FFF2-40B4-BE49-F238E27FC236}">
                <a16:creationId xmlns:a16="http://schemas.microsoft.com/office/drawing/2014/main" id="{2C60612F-1ED3-469C-BE71-92BA6B32C4DE}"/>
              </a:ext>
            </a:extLst>
          </p:cNvPr>
          <p:cNvSpPr>
            <a:spLocks xmlns:a="http://schemas.openxmlformats.org/drawingml/2006/main" noGrp="1"/>
          </p:cNvSpPr>
          <p:nvPr/>
        </p:nvSpPr>
        <p:spPr>
          <a:xfrm xmlns:a="http://schemas.openxmlformats.org/drawingml/2006/main">
            <a:off x="800100" y="1857375"/>
            <a:ext cx="6115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입력한 Prompt · 핵심 지시 발췌·번역</a:t>
            </a:r>
          </a:p>
        </p:txBody>
      </p:sp>
      <p:sp>
        <p:nvSpPr>
          <p:cNvPr id="9" name="">
            <a:extLst xmlns:a="http://schemas.openxmlformats.org/drawingml/2006/main">
              <a:ext uri="{FF2B5EF4-FFF2-40B4-BE49-F238E27FC236}">
                <a16:creationId xmlns:a16="http://schemas.microsoft.com/office/drawing/2014/main" id="{270F61BE-4DCF-4D29-B5E1-569FF0F2DDCF}"/>
              </a:ext>
            </a:extLst>
          </p:cNvPr>
          <p:cNvSpPr>
            <a:spLocks xmlns:a="http://schemas.openxmlformats.org/drawingml/2006/main" noGrp="1"/>
          </p:cNvSpPr>
          <p:nvPr/>
        </p:nvSpPr>
        <p:spPr>
          <a:xfrm xmlns:a="http://schemas.openxmlformats.org/drawingml/2006/main">
            <a:off x="800100" y="2238375"/>
            <a:ext cx="61150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목표  crop 경계 실패를 조사하고 고친다.">
            <a:extLst xmlns:a="http://schemas.openxmlformats.org/drawingml/2006/main">
              <a:ext uri="{FF2B5EF4-FFF2-40B4-BE49-F238E27FC236}">
                <a16:creationId xmlns:a16="http://schemas.microsoft.com/office/drawing/2014/main" id="{635F67DC-5653-4DF7-9975-837D89903FB5}"/>
              </a:ext>
            </a:extLst>
          </p:cNvPr>
          <p:cNvSpPr>
            <a:spLocks xmlns:a="http://schemas.openxmlformats.org/drawingml/2006/main" noGrp="1"/>
          </p:cNvSpPr>
          <p:nvPr/>
        </p:nvSpPr>
        <p:spPr>
          <a:xfrm xmlns:a="http://schemas.openxmlformats.org/drawingml/2006/main">
            <a:off x="800100" y="2333625"/>
            <a:ext cx="6115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목표  crop 경계 실패를 조사하고 고친다.</a:t>
            </a:r>
          </a:p>
        </p:txBody>
      </p:sp>
      <p:sp>
        <p:nvSpPr>
          <p:cNvPr id="11" name="제약  [x_start, x_end) 보존 · 최소 변경">
            <a:extLst xmlns:a="http://schemas.openxmlformats.org/drawingml/2006/main">
              <a:ext uri="{FF2B5EF4-FFF2-40B4-BE49-F238E27FC236}">
                <a16:creationId xmlns:a16="http://schemas.microsoft.com/office/drawing/2014/main" id="{ABE76177-91F2-4CAD-AF16-185FF79ED3A6}"/>
              </a:ext>
            </a:extLst>
          </p:cNvPr>
          <p:cNvSpPr>
            <a:spLocks xmlns:a="http://schemas.openxmlformats.org/drawingml/2006/main" noGrp="1"/>
          </p:cNvSpPr>
          <p:nvPr/>
        </p:nvSpPr>
        <p:spPr>
          <a:xfrm xmlns:a="http://schemas.openxmlformats.org/drawingml/2006/main">
            <a:off x="800100" y="2628900"/>
            <a:ext cx="61150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제약  [x_start, x_end) 보존 · 최소 변경</a:t>
            </a:r>
          </a:p>
        </p:txBody>
      </p:sp>
      <p:sp>
        <p:nvSpPr>
          <p:cNvPr id="12" name="         무관한 API 변경·의존성 추가 없음">
            <a:extLst xmlns:a="http://schemas.openxmlformats.org/drawingml/2006/main">
              <a:ext uri="{FF2B5EF4-FFF2-40B4-BE49-F238E27FC236}">
                <a16:creationId xmlns:a16="http://schemas.microsoft.com/office/drawing/2014/main" id="{0F961974-A775-4DCC-BCEF-3DDE52380037}"/>
              </a:ext>
            </a:extLst>
          </p:cNvPr>
          <p:cNvSpPr>
            <a:spLocks xmlns:a="http://schemas.openxmlformats.org/drawingml/2006/main" noGrp="1"/>
          </p:cNvSpPr>
          <p:nvPr/>
        </p:nvSpPr>
        <p:spPr>
          <a:xfrm xmlns:a="http://schemas.openxmlformats.org/drawingml/2006/main">
            <a:off x="800100" y="2895600"/>
            <a:ext cx="61150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         무관한 API 변경·의존성 추가 없음</a:t>
            </a:r>
          </a:p>
        </p:txBody>
      </p:sp>
      <p:sp>
        <p:nvSpPr>
          <p:cNvPr id="13" name="AI Agent 관찰 순서">
            <a:extLst xmlns:a="http://schemas.openxmlformats.org/drawingml/2006/main">
              <a:ext uri="{FF2B5EF4-FFF2-40B4-BE49-F238E27FC236}">
                <a16:creationId xmlns:a16="http://schemas.microsoft.com/office/drawing/2014/main" id="{E2C6CC9C-0C5B-4329-8ADF-1B3B88AC1E8D}"/>
              </a:ext>
            </a:extLst>
          </p:cNvPr>
          <p:cNvSpPr>
            <a:spLocks xmlns:a="http://schemas.openxmlformats.org/drawingml/2006/main" noGrp="1"/>
          </p:cNvSpPr>
          <p:nvPr/>
        </p:nvSpPr>
        <p:spPr>
          <a:xfrm xmlns:a="http://schemas.openxmlformats.org/drawingml/2006/main">
            <a:off x="7562850" y="1847850"/>
            <a:ext cx="4019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AI Agent 관찰 순서</a:t>
            </a:r>
          </a:p>
        </p:txBody>
      </p:sp>
      <p:sp>
        <p:nvSpPr>
          <p:cNvPr id="14" name="Prompt의 같은 번호와 대조">
            <a:extLst xmlns:a="http://schemas.openxmlformats.org/drawingml/2006/main">
              <a:ext uri="{FF2B5EF4-FFF2-40B4-BE49-F238E27FC236}">
                <a16:creationId xmlns:a16="http://schemas.microsoft.com/office/drawing/2014/main" id="{E26016C2-4EB2-4BA7-BF55-BD3332CC3AF0}"/>
              </a:ext>
            </a:extLst>
          </p:cNvPr>
          <p:cNvSpPr>
            <a:spLocks xmlns:a="http://schemas.openxmlformats.org/drawingml/2006/main" noGrp="1"/>
          </p:cNvSpPr>
          <p:nvPr/>
        </p:nvSpPr>
        <p:spPr>
          <a:xfrm xmlns:a="http://schemas.openxmlformats.org/drawingml/2006/main">
            <a:off x="7562850" y="2324100"/>
            <a:ext cx="4019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0B6172"/>
                </a:solidFill>
                <a:latin typeface="Malgun Gothic"/>
                <a:ea typeface="Malgun Gothic"/>
                <a:cs typeface="Malgun Gothic"/>
              </a:defRPr>
            </a:defPPr>
            <a:lvl1pPr algn="l">
              <a:defRPr sz="1875" b="0">
                <a:solidFill>
                  <a:srgbClr val="0B6172"/>
                </a:solidFill>
                <a:latin typeface="Malgun Gothic"/>
                <a:ea typeface="Malgun Gothic"/>
                <a:cs typeface="Malgun Gothic"/>
              </a:defRPr>
            </a:lvl1pPr>
            <a:lvl2pPr algn="l">
              <a:defRPr sz="1875" b="0">
                <a:solidFill>
                  <a:srgbClr val="0B6172"/>
                </a:solidFill>
                <a:latin typeface="Malgun Gothic"/>
                <a:ea typeface="Malgun Gothic"/>
                <a:cs typeface="Malgun Gothic"/>
              </a:defRPr>
            </a:lvl2pPr>
            <a:lvl3pPr algn="l">
              <a:defRPr sz="1875" b="0">
                <a:solidFill>
                  <a:srgbClr val="0B6172"/>
                </a:solidFill>
                <a:latin typeface="Malgun Gothic"/>
                <a:ea typeface="Malgun Gothic"/>
                <a:cs typeface="Malgun Gothic"/>
              </a:defRPr>
            </a:lvl3pPr>
            <a:lvl4pPr algn="l">
              <a:defRPr sz="1875" b="0">
                <a:solidFill>
                  <a:srgbClr val="0B6172"/>
                </a:solidFill>
                <a:latin typeface="Malgun Gothic"/>
                <a:ea typeface="Malgun Gothic"/>
                <a:cs typeface="Malgun Gothic"/>
              </a:defRPr>
            </a:lvl4pPr>
            <a:lvl5pPr algn="l">
              <a:defRPr sz="1875" b="0">
                <a:solidFill>
                  <a:srgbClr val="0B6172"/>
                </a:solidFill>
                <a:latin typeface="Malgun Gothic"/>
                <a:ea typeface="Malgun Gothic"/>
                <a:cs typeface="Malgun Gothic"/>
              </a:defRPr>
            </a:lvl5pPr>
            <a:lvl6pPr algn="l">
              <a:defRPr sz="1875" b="0">
                <a:solidFill>
                  <a:srgbClr val="0B6172"/>
                </a:solidFill>
                <a:latin typeface="Malgun Gothic"/>
                <a:ea typeface="Malgun Gothic"/>
                <a:cs typeface="Malgun Gothic"/>
              </a:defRPr>
            </a:lvl6pPr>
            <a:lvl7pPr algn="l">
              <a:defRPr sz="1875" b="0">
                <a:solidFill>
                  <a:srgbClr val="0B6172"/>
                </a:solidFill>
                <a:latin typeface="Malgun Gothic"/>
                <a:ea typeface="Malgun Gothic"/>
                <a:cs typeface="Malgun Gothic"/>
              </a:defRPr>
            </a:lvl7pPr>
            <a:lvl8pPr algn="l">
              <a:defRPr sz="1875" b="0">
                <a:solidFill>
                  <a:srgbClr val="0B6172"/>
                </a:solidFill>
                <a:latin typeface="Malgun Gothic"/>
                <a:ea typeface="Malgun Gothic"/>
                <a:cs typeface="Malgun Gothic"/>
              </a:defRPr>
            </a:lvl8pPr>
            <a:lvl9pPr algn="l">
              <a:defRPr sz="1875" b="0">
                <a:solidFill>
                  <a:srgbClr val="0B6172"/>
                </a:solidFill>
                <a:latin typeface="Malgun Gothic"/>
                <a:ea typeface="Malgun Gothic"/>
                <a:cs typeface="Malgun Gothic"/>
              </a:defRPr>
            </a:lvl9pPr>
          </a:lstStyle>
          <a:p xmlns:a="http://schemas.openxmlformats.org/drawingml/2006/main">
            <a:pPr algn="l">
              <a:defRPr sz="1875" b="0">
                <a:solidFill>
                  <a:srgbClr val="0B6172"/>
                </a:solidFill>
                <a:latin typeface="Malgun Gothic"/>
                <a:ea typeface="Malgun Gothic"/>
                <a:cs typeface="Malgun Gothic"/>
              </a:defRPr>
            </a:pPr>
            <a:r>
              <a:rPr sz="1875" b="0">
                <a:solidFill>
                  <a:srgbClr val="0B6172"/>
                </a:solidFill>
                <a:latin typeface="Malgun Gothic"/>
                <a:ea typeface="Malgun Gothic"/>
                <a:cs typeface="Malgun Gothic"/>
              </a:rPr>
              <a:t>Prompt의 같은 번호와 대조</a:t>
            </a:r>
          </a:p>
        </p:txBody>
      </p:sp>
      <p:sp>
        <p:nvSpPr>
          <p:cNvPr id="15" name="01">
            <a:extLst xmlns:a="http://schemas.openxmlformats.org/drawingml/2006/main">
              <a:ext uri="{FF2B5EF4-FFF2-40B4-BE49-F238E27FC236}">
                <a16:creationId xmlns:a16="http://schemas.microsoft.com/office/drawing/2014/main" id="{F1D8F3FA-6B1E-403D-90D6-BD95AEC1A835}"/>
              </a:ext>
            </a:extLst>
          </p:cNvPr>
          <p:cNvSpPr>
            <a:spLocks xmlns:a="http://schemas.openxmlformats.org/drawingml/2006/main" noGrp="1"/>
          </p:cNvSpPr>
          <p:nvPr/>
        </p:nvSpPr>
        <p:spPr>
          <a:xfrm xmlns:a="http://schemas.openxmlformats.org/drawingml/2006/main">
            <a:off x="800100" y="3190875"/>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a:t>
            </a:r>
          </a:p>
        </p:txBody>
      </p:sp>
      <p:sp>
        <p:nvSpPr>
          <p:cNvPr id="16" name="먼저 현재 실패를 재현한다.">
            <a:extLst xmlns:a="http://schemas.openxmlformats.org/drawingml/2006/main">
              <a:ext uri="{FF2B5EF4-FFF2-40B4-BE49-F238E27FC236}">
                <a16:creationId xmlns:a16="http://schemas.microsoft.com/office/drawing/2014/main" id="{30F652D0-EC9D-4C1E-BF87-7C1A6A5AF349}"/>
              </a:ext>
            </a:extLst>
          </p:cNvPr>
          <p:cNvSpPr>
            <a:spLocks xmlns:a="http://schemas.openxmlformats.org/drawingml/2006/main" noGrp="1"/>
          </p:cNvSpPr>
          <p:nvPr/>
        </p:nvSpPr>
        <p:spPr>
          <a:xfrm xmlns:a="http://schemas.openxmlformats.org/drawingml/2006/main">
            <a:off x="1295400" y="3190875"/>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먼저 현재 실패를 재현한다.</a:t>
            </a:r>
          </a:p>
        </p:txBody>
      </p:sp>
      <p:sp>
        <p:nvSpPr>
          <p:cNvPr id="17" name="01">
            <a:extLst xmlns:a="http://schemas.openxmlformats.org/drawingml/2006/main">
              <a:ext uri="{FF2B5EF4-FFF2-40B4-BE49-F238E27FC236}">
                <a16:creationId xmlns:a16="http://schemas.microsoft.com/office/drawing/2014/main" id="{CC4B6A58-5BA5-4B7A-B181-AE43BC8E81CF}"/>
              </a:ext>
            </a:extLst>
          </p:cNvPr>
          <p:cNvSpPr>
            <a:spLocks xmlns:a="http://schemas.openxmlformats.org/drawingml/2006/main" noGrp="1"/>
          </p:cNvSpPr>
          <p:nvPr/>
        </p:nvSpPr>
        <p:spPr>
          <a:xfrm xmlns:a="http://schemas.openxmlformats.org/drawingml/2006/main">
            <a:off x="7562850" y="3171825"/>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01</a:t>
            </a:r>
          </a:p>
        </p:txBody>
      </p:sp>
      <p:sp>
        <p:nvSpPr>
          <p:cNvPr id="18" name="재현">
            <a:extLst xmlns:a="http://schemas.openxmlformats.org/drawingml/2006/main">
              <a:ext uri="{FF2B5EF4-FFF2-40B4-BE49-F238E27FC236}">
                <a16:creationId xmlns:a16="http://schemas.microsoft.com/office/drawing/2014/main" id="{29488C39-D485-4F53-A136-A296FEA557DA}"/>
              </a:ext>
            </a:extLst>
          </p:cNvPr>
          <p:cNvSpPr>
            <a:spLocks xmlns:a="http://schemas.openxmlformats.org/drawingml/2006/main" noGrp="1"/>
          </p:cNvSpPr>
          <p:nvPr/>
        </p:nvSpPr>
        <p:spPr>
          <a:xfrm xmlns:a="http://schemas.openxmlformats.org/drawingml/2006/main">
            <a:off x="8143875" y="3162300"/>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재현</a:t>
            </a:r>
          </a:p>
        </p:txBody>
      </p:sp>
      <p:sp>
        <p:nvSpPr>
          <p:cNvPr id="19" name="02">
            <a:extLst xmlns:a="http://schemas.openxmlformats.org/drawingml/2006/main">
              <a:ext uri="{FF2B5EF4-FFF2-40B4-BE49-F238E27FC236}">
                <a16:creationId xmlns:a16="http://schemas.microsoft.com/office/drawing/2014/main" id="{DF35D3EC-1862-4888-BBE0-CDB4FC28A82B}"/>
              </a:ext>
            </a:extLst>
          </p:cNvPr>
          <p:cNvSpPr>
            <a:spLocks xmlns:a="http://schemas.openxmlformats.org/drawingml/2006/main" noGrp="1"/>
          </p:cNvSpPr>
          <p:nvPr/>
        </p:nvSpPr>
        <p:spPr>
          <a:xfrm xmlns:a="http://schemas.openxmlformats.org/drawingml/2006/main">
            <a:off x="800100" y="3676650"/>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a:t>
            </a:r>
          </a:p>
        </p:txBody>
      </p:sp>
      <p:sp>
        <p:nvSpPr>
          <p:cNvPr id="20" name="관련 구현과 호출 경로를 조사한다.">
            <a:extLst xmlns:a="http://schemas.openxmlformats.org/drawingml/2006/main">
              <a:ext uri="{FF2B5EF4-FFF2-40B4-BE49-F238E27FC236}">
                <a16:creationId xmlns:a16="http://schemas.microsoft.com/office/drawing/2014/main" id="{89616673-1191-4B34-BAE1-497F6622C7B6}"/>
              </a:ext>
            </a:extLst>
          </p:cNvPr>
          <p:cNvSpPr>
            <a:spLocks xmlns:a="http://schemas.openxmlformats.org/drawingml/2006/main" noGrp="1"/>
          </p:cNvSpPr>
          <p:nvPr/>
        </p:nvSpPr>
        <p:spPr>
          <a:xfrm xmlns:a="http://schemas.openxmlformats.org/drawingml/2006/main">
            <a:off x="1295400" y="3676650"/>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관련 구현과 호출 경로를 조사한다.</a:t>
            </a:r>
          </a:p>
        </p:txBody>
      </p:sp>
      <p:sp>
        <p:nvSpPr>
          <p:cNvPr id="21" name="02">
            <a:extLst xmlns:a="http://schemas.openxmlformats.org/drawingml/2006/main">
              <a:ext uri="{FF2B5EF4-FFF2-40B4-BE49-F238E27FC236}">
                <a16:creationId xmlns:a16="http://schemas.microsoft.com/office/drawing/2014/main" id="{AF8C7312-EB90-454C-8F80-878B13DE2B4A}"/>
              </a:ext>
            </a:extLst>
          </p:cNvPr>
          <p:cNvSpPr>
            <a:spLocks xmlns:a="http://schemas.openxmlformats.org/drawingml/2006/main" noGrp="1"/>
          </p:cNvSpPr>
          <p:nvPr/>
        </p:nvSpPr>
        <p:spPr>
          <a:xfrm xmlns:a="http://schemas.openxmlformats.org/drawingml/2006/main">
            <a:off x="7562850" y="3657600"/>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02</a:t>
            </a:r>
          </a:p>
        </p:txBody>
      </p:sp>
      <p:sp>
        <p:nvSpPr>
          <p:cNvPr id="22" name="조사">
            <a:extLst xmlns:a="http://schemas.openxmlformats.org/drawingml/2006/main">
              <a:ext uri="{FF2B5EF4-FFF2-40B4-BE49-F238E27FC236}">
                <a16:creationId xmlns:a16="http://schemas.microsoft.com/office/drawing/2014/main" id="{7801B8F0-BC0F-4551-A075-5989228C1D44}"/>
              </a:ext>
            </a:extLst>
          </p:cNvPr>
          <p:cNvSpPr>
            <a:spLocks xmlns:a="http://schemas.openxmlformats.org/drawingml/2006/main" noGrp="1"/>
          </p:cNvSpPr>
          <p:nvPr/>
        </p:nvSpPr>
        <p:spPr>
          <a:xfrm xmlns:a="http://schemas.openxmlformats.org/drawingml/2006/main">
            <a:off x="8143875" y="3648075"/>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조사</a:t>
            </a:r>
          </a:p>
        </p:txBody>
      </p:sp>
      <p:sp>
        <p:nvSpPr>
          <p:cNvPr id="23" name="03">
            <a:extLst xmlns:a="http://schemas.openxmlformats.org/drawingml/2006/main">
              <a:ext uri="{FF2B5EF4-FFF2-40B4-BE49-F238E27FC236}">
                <a16:creationId xmlns:a16="http://schemas.microsoft.com/office/drawing/2014/main" id="{1CFC5EFC-1A3B-4AD6-BB23-0DD6DC26E72B}"/>
              </a:ext>
            </a:extLst>
          </p:cNvPr>
          <p:cNvSpPr>
            <a:spLocks xmlns:a="http://schemas.openxmlformats.org/drawingml/2006/main" noGrp="1"/>
          </p:cNvSpPr>
          <p:nvPr/>
        </p:nvSpPr>
        <p:spPr>
          <a:xfrm xmlns:a="http://schemas.openxmlformats.org/drawingml/2006/main">
            <a:off x="800100" y="4162425"/>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a:t>
            </a:r>
          </a:p>
        </p:txBody>
      </p:sp>
      <p:sp>
        <p:nvSpPr>
          <p:cNvPr id="24" name="수정 전, 짧은 변경 계획을 알린다.">
            <a:extLst xmlns:a="http://schemas.openxmlformats.org/drawingml/2006/main">
              <a:ext uri="{FF2B5EF4-FFF2-40B4-BE49-F238E27FC236}">
                <a16:creationId xmlns:a16="http://schemas.microsoft.com/office/drawing/2014/main" id="{6DDC412B-5847-4D2E-A4D7-207AF0543EE2}"/>
              </a:ext>
            </a:extLst>
          </p:cNvPr>
          <p:cNvSpPr>
            <a:spLocks xmlns:a="http://schemas.openxmlformats.org/drawingml/2006/main" noGrp="1"/>
          </p:cNvSpPr>
          <p:nvPr/>
        </p:nvSpPr>
        <p:spPr>
          <a:xfrm xmlns:a="http://schemas.openxmlformats.org/drawingml/2006/main">
            <a:off x="1295400" y="4162425"/>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수정 전, 짧은 변경 계획을 알린다.</a:t>
            </a:r>
          </a:p>
        </p:txBody>
      </p:sp>
      <p:sp>
        <p:nvSpPr>
          <p:cNvPr id="25" name="03">
            <a:extLst xmlns:a="http://schemas.openxmlformats.org/drawingml/2006/main">
              <a:ext uri="{FF2B5EF4-FFF2-40B4-BE49-F238E27FC236}">
                <a16:creationId xmlns:a16="http://schemas.microsoft.com/office/drawing/2014/main" id="{3E38C3A3-C923-4619-9FBE-EBAE16E3F81B}"/>
              </a:ext>
            </a:extLst>
          </p:cNvPr>
          <p:cNvSpPr>
            <a:spLocks xmlns:a="http://schemas.openxmlformats.org/drawingml/2006/main" noGrp="1"/>
          </p:cNvSpPr>
          <p:nvPr/>
        </p:nvSpPr>
        <p:spPr>
          <a:xfrm xmlns:a="http://schemas.openxmlformats.org/drawingml/2006/main">
            <a:off x="7562850" y="4143375"/>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03</a:t>
            </a:r>
          </a:p>
        </p:txBody>
      </p:sp>
      <p:sp>
        <p:nvSpPr>
          <p:cNvPr id="26" name="계획">
            <a:extLst xmlns:a="http://schemas.openxmlformats.org/drawingml/2006/main">
              <a:ext uri="{FF2B5EF4-FFF2-40B4-BE49-F238E27FC236}">
                <a16:creationId xmlns:a16="http://schemas.microsoft.com/office/drawing/2014/main" id="{A11E45CD-1B08-4459-9CB3-A5307E293890}"/>
              </a:ext>
            </a:extLst>
          </p:cNvPr>
          <p:cNvSpPr>
            <a:spLocks xmlns:a="http://schemas.openxmlformats.org/drawingml/2006/main" noGrp="1"/>
          </p:cNvSpPr>
          <p:nvPr/>
        </p:nvSpPr>
        <p:spPr>
          <a:xfrm xmlns:a="http://schemas.openxmlformats.org/drawingml/2006/main">
            <a:off x="8143875" y="4133850"/>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계획</a:t>
            </a:r>
          </a:p>
        </p:txBody>
      </p:sp>
      <p:sp>
        <p:nvSpPr>
          <p:cNvPr id="27" name="04">
            <a:extLst xmlns:a="http://schemas.openxmlformats.org/drawingml/2006/main">
              <a:ext uri="{FF2B5EF4-FFF2-40B4-BE49-F238E27FC236}">
                <a16:creationId xmlns:a16="http://schemas.microsoft.com/office/drawing/2014/main" id="{DD105948-E6E7-4267-8BA2-36BB177763E1}"/>
              </a:ext>
            </a:extLst>
          </p:cNvPr>
          <p:cNvSpPr>
            <a:spLocks xmlns:a="http://schemas.openxmlformats.org/drawingml/2006/main" noGrp="1"/>
          </p:cNvSpPr>
          <p:nvPr/>
        </p:nvSpPr>
        <p:spPr>
          <a:xfrm xmlns:a="http://schemas.openxmlformats.org/drawingml/2006/main">
            <a:off x="800100" y="4648200"/>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04</a:t>
            </a:r>
          </a:p>
        </p:txBody>
      </p:sp>
      <p:sp>
        <p:nvSpPr>
          <p:cNvPr id="28" name="필요한 코드만 최소한으로 수정한다.">
            <a:extLst xmlns:a="http://schemas.openxmlformats.org/drawingml/2006/main">
              <a:ext uri="{FF2B5EF4-FFF2-40B4-BE49-F238E27FC236}">
                <a16:creationId xmlns:a16="http://schemas.microsoft.com/office/drawing/2014/main" id="{3D809928-165C-48E7-BA16-73EFB0F8B20F}"/>
              </a:ext>
            </a:extLst>
          </p:cNvPr>
          <p:cNvSpPr>
            <a:spLocks xmlns:a="http://schemas.openxmlformats.org/drawingml/2006/main" noGrp="1"/>
          </p:cNvSpPr>
          <p:nvPr/>
        </p:nvSpPr>
        <p:spPr>
          <a:xfrm xmlns:a="http://schemas.openxmlformats.org/drawingml/2006/main">
            <a:off x="1295400" y="4648200"/>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필요한 코드만 최소한으로 수정한다.</a:t>
            </a:r>
          </a:p>
        </p:txBody>
      </p:sp>
      <p:sp>
        <p:nvSpPr>
          <p:cNvPr id="29" name="04">
            <a:extLst xmlns:a="http://schemas.openxmlformats.org/drawingml/2006/main">
              <a:ext uri="{FF2B5EF4-FFF2-40B4-BE49-F238E27FC236}">
                <a16:creationId xmlns:a16="http://schemas.microsoft.com/office/drawing/2014/main" id="{C88E1AF1-448D-459A-9DCA-DA8A1903BA48}"/>
              </a:ext>
            </a:extLst>
          </p:cNvPr>
          <p:cNvSpPr>
            <a:spLocks xmlns:a="http://schemas.openxmlformats.org/drawingml/2006/main" noGrp="1"/>
          </p:cNvSpPr>
          <p:nvPr/>
        </p:nvSpPr>
        <p:spPr>
          <a:xfrm xmlns:a="http://schemas.openxmlformats.org/drawingml/2006/main">
            <a:off x="7562850" y="4629150"/>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04</a:t>
            </a:r>
          </a:p>
        </p:txBody>
      </p:sp>
      <p:sp>
        <p:nvSpPr>
          <p:cNvPr id="30" name="수정">
            <a:extLst xmlns:a="http://schemas.openxmlformats.org/drawingml/2006/main">
              <a:ext uri="{FF2B5EF4-FFF2-40B4-BE49-F238E27FC236}">
                <a16:creationId xmlns:a16="http://schemas.microsoft.com/office/drawing/2014/main" id="{034FDD1A-2695-4DC2-B5ED-EFFBDA475DBD}"/>
              </a:ext>
            </a:extLst>
          </p:cNvPr>
          <p:cNvSpPr>
            <a:spLocks xmlns:a="http://schemas.openxmlformats.org/drawingml/2006/main" noGrp="1"/>
          </p:cNvSpPr>
          <p:nvPr/>
        </p:nvSpPr>
        <p:spPr>
          <a:xfrm xmlns:a="http://schemas.openxmlformats.org/drawingml/2006/main">
            <a:off x="8143875" y="4619625"/>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수정</a:t>
            </a:r>
          </a:p>
        </p:txBody>
      </p:sp>
      <p:sp>
        <p:nvSpPr>
          <p:cNvPr id="31" name="05">
            <a:extLst xmlns:a="http://schemas.openxmlformats.org/drawingml/2006/main">
              <a:ext uri="{FF2B5EF4-FFF2-40B4-BE49-F238E27FC236}">
                <a16:creationId xmlns:a16="http://schemas.microsoft.com/office/drawing/2014/main" id="{679D3680-F389-4CD9-A42D-901CAE7C0AB0}"/>
              </a:ext>
            </a:extLst>
          </p:cNvPr>
          <p:cNvSpPr>
            <a:spLocks xmlns:a="http://schemas.openxmlformats.org/drawingml/2006/main" noGrp="1"/>
          </p:cNvSpPr>
          <p:nvPr/>
        </p:nvSpPr>
        <p:spPr>
          <a:xfrm xmlns:a="http://schemas.openxmlformats.org/drawingml/2006/main">
            <a:off x="800100" y="5133975"/>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05</a:t>
            </a:r>
          </a:p>
        </p:txBody>
      </p:sp>
      <p:sp>
        <p:nvSpPr>
          <p:cNvPr id="32" name="집중·전체 Test, 가능하면 CLI smoke.&#10;diff 확인 · 변경 파일과 검증 근거 보고.">
            <a:extLst xmlns:a="http://schemas.openxmlformats.org/drawingml/2006/main">
              <a:ext uri="{FF2B5EF4-FFF2-40B4-BE49-F238E27FC236}">
                <a16:creationId xmlns:a16="http://schemas.microsoft.com/office/drawing/2014/main" id="{745A0450-534E-4771-939E-C09BD9C5E994}"/>
              </a:ext>
            </a:extLst>
          </p:cNvPr>
          <p:cNvSpPr>
            <a:spLocks xmlns:a="http://schemas.openxmlformats.org/drawingml/2006/main" noGrp="1"/>
          </p:cNvSpPr>
          <p:nvPr/>
        </p:nvSpPr>
        <p:spPr>
          <a:xfrm xmlns:a="http://schemas.openxmlformats.org/drawingml/2006/main">
            <a:off x="1295400" y="5133975"/>
            <a:ext cx="5619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집중·전체 Test, 가능하면 CLI smoke.</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diff 확인 · 변경 파일과 검증 근거 보고.</a:t>
            </a:r>
          </a:p>
        </p:txBody>
      </p:sp>
      <p:sp>
        <p:nvSpPr>
          <p:cNvPr id="33" name="05">
            <a:extLst xmlns:a="http://schemas.openxmlformats.org/drawingml/2006/main">
              <a:ext uri="{FF2B5EF4-FFF2-40B4-BE49-F238E27FC236}">
                <a16:creationId xmlns:a16="http://schemas.microsoft.com/office/drawing/2014/main" id="{4C132167-AAA8-46DB-8988-A3777A6DBD12}"/>
              </a:ext>
            </a:extLst>
          </p:cNvPr>
          <p:cNvSpPr>
            <a:spLocks xmlns:a="http://schemas.openxmlformats.org/drawingml/2006/main" noGrp="1"/>
          </p:cNvSpPr>
          <p:nvPr/>
        </p:nvSpPr>
        <p:spPr>
          <a:xfrm xmlns:a="http://schemas.openxmlformats.org/drawingml/2006/main">
            <a:off x="7562850" y="5114925"/>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05</a:t>
            </a:r>
          </a:p>
        </p:txBody>
      </p:sp>
      <p:sp>
        <p:nvSpPr>
          <p:cNvPr id="34" name="검증·보고">
            <a:extLst xmlns:a="http://schemas.openxmlformats.org/drawingml/2006/main">
              <a:ext uri="{FF2B5EF4-FFF2-40B4-BE49-F238E27FC236}">
                <a16:creationId xmlns:a16="http://schemas.microsoft.com/office/drawing/2014/main" id="{F63108E3-DCCA-4135-A6F7-E419A2D17944}"/>
              </a:ext>
            </a:extLst>
          </p:cNvPr>
          <p:cNvSpPr>
            <a:spLocks xmlns:a="http://schemas.openxmlformats.org/drawingml/2006/main" noGrp="1"/>
          </p:cNvSpPr>
          <p:nvPr/>
        </p:nvSpPr>
        <p:spPr>
          <a:xfrm xmlns:a="http://schemas.openxmlformats.org/drawingml/2006/main">
            <a:off x="8143875" y="5105400"/>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검증·보고</a:t>
            </a:r>
          </a:p>
        </p:txBody>
      </p:sp>
      <p:sp>
        <p:nvSpPr>
          <p:cNvPr id="35" name="Legacy module connection">
            <a:extLst xmlns:a="http://schemas.openxmlformats.org/drawingml/2006/main">
              <a:ext uri="{FF2B5EF4-FFF2-40B4-BE49-F238E27FC236}">
                <a16:creationId xmlns:a16="http://schemas.microsoft.com/office/drawing/2014/main" id="{42BCAEE4-E073-43E4-95FB-84CDAD1707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08105558"/>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04 수정 · 앞서 확인한 명세를 지킨다">
            <a:extLst xmlns:a="http://schemas.openxmlformats.org/drawingml/2006/main">
              <a:ext uri="{FF2B5EF4-FFF2-40B4-BE49-F238E27FC236}">
                <a16:creationId xmlns:a16="http://schemas.microsoft.com/office/drawing/2014/main" id="{69AFFEF3-4AF1-4A64-BF08-DB4CC774CF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04 수정 · 앞서 확인한 명세를 지킨다</a:t>
            </a:r>
          </a:p>
        </p:txBody>
      </p:sp>
      <p:sp>
        <p:nvSpPr>
          <p:cNvPr id="2" name="S18">
            <a:extLst xmlns:a="http://schemas.openxmlformats.org/drawingml/2006/main">
              <a:ext uri="{FF2B5EF4-FFF2-40B4-BE49-F238E27FC236}">
                <a16:creationId xmlns:a16="http://schemas.microsoft.com/office/drawing/2014/main" id="{E6F7E67E-D208-47F7-AF61-2BAAD9EC801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70AD389B-D0ED-4BDA-BBE2-C90D0C7DCB9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5152D766-D708-4F4C-AFDA-01D85011A38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2EAF84C4-C9FE-4039-86D5-8BA38649BF5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FD1AEE0A-7918-4275-80F4-D2CC1667DAF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02 조사 · 03 계획에서 확인한 수정 범위">
            <a:extLst xmlns:a="http://schemas.openxmlformats.org/drawingml/2006/main">
              <a:ext uri="{FF2B5EF4-FFF2-40B4-BE49-F238E27FC236}">
                <a16:creationId xmlns:a16="http://schemas.microsoft.com/office/drawing/2014/main" id="{E115B629-B1A6-48E9-A1C0-D96E9855493E}"/>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조사 · 03 계획에서 확인한 수정 범위</a:t>
            </a:r>
          </a:p>
        </p:txBody>
      </p:sp>
      <p:sp>
        <p:nvSpPr>
          <p:cNvPr id="8" name="끝 좌표를 제외하는 명세: [x_start, x_end)">
            <a:extLst xmlns:a="http://schemas.openxmlformats.org/drawingml/2006/main">
              <a:ext uri="{FF2B5EF4-FFF2-40B4-BE49-F238E27FC236}">
                <a16:creationId xmlns:a16="http://schemas.microsoft.com/office/drawing/2014/main" id="{45310D2F-BF2E-4E36-888F-24760D1CED2C}"/>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54D66F9F-39B9-48FC-9F4C-3B14C0FB063B}"/>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9380670-BF3F-45AE-8136-D8E694611B7D}"/>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22247FD4-2D9B-410C-8833-1830604C5591}"/>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6F155D95-3C01-4B71-A77B-671B43F82492}"/>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A1C91953-3C53-48D2-BDDF-99077460C41D}"/>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8A0AEB9D-8D3A-46FB-A169-054CA63029FC}"/>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91DAABE2-4F67-4299-9F3A-FB9A7A459CCD}"/>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A954C06A-0825-4BBB-8071-8144EBDC983F}"/>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E89B463F-6258-4563-8929-D2C68EFCE821}"/>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05 검증·보고에서 변경 근거를 확인한다.">
            <a:extLst xmlns:a="http://schemas.openxmlformats.org/drawingml/2006/main">
              <a:ext uri="{FF2B5EF4-FFF2-40B4-BE49-F238E27FC236}">
                <a16:creationId xmlns:a16="http://schemas.microsoft.com/office/drawing/2014/main" id="{2D90BC3F-A60D-4CC1-B421-FD97B1841264}"/>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05 검증·보고에서 변경 근거를 확인한다.</a:t>
            </a:r>
          </a:p>
        </p:txBody>
      </p:sp>
      <p:sp>
        <p:nvSpPr>
          <p:cNvPr id="19" name="Legacy module connection">
            <a:extLst xmlns:a="http://schemas.openxmlformats.org/drawingml/2006/main">
              <a:ext uri="{FF2B5EF4-FFF2-40B4-BE49-F238E27FC236}">
                <a16:creationId xmlns:a16="http://schemas.microsoft.com/office/drawing/2014/main" id="{629A5A0B-B937-4F67-956B-4AE4936D686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88911981"/>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1 · 수정 뒤 확인한 것">
            <a:extLst xmlns:a="http://schemas.openxmlformats.org/drawingml/2006/main">
              <a:ext uri="{FF2B5EF4-FFF2-40B4-BE49-F238E27FC236}">
                <a16:creationId xmlns:a16="http://schemas.microsoft.com/office/drawing/2014/main" id="{99FBC074-95AE-4C44-8B10-6182EDA71C8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수정 뒤 확인한 것</a:t>
            </a:r>
          </a:p>
        </p:txBody>
      </p:sp>
      <p:sp>
        <p:nvSpPr>
          <p:cNvPr id="2" name="S19">
            <a:extLst xmlns:a="http://schemas.openxmlformats.org/drawingml/2006/main">
              <a:ext uri="{FF2B5EF4-FFF2-40B4-BE49-F238E27FC236}">
                <a16:creationId xmlns:a16="http://schemas.microsoft.com/office/drawing/2014/main" id="{AC7173E9-038C-40B7-AFA4-766742494DD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6E3C467D-8172-42B0-87B9-573F44E332E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BD915C80-4B15-4D3D-A586-B4EB405F94D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A530AC45-378F-44C9-AEBC-9BB41ABBA89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A429FD14-DB69-4698-AFB0-799045F9858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동작 확인">
            <a:extLst xmlns:a="http://schemas.openxmlformats.org/drawingml/2006/main">
              <a:ext uri="{FF2B5EF4-FFF2-40B4-BE49-F238E27FC236}">
                <a16:creationId xmlns:a16="http://schemas.microsoft.com/office/drawing/2014/main" id="{7D400F6B-8AD0-4A3F-9A48-C9AE623F3CBA}"/>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동작 확인</a:t>
            </a:r>
          </a:p>
        </p:txBody>
      </p:sp>
      <p:sp>
        <p:nvSpPr>
          <p:cNvPr id="8" name="">
            <a:extLst xmlns:a="http://schemas.openxmlformats.org/drawingml/2006/main">
              <a:ext uri="{FF2B5EF4-FFF2-40B4-BE49-F238E27FC236}">
                <a16:creationId xmlns:a16="http://schemas.microsoft.com/office/drawing/2014/main" id="{06C52A16-CB56-4FB2-BDA8-B72CA8417919}"/>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3 / 3">
            <a:extLst xmlns:a="http://schemas.openxmlformats.org/drawingml/2006/main">
              <a:ext uri="{FF2B5EF4-FFF2-40B4-BE49-F238E27FC236}">
                <a16:creationId xmlns:a16="http://schemas.microsoft.com/office/drawing/2014/main" id="{1A3DA6D1-529A-4469-9D18-54E974AE575A}"/>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0" name="crop 집중 테스트">
            <a:extLst xmlns:a="http://schemas.openxmlformats.org/drawingml/2006/main">
              <a:ext uri="{FF2B5EF4-FFF2-40B4-BE49-F238E27FC236}">
                <a16:creationId xmlns:a16="http://schemas.microsoft.com/office/drawing/2014/main" id="{81653A19-2559-4A0E-9B8A-AA6F05D4F4D3}"/>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집중 테스트</a:t>
            </a:r>
          </a:p>
        </p:txBody>
      </p:sp>
      <p:sp>
        <p:nvSpPr>
          <p:cNvPr id="11" name="전체 suite 11 / 11 통과">
            <a:extLst xmlns:a="http://schemas.openxmlformats.org/drawingml/2006/main">
              <a:ext uri="{FF2B5EF4-FFF2-40B4-BE49-F238E27FC236}">
                <a16:creationId xmlns:a16="http://schemas.microsoft.com/office/drawing/2014/main" id="{8F38FA7B-1F98-4172-8329-34BB06AA82E3}"/>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전체 suite 11 / 11 통과</a:t>
            </a:r>
          </a:p>
        </p:txBody>
      </p:sp>
      <p:sp>
        <p:nvSpPr>
          <p:cNvPr id="12" name="실행 확인">
            <a:extLst xmlns:a="http://schemas.openxmlformats.org/drawingml/2006/main">
              <a:ext uri="{FF2B5EF4-FFF2-40B4-BE49-F238E27FC236}">
                <a16:creationId xmlns:a16="http://schemas.microsoft.com/office/drawing/2014/main" id="{A7B2D018-8766-4B9D-9D8E-6E49803A781B}"/>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실행 확인</a:t>
            </a:r>
          </a:p>
        </p:txBody>
      </p:sp>
      <p:sp>
        <p:nvSpPr>
          <p:cNvPr id="13" name="">
            <a:extLst xmlns:a="http://schemas.openxmlformats.org/drawingml/2006/main">
              <a:ext uri="{FF2B5EF4-FFF2-40B4-BE49-F238E27FC236}">
                <a16:creationId xmlns:a16="http://schemas.microsoft.com/office/drawing/2014/main" id="{7319143A-3810-4B35-AF88-D47F34F77AD5}"/>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PASS">
            <a:extLst xmlns:a="http://schemas.openxmlformats.org/drawingml/2006/main">
              <a:ext uri="{FF2B5EF4-FFF2-40B4-BE49-F238E27FC236}">
                <a16:creationId xmlns:a16="http://schemas.microsoft.com/office/drawing/2014/main" id="{9BC09203-0D0C-4445-B3C5-F6087095F05A}"/>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5" name="CLI smoke">
            <a:extLst xmlns:a="http://schemas.openxmlformats.org/drawingml/2006/main">
              <a:ext uri="{FF2B5EF4-FFF2-40B4-BE49-F238E27FC236}">
                <a16:creationId xmlns:a16="http://schemas.microsoft.com/office/drawing/2014/main" id="{4D06C11F-030A-43A2-90AB-50E83C47A53F}"/>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smoke</a:t>
            </a:r>
          </a:p>
        </p:txBody>
      </p:sp>
      <p:sp>
        <p:nvSpPr>
          <p:cNvPr id="16" name="기록된 샘플의 실행 경로">
            <a:extLst xmlns:a="http://schemas.openxmlformats.org/drawingml/2006/main">
              <a:ext uri="{FF2B5EF4-FFF2-40B4-BE49-F238E27FC236}">
                <a16:creationId xmlns:a16="http://schemas.microsoft.com/office/drawing/2014/main" id="{B6E5D38E-8D52-492B-9A4A-DC635FBE1E78}"/>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7" name="범위 확인">
            <a:extLst xmlns:a="http://schemas.openxmlformats.org/drawingml/2006/main">
              <a:ext uri="{FF2B5EF4-FFF2-40B4-BE49-F238E27FC236}">
                <a16:creationId xmlns:a16="http://schemas.microsoft.com/office/drawing/2014/main" id="{D6108D6D-B6A4-4D86-9449-A5946E08E57F}"/>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범위 확인</a:t>
            </a:r>
          </a:p>
        </p:txBody>
      </p:sp>
      <p:sp>
        <p:nvSpPr>
          <p:cNvPr id="18" name="">
            <a:extLst xmlns:a="http://schemas.openxmlformats.org/drawingml/2006/main">
              <a:ext uri="{FF2B5EF4-FFF2-40B4-BE49-F238E27FC236}">
                <a16:creationId xmlns:a16="http://schemas.microsoft.com/office/drawing/2014/main" id="{EF0FB049-F319-443C-99BF-712E2482E66A}"/>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1줄">
            <a:extLst xmlns:a="http://schemas.openxmlformats.org/drawingml/2006/main">
              <a:ext uri="{FF2B5EF4-FFF2-40B4-BE49-F238E27FC236}">
                <a16:creationId xmlns:a16="http://schemas.microsoft.com/office/drawing/2014/main" id="{776075E5-9A4A-4804-944D-777D8BFD7C7D}"/>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0" name="한 파일의 crop 구현">
            <a:extLst xmlns:a="http://schemas.openxmlformats.org/drawingml/2006/main">
              <a:ext uri="{FF2B5EF4-FFF2-40B4-BE49-F238E27FC236}">
                <a16:creationId xmlns:a16="http://schemas.microsoft.com/office/drawing/2014/main" id="{111620D7-0D21-4240-A27A-AA0AE9F3F022}"/>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1" name="git diff --check 통과">
            <a:extLst xmlns:a="http://schemas.openxmlformats.org/drawingml/2006/main">
              <a:ext uri="{FF2B5EF4-FFF2-40B4-BE49-F238E27FC236}">
                <a16:creationId xmlns:a16="http://schemas.microsoft.com/office/drawing/2014/main" id="{E3809FF9-B443-4272-908B-AB1314095920}"/>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2" name="Legacy module connection">
            <a:extLst xmlns:a="http://schemas.openxmlformats.org/drawingml/2006/main">
              <a:ext uri="{FF2B5EF4-FFF2-40B4-BE49-F238E27FC236}">
                <a16:creationId xmlns:a16="http://schemas.microsoft.com/office/drawing/2014/main" id="{6EE5DDB8-950D-45BC-8F71-6C6A791B74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73111362"/>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생성 뒤에 남는 판단">
            <a:extLst xmlns:a="http://schemas.openxmlformats.org/drawingml/2006/main">
              <a:ext uri="{FF2B5EF4-FFF2-40B4-BE49-F238E27FC236}">
                <a16:creationId xmlns:a16="http://schemas.microsoft.com/office/drawing/2014/main" id="{AE6542FB-962B-466F-90AA-F5E53DDB7DF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생성 뒤에 남는 판단</a:t>
            </a:r>
          </a:p>
        </p:txBody>
      </p:sp>
      <p:sp>
        <p:nvSpPr>
          <p:cNvPr id="2" name="S20">
            <a:extLst xmlns:a="http://schemas.openxmlformats.org/drawingml/2006/main">
              <a:ext uri="{FF2B5EF4-FFF2-40B4-BE49-F238E27FC236}">
                <a16:creationId xmlns:a16="http://schemas.microsoft.com/office/drawing/2014/main" id="{504679AC-B186-4E43-990A-28EE147C69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598A82B6-5D29-45E1-BADF-7CF6BCAAD6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3B7D5A7D-9654-4DFC-87C1-AAA5174B265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23DD95FD-801E-4062-BF65-FD11A9682F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2E245454-9EA6-441A-AC16-1A3267529F7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코드가 나왔다">
            <a:extLst xmlns:a="http://schemas.openxmlformats.org/drawingml/2006/main">
              <a:ext uri="{FF2B5EF4-FFF2-40B4-BE49-F238E27FC236}">
                <a16:creationId xmlns:a16="http://schemas.microsoft.com/office/drawing/2014/main" id="{FC77C2EF-52BE-4B82-B7B1-E9C54C014DE2}"/>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코드가 나왔다</a:t>
            </a:r>
          </a:p>
        </p:txBody>
      </p:sp>
      <p:sp>
        <p:nvSpPr>
          <p:cNvPr id="8" name="">
            <a:extLst xmlns:a="http://schemas.openxmlformats.org/drawingml/2006/main">
              <a:ext uri="{FF2B5EF4-FFF2-40B4-BE49-F238E27FC236}">
                <a16:creationId xmlns:a16="http://schemas.microsoft.com/office/drawing/2014/main" id="{F91FB390-3CBF-4BC9-B233-921799357DC1}"/>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완료라고 말할 수 있나?">
            <a:extLst xmlns:a="http://schemas.openxmlformats.org/drawingml/2006/main">
              <a:ext uri="{FF2B5EF4-FFF2-40B4-BE49-F238E27FC236}">
                <a16:creationId xmlns:a16="http://schemas.microsoft.com/office/drawing/2014/main" id="{F4DDC071-8399-483E-8A9D-CAFA55E90AD4}"/>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완료라고 말할 수 있나?</a:t>
            </a:r>
          </a:p>
        </p:txBody>
      </p:sp>
      <p:sp>
        <p:nvSpPr>
          <p:cNvPr id="10" name="">
            <a:extLst xmlns:a="http://schemas.openxmlformats.org/drawingml/2006/main">
              <a:ext uri="{FF2B5EF4-FFF2-40B4-BE49-F238E27FC236}">
                <a16:creationId xmlns:a16="http://schemas.microsoft.com/office/drawing/2014/main" id="{DA8DFF57-A1F6-44BF-94DE-4BFE0173D0B9}"/>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변경 이유·범위">
            <a:extLst xmlns:a="http://schemas.openxmlformats.org/drawingml/2006/main">
              <a:ext uri="{FF2B5EF4-FFF2-40B4-BE49-F238E27FC236}">
                <a16:creationId xmlns:a16="http://schemas.microsoft.com/office/drawing/2014/main" id="{4535E2DB-3A3F-4CC7-BE39-1DFF7DFAFE17}"/>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변경 이유·범위</a:t>
            </a:r>
          </a:p>
        </p:txBody>
      </p:sp>
      <p:sp>
        <p:nvSpPr>
          <p:cNvPr id="12" name="끝 좌표 계약에 맞춰 crop 구현 1줄 수정">
            <a:extLst xmlns:a="http://schemas.openxmlformats.org/drawingml/2006/main">
              <a:ext uri="{FF2B5EF4-FFF2-40B4-BE49-F238E27FC236}">
                <a16:creationId xmlns:a16="http://schemas.microsoft.com/office/drawing/2014/main" id="{941B45C9-1A7D-43E5-AE03-2BC3D19A99FC}"/>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계약에 맞춰 crop 구현 1줄 수정</a:t>
            </a:r>
          </a:p>
        </p:txBody>
      </p:sp>
      <p:sp>
        <p:nvSpPr>
          <p:cNvPr id="13" name="">
            <a:extLst xmlns:a="http://schemas.openxmlformats.org/drawingml/2006/main">
              <a:ext uri="{FF2B5EF4-FFF2-40B4-BE49-F238E27FC236}">
                <a16:creationId xmlns:a16="http://schemas.microsoft.com/office/drawing/2014/main" id="{76F2E6BB-C27B-4A11-994A-A07C8B7975B1}"/>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검증 근거·결과">
            <a:extLst xmlns:a="http://schemas.openxmlformats.org/drawingml/2006/main">
              <a:ext uri="{FF2B5EF4-FFF2-40B4-BE49-F238E27FC236}">
                <a16:creationId xmlns:a16="http://schemas.microsoft.com/office/drawing/2014/main" id="{99E9DC76-13C9-4292-96DF-58AFC4851841}"/>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근거·결과</a:t>
            </a:r>
          </a:p>
        </p:txBody>
      </p:sp>
      <p:sp>
        <p:nvSpPr>
          <p:cNvPr id="15" name="집중 3/3 · 전체 11/11 · CLI smoke · diff">
            <a:extLst xmlns:a="http://schemas.openxmlformats.org/drawingml/2006/main">
              <a:ext uri="{FF2B5EF4-FFF2-40B4-BE49-F238E27FC236}">
                <a16:creationId xmlns:a16="http://schemas.microsoft.com/office/drawing/2014/main" id="{F8A169AB-B248-4D52-841F-B92471A118E8}"/>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집중 3/3 · 전체 11/11 · CLI smoke · diff</a:t>
            </a:r>
          </a:p>
        </p:txBody>
      </p:sp>
      <p:sp>
        <p:nvSpPr>
          <p:cNvPr id="16" name="">
            <a:extLst xmlns:a="http://schemas.openxmlformats.org/drawingml/2006/main">
              <a:ext uri="{FF2B5EF4-FFF2-40B4-BE49-F238E27FC236}">
                <a16:creationId xmlns:a16="http://schemas.microsoft.com/office/drawing/2014/main" id="{AEE8B1C6-F41E-438D-B9A6-F17EF9BE14B6}"/>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미확인 사항">
            <a:extLst xmlns:a="http://schemas.openxmlformats.org/drawingml/2006/main">
              <a:ext uri="{FF2B5EF4-FFF2-40B4-BE49-F238E27FC236}">
                <a16:creationId xmlns:a16="http://schemas.microsoft.com/office/drawing/2014/main" id="{FC96603D-A914-4728-BFE4-AEF1328E6992}"/>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미확인 사항</a:t>
            </a:r>
          </a:p>
        </p:txBody>
      </p:sp>
      <p:sp>
        <p:nvSpPr>
          <p:cNvPr id="18" name="성능 미측정 · 현재 Desktop 동작 미검증">
            <a:extLst xmlns:a="http://schemas.openxmlformats.org/drawingml/2006/main">
              <a:ext uri="{FF2B5EF4-FFF2-40B4-BE49-F238E27FC236}">
                <a16:creationId xmlns:a16="http://schemas.microsoft.com/office/drawing/2014/main" id="{4559A54A-6DEE-47C5-8C7D-6D0DE83227EB}"/>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35BA4307-E3DA-4303-8C98-36F85CFFB311}"/>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사람의 수용 판단">
            <a:extLst xmlns:a="http://schemas.openxmlformats.org/drawingml/2006/main">
              <a:ext uri="{FF2B5EF4-FFF2-40B4-BE49-F238E27FC236}">
                <a16:creationId xmlns:a16="http://schemas.microsoft.com/office/drawing/2014/main" id="{ECDB67DC-02CB-4463-848A-DE42FDAA1D03}"/>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사람의 수용 판단</a:t>
            </a:r>
          </a:p>
        </p:txBody>
      </p:sp>
      <p:sp>
        <p:nvSpPr>
          <p:cNvPr id="21" name="근거와 남은 위험을 보고 완료 여부 결정">
            <a:extLst xmlns:a="http://schemas.openxmlformats.org/drawingml/2006/main">
              <a:ext uri="{FF2B5EF4-FFF2-40B4-BE49-F238E27FC236}">
                <a16:creationId xmlns:a16="http://schemas.microsoft.com/office/drawing/2014/main" id="{92FC973D-B5DA-4E6A-99CA-21710CA03509}"/>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완료 여부 결정</a:t>
            </a:r>
          </a:p>
        </p:txBody>
      </p:sp>
      <p:sp>
        <p:nvSpPr>
          <p:cNvPr id="22" name="“더 빨라졌다”고 말하려면 → 해당 조건의 성능 측정도 필요">
            <a:extLst xmlns:a="http://schemas.openxmlformats.org/drawingml/2006/main">
              <a:ext uri="{FF2B5EF4-FFF2-40B4-BE49-F238E27FC236}">
                <a16:creationId xmlns:a16="http://schemas.microsoft.com/office/drawing/2014/main" id="{FE590A46-BE76-4C60-827D-6CCF1E9DA2A0}"/>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“더 빨라졌다”고 말하려면 → 해당 조건의 성능 측정도 필요</a:t>
            </a:r>
          </a:p>
        </p:txBody>
      </p:sp>
      <p:sp>
        <p:nvSpPr>
          <p:cNvPr id="23" name="Legacy module connection">
            <a:extLst xmlns:a="http://schemas.openxmlformats.org/drawingml/2006/main">
              <a:ext uri="{FF2B5EF4-FFF2-40B4-BE49-F238E27FC236}">
                <a16:creationId xmlns:a16="http://schemas.microsoft.com/office/drawing/2014/main" id="{A5ED4E1A-11BC-4B86-8DDC-DF622CF93CC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336161870"/>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근거에 맞춰 말하기">
            <a:extLst xmlns:a="http://schemas.openxmlformats.org/drawingml/2006/main">
              <a:ext uri="{FF2B5EF4-FFF2-40B4-BE49-F238E27FC236}">
                <a16:creationId xmlns:a16="http://schemas.microsoft.com/office/drawing/2014/main" id="{0A64F9E6-46FB-49FF-ADBC-8C3E3F668B4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근거에 맞춰 말하기</a:t>
            </a:r>
          </a:p>
        </p:txBody>
      </p:sp>
      <p:sp>
        <p:nvSpPr>
          <p:cNvPr id="2" name="S21">
            <a:extLst xmlns:a="http://schemas.openxmlformats.org/drawingml/2006/main">
              <a:ext uri="{FF2B5EF4-FFF2-40B4-BE49-F238E27FC236}">
                <a16:creationId xmlns:a16="http://schemas.microsoft.com/office/drawing/2014/main" id="{A5ACB0C9-797F-4F82-BAAB-C403DCFD59E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E231B5CA-C529-4835-AB2F-6C32C589F6C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EB87396B-B736-4A64-B723-C6F9454C8A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실제 확인: 집중·전체 테스트 / CLI smoke / diff · 검사 비교는 교육용 재">
            <a:extLst xmlns:a="http://schemas.openxmlformats.org/drawingml/2006/main">
              <a:ext uri="{FF2B5EF4-FFF2-40B4-BE49-F238E27FC236}">
                <a16:creationId xmlns:a16="http://schemas.microsoft.com/office/drawing/2014/main" id="{4F768B8B-4A2B-4C89-A30A-25F8F90A5BA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실제 확인: 집중·전체 테스트 / CLI smoke / diff · 검사 비교는 교육용 재구성</a:t>
            </a:r>
          </a:p>
        </p:txBody>
      </p:sp>
      <p:sp>
        <p:nvSpPr>
          <p:cNvPr id="6" name="Benchmark는 이 Trial에서 미실행. 검사 비교는 새 테스트 실행이나 PASS 결과가 아닙니다.">
            <a:extLst xmlns:a="http://schemas.openxmlformats.org/drawingml/2006/main">
              <a:ext uri="{FF2B5EF4-FFF2-40B4-BE49-F238E27FC236}">
                <a16:creationId xmlns:a16="http://schemas.microsoft.com/office/drawing/2014/main" id="{21A1789B-9B34-47E0-B5B6-8F1CE993CD4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Benchmark는 이 Trial에서 미실행. 검사 비교는 새 테스트 실행이나 PASS 결과가 아닙니다.</a:t>
            </a:r>
          </a:p>
        </p:txBody>
      </p:sp>
      <p:sp>
        <p:nvSpPr>
          <p:cNvPr id="7" name="확인 방법">
            <a:extLst xmlns:a="http://schemas.openxmlformats.org/drawingml/2006/main">
              <a:ext uri="{FF2B5EF4-FFF2-40B4-BE49-F238E27FC236}">
                <a16:creationId xmlns:a16="http://schemas.microsoft.com/office/drawing/2014/main" id="{360A7038-52EC-479C-B4E4-3E0E2F5C530E}"/>
              </a:ext>
            </a:extLst>
          </p:cNvPr>
          <p:cNvSpPr>
            <a:spLocks xmlns:a="http://schemas.openxmlformats.org/drawingml/2006/main" noGrp="1"/>
          </p:cNvSpPr>
          <p:nvPr/>
        </p:nvSpPr>
        <p:spPr>
          <a:xfrm xmlns:a="http://schemas.openxmlformats.org/drawingml/2006/main">
            <a:off x="609600" y="1876425"/>
            <a:ext cx="3619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확인 방법</a:t>
            </a:r>
          </a:p>
        </p:txBody>
      </p:sp>
      <p:sp>
        <p:nvSpPr>
          <p:cNvPr id="8" name="말할 수 있는 범위">
            <a:extLst xmlns:a="http://schemas.openxmlformats.org/drawingml/2006/main">
              <a:ext uri="{FF2B5EF4-FFF2-40B4-BE49-F238E27FC236}">
                <a16:creationId xmlns:a16="http://schemas.microsoft.com/office/drawing/2014/main" id="{79747DFE-2177-4392-A7E1-64463EF3E1A7}"/>
              </a:ext>
            </a:extLst>
          </p:cNvPr>
          <p:cNvSpPr>
            <a:spLocks xmlns:a="http://schemas.openxmlformats.org/drawingml/2006/main" noGrp="1"/>
          </p:cNvSpPr>
          <p:nvPr/>
        </p:nvSpPr>
        <p:spPr>
          <a:xfrm xmlns:a="http://schemas.openxmlformats.org/drawingml/2006/main">
            <a:off x="4381500" y="1876425"/>
            <a:ext cx="720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A05D77C2-6212-4279-BF76-5D3619D1EA73}"/>
              </a:ext>
            </a:extLst>
          </p:cNvPr>
          <p:cNvSpPr>
            <a:spLocks xmlns:a="http://schemas.openxmlformats.org/drawingml/2006/main" noGrp="1"/>
          </p:cNvSpPr>
          <p:nvPr/>
        </p:nvSpPr>
        <p:spPr>
          <a:xfrm xmlns:a="http://schemas.openxmlformats.org/drawingml/2006/main">
            <a:off x="609600" y="23050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집중 테스트">
            <a:extLst xmlns:a="http://schemas.openxmlformats.org/drawingml/2006/main">
              <a:ext uri="{FF2B5EF4-FFF2-40B4-BE49-F238E27FC236}">
                <a16:creationId xmlns:a16="http://schemas.microsoft.com/office/drawing/2014/main" id="{B0FDD288-F8C0-4FC2-895E-382B802E48E9}"/>
              </a:ext>
            </a:extLst>
          </p:cNvPr>
          <p:cNvSpPr>
            <a:spLocks xmlns:a="http://schemas.openxmlformats.org/drawingml/2006/main" noGrp="1"/>
          </p:cNvSpPr>
          <p:nvPr/>
        </p:nvSpPr>
        <p:spPr>
          <a:xfrm xmlns:a="http://schemas.openxmlformats.org/drawingml/2006/main">
            <a:off x="609600" y="23431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집중 테스트</a:t>
            </a:r>
          </a:p>
        </p:txBody>
      </p:sp>
      <p:sp>
        <p:nvSpPr>
          <p:cNvPr id="11" name="바뀐 동작의 해당 테스트 조건">
            <a:extLst xmlns:a="http://schemas.openxmlformats.org/drawingml/2006/main">
              <a:ext uri="{FF2B5EF4-FFF2-40B4-BE49-F238E27FC236}">
                <a16:creationId xmlns:a16="http://schemas.microsoft.com/office/drawing/2014/main" id="{040FE2FC-1C9A-4ABD-891A-58888712F2E2}"/>
              </a:ext>
            </a:extLst>
          </p:cNvPr>
          <p:cNvSpPr>
            <a:spLocks xmlns:a="http://schemas.openxmlformats.org/drawingml/2006/main" noGrp="1"/>
          </p:cNvSpPr>
          <p:nvPr/>
        </p:nvSpPr>
        <p:spPr>
          <a:xfrm xmlns:a="http://schemas.openxmlformats.org/drawingml/2006/main">
            <a:off x="4381500" y="234315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바뀐 동작의 해당 테스트 조건</a:t>
            </a:r>
          </a:p>
        </p:txBody>
      </p:sp>
      <p:sp>
        <p:nvSpPr>
          <p:cNvPr id="12" name="">
            <a:extLst xmlns:a="http://schemas.openxmlformats.org/drawingml/2006/main">
              <a:ext uri="{FF2B5EF4-FFF2-40B4-BE49-F238E27FC236}">
                <a16:creationId xmlns:a16="http://schemas.microsoft.com/office/drawing/2014/main" id="{83E7F6E4-9F31-43E4-831B-912651B7C063}"/>
              </a:ext>
            </a:extLst>
          </p:cNvPr>
          <p:cNvSpPr>
            <a:spLocks xmlns:a="http://schemas.openxmlformats.org/drawingml/2006/main" noGrp="1"/>
          </p:cNvSpPr>
          <p:nvPr/>
        </p:nvSpPr>
        <p:spPr>
          <a:xfrm xmlns:a="http://schemas.openxmlformats.org/drawingml/2006/main">
            <a:off x="609600" y="2743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3F739940-D414-4AE4-9752-6C99360B20A3}"/>
              </a:ext>
            </a:extLst>
          </p:cNvPr>
          <p:cNvSpPr>
            <a:spLocks xmlns:a="http://schemas.openxmlformats.org/drawingml/2006/main" noGrp="1"/>
          </p:cNvSpPr>
          <p:nvPr/>
        </p:nvSpPr>
        <p:spPr>
          <a:xfrm xmlns:a="http://schemas.openxmlformats.org/drawingml/2006/main">
            <a:off x="609600" y="278130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전체 테스트</a:t>
            </a:r>
          </a:p>
        </p:txBody>
      </p:sp>
      <p:sp>
        <p:nvSpPr>
          <p:cNvPr id="14" name="현재 suite에 담긴 회귀 범위">
            <a:extLst xmlns:a="http://schemas.openxmlformats.org/drawingml/2006/main">
              <a:ext uri="{FF2B5EF4-FFF2-40B4-BE49-F238E27FC236}">
                <a16:creationId xmlns:a16="http://schemas.microsoft.com/office/drawing/2014/main" id="{9D6E83F9-7E6B-4FEE-9BB4-2DFAFD11A914}"/>
              </a:ext>
            </a:extLst>
          </p:cNvPr>
          <p:cNvSpPr>
            <a:spLocks xmlns:a="http://schemas.openxmlformats.org/drawingml/2006/main" noGrp="1"/>
          </p:cNvSpPr>
          <p:nvPr/>
        </p:nvSpPr>
        <p:spPr>
          <a:xfrm xmlns:a="http://schemas.openxmlformats.org/drawingml/2006/main">
            <a:off x="4381500" y="278130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suite에 담긴 회귀 범위</a:t>
            </a:r>
          </a:p>
        </p:txBody>
      </p:sp>
      <p:sp>
        <p:nvSpPr>
          <p:cNvPr id="15" name="">
            <a:extLst xmlns:a="http://schemas.openxmlformats.org/drawingml/2006/main">
              <a:ext uri="{FF2B5EF4-FFF2-40B4-BE49-F238E27FC236}">
                <a16:creationId xmlns:a16="http://schemas.microsoft.com/office/drawing/2014/main" id="{2BAAF049-0FAC-46A6-91A6-19B31EBCB1A8}"/>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smoke">
            <a:extLst xmlns:a="http://schemas.openxmlformats.org/drawingml/2006/main">
              <a:ext uri="{FF2B5EF4-FFF2-40B4-BE49-F238E27FC236}">
                <a16:creationId xmlns:a16="http://schemas.microsoft.com/office/drawing/2014/main" id="{CC31E748-13DC-41AB-BFAC-5B564D4CCE56}"/>
              </a:ext>
            </a:extLst>
          </p:cNvPr>
          <p:cNvSpPr>
            <a:spLocks xmlns:a="http://schemas.openxmlformats.org/drawingml/2006/main" noGrp="1"/>
          </p:cNvSpPr>
          <p:nvPr/>
        </p:nvSpPr>
        <p:spPr>
          <a:xfrm xmlns:a="http://schemas.openxmlformats.org/drawingml/2006/main">
            <a:off x="609600" y="32194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CLI smoke</a:t>
            </a:r>
          </a:p>
        </p:txBody>
      </p:sp>
      <p:sp>
        <p:nvSpPr>
          <p:cNvPr id="17" name="샘플 입력의 통합 실행 경로">
            <a:extLst xmlns:a="http://schemas.openxmlformats.org/drawingml/2006/main">
              <a:ext uri="{FF2B5EF4-FFF2-40B4-BE49-F238E27FC236}">
                <a16:creationId xmlns:a16="http://schemas.microsoft.com/office/drawing/2014/main" id="{4B18048C-798C-40E0-B149-8AEF45E47127}"/>
              </a:ext>
            </a:extLst>
          </p:cNvPr>
          <p:cNvSpPr>
            <a:spLocks xmlns:a="http://schemas.openxmlformats.org/drawingml/2006/main" noGrp="1"/>
          </p:cNvSpPr>
          <p:nvPr/>
        </p:nvSpPr>
        <p:spPr>
          <a:xfrm xmlns:a="http://schemas.openxmlformats.org/drawingml/2006/main">
            <a:off x="4381500" y="321945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입력의 통합 실행 경로</a:t>
            </a:r>
          </a:p>
        </p:txBody>
      </p:sp>
      <p:sp>
        <p:nvSpPr>
          <p:cNvPr id="18" name="">
            <a:extLst xmlns:a="http://schemas.openxmlformats.org/drawingml/2006/main">
              <a:ext uri="{FF2B5EF4-FFF2-40B4-BE49-F238E27FC236}">
                <a16:creationId xmlns:a16="http://schemas.microsoft.com/office/drawing/2014/main" id="{D68A4C45-F64C-48EF-80B5-B6E443FDD61A}"/>
              </a:ext>
            </a:extLst>
          </p:cNvPr>
          <p:cNvSpPr>
            <a:spLocks xmlns:a="http://schemas.openxmlformats.org/drawingml/2006/main" noGrp="1"/>
          </p:cNvSpPr>
          <p:nvPr/>
        </p:nvSpPr>
        <p:spPr>
          <a:xfrm xmlns:a="http://schemas.openxmlformats.org/drawingml/2006/main">
            <a:off x="609600" y="3619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diff 검토">
            <a:extLst xmlns:a="http://schemas.openxmlformats.org/drawingml/2006/main">
              <a:ext uri="{FF2B5EF4-FFF2-40B4-BE49-F238E27FC236}">
                <a16:creationId xmlns:a16="http://schemas.microsoft.com/office/drawing/2014/main" id="{983A5C50-58CE-4659-9CFC-62DC5D1C2336}"/>
              </a:ext>
            </a:extLst>
          </p:cNvPr>
          <p:cNvSpPr>
            <a:spLocks xmlns:a="http://schemas.openxmlformats.org/drawingml/2006/main" noGrp="1"/>
          </p:cNvSpPr>
          <p:nvPr/>
        </p:nvSpPr>
        <p:spPr>
          <a:xfrm xmlns:a="http://schemas.openxmlformats.org/drawingml/2006/main">
            <a:off x="609600" y="365760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diff 검토</a:t>
            </a:r>
          </a:p>
        </p:txBody>
      </p:sp>
      <p:sp>
        <p:nvSpPr>
          <p:cNvPr id="20" name="변경 범위와 의도하지 않은 수정">
            <a:extLst xmlns:a="http://schemas.openxmlformats.org/drawingml/2006/main">
              <a:ext uri="{FF2B5EF4-FFF2-40B4-BE49-F238E27FC236}">
                <a16:creationId xmlns:a16="http://schemas.microsoft.com/office/drawing/2014/main" id="{D3805CB1-E714-4127-AA40-E2961D7F1A99}"/>
              </a:ext>
            </a:extLst>
          </p:cNvPr>
          <p:cNvSpPr>
            <a:spLocks xmlns:a="http://schemas.openxmlformats.org/drawingml/2006/main" noGrp="1"/>
          </p:cNvSpPr>
          <p:nvPr/>
        </p:nvSpPr>
        <p:spPr>
          <a:xfrm xmlns:a="http://schemas.openxmlformats.org/drawingml/2006/main">
            <a:off x="4381500" y="365760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범위와 의도하지 않은 수정</a:t>
            </a:r>
          </a:p>
        </p:txBody>
      </p:sp>
      <p:sp>
        <p:nvSpPr>
          <p:cNvPr id="21" name="">
            <a:extLst xmlns:a="http://schemas.openxmlformats.org/drawingml/2006/main">
              <a:ext uri="{FF2B5EF4-FFF2-40B4-BE49-F238E27FC236}">
                <a16:creationId xmlns:a16="http://schemas.microsoft.com/office/drawing/2014/main" id="{36462778-A643-4F78-8D82-1031B0EEA74A}"/>
              </a:ext>
            </a:extLst>
          </p:cNvPr>
          <p:cNvSpPr>
            <a:spLocks xmlns:a="http://schemas.openxmlformats.org/drawingml/2006/main" noGrp="1"/>
          </p:cNvSpPr>
          <p:nvPr/>
        </p:nvSpPr>
        <p:spPr>
          <a:xfrm xmlns:a="http://schemas.openxmlformats.org/drawingml/2006/main">
            <a:off x="609600" y="40576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6DCDF515-7A58-473A-B841-4AC5E0957889}"/>
              </a:ext>
            </a:extLst>
          </p:cNvPr>
          <p:cNvSpPr>
            <a:spLocks xmlns:a="http://schemas.openxmlformats.org/drawingml/2006/main" noGrp="1"/>
          </p:cNvSpPr>
          <p:nvPr/>
        </p:nvSpPr>
        <p:spPr>
          <a:xfrm xmlns:a="http://schemas.openxmlformats.org/drawingml/2006/main">
            <a:off x="609600" y="40957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성능 측정</a:t>
            </a:r>
          </a:p>
        </p:txBody>
      </p:sp>
      <p:sp>
        <p:nvSpPr>
          <p:cNvPr id="23" name="측정한 입력·환경에서의 성능">
            <a:extLst xmlns:a="http://schemas.openxmlformats.org/drawingml/2006/main">
              <a:ext uri="{FF2B5EF4-FFF2-40B4-BE49-F238E27FC236}">
                <a16:creationId xmlns:a16="http://schemas.microsoft.com/office/drawing/2014/main" id="{A0552A9F-1798-4597-8B7D-AE1D766B1FBC}"/>
              </a:ext>
            </a:extLst>
          </p:cNvPr>
          <p:cNvSpPr>
            <a:spLocks xmlns:a="http://schemas.openxmlformats.org/drawingml/2006/main" noGrp="1"/>
          </p:cNvSpPr>
          <p:nvPr/>
        </p:nvSpPr>
        <p:spPr>
          <a:xfrm xmlns:a="http://schemas.openxmlformats.org/drawingml/2006/main">
            <a:off x="4381500" y="409575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측정한 입력·환경에서의 성능</a:t>
            </a:r>
          </a:p>
        </p:txBody>
      </p:sp>
      <p:sp>
        <p:nvSpPr>
          <p:cNvPr id="24" name="4열 입력 · crop 1 3의 끝 좌표 계약을 확인한다면">
            <a:extLst xmlns:a="http://schemas.openxmlformats.org/drawingml/2006/main">
              <a:ext uri="{FF2B5EF4-FFF2-40B4-BE49-F238E27FC236}">
                <a16:creationId xmlns:a16="http://schemas.microsoft.com/office/drawing/2014/main" id="{3146E34C-45EF-4A53-B4DC-28C25FF9230A}"/>
              </a:ext>
            </a:extLst>
          </p:cNvPr>
          <p:cNvSpPr>
            <a:spLocks xmlns:a="http://schemas.openxmlformats.org/drawingml/2006/main" noGrp="1"/>
          </p:cNvSpPr>
          <p:nvPr/>
        </p:nvSpPr>
        <p:spPr>
          <a:xfrm xmlns:a="http://schemas.openxmlformats.org/drawingml/2006/main">
            <a:off x="609600" y="4629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4열 입력 · crop 1 3의 끝 좌표 계약을 확인한다면</a:t>
            </a:r>
          </a:p>
        </p:txBody>
      </p:sp>
      <p:sp>
        <p:nvSpPr>
          <p:cNvPr id="25" name="비어 있지 않음">
            <a:extLst xmlns:a="http://schemas.openxmlformats.org/drawingml/2006/main">
              <a:ext uri="{FF2B5EF4-FFF2-40B4-BE49-F238E27FC236}">
                <a16:creationId xmlns:a16="http://schemas.microsoft.com/office/drawing/2014/main" id="{12F2835E-E431-47CC-8E06-3E7A79A10020}"/>
              </a:ext>
            </a:extLst>
          </p:cNvPr>
          <p:cNvSpPr>
            <a:spLocks xmlns:a="http://schemas.openxmlformats.org/drawingml/2006/main" noGrp="1"/>
          </p:cNvSpPr>
          <p:nvPr/>
        </p:nvSpPr>
        <p:spPr>
          <a:xfrm xmlns:a="http://schemas.openxmlformats.org/drawingml/2006/main">
            <a:off x="609600" y="50101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비어 있지 않음</a:t>
            </a:r>
          </a:p>
        </p:txBody>
      </p:sp>
      <p:sp>
        <p:nvSpPr>
          <p:cNvPr id="26" name="잘못된 3열 결과도 만족할 수 있음">
            <a:extLst xmlns:a="http://schemas.openxmlformats.org/drawingml/2006/main">
              <a:ext uri="{FF2B5EF4-FFF2-40B4-BE49-F238E27FC236}">
                <a16:creationId xmlns:a16="http://schemas.microsoft.com/office/drawing/2014/main" id="{D2ED47AA-8E01-4449-B65F-5C7CD17E35D9}"/>
              </a:ext>
            </a:extLst>
          </p:cNvPr>
          <p:cNvSpPr>
            <a:spLocks xmlns:a="http://schemas.openxmlformats.org/drawingml/2006/main" noGrp="1"/>
          </p:cNvSpPr>
          <p:nvPr/>
        </p:nvSpPr>
        <p:spPr>
          <a:xfrm xmlns:a="http://schemas.openxmlformats.org/drawingml/2006/main">
            <a:off x="609600" y="53530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잘못된 3열 결과도 만족할 수 있음</a:t>
            </a:r>
          </a:p>
        </p:txBody>
      </p:sp>
      <p:sp>
        <p:nvSpPr>
          <p:cNvPr id="27" name="원본 열 1·2, 폭 2">
            <a:extLst xmlns:a="http://schemas.openxmlformats.org/drawingml/2006/main">
              <a:ext uri="{FF2B5EF4-FFF2-40B4-BE49-F238E27FC236}">
                <a16:creationId xmlns:a16="http://schemas.microsoft.com/office/drawing/2014/main" id="{C01A2C0B-4FE4-4693-AF86-A7CA7E30828B}"/>
              </a:ext>
            </a:extLst>
          </p:cNvPr>
          <p:cNvSpPr>
            <a:spLocks xmlns:a="http://schemas.openxmlformats.org/drawingml/2006/main" noGrp="1"/>
          </p:cNvSpPr>
          <p:nvPr/>
        </p:nvSpPr>
        <p:spPr>
          <a:xfrm xmlns:a="http://schemas.openxmlformats.org/drawingml/2006/main">
            <a:off x="6705600" y="5010150"/>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원본 열 1·2, 폭 2</a:t>
            </a:r>
          </a:p>
        </p:txBody>
      </p:sp>
      <p:sp>
        <p:nvSpPr>
          <p:cNvPr id="28" name="끝 좌표 제외 계약을 직접 확인">
            <a:extLst xmlns:a="http://schemas.openxmlformats.org/drawingml/2006/main">
              <a:ext uri="{FF2B5EF4-FFF2-40B4-BE49-F238E27FC236}">
                <a16:creationId xmlns:a16="http://schemas.microsoft.com/office/drawing/2014/main" id="{FAD6BD9F-06B8-4577-AA7C-051C3303CC24}"/>
              </a:ext>
            </a:extLst>
          </p:cNvPr>
          <p:cNvSpPr>
            <a:spLocks xmlns:a="http://schemas.openxmlformats.org/drawingml/2006/main" noGrp="1"/>
          </p:cNvSpPr>
          <p:nvPr/>
        </p:nvSpPr>
        <p:spPr>
          <a:xfrm xmlns:a="http://schemas.openxmlformats.org/drawingml/2006/main">
            <a:off x="6705600" y="5353050"/>
            <a:ext cx="4876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B6172"/>
                </a:solidFill>
                <a:latin typeface="Malgun Gothic"/>
                <a:ea typeface="Malgun Gothic"/>
                <a:cs typeface="Malgun Gothic"/>
              </a:defRPr>
            </a:defPPr>
            <a:lvl1pPr algn="l">
              <a:defRPr sz="1725" b="0">
                <a:solidFill>
                  <a:srgbClr val="0B6172"/>
                </a:solidFill>
                <a:latin typeface="Malgun Gothic"/>
                <a:ea typeface="Malgun Gothic"/>
                <a:cs typeface="Malgun Gothic"/>
              </a:defRPr>
            </a:lvl1pPr>
            <a:lvl2pPr algn="l">
              <a:defRPr sz="1725" b="0">
                <a:solidFill>
                  <a:srgbClr val="0B6172"/>
                </a:solidFill>
                <a:latin typeface="Malgun Gothic"/>
                <a:ea typeface="Malgun Gothic"/>
                <a:cs typeface="Malgun Gothic"/>
              </a:defRPr>
            </a:lvl2pPr>
            <a:lvl3pPr algn="l">
              <a:defRPr sz="1725" b="0">
                <a:solidFill>
                  <a:srgbClr val="0B6172"/>
                </a:solidFill>
                <a:latin typeface="Malgun Gothic"/>
                <a:ea typeface="Malgun Gothic"/>
                <a:cs typeface="Malgun Gothic"/>
              </a:defRPr>
            </a:lvl3pPr>
            <a:lvl4pPr algn="l">
              <a:defRPr sz="1725" b="0">
                <a:solidFill>
                  <a:srgbClr val="0B6172"/>
                </a:solidFill>
                <a:latin typeface="Malgun Gothic"/>
                <a:ea typeface="Malgun Gothic"/>
                <a:cs typeface="Malgun Gothic"/>
              </a:defRPr>
            </a:lvl4pPr>
            <a:lvl5pPr algn="l">
              <a:defRPr sz="1725" b="0">
                <a:solidFill>
                  <a:srgbClr val="0B6172"/>
                </a:solidFill>
                <a:latin typeface="Malgun Gothic"/>
                <a:ea typeface="Malgun Gothic"/>
                <a:cs typeface="Malgun Gothic"/>
              </a:defRPr>
            </a:lvl5pPr>
            <a:lvl6pPr algn="l">
              <a:defRPr sz="1725" b="0">
                <a:solidFill>
                  <a:srgbClr val="0B6172"/>
                </a:solidFill>
                <a:latin typeface="Malgun Gothic"/>
                <a:ea typeface="Malgun Gothic"/>
                <a:cs typeface="Malgun Gothic"/>
              </a:defRPr>
            </a:lvl6pPr>
            <a:lvl7pPr algn="l">
              <a:defRPr sz="1725" b="0">
                <a:solidFill>
                  <a:srgbClr val="0B6172"/>
                </a:solidFill>
                <a:latin typeface="Malgun Gothic"/>
                <a:ea typeface="Malgun Gothic"/>
                <a:cs typeface="Malgun Gothic"/>
              </a:defRPr>
            </a:lvl7pPr>
            <a:lvl8pPr algn="l">
              <a:defRPr sz="1725" b="0">
                <a:solidFill>
                  <a:srgbClr val="0B6172"/>
                </a:solidFill>
                <a:latin typeface="Malgun Gothic"/>
                <a:ea typeface="Malgun Gothic"/>
                <a:cs typeface="Malgun Gothic"/>
              </a:defRPr>
            </a:lvl8pPr>
            <a:lvl9pPr algn="l">
              <a:defRPr sz="1725" b="0">
                <a:solidFill>
                  <a:srgbClr val="0B6172"/>
                </a:solidFill>
                <a:latin typeface="Malgun Gothic"/>
                <a:ea typeface="Malgun Gothic"/>
                <a:cs typeface="Malgun Gothic"/>
              </a:defRPr>
            </a:lvl9pPr>
          </a:lstStyle>
          <a:p xmlns:a="http://schemas.openxmlformats.org/drawingml/2006/main">
            <a:pPr algn="l">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끝 좌표 제외 계약을 직접 확인</a:t>
            </a:r>
          </a:p>
        </p:txBody>
      </p:sp>
      <p:sp>
        <p:nvSpPr>
          <p:cNvPr id="29" name="Legacy module connection">
            <a:extLst xmlns:a="http://schemas.openxmlformats.org/drawingml/2006/main">
              <a:ext uri="{FF2B5EF4-FFF2-40B4-BE49-F238E27FC236}">
                <a16:creationId xmlns:a16="http://schemas.microsoft.com/office/drawing/2014/main" id="{FDD20925-2663-4BC6-9435-B975431B7F9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53770981"/>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2F0E2DCF-3AC1-428B-BE28-0502C09D2C6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22">
            <a:extLst xmlns:a="http://schemas.openxmlformats.org/drawingml/2006/main">
              <a:ext uri="{FF2B5EF4-FFF2-40B4-BE49-F238E27FC236}">
                <a16:creationId xmlns:a16="http://schemas.microsoft.com/office/drawing/2014/main" id="{4E007160-DE6D-4A28-B112-BFB9518A713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이번 Task인가,&#10;계속 유지할 Project 정보인가?">
            <a:extLst xmlns:a="http://schemas.openxmlformats.org/drawingml/2006/main">
              <a:ext uri="{FF2B5EF4-FFF2-40B4-BE49-F238E27FC236}">
                <a16:creationId xmlns:a16="http://schemas.microsoft.com/office/drawing/2014/main" id="{590DD2AA-91D3-4F17-AA7A-177014FC1BAB}"/>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A42E11AD-C316-4A25-B7DE-BF87B3D606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2A68D033-BE05-443F-9E13-AE7E753D4EB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18E6B836-4EDA-466D-A331-339C4C6823A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보존 조건처럼, 반복해서 쓴 문장을 떠올려 보세요.">
            <a:extLst xmlns:a="http://schemas.openxmlformats.org/drawingml/2006/main">
              <a:ext uri="{FF2B5EF4-FFF2-40B4-BE49-F238E27FC236}">
                <a16:creationId xmlns:a16="http://schemas.microsoft.com/office/drawing/2014/main" id="{29DE25C8-CE4D-4E25-BCB8-8D271FEB6703}"/>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테스트·보존 조건처럼, 반복해서 쓴 문장을 떠올려 보세요.</a:t>
            </a:r>
          </a:p>
        </p:txBody>
      </p:sp>
      <p:sp>
        <p:nvSpPr>
          <p:cNvPr id="8" name="이번 작업에만?">
            <a:extLst xmlns:a="http://schemas.openxmlformats.org/drawingml/2006/main">
              <a:ext uri="{FF2B5EF4-FFF2-40B4-BE49-F238E27FC236}">
                <a16:creationId xmlns:a16="http://schemas.microsoft.com/office/drawing/2014/main" id="{A46460C7-27F5-4197-83E2-5B9AB03EA70B}"/>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C8ABBF46-AFCB-4F7D-99CA-E307BA48CDF2}"/>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3786BA41-9FE9-4824-BC03-46E370732CC1}"/>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AC2AFE29-AC68-4F27-88F5-11B037D5A978}"/>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45A463D1-5E13-4B24-B2F8-158BC53862C7}"/>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3ACBA950-9F72-4B20-892F-2D9F6E964E0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97776962"/>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1 · 정보의 수명과 범위">
            <a:extLst xmlns:a="http://schemas.openxmlformats.org/drawingml/2006/main">
              <a:ext uri="{FF2B5EF4-FFF2-40B4-BE49-F238E27FC236}">
                <a16:creationId xmlns:a16="http://schemas.microsoft.com/office/drawing/2014/main" id="{ECD8B28D-94D3-4D9C-9897-EBBD3DFDD4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23">
            <a:extLst xmlns:a="http://schemas.openxmlformats.org/drawingml/2006/main">
              <a:ext uri="{FF2B5EF4-FFF2-40B4-BE49-F238E27FC236}">
                <a16:creationId xmlns:a16="http://schemas.microsoft.com/office/drawing/2014/main" id="{E241C017-D959-4FED-8DF6-2C92BA57AF7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반복하는 설명을 두 범주로 나누기">
            <a:extLst xmlns:a="http://schemas.openxmlformats.org/drawingml/2006/main">
              <a:ext uri="{FF2B5EF4-FFF2-40B4-BE49-F238E27FC236}">
                <a16:creationId xmlns:a16="http://schemas.microsoft.com/office/drawing/2014/main" id="{0F902E54-6DAD-42E7-84F5-CE5A8AB6E99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CF5947A0-7079-411E-A5E2-7D1DC1D549D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38C7B9DB-66BC-4A76-903F-4EAEC044C3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297C261D-C49F-4636-A23E-8316E9E497C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이번 Task">
            <a:extLst xmlns:a="http://schemas.openxmlformats.org/drawingml/2006/main">
              <a:ext uri="{FF2B5EF4-FFF2-40B4-BE49-F238E27FC236}">
                <a16:creationId xmlns:a16="http://schemas.microsoft.com/office/drawing/2014/main" id="{2299C667-C402-4003-AEC3-D5DA339CE380}"/>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8" name="계속 유지할 Project 정보">
            <a:extLst xmlns:a="http://schemas.openxmlformats.org/drawingml/2006/main">
              <a:ext uri="{FF2B5EF4-FFF2-40B4-BE49-F238E27FC236}">
                <a16:creationId xmlns:a16="http://schemas.microsoft.com/office/drawing/2014/main" id="{52273A58-C5C6-4A1B-B7A0-E7ED50C4E8D7}"/>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9" name="">
            <a:extLst xmlns:a="http://schemas.openxmlformats.org/drawingml/2006/main">
              <a:ext uri="{FF2B5EF4-FFF2-40B4-BE49-F238E27FC236}">
                <a16:creationId xmlns:a16="http://schemas.microsoft.com/office/drawing/2014/main" id="{920F4617-200F-4A68-9AEB-C602D1EA1C6F}"/>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crop 경계 수정&#10;이번에는 README만 수정">
            <a:extLst xmlns:a="http://schemas.openxmlformats.org/drawingml/2006/main">
              <a:ext uri="{FF2B5EF4-FFF2-40B4-BE49-F238E27FC236}">
                <a16:creationId xmlns:a16="http://schemas.microsoft.com/office/drawing/2014/main" id="{1CD21399-6E8D-4399-AE54-6C62DE31DEF3}"/>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1" name="이번 목표에 적용할 후보">
            <a:extLst xmlns:a="http://schemas.openxmlformats.org/drawingml/2006/main">
              <a:ext uri="{FF2B5EF4-FFF2-40B4-BE49-F238E27FC236}">
                <a16:creationId xmlns:a16="http://schemas.microsoft.com/office/drawing/2014/main" id="{F4A66F23-21A8-44F5-BDFA-4760C436C8A8}"/>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2" name="">
            <a:extLst xmlns:a="http://schemas.openxmlformats.org/drawingml/2006/main">
              <a:ext uri="{FF2B5EF4-FFF2-40B4-BE49-F238E27FC236}">
                <a16:creationId xmlns:a16="http://schemas.microsoft.com/office/drawing/2014/main" id="{3472096F-0BE8-44A6-BD76-A559FC8584CE}"/>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의존성 추가에는 작업상 근거 필요&#10;프로젝트 테스트 명령">
            <a:extLst xmlns:a="http://schemas.openxmlformats.org/drawingml/2006/main">
              <a:ext uri="{FF2B5EF4-FFF2-40B4-BE49-F238E27FC236}">
                <a16:creationId xmlns:a16="http://schemas.microsoft.com/office/drawing/2014/main" id="{57EADF5D-07C0-4169-A57A-38D4B53A1103}"/>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테스트 명령</a:t>
            </a:r>
          </a:p>
        </p:txBody>
      </p:sp>
      <p:sp>
        <p:nvSpPr>
          <p:cNvPr id="14" name="여러 작업에서 참고할 후보">
            <a:extLst xmlns:a="http://schemas.openxmlformats.org/drawingml/2006/main">
              <a:ext uri="{FF2B5EF4-FFF2-40B4-BE49-F238E27FC236}">
                <a16:creationId xmlns:a16="http://schemas.microsoft.com/office/drawing/2014/main" id="{C886994D-40A1-47B7-9FE9-78BC57D6606E}"/>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5" name="정보마다 필요한 기간과 적용 범위가 다르다.">
            <a:extLst xmlns:a="http://schemas.openxmlformats.org/drawingml/2006/main">
              <a:ext uri="{FF2B5EF4-FFF2-40B4-BE49-F238E27FC236}">
                <a16:creationId xmlns:a16="http://schemas.microsoft.com/office/drawing/2014/main" id="{B551F9AF-9ACC-4A76-81ED-51A7811F24E9}"/>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정보마다 필요한 기간과 적용 범위가 다르다.</a:t>
            </a:r>
          </a:p>
        </p:txBody>
      </p:sp>
      <p:sp>
        <p:nvSpPr>
          <p:cNvPr id="16" name="Legacy module connection">
            <a:extLst xmlns:a="http://schemas.openxmlformats.org/drawingml/2006/main">
              <a:ext uri="{FF2B5EF4-FFF2-40B4-BE49-F238E27FC236}">
                <a16:creationId xmlns:a16="http://schemas.microsoft.com/office/drawing/2014/main" id="{C17821D5-292D-40FB-ABBD-08262B80390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87079753"/>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FB219EE3-5521-4E22-9AE3-06307F9201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24">
            <a:extLst xmlns:a="http://schemas.openxmlformats.org/drawingml/2006/main">
              <a:ext uri="{FF2B5EF4-FFF2-40B4-BE49-F238E27FC236}">
                <a16:creationId xmlns:a16="http://schemas.microsoft.com/office/drawing/2014/main" id="{26E4F36F-0C60-4F15-AEFD-807DE0D07C5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다른 Task에 같은 설명이 반복된다">
            <a:extLst xmlns:a="http://schemas.openxmlformats.org/drawingml/2006/main">
              <a:ext uri="{FF2B5EF4-FFF2-40B4-BE49-F238E27FC236}">
                <a16:creationId xmlns:a16="http://schemas.microsoft.com/office/drawing/2014/main" id="{00598A39-9ED9-46D2-96D0-DE2AB3805EC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CDC5F608-DBDA-4AEB-988B-76DD449AFA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01C58FC1-E391-4B9B-BF9A-9EE074E443E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D237897A-F6F2-460A-9C33-C3FB2754D3D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1FEAEE1A-6B45-4BF9-963A-A32F6B71AAAB}"/>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7FC59F4F-31AB-4A53-8632-DA332FA284A7}"/>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6E1738E2-5A84-4D73-8C3B-E329F4955E2C}"/>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345DA0DA-DCDC-40A7-B96A-323ED16D2F7A}"/>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ADCC7841-4521-4962-B607-988CF97F27FD}"/>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41319B3D-4287-420E-8C43-0972089F51F6}"/>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36EBF347-C354-4C23-830E-52100CE07623}"/>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FC1BBC3D-E763-4BC0-A928-06F68096927A}"/>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B4D2EBD5-6922-4369-B49A-883DAF0A47E1}"/>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5F40FDD8-773E-4F21-A3CF-D1417EE28BA9}"/>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D00EF121-E33C-45E2-9D40-32B47CBEFB9C}"/>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650AFDDF-B704-4D6E-BEEC-32D6253528F4}"/>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AD6DA624-0312-43AE-A6DB-B84230B6C805}"/>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5203A823-72E1-4604-89FC-2A10DB41959B}"/>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F59C4D42-DBCB-44FA-BCC6-B6D9DECF2314}"/>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73BB928D-A7EC-4CF5-812F-2C90691DD90F}"/>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E3E36C74-2C14-4932-9BDD-9E6B14A0C2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46366604"/>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C900A4E6-4692-4AF3-8204-491014D1F2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25">
            <a:extLst xmlns:a="http://schemas.openxmlformats.org/drawingml/2006/main">
              <a:ext uri="{FF2B5EF4-FFF2-40B4-BE49-F238E27FC236}">
                <a16:creationId xmlns:a16="http://schemas.microsoft.com/office/drawing/2014/main" id="{FBDB8AD1-8375-4B51-BD33-50747B9524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작은 Project Context의 첫 기록">
            <a:extLst xmlns:a="http://schemas.openxmlformats.org/drawingml/2006/main">
              <a:ext uri="{FF2B5EF4-FFF2-40B4-BE49-F238E27FC236}">
                <a16:creationId xmlns:a16="http://schemas.microsoft.com/office/drawing/2014/main" id="{A46F2941-5D76-4EDA-ACC1-3C7932F471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AD39813B-BC54-4C70-8F47-BD429504508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1B2458A7-D220-4479-8DE1-2B4C1B9B454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8B9638E7-1016-44B4-9208-B21FBAE9192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AF62A773-2EAF-4FE8-A632-96FAFCB92711}"/>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1C05EE03-2370-451E-B0FD-202A55EE0B7B}"/>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B1F07258-F2C5-4A31-AED9-1D6FA9E0CBF4}"/>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0C475464-1327-43BB-A6CB-3601B874E3E9}"/>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6996C1E5-C368-4E18-ABC3-DBF983A55FDE}"/>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950E8860-49E9-4542-A885-EC7BCD271011}"/>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154309BF-1446-4B6A-9CD2-FEB20745226F}"/>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F0E0A333-2E0D-4755-9F48-58A16BAB9F1E}"/>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0B76C61A-8D20-46B5-AA76-04F7AAE4028E}"/>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F1A43D4B-5073-420A-A294-6265F1CA1950}"/>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02392072-0494-43DC-A659-609934FB2BF5}"/>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23204EE7-6E8C-404E-A89D-20D0A2FA844A}"/>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0DA312DC-E04C-401A-9DE2-F744D70A9704}"/>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06DF1D68-7B97-47EF-A354-E69731DBAC32}"/>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111F25F2-6FC5-4451-8D93-F126B0C34D0A}"/>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AEA68256-D923-4DC0-A7E7-160B347AA778}"/>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32A999EE-461A-44DC-BFD4-F00E5464D081}"/>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503FADA7-A18F-41CE-8744-0E8F51A64D3D}"/>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89DED986-3963-41D9-B3CA-F632AFFE3E18}"/>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D77CDE9D-1D9A-4461-BAE0-9A1DCBB680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00739631"/>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지침을 활용한 관찰">
            <a:extLst xmlns:a="http://schemas.openxmlformats.org/drawingml/2006/main">
              <a:ext uri="{FF2B5EF4-FFF2-40B4-BE49-F238E27FC236}">
                <a16:creationId xmlns:a16="http://schemas.microsoft.com/office/drawing/2014/main" id="{E9BAE04B-83F7-468D-9E33-76BBF78965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지침을 활용한 관찰</a:t>
            </a:r>
          </a:p>
        </p:txBody>
      </p:sp>
      <p:sp>
        <p:nvSpPr>
          <p:cNvPr id="2" name="S26">
            <a:extLst xmlns:a="http://schemas.openxmlformats.org/drawingml/2006/main">
              <a:ext uri="{FF2B5EF4-FFF2-40B4-BE49-F238E27FC236}">
                <a16:creationId xmlns:a16="http://schemas.microsoft.com/office/drawing/2014/main" id="{61A30177-0283-44D2-9513-82F284DAC7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한 번의 사용에서 확인된 것">
            <a:extLst xmlns:a="http://schemas.openxmlformats.org/drawingml/2006/main">
              <a:ext uri="{FF2B5EF4-FFF2-40B4-BE49-F238E27FC236}">
                <a16:creationId xmlns:a16="http://schemas.microsoft.com/office/drawing/2014/main" id="{169605CD-FF1E-4423-ABCE-015E4953F8D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번의 사용에서 확인된 것</a:t>
            </a:r>
          </a:p>
        </p:txBody>
      </p:sp>
      <p:sp>
        <p:nvSpPr>
          <p:cNvPr id="4" name="">
            <a:extLst xmlns:a="http://schemas.openxmlformats.org/drawingml/2006/main">
              <a:ext uri="{FF2B5EF4-FFF2-40B4-BE49-F238E27FC236}">
                <a16:creationId xmlns:a16="http://schemas.microsoft.com/office/drawing/2014/main" id="{9D279E38-07BD-42CE-AB76-8E8B7A0D2D5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Codex CLI 기록을 재구성 · 전체 테스트 11/11 PASS">
            <a:extLst xmlns:a="http://schemas.openxmlformats.org/drawingml/2006/main">
              <a:ext uri="{FF2B5EF4-FFF2-40B4-BE49-F238E27FC236}">
                <a16:creationId xmlns:a16="http://schemas.microsoft.com/office/drawing/2014/main" id="{13AFCED2-1189-46DD-90BE-15685C9BCF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Codex CLI 기록을 재구성 · 전체 테스트 11/11 PASS</a:t>
            </a:r>
          </a:p>
        </p:txBody>
      </p:sp>
      <p:sp>
        <p:nvSpPr>
          <p:cNvPr id="6" name="Personal/global Skills도 실행됨 · AGENTS.md만의 독립적인 효과로 해석하지 않음">
            <a:extLst xmlns:a="http://schemas.openxmlformats.org/drawingml/2006/main">
              <a:ext uri="{FF2B5EF4-FFF2-40B4-BE49-F238E27FC236}">
                <a16:creationId xmlns:a16="http://schemas.microsoft.com/office/drawing/2014/main" id="{1CDBFFC7-C7AE-4C26-8789-370A6523E83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Personal/global Skills도 실행됨 · AGENTS.md만의 독립적인 효과로 해석하지 않음</a:t>
            </a:r>
          </a:p>
        </p:txBody>
      </p:sp>
      <p:sp>
        <p:nvSpPr>
          <p:cNvPr id="7" name="요청">
            <a:extLst xmlns:a="http://schemas.openxmlformats.org/drawingml/2006/main">
              <a:ext uri="{FF2B5EF4-FFF2-40B4-BE49-F238E27FC236}">
                <a16:creationId xmlns:a16="http://schemas.microsoft.com/office/drawing/2014/main" id="{8177CBB8-60BF-4737-A42D-58B6B7EE37C0}"/>
              </a:ext>
            </a:extLst>
          </p:cNvPr>
          <p:cNvSpPr>
            <a:spLocks xmlns:a="http://schemas.openxmlformats.org/drawingml/2006/main" noGrp="1"/>
          </p:cNvSpPr>
          <p:nvPr/>
        </p:nvSpPr>
        <p:spPr>
          <a:xfrm xmlns:a="http://schemas.openxmlformats.org/drawingml/2006/main">
            <a:off x="60960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요청</a:t>
            </a:r>
          </a:p>
        </p:txBody>
      </p:sp>
      <p:sp>
        <p:nvSpPr>
          <p:cNvPr id="8" name="">
            <a:extLst xmlns:a="http://schemas.openxmlformats.org/drawingml/2006/main">
              <a:ext uri="{FF2B5EF4-FFF2-40B4-BE49-F238E27FC236}">
                <a16:creationId xmlns:a16="http://schemas.microsoft.com/office/drawing/2014/main" id="{9D2D08BB-4576-43B3-A3B5-8120BBA56BD5}"/>
              </a:ext>
            </a:extLst>
          </p:cNvPr>
          <p:cNvSpPr>
            <a:spLocks xmlns:a="http://schemas.openxmlformats.org/drawingml/2006/main" noGrp="1"/>
          </p:cNvSpPr>
          <p:nvPr/>
        </p:nvSpPr>
        <p:spPr>
          <a:xfrm xmlns:a="http://schemas.openxmlformats.org/drawingml/2006/main">
            <a:off x="60960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읽은 파일">
            <a:extLst xmlns:a="http://schemas.openxmlformats.org/drawingml/2006/main">
              <a:ext uri="{FF2B5EF4-FFF2-40B4-BE49-F238E27FC236}">
                <a16:creationId xmlns:a16="http://schemas.microsoft.com/office/drawing/2014/main" id="{6B683461-E5B4-4247-95C8-E0FDB4DEDB57}"/>
              </a:ext>
            </a:extLst>
          </p:cNvPr>
          <p:cNvSpPr>
            <a:spLocks xmlns:a="http://schemas.openxmlformats.org/drawingml/2006/main" noGrp="1"/>
          </p:cNvSpPr>
          <p:nvPr/>
        </p:nvSpPr>
        <p:spPr>
          <a:xfrm xmlns:a="http://schemas.openxmlformats.org/drawingml/2006/main">
            <a:off x="443865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읽은 파일</a:t>
            </a:r>
          </a:p>
        </p:txBody>
      </p:sp>
      <p:sp>
        <p:nvSpPr>
          <p:cNvPr id="10" name="">
            <a:extLst xmlns:a="http://schemas.openxmlformats.org/drawingml/2006/main">
              <a:ext uri="{FF2B5EF4-FFF2-40B4-BE49-F238E27FC236}">
                <a16:creationId xmlns:a16="http://schemas.microsoft.com/office/drawing/2014/main" id="{E79E8C9F-FD0A-4413-9645-730C75AAFED1}"/>
              </a:ext>
            </a:extLst>
          </p:cNvPr>
          <p:cNvSpPr>
            <a:spLocks xmlns:a="http://schemas.openxmlformats.org/drawingml/2006/main" noGrp="1"/>
          </p:cNvSpPr>
          <p:nvPr/>
        </p:nvSpPr>
        <p:spPr>
          <a:xfrm xmlns:a="http://schemas.openxmlformats.org/drawingml/2006/main">
            <a:off x="443865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실행 기록">
            <a:extLst xmlns:a="http://schemas.openxmlformats.org/drawingml/2006/main">
              <a:ext uri="{FF2B5EF4-FFF2-40B4-BE49-F238E27FC236}">
                <a16:creationId xmlns:a16="http://schemas.microsoft.com/office/drawing/2014/main" id="{AA39A4A1-DA22-4BE9-AFDE-E5BF87441A58}"/>
              </a:ext>
            </a:extLst>
          </p:cNvPr>
          <p:cNvSpPr>
            <a:spLocks xmlns:a="http://schemas.openxmlformats.org/drawingml/2006/main" noGrp="1"/>
          </p:cNvSpPr>
          <p:nvPr/>
        </p:nvSpPr>
        <p:spPr>
          <a:xfrm xmlns:a="http://schemas.openxmlformats.org/drawingml/2006/main">
            <a:off x="826770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2" name="">
            <a:extLst xmlns:a="http://schemas.openxmlformats.org/drawingml/2006/main">
              <a:ext uri="{FF2B5EF4-FFF2-40B4-BE49-F238E27FC236}">
                <a16:creationId xmlns:a16="http://schemas.microsoft.com/office/drawing/2014/main" id="{C43EFE87-70E4-48CB-9C14-ECA79E748099}"/>
              </a:ext>
            </a:extLst>
          </p:cNvPr>
          <p:cNvSpPr>
            <a:spLocks xmlns:a="http://schemas.openxmlformats.org/drawingml/2006/main" noGrp="1"/>
          </p:cNvSpPr>
          <p:nvPr/>
        </p:nvSpPr>
        <p:spPr>
          <a:xfrm xmlns:a="http://schemas.openxmlformats.org/drawingml/2006/main">
            <a:off x="826770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README만 수정&#10;테스트 명령은 없음">
            <a:extLst xmlns:a="http://schemas.openxmlformats.org/drawingml/2006/main">
              <a:ext uri="{FF2B5EF4-FFF2-40B4-BE49-F238E27FC236}">
                <a16:creationId xmlns:a16="http://schemas.microsoft.com/office/drawing/2014/main" id="{9B460419-F44B-407E-BF2A-E6142384831D}"/>
              </a:ext>
            </a:extLst>
          </p:cNvPr>
          <p:cNvSpPr>
            <a:spLocks xmlns:a="http://schemas.openxmlformats.org/drawingml/2006/main" noGrp="1"/>
          </p:cNvSpPr>
          <p:nvPr/>
        </p:nvSpPr>
        <p:spPr>
          <a:xfrm xmlns:a="http://schemas.openxmlformats.org/drawingml/2006/main">
            <a:off x="609600" y="2876550"/>
            <a:ext cx="33147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README만 수정</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 명령은 없음</a:t>
            </a:r>
          </a:p>
        </p:txBody>
      </p:sp>
      <p:sp>
        <p:nvSpPr>
          <p:cNvPr id="14" name="AGENTS.md">
            <a:extLst xmlns:a="http://schemas.openxmlformats.org/drawingml/2006/main">
              <a:ext uri="{FF2B5EF4-FFF2-40B4-BE49-F238E27FC236}">
                <a16:creationId xmlns:a16="http://schemas.microsoft.com/office/drawing/2014/main" id="{1E135C17-B622-48C6-A97B-80C54AA532FA}"/>
              </a:ext>
            </a:extLst>
          </p:cNvPr>
          <p:cNvSpPr>
            <a:spLocks xmlns:a="http://schemas.openxmlformats.org/drawingml/2006/main" noGrp="1"/>
          </p:cNvSpPr>
          <p:nvPr/>
        </p:nvSpPr>
        <p:spPr>
          <a:xfrm xmlns:a="http://schemas.openxmlformats.org/drawingml/2006/main">
            <a:off x="4438650" y="2876550"/>
            <a:ext cx="3314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15" name="기록된 테스트&#10;명령을 사용">
            <a:extLst xmlns:a="http://schemas.openxmlformats.org/drawingml/2006/main">
              <a:ext uri="{FF2B5EF4-FFF2-40B4-BE49-F238E27FC236}">
                <a16:creationId xmlns:a16="http://schemas.microsoft.com/office/drawing/2014/main" id="{09656669-9B67-42D3-97F8-CE4BF4AE0CB4}"/>
              </a:ext>
            </a:extLst>
          </p:cNvPr>
          <p:cNvSpPr>
            <a:spLocks xmlns:a="http://schemas.openxmlformats.org/drawingml/2006/main" noGrp="1"/>
          </p:cNvSpPr>
          <p:nvPr/>
        </p:nvSpPr>
        <p:spPr>
          <a:xfrm xmlns:a="http://schemas.openxmlformats.org/drawingml/2006/main">
            <a:off x="4438650" y="3533775"/>
            <a:ext cx="3314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기록된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사용</a:t>
            </a:r>
          </a:p>
        </p:txBody>
      </p:sp>
      <p:sp>
        <p:nvSpPr>
          <p:cNvPr id="16" name="전체 테스트">
            <a:extLst xmlns:a="http://schemas.openxmlformats.org/drawingml/2006/main">
              <a:ext uri="{FF2B5EF4-FFF2-40B4-BE49-F238E27FC236}">
                <a16:creationId xmlns:a16="http://schemas.microsoft.com/office/drawing/2014/main" id="{C788A473-2A0B-4522-8A1A-03F0FDDEC696}"/>
              </a:ext>
            </a:extLst>
          </p:cNvPr>
          <p:cNvSpPr>
            <a:spLocks xmlns:a="http://schemas.openxmlformats.org/drawingml/2006/main" noGrp="1"/>
          </p:cNvSpPr>
          <p:nvPr/>
        </p:nvSpPr>
        <p:spPr>
          <a:xfrm xmlns:a="http://schemas.openxmlformats.org/drawingml/2006/main">
            <a:off x="8267700" y="2876550"/>
            <a:ext cx="3314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전체 테스트</a:t>
            </a:r>
          </a:p>
        </p:txBody>
      </p:sp>
      <p:sp>
        <p:nvSpPr>
          <p:cNvPr id="17" name="11 / 11">
            <a:extLst xmlns:a="http://schemas.openxmlformats.org/drawingml/2006/main">
              <a:ext uri="{FF2B5EF4-FFF2-40B4-BE49-F238E27FC236}">
                <a16:creationId xmlns:a16="http://schemas.microsoft.com/office/drawing/2014/main" id="{EBC86706-E3F6-478D-93B8-674F78F5EFCF}"/>
              </a:ext>
            </a:extLst>
          </p:cNvPr>
          <p:cNvSpPr>
            <a:spLocks xmlns:a="http://schemas.openxmlformats.org/drawingml/2006/main" noGrp="1"/>
          </p:cNvSpPr>
          <p:nvPr/>
        </p:nvSpPr>
        <p:spPr>
          <a:xfrm xmlns:a="http://schemas.openxmlformats.org/drawingml/2006/main">
            <a:off x="8267700" y="3476625"/>
            <a:ext cx="3314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18" name="PASS">
            <a:extLst xmlns:a="http://schemas.openxmlformats.org/drawingml/2006/main">
              <a:ext uri="{FF2B5EF4-FFF2-40B4-BE49-F238E27FC236}">
                <a16:creationId xmlns:a16="http://schemas.microsoft.com/office/drawing/2014/main" id="{1A23A807-53A6-44C6-9DA9-A9EAA94480EE}"/>
              </a:ext>
            </a:extLst>
          </p:cNvPr>
          <p:cNvSpPr>
            <a:spLocks xmlns:a="http://schemas.openxmlformats.org/drawingml/2006/main" noGrp="1"/>
          </p:cNvSpPr>
          <p:nvPr/>
        </p:nvSpPr>
        <p:spPr>
          <a:xfrm xmlns:a="http://schemas.openxmlformats.org/drawingml/2006/main">
            <a:off x="8267700" y="4105275"/>
            <a:ext cx="33147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6B4D"/>
                </a:solidFill>
                <a:latin typeface="Malgun Gothic"/>
                <a:ea typeface="Malgun Gothic"/>
                <a:cs typeface="Malgun Gothic"/>
              </a:defRPr>
            </a:defPPr>
            <a:lvl1pPr algn="l">
              <a:defRPr sz="2100" b="1">
                <a:solidFill>
                  <a:srgbClr val="176B4D"/>
                </a:solidFill>
                <a:latin typeface="Malgun Gothic"/>
                <a:ea typeface="Malgun Gothic"/>
                <a:cs typeface="Malgun Gothic"/>
              </a:defRPr>
            </a:lvl1pPr>
            <a:lvl2pPr algn="l">
              <a:defRPr sz="2100" b="1">
                <a:solidFill>
                  <a:srgbClr val="176B4D"/>
                </a:solidFill>
                <a:latin typeface="Malgun Gothic"/>
                <a:ea typeface="Malgun Gothic"/>
                <a:cs typeface="Malgun Gothic"/>
              </a:defRPr>
            </a:lvl2pPr>
            <a:lvl3pPr algn="l">
              <a:defRPr sz="2100" b="1">
                <a:solidFill>
                  <a:srgbClr val="176B4D"/>
                </a:solidFill>
                <a:latin typeface="Malgun Gothic"/>
                <a:ea typeface="Malgun Gothic"/>
                <a:cs typeface="Malgun Gothic"/>
              </a:defRPr>
            </a:lvl3pPr>
            <a:lvl4pPr algn="l">
              <a:defRPr sz="2100" b="1">
                <a:solidFill>
                  <a:srgbClr val="176B4D"/>
                </a:solidFill>
                <a:latin typeface="Malgun Gothic"/>
                <a:ea typeface="Malgun Gothic"/>
                <a:cs typeface="Malgun Gothic"/>
              </a:defRPr>
            </a:lvl4pPr>
            <a:lvl5pPr algn="l">
              <a:defRPr sz="2100" b="1">
                <a:solidFill>
                  <a:srgbClr val="176B4D"/>
                </a:solidFill>
                <a:latin typeface="Malgun Gothic"/>
                <a:ea typeface="Malgun Gothic"/>
                <a:cs typeface="Malgun Gothic"/>
              </a:defRPr>
            </a:lvl5pPr>
            <a:lvl6pPr algn="l">
              <a:defRPr sz="2100" b="1">
                <a:solidFill>
                  <a:srgbClr val="176B4D"/>
                </a:solidFill>
                <a:latin typeface="Malgun Gothic"/>
                <a:ea typeface="Malgun Gothic"/>
                <a:cs typeface="Malgun Gothic"/>
              </a:defRPr>
            </a:lvl6pPr>
            <a:lvl7pPr algn="l">
              <a:defRPr sz="2100" b="1">
                <a:solidFill>
                  <a:srgbClr val="176B4D"/>
                </a:solidFill>
                <a:latin typeface="Malgun Gothic"/>
                <a:ea typeface="Malgun Gothic"/>
                <a:cs typeface="Malgun Gothic"/>
              </a:defRPr>
            </a:lvl7pPr>
            <a:lvl8pPr algn="l">
              <a:defRPr sz="2100" b="1">
                <a:solidFill>
                  <a:srgbClr val="176B4D"/>
                </a:solidFill>
                <a:latin typeface="Malgun Gothic"/>
                <a:ea typeface="Malgun Gothic"/>
                <a:cs typeface="Malgun Gothic"/>
              </a:defRPr>
            </a:lvl8pPr>
            <a:lvl9pPr algn="l">
              <a:defRPr sz="2100" b="1">
                <a:solidFill>
                  <a:srgbClr val="176B4D"/>
                </a:solidFill>
                <a:latin typeface="Malgun Gothic"/>
                <a:ea typeface="Malgun Gothic"/>
                <a:cs typeface="Malgun Gothic"/>
              </a:defRPr>
            </a:lvl9pPr>
          </a:lstStyle>
          <a:p xmlns:a="http://schemas.openxmlformats.org/drawingml/2006/main">
            <a:pPr algn="l">
              <a:defRPr sz="2100" b="1">
                <a:solidFill>
                  <a:srgbClr val="176B4D"/>
                </a:solidFill>
                <a:latin typeface="Malgun Gothic"/>
                <a:ea typeface="Malgun Gothic"/>
                <a:cs typeface="Malgun Gothic"/>
              </a:defRPr>
            </a:pPr>
            <a:r>
              <a:rPr sz="2100" b="1">
                <a:solidFill>
                  <a:srgbClr val="176B4D"/>
                </a:solidFill>
                <a:latin typeface="Malgun Gothic"/>
                <a:ea typeface="Malgun Gothic"/>
                <a:cs typeface="Malgun Gothic"/>
              </a:rPr>
              <a:t>PASS</a:t>
            </a:r>
          </a:p>
        </p:txBody>
      </p:sp>
      <p:sp>
        <p:nvSpPr>
          <p:cNvPr id="19" name="">
            <a:extLst xmlns:a="http://schemas.openxmlformats.org/drawingml/2006/main">
              <a:ext uri="{FF2B5EF4-FFF2-40B4-BE49-F238E27FC236}">
                <a16:creationId xmlns:a16="http://schemas.microsoft.com/office/drawing/2014/main" id="{BDCC8B3D-3AB0-40A6-9F8C-DA637A982A30}"/>
              </a:ext>
            </a:extLst>
          </p:cNvPr>
          <p:cNvSpPr>
            <a:spLocks xmlns:a="http://schemas.openxmlformats.org/drawingml/2006/main" noGrp="1"/>
          </p:cNvSpPr>
          <p:nvPr/>
        </p:nvSpPr>
        <p:spPr>
          <a:xfrm xmlns:a="http://schemas.openxmlformats.org/drawingml/2006/main">
            <a:off x="3962400" y="3190875"/>
            <a:ext cx="28575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9DFBD088-4650-4FA9-81FE-724382153DBA}"/>
              </a:ext>
            </a:extLst>
          </p:cNvPr>
          <p:cNvSpPr>
            <a:spLocks xmlns:a="http://schemas.openxmlformats.org/drawingml/2006/main" noGrp="1"/>
          </p:cNvSpPr>
          <p:nvPr/>
        </p:nvSpPr>
        <p:spPr>
          <a:xfrm xmlns:a="http://schemas.openxmlformats.org/drawingml/2006/main">
            <a:off x="7791450" y="3190875"/>
            <a:ext cx="28575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DC9D626F-89F6-4A02-B820-47E7DFE524C6}"/>
              </a:ext>
            </a:extLst>
          </p:cNvPr>
          <p:cNvSpPr>
            <a:spLocks xmlns:a="http://schemas.openxmlformats.org/drawingml/2006/main" noGrp="1"/>
          </p:cNvSpPr>
          <p:nvPr/>
        </p:nvSpPr>
        <p:spPr>
          <a:xfrm xmlns:a="http://schemas.openxmlformats.org/drawingml/2006/main">
            <a:off x="609600" y="4772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README-only 범위는 작업 요청에도 명시돼 있었다">
            <a:extLst xmlns:a="http://schemas.openxmlformats.org/drawingml/2006/main">
              <a:ext uri="{FF2B5EF4-FFF2-40B4-BE49-F238E27FC236}">
                <a16:creationId xmlns:a16="http://schemas.microsoft.com/office/drawing/2014/main" id="{A2CF5CC3-06B4-4DF4-BE71-61CC956D9258}"/>
              </a:ext>
            </a:extLst>
          </p:cNvPr>
          <p:cNvSpPr>
            <a:spLocks xmlns:a="http://schemas.openxmlformats.org/drawingml/2006/main" noGrp="1"/>
          </p:cNvSpPr>
          <p:nvPr/>
        </p:nvSpPr>
        <p:spPr>
          <a:xfrm xmlns:a="http://schemas.openxmlformats.org/drawingml/2006/main">
            <a:off x="609600" y="5048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README-only 범위는 작업 요청에도 명시돼 있었다</a:t>
            </a:r>
          </a:p>
        </p:txBody>
      </p:sp>
      <p:sp>
        <p:nvSpPr>
          <p:cNvPr id="23" name="Legacy module connection">
            <a:extLst xmlns:a="http://schemas.openxmlformats.org/drawingml/2006/main">
              <a:ext uri="{FF2B5EF4-FFF2-40B4-BE49-F238E27FC236}">
                <a16:creationId xmlns:a16="http://schemas.microsoft.com/office/drawing/2014/main" id="{B3EA6169-230D-477A-BE04-B2380FA6B97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53789062"/>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2 · 정보의 범위와 수명">
            <a:extLst xmlns:a="http://schemas.openxmlformats.org/drawingml/2006/main">
              <a:ext uri="{FF2B5EF4-FFF2-40B4-BE49-F238E27FC236}">
                <a16:creationId xmlns:a16="http://schemas.microsoft.com/office/drawing/2014/main" id="{47841CD6-E33A-4416-B880-19328E64A44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27">
            <a:extLst xmlns:a="http://schemas.openxmlformats.org/drawingml/2006/main">
              <a:ext uri="{FF2B5EF4-FFF2-40B4-BE49-F238E27FC236}">
                <a16:creationId xmlns:a16="http://schemas.microsoft.com/office/drawing/2014/main" id="{642BF08C-D32A-4DE7-97D8-429994F41B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Task Prompt와 Project Context">
            <a:extLst xmlns:a="http://schemas.openxmlformats.org/drawingml/2006/main">
              <a:ext uri="{FF2B5EF4-FFF2-40B4-BE49-F238E27FC236}">
                <a16:creationId xmlns:a16="http://schemas.microsoft.com/office/drawing/2014/main" id="{BCAC0988-3437-4D47-90ED-C3D5ED0414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2DF508ED-EF24-4DBE-89E9-D11BD15EE0F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현재 목표와 지속되는 프로젝트 사실">
            <a:extLst xmlns:a="http://schemas.openxmlformats.org/drawingml/2006/main">
              <a:ext uri="{FF2B5EF4-FFF2-40B4-BE49-F238E27FC236}">
                <a16:creationId xmlns:a16="http://schemas.microsoft.com/office/drawing/2014/main" id="{68655D4C-70BB-42E9-9784-F142D75D9BF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현재 목표와 지속되는 프로젝트 사실</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99F7F610-368B-4334-9618-51D6F1E095B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D3118E08-05D4-427F-96A7-048595D77260}"/>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6C56DC84-A2CE-4974-8C0D-C2AAE7DEB5BB}"/>
              </a:ext>
            </a:extLst>
          </p:cNvPr>
          <p:cNvSpPr>
            <a:spLocks xmlns:a="http://schemas.openxmlformats.org/drawingml/2006/main" noGrp="1"/>
          </p:cNvSpPr>
          <p:nvPr/>
        </p:nvSpPr>
        <p:spPr>
          <a:xfrm xmlns:a="http://schemas.openxmlformats.org/drawingml/2006/main">
            <a:off x="609600" y="2676525"/>
            <a:ext cx="4914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7D465214-8ADA-45D9-A980-61809CE3E882}"/>
              </a:ext>
            </a:extLst>
          </p:cNvPr>
          <p:cNvSpPr>
            <a:spLocks xmlns:a="http://schemas.openxmlformats.org/drawingml/2006/main" noGrp="1"/>
          </p:cNvSpPr>
          <p:nvPr/>
        </p:nvSpPr>
        <p:spPr>
          <a:xfrm xmlns:a="http://schemas.openxmlformats.org/drawingml/2006/main">
            <a:off x="6705600" y="267652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
            <a:extLst xmlns:a="http://schemas.openxmlformats.org/drawingml/2006/main">
              <a:ext uri="{FF2B5EF4-FFF2-40B4-BE49-F238E27FC236}">
                <a16:creationId xmlns:a16="http://schemas.microsoft.com/office/drawing/2014/main" id="{A4531D1E-C91A-4C10-9EEA-5DAB7695DB61}"/>
              </a:ext>
            </a:extLst>
          </p:cNvPr>
          <p:cNvSpPr>
            <a:spLocks xmlns:a="http://schemas.openxmlformats.org/drawingml/2006/main" noGrp="1"/>
          </p:cNvSpPr>
          <p:nvPr/>
        </p:nvSpPr>
        <p:spPr>
          <a:xfrm xmlns:a="http://schemas.openxmlformats.org/drawingml/2006/main">
            <a:off x="609600" y="3286125"/>
            <a:ext cx="4914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CEC21B8D-E7C0-4B10-A008-7346234C7CE1}"/>
              </a:ext>
            </a:extLst>
          </p:cNvPr>
          <p:cNvSpPr>
            <a:spLocks xmlns:a="http://schemas.openxmlformats.org/drawingml/2006/main" noGrp="1"/>
          </p:cNvSpPr>
          <p:nvPr/>
        </p:nvSpPr>
        <p:spPr>
          <a:xfrm xmlns:a="http://schemas.openxmlformats.org/drawingml/2006/main">
            <a:off x="6705600" y="32861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금 원하는 결과">
            <a:extLst xmlns:a="http://schemas.openxmlformats.org/drawingml/2006/main">
              <a:ext uri="{FF2B5EF4-FFF2-40B4-BE49-F238E27FC236}">
                <a16:creationId xmlns:a16="http://schemas.microsoft.com/office/drawing/2014/main" id="{508AAA52-7483-4154-96F7-FF8B6B0970DA}"/>
              </a:ext>
            </a:extLst>
          </p:cNvPr>
          <p:cNvSpPr>
            <a:spLocks xmlns:a="http://schemas.openxmlformats.org/drawingml/2006/main" noGrp="1"/>
          </p:cNvSpPr>
          <p:nvPr/>
        </p:nvSpPr>
        <p:spPr>
          <a:xfrm xmlns:a="http://schemas.openxmlformats.org/drawingml/2006/main">
            <a:off x="609600" y="3457575"/>
            <a:ext cx="4914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3" name="계속 참이어야 할 사실">
            <a:extLst xmlns:a="http://schemas.openxmlformats.org/drawingml/2006/main">
              <a:ext uri="{FF2B5EF4-FFF2-40B4-BE49-F238E27FC236}">
                <a16:creationId xmlns:a16="http://schemas.microsoft.com/office/drawing/2014/main" id="{86C3C4B8-E0D7-46E6-BADC-AA0F7BC021CC}"/>
              </a:ext>
            </a:extLst>
          </p:cNvPr>
          <p:cNvSpPr>
            <a:spLocks xmlns:a="http://schemas.openxmlformats.org/drawingml/2006/main" noGrp="1"/>
          </p:cNvSpPr>
          <p:nvPr/>
        </p:nvSpPr>
        <p:spPr>
          <a:xfrm xmlns:a="http://schemas.openxmlformats.org/drawingml/2006/main">
            <a:off x="6705600" y="345757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참이어야 할 사실</a:t>
            </a:r>
          </a:p>
        </p:txBody>
      </p:sp>
      <p:sp>
        <p:nvSpPr>
          <p:cNvPr id="14" name="crop 경계 버그 수정&#10;이번에는 README만 변경">
            <a:extLst xmlns:a="http://schemas.openxmlformats.org/drawingml/2006/main">
              <a:ext uri="{FF2B5EF4-FFF2-40B4-BE49-F238E27FC236}">
                <a16:creationId xmlns:a16="http://schemas.microsoft.com/office/drawing/2014/main" id="{243DDF62-4FB9-40DF-8D40-93540D23FE29}"/>
              </a:ext>
            </a:extLst>
          </p:cNvPr>
          <p:cNvSpPr>
            <a:spLocks xmlns:a="http://schemas.openxmlformats.org/drawingml/2006/main" noGrp="1"/>
          </p:cNvSpPr>
          <p:nvPr/>
        </p:nvSpPr>
        <p:spPr>
          <a:xfrm xmlns:a="http://schemas.openxmlformats.org/drawingml/2006/main">
            <a:off x="609600" y="3971925"/>
            <a:ext cx="49149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crop 경계 버그 수정</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이번에는 README만 변경</a:t>
            </a:r>
          </a:p>
        </p:txBody>
      </p:sp>
      <p:sp>
        <p:nvSpPr>
          <p:cNvPr id="15" name="프로젝트의 테스트 명령&#10;의존성 추가에는 작업상 근거 필요">
            <a:extLst xmlns:a="http://schemas.openxmlformats.org/drawingml/2006/main">
              <a:ext uri="{FF2B5EF4-FFF2-40B4-BE49-F238E27FC236}">
                <a16:creationId xmlns:a16="http://schemas.microsoft.com/office/drawing/2014/main" id="{239DFD3F-FE5A-48C5-B244-C732634675AE}"/>
              </a:ext>
            </a:extLst>
          </p:cNvPr>
          <p:cNvSpPr>
            <a:spLocks xmlns:a="http://schemas.openxmlformats.org/drawingml/2006/main" noGrp="1"/>
          </p:cNvSpPr>
          <p:nvPr/>
        </p:nvSpPr>
        <p:spPr>
          <a:xfrm xmlns:a="http://schemas.openxmlformats.org/drawingml/2006/main">
            <a:off x="6705600" y="3971925"/>
            <a:ext cx="4876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프로젝트의 테스트 명령</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p:txBody>
      </p:sp>
      <p:sp>
        <p:nvSpPr>
          <p:cNvPr id="16" name="">
            <a:extLst xmlns:a="http://schemas.openxmlformats.org/drawingml/2006/main">
              <a:ext uri="{FF2B5EF4-FFF2-40B4-BE49-F238E27FC236}">
                <a16:creationId xmlns:a16="http://schemas.microsoft.com/office/drawing/2014/main" id="{BCBD46E2-AFE9-4420-91AD-6D2BF05E856E}"/>
              </a:ext>
            </a:extLst>
          </p:cNvPr>
          <p:cNvSpPr>
            <a:spLocks xmlns:a="http://schemas.openxmlformats.org/drawingml/2006/main" noGrp="1"/>
          </p:cNvSpPr>
          <p:nvPr/>
        </p:nvSpPr>
        <p:spPr>
          <a:xfrm xmlns:a="http://schemas.openxmlformats.org/drawingml/2006/main">
            <a:off x="609600" y="5143500"/>
            <a:ext cx="4914900" cy="4667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FF8FBEA7-E8F2-41C0-B0E9-184FFAA90CF3}"/>
              </a:ext>
            </a:extLst>
          </p:cNvPr>
          <p:cNvSpPr>
            <a:spLocks xmlns:a="http://schemas.openxmlformats.org/drawingml/2006/main" noGrp="1"/>
          </p:cNvSpPr>
          <p:nvPr/>
        </p:nvSpPr>
        <p:spPr>
          <a:xfrm xmlns:a="http://schemas.openxmlformats.org/drawingml/2006/main">
            <a:off x="6705600" y="5143500"/>
            <a:ext cx="4876800" cy="4667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다음 작업에서는 목표가 달라짐">
            <a:extLst xmlns:a="http://schemas.openxmlformats.org/drawingml/2006/main">
              <a:ext uri="{FF2B5EF4-FFF2-40B4-BE49-F238E27FC236}">
                <a16:creationId xmlns:a16="http://schemas.microsoft.com/office/drawing/2014/main" id="{B0C8D1FE-917F-4AEE-AC5C-09866F5A77F4}"/>
              </a:ext>
            </a:extLst>
          </p:cNvPr>
          <p:cNvSpPr>
            <a:spLocks xmlns:a="http://schemas.openxmlformats.org/drawingml/2006/main" noGrp="1"/>
          </p:cNvSpPr>
          <p:nvPr/>
        </p:nvSpPr>
        <p:spPr>
          <a:xfrm xmlns:a="http://schemas.openxmlformats.org/drawingml/2006/main">
            <a:off x="762000" y="5210175"/>
            <a:ext cx="4610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19" name="여러 작업에서 다시 참고">
            <a:extLst xmlns:a="http://schemas.openxmlformats.org/drawingml/2006/main">
              <a:ext uri="{FF2B5EF4-FFF2-40B4-BE49-F238E27FC236}">
                <a16:creationId xmlns:a16="http://schemas.microsoft.com/office/drawing/2014/main" id="{A3BFD9B1-A215-4753-AC48-29CC05BE00EA}"/>
              </a:ext>
            </a:extLst>
          </p:cNvPr>
          <p:cNvSpPr>
            <a:spLocks xmlns:a="http://schemas.openxmlformats.org/drawingml/2006/main" noGrp="1"/>
          </p:cNvSpPr>
          <p:nvPr/>
        </p:nvSpPr>
        <p:spPr>
          <a:xfrm xmlns:a="http://schemas.openxmlformats.org/drawingml/2006/main">
            <a:off x="6858000" y="5210175"/>
            <a:ext cx="457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0" name="Legacy module connection">
            <a:extLst xmlns:a="http://schemas.openxmlformats.org/drawingml/2006/main">
              <a:ext uri="{FF2B5EF4-FFF2-40B4-BE49-F238E27FC236}">
                <a16:creationId xmlns:a16="http://schemas.microsoft.com/office/drawing/2014/main" id="{F58F5E16-BACE-4EC0-9371-EBD1117EB0C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22369367"/>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Context가 쌓이는 과정">
            <a:extLst xmlns:a="http://schemas.openxmlformats.org/drawingml/2006/main">
              <a:ext uri="{FF2B5EF4-FFF2-40B4-BE49-F238E27FC236}">
                <a16:creationId xmlns:a16="http://schemas.microsoft.com/office/drawing/2014/main" id="{D4F32331-DFD2-4AF4-8C15-F4007F08D5A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28">
            <a:extLst xmlns:a="http://schemas.openxmlformats.org/drawingml/2006/main">
              <a:ext uri="{FF2B5EF4-FFF2-40B4-BE49-F238E27FC236}">
                <a16:creationId xmlns:a16="http://schemas.microsoft.com/office/drawing/2014/main" id="{F25D292A-430F-47F2-8409-8C36D65A11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정확한 정보도 계속 늘어난다">
            <a:extLst xmlns:a="http://schemas.openxmlformats.org/drawingml/2006/main">
              <a:ext uri="{FF2B5EF4-FFF2-40B4-BE49-F238E27FC236}">
                <a16:creationId xmlns:a16="http://schemas.microsoft.com/office/drawing/2014/main" id="{61ACB074-0578-49A4-A03B-B2F0F0ED180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22C9D121-BC5B-4D78-9F2A-D00560462BE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STATE-02 · 실제 AGENTS.md 상태 비교">
            <a:extLst xmlns:a="http://schemas.openxmlformats.org/drawingml/2006/main">
              <a:ext uri="{FF2B5EF4-FFF2-40B4-BE49-F238E27FC236}">
                <a16:creationId xmlns:a16="http://schemas.microsoft.com/office/drawing/2014/main" id="{20326BAD-0F54-41B2-83C5-574CF7279E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STATE-02 · 실제 AGENTS.md 상태 비교</a:t>
            </a:r>
          </a:p>
        </p:txBody>
      </p:sp>
      <p:sp>
        <p:nvSpPr>
          <p:cNvPr id="6" name="문서 크기는 상태 식별 정보 · Context 증가가 실패를 일으켰다는 근거는 아님">
            <a:extLst xmlns:a="http://schemas.openxmlformats.org/drawingml/2006/main">
              <a:ext uri="{FF2B5EF4-FFF2-40B4-BE49-F238E27FC236}">
                <a16:creationId xmlns:a16="http://schemas.microsoft.com/office/drawing/2014/main" id="{B638B364-356A-4DA9-8509-A3C6CFDE47B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문서 크기는 상태 식별 정보 · Context 증가가 실패를 일으켰다는 근거는 아님</a:t>
            </a:r>
          </a:p>
        </p:txBody>
      </p:sp>
      <p:sp>
        <p:nvSpPr>
          <p:cNvPr id="7" name="STATE-01">
            <a:extLst xmlns:a="http://schemas.openxmlformats.org/drawingml/2006/main">
              <a:ext uri="{FF2B5EF4-FFF2-40B4-BE49-F238E27FC236}">
                <a16:creationId xmlns:a16="http://schemas.microsoft.com/office/drawing/2014/main" id="{FBA9EB34-C97D-491D-A9F5-D4879E051717}"/>
              </a:ext>
            </a:extLst>
          </p:cNvPr>
          <p:cNvSpPr>
            <a:spLocks xmlns:a="http://schemas.openxmlformats.org/drawingml/2006/main" noGrp="1"/>
          </p:cNvSpPr>
          <p:nvPr/>
        </p:nvSpPr>
        <p:spPr>
          <a:xfrm xmlns:a="http://schemas.openxmlformats.org/drawingml/2006/main">
            <a:off x="609600" y="2200275"/>
            <a:ext cx="295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STATE-01</a:t>
            </a:r>
          </a:p>
        </p:txBody>
      </p:sp>
      <p:sp>
        <p:nvSpPr>
          <p:cNvPr id="8" name="목적 · 실행 · 테스트&#10;기본 제약">
            <a:extLst xmlns:a="http://schemas.openxmlformats.org/drawingml/2006/main">
              <a:ext uri="{FF2B5EF4-FFF2-40B4-BE49-F238E27FC236}">
                <a16:creationId xmlns:a16="http://schemas.microsoft.com/office/drawing/2014/main" id="{AF22E457-DEC7-4E40-85CA-7517484A5AAC}"/>
              </a:ext>
            </a:extLst>
          </p:cNvPr>
          <p:cNvSpPr>
            <a:spLocks xmlns:a="http://schemas.openxmlformats.org/drawingml/2006/main" noGrp="1"/>
          </p:cNvSpPr>
          <p:nvPr/>
        </p:nvSpPr>
        <p:spPr>
          <a:xfrm xmlns:a="http://schemas.openxmlformats.org/drawingml/2006/main">
            <a:off x="609600" y="2695575"/>
            <a:ext cx="2952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목적 · 실행 · 테스트</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기본 제약</a:t>
            </a:r>
          </a:p>
        </p:txBody>
      </p:sp>
      <p:sp>
        <p:nvSpPr>
          <p:cNvPr id="9" name="15줄 · 567 bytes">
            <a:extLst xmlns:a="http://schemas.openxmlformats.org/drawingml/2006/main">
              <a:ext uri="{FF2B5EF4-FFF2-40B4-BE49-F238E27FC236}">
                <a16:creationId xmlns:a16="http://schemas.microsoft.com/office/drawing/2014/main" id="{474B6A1A-83B6-43D7-93EB-52E05722C246}"/>
              </a:ext>
            </a:extLst>
          </p:cNvPr>
          <p:cNvSpPr>
            <a:spLocks xmlns:a="http://schemas.openxmlformats.org/drawingml/2006/main" noGrp="1"/>
          </p:cNvSpPr>
          <p:nvPr/>
        </p:nvSpPr>
        <p:spPr>
          <a:xfrm xmlns:a="http://schemas.openxmlformats.org/drawingml/2006/main">
            <a:off x="609600" y="39433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15줄 · 567 bytes</a:t>
            </a:r>
          </a:p>
        </p:txBody>
      </p:sp>
      <p:sp>
        <p:nvSpPr>
          <p:cNvPr id="10" name="">
            <a:extLst xmlns:a="http://schemas.openxmlformats.org/drawingml/2006/main">
              <a:ext uri="{FF2B5EF4-FFF2-40B4-BE49-F238E27FC236}">
                <a16:creationId xmlns:a16="http://schemas.microsoft.com/office/drawing/2014/main" id="{67775246-76C8-4F11-8796-CF5802DF696B}"/>
              </a:ext>
            </a:extLst>
          </p:cNvPr>
          <p:cNvSpPr>
            <a:spLocks xmlns:a="http://schemas.openxmlformats.org/drawingml/2006/main" noGrp="1"/>
          </p:cNvSpPr>
          <p:nvPr/>
        </p:nvSpPr>
        <p:spPr>
          <a:xfrm xmlns:a="http://schemas.openxmlformats.org/drawingml/2006/main">
            <a:off x="3695700" y="3076575"/>
            <a:ext cx="4762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STATE-02에 추가된 실제 정보">
            <a:extLst xmlns:a="http://schemas.openxmlformats.org/drawingml/2006/main">
              <a:ext uri="{FF2B5EF4-FFF2-40B4-BE49-F238E27FC236}">
                <a16:creationId xmlns:a16="http://schemas.microsoft.com/office/drawing/2014/main" id="{47E0428F-BAF3-4CC9-B696-CE5D2EEBD7F4}"/>
              </a:ext>
            </a:extLst>
          </p:cNvPr>
          <p:cNvSpPr>
            <a:spLocks xmlns:a="http://schemas.openxmlformats.org/drawingml/2006/main" noGrp="1"/>
          </p:cNvSpPr>
          <p:nvPr/>
        </p:nvSpPr>
        <p:spPr>
          <a:xfrm xmlns:a="http://schemas.openxmlformats.org/drawingml/2006/main">
            <a:off x="4610100" y="2200275"/>
            <a:ext cx="6972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STATE-02에 추가된 실제 정보</a:t>
            </a:r>
          </a:p>
        </p:txBody>
      </p:sp>
      <p:sp>
        <p:nvSpPr>
          <p:cNvPr id="12" name="">
            <a:extLst xmlns:a="http://schemas.openxmlformats.org/drawingml/2006/main">
              <a:ext uri="{FF2B5EF4-FFF2-40B4-BE49-F238E27FC236}">
                <a16:creationId xmlns:a16="http://schemas.microsoft.com/office/drawing/2014/main" id="{B4B6A7E8-E377-4C38-8DAB-E22CE0DF1CA6}"/>
              </a:ext>
            </a:extLst>
          </p:cNvPr>
          <p:cNvSpPr>
            <a:spLocks xmlns:a="http://schemas.openxmlformats.org/drawingml/2006/main" noGrp="1"/>
          </p:cNvSpPr>
          <p:nvPr/>
        </p:nvSpPr>
        <p:spPr>
          <a:xfrm xmlns:a="http://schemas.openxmlformats.org/drawingml/2006/main">
            <a:off x="4610100" y="2743200"/>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처리 순서">
            <a:extLst xmlns:a="http://schemas.openxmlformats.org/drawingml/2006/main">
              <a:ext uri="{FF2B5EF4-FFF2-40B4-BE49-F238E27FC236}">
                <a16:creationId xmlns:a16="http://schemas.microsoft.com/office/drawing/2014/main" id="{067FEE9D-3F13-448D-90A9-FF2D1BF87374}"/>
              </a:ext>
            </a:extLst>
          </p:cNvPr>
          <p:cNvSpPr>
            <a:spLocks xmlns:a="http://schemas.openxmlformats.org/drawingml/2006/main" noGrp="1"/>
          </p:cNvSpPr>
          <p:nvPr/>
        </p:nvSpPr>
        <p:spPr>
          <a:xfrm xmlns:a="http://schemas.openxmlformats.org/drawingml/2006/main">
            <a:off x="4610100" y="2838450"/>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4" name="load → normalize → … → write">
            <a:extLst xmlns:a="http://schemas.openxmlformats.org/drawingml/2006/main">
              <a:ext uri="{FF2B5EF4-FFF2-40B4-BE49-F238E27FC236}">
                <a16:creationId xmlns:a16="http://schemas.microsoft.com/office/drawing/2014/main" id="{09EC0822-715B-49CF-A4F3-4140CA50D6D8}"/>
              </a:ext>
            </a:extLst>
          </p:cNvPr>
          <p:cNvSpPr>
            <a:spLocks xmlns:a="http://schemas.openxmlformats.org/drawingml/2006/main" noGrp="1"/>
          </p:cNvSpPr>
          <p:nvPr/>
        </p:nvSpPr>
        <p:spPr>
          <a:xfrm xmlns:a="http://schemas.openxmlformats.org/drawingml/2006/main">
            <a:off x="6810375" y="2838450"/>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load → normalize → … → write</a:t>
            </a:r>
          </a:p>
        </p:txBody>
      </p:sp>
      <p:sp>
        <p:nvSpPr>
          <p:cNvPr id="15" name="">
            <a:extLst xmlns:a="http://schemas.openxmlformats.org/drawingml/2006/main">
              <a:ext uri="{FF2B5EF4-FFF2-40B4-BE49-F238E27FC236}">
                <a16:creationId xmlns:a16="http://schemas.microsoft.com/office/drawing/2014/main" id="{FA68BD39-D111-4E53-9719-BC986E5F63F5}"/>
              </a:ext>
            </a:extLst>
          </p:cNvPr>
          <p:cNvSpPr>
            <a:spLocks xmlns:a="http://schemas.openxmlformats.org/drawingml/2006/main" noGrp="1"/>
          </p:cNvSpPr>
          <p:nvPr/>
        </p:nvSpPr>
        <p:spPr>
          <a:xfrm xmlns:a="http://schemas.openxmlformats.org/drawingml/2006/main">
            <a:off x="4610100" y="3286125"/>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계약">
            <a:extLst xmlns:a="http://schemas.openxmlformats.org/drawingml/2006/main">
              <a:ext uri="{FF2B5EF4-FFF2-40B4-BE49-F238E27FC236}">
                <a16:creationId xmlns:a16="http://schemas.microsoft.com/office/drawing/2014/main" id="{B93E1307-0D94-44CA-8711-8A826E719FED}"/>
              </a:ext>
            </a:extLst>
          </p:cNvPr>
          <p:cNvSpPr>
            <a:spLocks xmlns:a="http://schemas.openxmlformats.org/drawingml/2006/main" noGrp="1"/>
          </p:cNvSpPr>
          <p:nvPr/>
        </p:nvSpPr>
        <p:spPr>
          <a:xfrm xmlns:a="http://schemas.openxmlformats.org/drawingml/2006/main">
            <a:off x="4610100" y="3381375"/>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계약</a:t>
            </a:r>
          </a:p>
        </p:txBody>
      </p:sp>
      <p:sp>
        <p:nvSpPr>
          <p:cNvPr id="17" name="crop: [x_start, x_end)">
            <a:extLst xmlns:a="http://schemas.openxmlformats.org/drawingml/2006/main">
              <a:ext uri="{FF2B5EF4-FFF2-40B4-BE49-F238E27FC236}">
                <a16:creationId xmlns:a16="http://schemas.microsoft.com/office/drawing/2014/main" id="{B438D84D-8C4A-45BF-8F20-84E36E3536C9}"/>
              </a:ext>
            </a:extLst>
          </p:cNvPr>
          <p:cNvSpPr>
            <a:spLocks xmlns:a="http://schemas.openxmlformats.org/drawingml/2006/main" noGrp="1"/>
          </p:cNvSpPr>
          <p:nvPr/>
        </p:nvSpPr>
        <p:spPr>
          <a:xfrm xmlns:a="http://schemas.openxmlformats.org/drawingml/2006/main">
            <a:off x="6810375" y="3381375"/>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crop: [x_start, x_end)</a:t>
            </a:r>
          </a:p>
        </p:txBody>
      </p:sp>
      <p:sp>
        <p:nvSpPr>
          <p:cNvPr id="18" name="">
            <a:extLst xmlns:a="http://schemas.openxmlformats.org/drawingml/2006/main">
              <a:ext uri="{FF2B5EF4-FFF2-40B4-BE49-F238E27FC236}">
                <a16:creationId xmlns:a16="http://schemas.microsoft.com/office/drawing/2014/main" id="{15394A45-0AF9-44C1-93E7-B3EB8148BAAC}"/>
              </a:ext>
            </a:extLst>
          </p:cNvPr>
          <p:cNvSpPr>
            <a:spLocks xmlns:a="http://schemas.openxmlformats.org/drawingml/2006/main" noGrp="1"/>
          </p:cNvSpPr>
          <p:nvPr/>
        </p:nvSpPr>
        <p:spPr>
          <a:xfrm xmlns:a="http://schemas.openxmlformats.org/drawingml/2006/main">
            <a:off x="4610100" y="3829050"/>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구조">
            <a:extLst xmlns:a="http://schemas.openxmlformats.org/drawingml/2006/main">
              <a:ext uri="{FF2B5EF4-FFF2-40B4-BE49-F238E27FC236}">
                <a16:creationId xmlns:a16="http://schemas.microsoft.com/office/drawing/2014/main" id="{2A99EB84-AC35-4246-A7BF-993D4DEC4BA9}"/>
              </a:ext>
            </a:extLst>
          </p:cNvPr>
          <p:cNvSpPr>
            <a:spLocks xmlns:a="http://schemas.openxmlformats.org/drawingml/2006/main" noGrp="1"/>
          </p:cNvSpPr>
          <p:nvPr/>
        </p:nvSpPr>
        <p:spPr>
          <a:xfrm xmlns:a="http://schemas.openxmlformats.org/drawingml/2006/main">
            <a:off x="4610100" y="3924300"/>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0" name="tests/test_pipeline.py">
            <a:extLst xmlns:a="http://schemas.openxmlformats.org/drawingml/2006/main">
              <a:ext uri="{FF2B5EF4-FFF2-40B4-BE49-F238E27FC236}">
                <a16:creationId xmlns:a16="http://schemas.microsoft.com/office/drawing/2014/main" id="{B93C4343-FEB0-4A8A-83E7-EA130552F1A3}"/>
              </a:ext>
            </a:extLst>
          </p:cNvPr>
          <p:cNvSpPr>
            <a:spLocks xmlns:a="http://schemas.openxmlformats.org/drawingml/2006/main" noGrp="1"/>
          </p:cNvSpPr>
          <p:nvPr/>
        </p:nvSpPr>
        <p:spPr>
          <a:xfrm xmlns:a="http://schemas.openxmlformats.org/drawingml/2006/main">
            <a:off x="6810375" y="3924300"/>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tests/test_pipeline.py</a:t>
            </a:r>
          </a:p>
        </p:txBody>
      </p:sp>
      <p:sp>
        <p:nvSpPr>
          <p:cNvPr id="21" name="">
            <a:extLst xmlns:a="http://schemas.openxmlformats.org/drawingml/2006/main">
              <a:ext uri="{FF2B5EF4-FFF2-40B4-BE49-F238E27FC236}">
                <a16:creationId xmlns:a16="http://schemas.microsoft.com/office/drawing/2014/main" id="{A1C4EDE1-4DA1-4C5A-8ABF-9EBB2700E8D0}"/>
              </a:ext>
            </a:extLst>
          </p:cNvPr>
          <p:cNvSpPr>
            <a:spLocks xmlns:a="http://schemas.openxmlformats.org/drawingml/2006/main" noGrp="1"/>
          </p:cNvSpPr>
          <p:nvPr/>
        </p:nvSpPr>
        <p:spPr>
          <a:xfrm xmlns:a="http://schemas.openxmlformats.org/drawingml/2006/main">
            <a:off x="4610100" y="4371975"/>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LI 출력">
            <a:extLst xmlns:a="http://schemas.openxmlformats.org/drawingml/2006/main">
              <a:ext uri="{FF2B5EF4-FFF2-40B4-BE49-F238E27FC236}">
                <a16:creationId xmlns:a16="http://schemas.microsoft.com/office/drawing/2014/main" id="{54946026-AFBA-4997-B95B-7F80091DAF2D}"/>
              </a:ext>
            </a:extLst>
          </p:cNvPr>
          <p:cNvSpPr>
            <a:spLocks xmlns:a="http://schemas.openxmlformats.org/drawingml/2006/main" noGrp="1"/>
          </p:cNvSpPr>
          <p:nvPr/>
        </p:nvSpPr>
        <p:spPr>
          <a:xfrm xmlns:a="http://schemas.openxmlformats.org/drawingml/2006/main">
            <a:off x="4610100" y="4467225"/>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3" name="width · height · pixel_count …">
            <a:extLst xmlns:a="http://schemas.openxmlformats.org/drawingml/2006/main">
              <a:ext uri="{FF2B5EF4-FFF2-40B4-BE49-F238E27FC236}">
                <a16:creationId xmlns:a16="http://schemas.microsoft.com/office/drawing/2014/main" id="{AE6DC5FE-2F68-414D-9058-D05D0786607D}"/>
              </a:ext>
            </a:extLst>
          </p:cNvPr>
          <p:cNvSpPr>
            <a:spLocks xmlns:a="http://schemas.openxmlformats.org/drawingml/2006/main" noGrp="1"/>
          </p:cNvSpPr>
          <p:nvPr/>
        </p:nvSpPr>
        <p:spPr>
          <a:xfrm xmlns:a="http://schemas.openxmlformats.org/drawingml/2006/main">
            <a:off x="6810375" y="4467225"/>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width · height · pixel_count …</a:t>
            </a:r>
          </a:p>
        </p:txBody>
      </p:sp>
      <p:sp>
        <p:nvSpPr>
          <p:cNvPr id="24" name="32줄 · 1,303 bytes">
            <a:extLst xmlns:a="http://schemas.openxmlformats.org/drawingml/2006/main">
              <a:ext uri="{FF2B5EF4-FFF2-40B4-BE49-F238E27FC236}">
                <a16:creationId xmlns:a16="http://schemas.microsoft.com/office/drawing/2014/main" id="{FBF855E2-CA09-42EB-AC8D-C99271482873}"/>
              </a:ext>
            </a:extLst>
          </p:cNvPr>
          <p:cNvSpPr>
            <a:spLocks xmlns:a="http://schemas.openxmlformats.org/drawingml/2006/main" noGrp="1"/>
          </p:cNvSpPr>
          <p:nvPr/>
        </p:nvSpPr>
        <p:spPr>
          <a:xfrm xmlns:a="http://schemas.openxmlformats.org/drawingml/2006/main">
            <a:off x="4610100" y="5067300"/>
            <a:ext cx="697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32줄 · 1,303 bytes</a:t>
            </a:r>
          </a:p>
        </p:txBody>
      </p:sp>
      <p:sp>
        <p:nvSpPr>
          <p:cNvPr id="25" name="이번 Task에도 필요할까?">
            <a:extLst xmlns:a="http://schemas.openxmlformats.org/drawingml/2006/main">
              <a:ext uri="{FF2B5EF4-FFF2-40B4-BE49-F238E27FC236}">
                <a16:creationId xmlns:a16="http://schemas.microsoft.com/office/drawing/2014/main" id="{CAC48BD4-3354-4FF6-BBF6-A481488FD614}"/>
              </a:ext>
            </a:extLst>
          </p:cNvPr>
          <p:cNvSpPr>
            <a:spLocks xmlns:a="http://schemas.openxmlformats.org/drawingml/2006/main" noGrp="1"/>
          </p:cNvSpPr>
          <p:nvPr/>
        </p:nvSpPr>
        <p:spPr>
          <a:xfrm xmlns:a="http://schemas.openxmlformats.org/drawingml/2006/main">
            <a:off x="609600" y="5219700"/>
            <a:ext cx="3714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Task에도 필요할까?</a:t>
            </a:r>
          </a:p>
        </p:txBody>
      </p:sp>
      <p:sp>
        <p:nvSpPr>
          <p:cNvPr id="26" name="Legacy module connection">
            <a:extLst xmlns:a="http://schemas.openxmlformats.org/drawingml/2006/main">
              <a:ext uri="{FF2B5EF4-FFF2-40B4-BE49-F238E27FC236}">
                <a16:creationId xmlns:a16="http://schemas.microsoft.com/office/drawing/2014/main" id="{4E6B1D0C-3FC1-4FC9-B327-5849A2727B9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26184854"/>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2 · 관련성을 확인하기">
            <a:extLst xmlns:a="http://schemas.openxmlformats.org/drawingml/2006/main">
              <a:ext uri="{FF2B5EF4-FFF2-40B4-BE49-F238E27FC236}">
                <a16:creationId xmlns:a16="http://schemas.microsoft.com/office/drawing/2014/main" id="{EF3320BA-3865-4C84-9EA4-DA99BFBA3BA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29">
            <a:extLst xmlns:a="http://schemas.openxmlformats.org/drawingml/2006/main">
              <a:ext uri="{FF2B5EF4-FFF2-40B4-BE49-F238E27FC236}">
                <a16:creationId xmlns:a16="http://schemas.microsoft.com/office/drawing/2014/main" id="{CC4C32D8-68B9-4E3D-BF74-733A29EE7C7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정확하지만 이번 Task에는 불필요한 정보">
            <a:extLst xmlns:a="http://schemas.openxmlformats.org/drawingml/2006/main">
              <a:ext uri="{FF2B5EF4-FFF2-40B4-BE49-F238E27FC236}">
                <a16:creationId xmlns:a16="http://schemas.microsoft.com/office/drawing/2014/main" id="{5AC81C63-6E46-4771-A1E9-5843307295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Task에는 불필요한 정보</a:t>
            </a:r>
          </a:p>
        </p:txBody>
      </p:sp>
      <p:sp>
        <p:nvSpPr>
          <p:cNvPr id="4" name="">
            <a:extLst xmlns:a="http://schemas.openxmlformats.org/drawingml/2006/main">
              <a:ext uri="{FF2B5EF4-FFF2-40B4-BE49-F238E27FC236}">
                <a16:creationId xmlns:a16="http://schemas.microsoft.com/office/drawing/2014/main" id="{96507E21-9C38-4AD4-88D7-DD239425659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README의 build tools 안내를 명확히 하는 작업">
            <a:extLst xmlns:a="http://schemas.openxmlformats.org/drawingml/2006/main">
              <a:ext uri="{FF2B5EF4-FFF2-40B4-BE49-F238E27FC236}">
                <a16:creationId xmlns:a16="http://schemas.microsoft.com/office/drawing/2014/main" id="{FA24AEB1-BD1A-4319-8AB7-D6D91FB4C84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README의 build tools 안내를 명확히 하는 작업</a:t>
            </a:r>
          </a:p>
        </p:txBody>
      </p:sp>
      <p:sp>
        <p:nvSpPr>
          <p:cNvPr id="6" name="Agent 혼란과 Context 관련 실패는 관찰되지 않았다">
            <a:extLst xmlns:a="http://schemas.openxmlformats.org/drawingml/2006/main">
              <a:ext uri="{FF2B5EF4-FFF2-40B4-BE49-F238E27FC236}">
                <a16:creationId xmlns:a16="http://schemas.microsoft.com/office/drawing/2014/main" id="{0B904507-5192-4FE9-9033-446DC8ADA2C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 혼란과 Context 관련 실패는 관찰되지 않았다</a:t>
            </a:r>
          </a:p>
        </p:txBody>
      </p:sp>
      <p:sp>
        <p:nvSpPr>
          <p:cNvPr id="7" name="작업: README의 빌드 도구 안내를 고친다">
            <a:extLst xmlns:a="http://schemas.openxmlformats.org/drawingml/2006/main">
              <a:ext uri="{FF2B5EF4-FFF2-40B4-BE49-F238E27FC236}">
                <a16:creationId xmlns:a16="http://schemas.microsoft.com/office/drawing/2014/main" id="{DF65E782-6394-4AF5-A9F1-CC519816967A}"/>
              </a:ext>
            </a:extLst>
          </p:cNvPr>
          <p:cNvSpPr>
            <a:spLocks xmlns:a="http://schemas.openxmlformats.org/drawingml/2006/main" noGrp="1"/>
          </p:cNvSpPr>
          <p:nvPr/>
        </p:nvSpPr>
        <p:spPr>
          <a:xfrm xmlns:a="http://schemas.openxmlformats.org/drawingml/2006/main">
            <a:off x="609600" y="2190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작업: README의 빌드 도구 안내를 고친다</a:t>
            </a:r>
          </a:p>
        </p:txBody>
      </p:sp>
      <p:sp>
        <p:nvSpPr>
          <p:cNvPr id="8" name="이번 질문과 직접 관련">
            <a:extLst xmlns:a="http://schemas.openxmlformats.org/drawingml/2006/main">
              <a:ext uri="{FF2B5EF4-FFF2-40B4-BE49-F238E27FC236}">
                <a16:creationId xmlns:a16="http://schemas.microsoft.com/office/drawing/2014/main" id="{A01B7FE2-CF4A-4A13-BA72-27E631D2EF3B}"/>
              </a:ext>
            </a:extLst>
          </p:cNvPr>
          <p:cNvSpPr>
            <a:spLocks xmlns:a="http://schemas.openxmlformats.org/drawingml/2006/main" noGrp="1"/>
          </p:cNvSpPr>
          <p:nvPr/>
        </p:nvSpPr>
        <p:spPr>
          <a:xfrm xmlns:a="http://schemas.openxmlformats.org/drawingml/2006/main">
            <a:off x="609600" y="29337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질문과 직접 관련</a:t>
            </a:r>
          </a:p>
        </p:txBody>
      </p:sp>
      <p:sp>
        <p:nvSpPr>
          <p:cNvPr id="9" name="함께 있었지만 관련이 낮은 정보">
            <a:extLst xmlns:a="http://schemas.openxmlformats.org/drawingml/2006/main">
              <a:ext uri="{FF2B5EF4-FFF2-40B4-BE49-F238E27FC236}">
                <a16:creationId xmlns:a16="http://schemas.microsoft.com/office/drawing/2014/main" id="{193A6C3B-2E87-45AB-9EEA-5F2150578D32}"/>
              </a:ext>
            </a:extLst>
          </p:cNvPr>
          <p:cNvSpPr>
            <a:spLocks xmlns:a="http://schemas.openxmlformats.org/drawingml/2006/main" noGrp="1"/>
          </p:cNvSpPr>
          <p:nvPr/>
        </p:nvSpPr>
        <p:spPr>
          <a:xfrm xmlns:a="http://schemas.openxmlformats.org/drawingml/2006/main">
            <a:off x="6705600" y="29337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함께 있었지만 관련이 낮은 정보</a:t>
            </a:r>
          </a:p>
        </p:txBody>
      </p:sp>
      <p:sp>
        <p:nvSpPr>
          <p:cNvPr id="10" name="">
            <a:extLst xmlns:a="http://schemas.openxmlformats.org/drawingml/2006/main">
              <a:ext uri="{FF2B5EF4-FFF2-40B4-BE49-F238E27FC236}">
                <a16:creationId xmlns:a16="http://schemas.microsoft.com/office/drawing/2014/main" id="{2BD9F749-F700-4935-B2FB-1F93A177C61E}"/>
              </a:ext>
            </a:extLst>
          </p:cNvPr>
          <p:cNvSpPr>
            <a:spLocks xmlns:a="http://schemas.openxmlformats.org/drawingml/2006/main" noGrp="1"/>
          </p:cNvSpPr>
          <p:nvPr/>
        </p:nvSpPr>
        <p:spPr>
          <a:xfrm xmlns:a="http://schemas.openxmlformats.org/drawingml/2006/main">
            <a:off x="609600" y="34480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BA377704-93F0-4FA6-98D2-D8C9CE684DA5}"/>
              </a:ext>
            </a:extLst>
          </p:cNvPr>
          <p:cNvSpPr>
            <a:spLocks xmlns:a="http://schemas.openxmlformats.org/drawingml/2006/main" noGrp="1"/>
          </p:cNvSpPr>
          <p:nvPr/>
        </p:nvSpPr>
        <p:spPr>
          <a:xfrm xmlns:a="http://schemas.openxmlformats.org/drawingml/2006/main">
            <a:off x="6705600" y="3448050"/>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346B01AA-3AC8-4A23-8479-AFCF5A0792BC}"/>
              </a:ext>
            </a:extLst>
          </p:cNvPr>
          <p:cNvSpPr>
            <a:spLocks xmlns:a="http://schemas.openxmlformats.org/drawingml/2006/main" noGrp="1"/>
          </p:cNvSpPr>
          <p:nvPr/>
        </p:nvSpPr>
        <p:spPr>
          <a:xfrm xmlns:a="http://schemas.openxmlformats.org/drawingml/2006/main">
            <a:off x="609600" y="3638550"/>
            <a:ext cx="4953000" cy="12382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README&#10;pyproject.toml의 빌드 설정">
            <a:extLst xmlns:a="http://schemas.openxmlformats.org/drawingml/2006/main">
              <a:ext uri="{FF2B5EF4-FFF2-40B4-BE49-F238E27FC236}">
                <a16:creationId xmlns:a16="http://schemas.microsoft.com/office/drawing/2014/main" id="{748BE16A-11DB-4DE6-82E8-1FFCC21DEFBD}"/>
              </a:ext>
            </a:extLst>
          </p:cNvPr>
          <p:cNvSpPr>
            <a:spLocks xmlns:a="http://schemas.openxmlformats.org/drawingml/2006/main" noGrp="1"/>
          </p:cNvSpPr>
          <p:nvPr/>
        </p:nvSpPr>
        <p:spPr>
          <a:xfrm xmlns:a="http://schemas.openxmlformats.org/drawingml/2006/main">
            <a:off x="838200" y="3810000"/>
            <a:ext cx="4495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README</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pyproject.toml의 빌드 설정</a:t>
            </a:r>
          </a:p>
        </p:txBody>
      </p:sp>
      <p:sp>
        <p:nvSpPr>
          <p:cNvPr id="14" name="crop / resize 계약&#10;이미지 처리 pipeline 세부사항">
            <a:extLst xmlns:a="http://schemas.openxmlformats.org/drawingml/2006/main">
              <a:ext uri="{FF2B5EF4-FFF2-40B4-BE49-F238E27FC236}">
                <a16:creationId xmlns:a16="http://schemas.microsoft.com/office/drawing/2014/main" id="{1C6640A4-AD65-49F0-AF5D-E9C493C22122}"/>
              </a:ext>
            </a:extLst>
          </p:cNvPr>
          <p:cNvSpPr>
            <a:spLocks xmlns:a="http://schemas.openxmlformats.org/drawingml/2006/main" noGrp="1"/>
          </p:cNvSpPr>
          <p:nvPr/>
        </p:nvSpPr>
        <p:spPr>
          <a:xfrm xmlns:a="http://schemas.openxmlformats.org/drawingml/2006/main">
            <a:off x="6705600" y="3810000"/>
            <a:ext cx="4876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crop / resize 계약</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이미지 처리 pipeline 세부사항</a:t>
            </a:r>
          </a:p>
        </p:txBody>
      </p:sp>
      <p:sp>
        <p:nvSpPr>
          <p:cNvPr id="15" name="정확한 정보라도, 모든 질문에 필요한 것은 아니다">
            <a:extLst xmlns:a="http://schemas.openxmlformats.org/drawingml/2006/main">
              <a:ext uri="{FF2B5EF4-FFF2-40B4-BE49-F238E27FC236}">
                <a16:creationId xmlns:a16="http://schemas.microsoft.com/office/drawing/2014/main" id="{2FE7ABDA-A93E-487E-8A52-9B5A65184E4B}"/>
              </a:ext>
            </a:extLst>
          </p:cNvPr>
          <p:cNvSpPr>
            <a:spLocks xmlns:a="http://schemas.openxmlformats.org/drawingml/2006/main" noGrp="1"/>
          </p:cNvSpPr>
          <p:nvPr/>
        </p:nvSpPr>
        <p:spPr>
          <a:xfrm xmlns:a="http://schemas.openxmlformats.org/drawingml/2006/main">
            <a:off x="609600" y="5238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정확한 정보라도, 모든 질문에 필요한 것은 아니다</a:t>
            </a:r>
          </a:p>
        </p:txBody>
      </p:sp>
      <p:sp>
        <p:nvSpPr>
          <p:cNvPr id="16" name="Legacy module connection">
            <a:extLst xmlns:a="http://schemas.openxmlformats.org/drawingml/2006/main">
              <a:ext uri="{FF2B5EF4-FFF2-40B4-BE49-F238E27FC236}">
                <a16:creationId xmlns:a16="http://schemas.microsoft.com/office/drawing/2014/main" id="{4106D4A4-3D89-4ADB-BDAB-F71EA29756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46177519"/>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2 · 언제 필요한 정보인가">
            <a:extLst xmlns:a="http://schemas.openxmlformats.org/drawingml/2006/main">
              <a:ext uri="{FF2B5EF4-FFF2-40B4-BE49-F238E27FC236}">
                <a16:creationId xmlns:a16="http://schemas.microsoft.com/office/drawing/2014/main" id="{FA78FE06-0A55-4C56-AFDB-91251EE84D8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언제 필요한 정보인가</a:t>
            </a:r>
          </a:p>
        </p:txBody>
      </p:sp>
      <p:sp>
        <p:nvSpPr>
          <p:cNvPr id="2" name="S30">
            <a:extLst xmlns:a="http://schemas.openxmlformats.org/drawingml/2006/main">
              <a:ext uri="{FF2B5EF4-FFF2-40B4-BE49-F238E27FC236}">
                <a16:creationId xmlns:a16="http://schemas.microsoft.com/office/drawing/2014/main" id="{C740625C-3E1C-4D59-903A-3542DBB18B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정보의 범위와 제공 시점">
            <a:extLst xmlns:a="http://schemas.openxmlformats.org/drawingml/2006/main">
              <a:ext uri="{FF2B5EF4-FFF2-40B4-BE49-F238E27FC236}">
                <a16:creationId xmlns:a16="http://schemas.microsoft.com/office/drawing/2014/main" id="{74DF49FA-46E8-486C-8616-3FCF50B5586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DCA72203-9403-4034-A86B-37CF921EB7D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분류 모델 · OpenAI의 공식 기능 분류가 아님">
            <a:extLst xmlns:a="http://schemas.openxmlformats.org/drawingml/2006/main">
              <a:ext uri="{FF2B5EF4-FFF2-40B4-BE49-F238E27FC236}">
                <a16:creationId xmlns:a16="http://schemas.microsoft.com/office/drawing/2014/main" id="{7BCBD3E4-D10F-4E55-AE9E-05DBC4832F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분류 모델 · OpenAI의 공식 기능 분류가 아님</a:t>
            </a:r>
          </a:p>
        </p:txBody>
      </p:sp>
      <p:sp>
        <p:nvSpPr>
          <p:cNvPr id="6" name="성능 조사 절차는 설명을 위한 예시이며 STATE-02에 저장돼 있었다는 뜻이 아님">
            <a:extLst xmlns:a="http://schemas.openxmlformats.org/drawingml/2006/main">
              <a:ext uri="{FF2B5EF4-FFF2-40B4-BE49-F238E27FC236}">
                <a16:creationId xmlns:a16="http://schemas.microsoft.com/office/drawing/2014/main" id="{69BE1A03-2B52-4BC5-B651-B721172F7FB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성능 조사 절차는 설명을 위한 예시이며 STATE-02에 저장돼 있었다는 뜻이 아님</a:t>
            </a:r>
          </a:p>
        </p:txBody>
      </p:sp>
      <p:sp>
        <p:nvSpPr>
          <p:cNvPr id="7" name="">
            <a:extLst xmlns:a="http://schemas.openxmlformats.org/drawingml/2006/main">
              <a:ext uri="{FF2B5EF4-FFF2-40B4-BE49-F238E27FC236}">
                <a16:creationId xmlns:a16="http://schemas.microsoft.com/office/drawing/2014/main" id="{F24062D7-E64F-4511-B1CF-5C8800C18DF8}"/>
              </a:ext>
            </a:extLst>
          </p:cNvPr>
          <p:cNvSpPr>
            <a:spLocks xmlns:a="http://schemas.openxmlformats.org/drawingml/2006/main" noGrp="1"/>
          </p:cNvSpPr>
          <p:nvPr/>
        </p:nvSpPr>
        <p:spPr>
          <a:xfrm xmlns:a="http://schemas.openxmlformats.org/drawingml/2006/main">
            <a:off x="609600" y="2209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항상 알아야 할 안내">
            <a:extLst xmlns:a="http://schemas.openxmlformats.org/drawingml/2006/main">
              <a:ext uri="{FF2B5EF4-FFF2-40B4-BE49-F238E27FC236}">
                <a16:creationId xmlns:a16="http://schemas.microsoft.com/office/drawing/2014/main" id="{59091DF6-7227-4259-849A-7BBEB52F42F9}"/>
              </a:ext>
            </a:extLst>
          </p:cNvPr>
          <p:cNvSpPr>
            <a:spLocks xmlns:a="http://schemas.openxmlformats.org/drawingml/2006/main" noGrp="1"/>
          </p:cNvSpPr>
          <p:nvPr/>
        </p:nvSpPr>
        <p:spPr>
          <a:xfrm xmlns:a="http://schemas.openxmlformats.org/drawingml/2006/main">
            <a:off x="609600" y="23812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항상 알아야 할 안내</a:t>
            </a:r>
          </a:p>
        </p:txBody>
      </p:sp>
      <p:sp>
        <p:nvSpPr>
          <p:cNvPr id="9" name="프로젝트 목적 · 기본 제약">
            <a:extLst xmlns:a="http://schemas.openxmlformats.org/drawingml/2006/main">
              <a:ext uri="{FF2B5EF4-FFF2-40B4-BE49-F238E27FC236}">
                <a16:creationId xmlns:a16="http://schemas.microsoft.com/office/drawing/2014/main" id="{183E9A37-C2BE-4269-AC70-D6007EA582EE}"/>
              </a:ext>
            </a:extLst>
          </p:cNvPr>
          <p:cNvSpPr>
            <a:spLocks xmlns:a="http://schemas.openxmlformats.org/drawingml/2006/main" noGrp="1"/>
          </p:cNvSpPr>
          <p:nvPr/>
        </p:nvSpPr>
        <p:spPr>
          <a:xfrm xmlns:a="http://schemas.openxmlformats.org/drawingml/2006/main">
            <a:off x="5305425" y="23812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프로젝트 목적 · 기본 제약</a:t>
            </a:r>
          </a:p>
        </p:txBody>
      </p:sp>
      <p:sp>
        <p:nvSpPr>
          <p:cNvPr id="10" name="ALWAYS-ON">
            <a:extLst xmlns:a="http://schemas.openxmlformats.org/drawingml/2006/main">
              <a:ext uri="{FF2B5EF4-FFF2-40B4-BE49-F238E27FC236}">
                <a16:creationId xmlns:a16="http://schemas.microsoft.com/office/drawing/2014/main" id="{203761A8-C18A-4280-8C28-6329E0C72136}"/>
              </a:ext>
            </a:extLst>
          </p:cNvPr>
          <p:cNvSpPr>
            <a:spLocks xmlns:a="http://schemas.openxmlformats.org/drawingml/2006/main" noGrp="1"/>
          </p:cNvSpPr>
          <p:nvPr/>
        </p:nvSpPr>
        <p:spPr>
          <a:xfrm xmlns:a="http://schemas.openxmlformats.org/drawingml/2006/main">
            <a:off x="609600" y="28765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ALWAYS-ON</a:t>
            </a:r>
          </a:p>
        </p:txBody>
      </p:sp>
      <p:sp>
        <p:nvSpPr>
          <p:cNvPr id="11" name="">
            <a:extLst xmlns:a="http://schemas.openxmlformats.org/drawingml/2006/main">
              <a:ext uri="{FF2B5EF4-FFF2-40B4-BE49-F238E27FC236}">
                <a16:creationId xmlns:a16="http://schemas.microsoft.com/office/drawing/2014/main" id="{ABC81340-B921-4B43-8184-3E53461A18A1}"/>
              </a:ext>
            </a:extLst>
          </p:cNvPr>
          <p:cNvSpPr>
            <a:spLocks xmlns:a="http://schemas.openxmlformats.org/drawingml/2006/main" noGrp="1"/>
          </p:cNvSpPr>
          <p:nvPr/>
        </p:nvSpPr>
        <p:spPr>
          <a:xfrm xmlns:a="http://schemas.openxmlformats.org/drawingml/2006/main">
            <a:off x="609600" y="3314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질문에 따라 찾아볼 상세">
            <a:extLst xmlns:a="http://schemas.openxmlformats.org/drawingml/2006/main">
              <a:ext uri="{FF2B5EF4-FFF2-40B4-BE49-F238E27FC236}">
                <a16:creationId xmlns:a16="http://schemas.microsoft.com/office/drawing/2014/main" id="{9C4CAC84-CF7C-445D-BD1D-C1A765155518}"/>
              </a:ext>
            </a:extLst>
          </p:cNvPr>
          <p:cNvSpPr>
            <a:spLocks xmlns:a="http://schemas.openxmlformats.org/drawingml/2006/main" noGrp="1"/>
          </p:cNvSpPr>
          <p:nvPr/>
        </p:nvSpPr>
        <p:spPr>
          <a:xfrm xmlns:a="http://schemas.openxmlformats.org/drawingml/2006/main">
            <a:off x="609600" y="34861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질문에 따라 찾아볼 상세</a:t>
            </a:r>
          </a:p>
        </p:txBody>
      </p:sp>
      <p:sp>
        <p:nvSpPr>
          <p:cNvPr id="13" name="crop 계약 · 모듈 구조">
            <a:extLst xmlns:a="http://schemas.openxmlformats.org/drawingml/2006/main">
              <a:ext uri="{FF2B5EF4-FFF2-40B4-BE49-F238E27FC236}">
                <a16:creationId xmlns:a16="http://schemas.microsoft.com/office/drawing/2014/main" id="{EB1D6B84-E2A6-4F37-B6C1-5A7F4AD5B829}"/>
              </a:ext>
            </a:extLst>
          </p:cNvPr>
          <p:cNvSpPr>
            <a:spLocks xmlns:a="http://schemas.openxmlformats.org/drawingml/2006/main" noGrp="1"/>
          </p:cNvSpPr>
          <p:nvPr/>
        </p:nvSpPr>
        <p:spPr>
          <a:xfrm xmlns:a="http://schemas.openxmlformats.org/drawingml/2006/main">
            <a:off x="5305425" y="34861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crop 계약 · 모듈 구조</a:t>
            </a:r>
          </a:p>
        </p:txBody>
      </p:sp>
      <p:sp>
        <p:nvSpPr>
          <p:cNvPr id="14" name="ON-DEMAND">
            <a:extLst xmlns:a="http://schemas.openxmlformats.org/drawingml/2006/main">
              <a:ext uri="{FF2B5EF4-FFF2-40B4-BE49-F238E27FC236}">
                <a16:creationId xmlns:a16="http://schemas.microsoft.com/office/drawing/2014/main" id="{0F4465B3-D60E-4014-AF5B-E73452D52276}"/>
              </a:ext>
            </a:extLst>
          </p:cNvPr>
          <p:cNvSpPr>
            <a:spLocks xmlns:a="http://schemas.openxmlformats.org/drawingml/2006/main" noGrp="1"/>
          </p:cNvSpPr>
          <p:nvPr/>
        </p:nvSpPr>
        <p:spPr>
          <a:xfrm xmlns:a="http://schemas.openxmlformats.org/drawingml/2006/main">
            <a:off x="609600" y="39814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ON-DEMAND</a:t>
            </a:r>
          </a:p>
        </p:txBody>
      </p:sp>
      <p:sp>
        <p:nvSpPr>
          <p:cNvPr id="15" name="">
            <a:extLst xmlns:a="http://schemas.openxmlformats.org/drawingml/2006/main">
              <a:ext uri="{FF2B5EF4-FFF2-40B4-BE49-F238E27FC236}">
                <a16:creationId xmlns:a16="http://schemas.microsoft.com/office/drawing/2014/main" id="{7DA0EA37-592D-4616-B1D3-E32F8B27D285}"/>
              </a:ext>
            </a:extLst>
          </p:cNvPr>
          <p:cNvSpPr>
            <a:spLocks xmlns:a="http://schemas.openxmlformats.org/drawingml/2006/main" noGrp="1"/>
          </p:cNvSpPr>
          <p:nvPr/>
        </p:nvSpPr>
        <p:spPr>
          <a:xfrm xmlns:a="http://schemas.openxmlformats.org/drawingml/2006/main">
            <a:off x="609600" y="4419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런 일을 수행하는 방법">
            <a:extLst xmlns:a="http://schemas.openxmlformats.org/drawingml/2006/main">
              <a:ext uri="{FF2B5EF4-FFF2-40B4-BE49-F238E27FC236}">
                <a16:creationId xmlns:a16="http://schemas.microsoft.com/office/drawing/2014/main" id="{DE4CD2BA-5369-4933-BED7-31F926090332}"/>
              </a:ext>
            </a:extLst>
          </p:cNvPr>
          <p:cNvSpPr>
            <a:spLocks xmlns:a="http://schemas.openxmlformats.org/drawingml/2006/main" noGrp="1"/>
          </p:cNvSpPr>
          <p:nvPr/>
        </p:nvSpPr>
        <p:spPr>
          <a:xfrm xmlns:a="http://schemas.openxmlformats.org/drawingml/2006/main">
            <a:off x="609600" y="45910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이런 일을 수행하는 방법</a:t>
            </a:r>
          </a:p>
        </p:txBody>
      </p:sp>
      <p:sp>
        <p:nvSpPr>
          <p:cNvPr id="17" name="변경 전 측정 → 조사 → 검증">
            <a:extLst xmlns:a="http://schemas.openxmlformats.org/drawingml/2006/main">
              <a:ext uri="{FF2B5EF4-FFF2-40B4-BE49-F238E27FC236}">
                <a16:creationId xmlns:a16="http://schemas.microsoft.com/office/drawing/2014/main" id="{4C2BED0C-7B5E-409C-9942-FB319E3DAF3D}"/>
              </a:ext>
            </a:extLst>
          </p:cNvPr>
          <p:cNvSpPr>
            <a:spLocks xmlns:a="http://schemas.openxmlformats.org/drawingml/2006/main" noGrp="1"/>
          </p:cNvSpPr>
          <p:nvPr/>
        </p:nvSpPr>
        <p:spPr>
          <a:xfrm xmlns:a="http://schemas.openxmlformats.org/drawingml/2006/main">
            <a:off x="5305425" y="45910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변경 전 측정 → 조사 → 검증</a:t>
            </a:r>
          </a:p>
        </p:txBody>
      </p:sp>
      <p:sp>
        <p:nvSpPr>
          <p:cNvPr id="18" name="WORKFLOW">
            <a:extLst xmlns:a="http://schemas.openxmlformats.org/drawingml/2006/main">
              <a:ext uri="{FF2B5EF4-FFF2-40B4-BE49-F238E27FC236}">
                <a16:creationId xmlns:a16="http://schemas.microsoft.com/office/drawing/2014/main" id="{36A9E49E-E9B6-4300-AD3D-AFE8729B203A}"/>
              </a:ext>
            </a:extLst>
          </p:cNvPr>
          <p:cNvSpPr>
            <a:spLocks xmlns:a="http://schemas.openxmlformats.org/drawingml/2006/main" noGrp="1"/>
          </p:cNvSpPr>
          <p:nvPr/>
        </p:nvSpPr>
        <p:spPr>
          <a:xfrm xmlns:a="http://schemas.openxmlformats.org/drawingml/2006/main">
            <a:off x="609600" y="50863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WORKFLOW</a:t>
            </a:r>
          </a:p>
        </p:txBody>
      </p:sp>
      <p:sp>
        <p:nvSpPr>
          <p:cNvPr id="19" name="Legacy module connection">
            <a:extLst xmlns:a="http://schemas.openxmlformats.org/drawingml/2006/main">
              <a:ext uri="{FF2B5EF4-FFF2-40B4-BE49-F238E27FC236}">
                <a16:creationId xmlns:a16="http://schemas.microsoft.com/office/drawing/2014/main" id="{2AA57C35-74FE-47E1-AD50-F5445299CA5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47391540"/>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2 · 정보의 양을 다시 묻는 연구">
            <a:extLst xmlns:a="http://schemas.openxmlformats.org/drawingml/2006/main">
              <a:ext uri="{FF2B5EF4-FFF2-40B4-BE49-F238E27FC236}">
                <a16:creationId xmlns:a16="http://schemas.microsoft.com/office/drawing/2014/main" id="{8C7F640F-8586-4D4D-9644-D08B3A65B8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양을 다시 묻는 연구</a:t>
            </a:r>
          </a:p>
        </p:txBody>
      </p:sp>
      <p:sp>
        <p:nvSpPr>
          <p:cNvPr id="2" name="S31">
            <a:extLst xmlns:a="http://schemas.openxmlformats.org/drawingml/2006/main">
              <a:ext uri="{FF2B5EF4-FFF2-40B4-BE49-F238E27FC236}">
                <a16:creationId xmlns:a16="http://schemas.microsoft.com/office/drawing/2014/main" id="{35DABE74-B7F7-4ED3-86DB-5618F8583F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Long Context 연구가 말해주는 범위">
            <a:extLst xmlns:a="http://schemas.openxmlformats.org/drawingml/2006/main">
              <a:ext uri="{FF2B5EF4-FFF2-40B4-BE49-F238E27FC236}">
                <a16:creationId xmlns:a16="http://schemas.microsoft.com/office/drawing/2014/main" id="{152C9B4A-4599-4B3E-A221-2BAD0EB95C3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Long Context 연구가 말해주는 범위</a:t>
            </a:r>
          </a:p>
        </p:txBody>
      </p:sp>
      <p:sp>
        <p:nvSpPr>
          <p:cNvPr id="4" name="">
            <a:extLst xmlns:a="http://schemas.openxmlformats.org/drawingml/2006/main">
              <a:ext uri="{FF2B5EF4-FFF2-40B4-BE49-F238E27FC236}">
                <a16:creationId xmlns:a16="http://schemas.microsoft.com/office/drawing/2014/main" id="{267D61F5-93D3-4725-BAEF-29289C04E9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Lost in the Middle, TACL 2024 · RepoQA, 2024">
            <a:extLst xmlns:a="http://schemas.openxmlformats.org/drawingml/2006/main">
              <a:ext uri="{FF2B5EF4-FFF2-40B4-BE49-F238E27FC236}">
                <a16:creationId xmlns:a16="http://schemas.microsoft.com/office/drawing/2014/main" id="{3890EB83-AC06-40F5-B3A9-74747D03FFC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Lost in the Middle, TACL 2024 · RepoQA, 2024</a:t>
            </a:r>
          </a:p>
        </p:txBody>
      </p:sp>
      <p:sp>
        <p:nvSpPr>
          <p:cNvPr id="6" name="특정 모델·과제의 결과 · 현재 Codex의 Repository coding 한계를 입증하지 않음">
            <a:extLst xmlns:a="http://schemas.openxmlformats.org/drawingml/2006/main">
              <a:ext uri="{FF2B5EF4-FFF2-40B4-BE49-F238E27FC236}">
                <a16:creationId xmlns:a16="http://schemas.microsoft.com/office/drawing/2014/main" id="{EE886A31-15E4-4A1F-8400-3DB317AD60D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모델·과제의 결과 · 현재 Codex의 Repository coding 한계를 입증하지 않음</a:t>
            </a:r>
          </a:p>
        </p:txBody>
      </p:sp>
      <p:sp>
        <p:nvSpPr>
          <p:cNvPr id="7" name="더 많은 Context가 항상 더 좋은 것은 아니다">
            <a:extLst xmlns:a="http://schemas.openxmlformats.org/drawingml/2006/main">
              <a:ext uri="{FF2B5EF4-FFF2-40B4-BE49-F238E27FC236}">
                <a16:creationId xmlns:a16="http://schemas.microsoft.com/office/drawing/2014/main" id="{4C1B59D7-7D43-4B41-9496-A4C39F5D6ABA}"/>
              </a:ext>
            </a:extLst>
          </p:cNvPr>
          <p:cNvSpPr>
            <a:spLocks xmlns:a="http://schemas.openxmlformats.org/drawingml/2006/main" noGrp="1"/>
          </p:cNvSpPr>
          <p:nvPr/>
        </p:nvSpPr>
        <p:spPr>
          <a:xfrm xmlns:a="http://schemas.openxmlformats.org/drawingml/2006/main">
            <a:off x="609600" y="18573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더 많은 Context가 항상 더 좋은 것은 아니다</a:t>
            </a:r>
          </a:p>
        </p:txBody>
      </p:sp>
      <p:sp>
        <p:nvSpPr>
          <p:cNvPr id="8" name="Lost in the Middle">
            <a:extLst xmlns:a="http://schemas.openxmlformats.org/drawingml/2006/main">
              <a:ext uri="{FF2B5EF4-FFF2-40B4-BE49-F238E27FC236}">
                <a16:creationId xmlns:a16="http://schemas.microsoft.com/office/drawing/2014/main" id="{6A991D6F-DBBD-4326-B3C6-82874B5DE11A}"/>
              </a:ext>
            </a:extLst>
          </p:cNvPr>
          <p:cNvSpPr>
            <a:spLocks xmlns:a="http://schemas.openxmlformats.org/drawingml/2006/main" noGrp="1"/>
          </p:cNvSpPr>
          <p:nvPr/>
        </p:nvSpPr>
        <p:spPr>
          <a:xfrm xmlns:a="http://schemas.openxmlformats.org/drawingml/2006/main">
            <a:off x="609600" y="246697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Lost in the Middle</a:t>
            </a:r>
          </a:p>
        </p:txBody>
      </p:sp>
      <p:sp>
        <p:nvSpPr>
          <p:cNvPr id="9" name="RepoQA">
            <a:extLst xmlns:a="http://schemas.openxmlformats.org/drawingml/2006/main">
              <a:ext uri="{FF2B5EF4-FFF2-40B4-BE49-F238E27FC236}">
                <a16:creationId xmlns:a16="http://schemas.microsoft.com/office/drawing/2014/main" id="{F1F15132-7CA8-47F4-91E0-C0540EF05B01}"/>
              </a:ext>
            </a:extLst>
          </p:cNvPr>
          <p:cNvSpPr>
            <a:spLocks xmlns:a="http://schemas.openxmlformats.org/drawingml/2006/main" noGrp="1"/>
          </p:cNvSpPr>
          <p:nvPr/>
        </p:nvSpPr>
        <p:spPr>
          <a:xfrm xmlns:a="http://schemas.openxmlformats.org/drawingml/2006/main">
            <a:off x="6705600" y="246697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RepoQA</a:t>
            </a:r>
          </a:p>
        </p:txBody>
      </p:sp>
      <p:sp>
        <p:nvSpPr>
          <p:cNvPr id="10" name="여러 문서의 질문 답변 · key-value 검색">
            <a:extLst xmlns:a="http://schemas.openxmlformats.org/drawingml/2006/main">
              <a:ext uri="{FF2B5EF4-FFF2-40B4-BE49-F238E27FC236}">
                <a16:creationId xmlns:a16="http://schemas.microsoft.com/office/drawing/2014/main" id="{69BE7B40-CDB7-489E-9834-7D591B4389C3}"/>
              </a:ext>
            </a:extLst>
          </p:cNvPr>
          <p:cNvSpPr>
            <a:spLocks xmlns:a="http://schemas.openxmlformats.org/drawingml/2006/main" noGrp="1"/>
          </p:cNvSpPr>
          <p:nvPr/>
        </p:nvSpPr>
        <p:spPr>
          <a:xfrm xmlns:a="http://schemas.openxmlformats.org/drawingml/2006/main">
            <a:off x="609600" y="2914650"/>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여러 문서의 질문 답변 · key-value 검색</a:t>
            </a:r>
          </a:p>
        </p:txBody>
      </p:sp>
      <p:sp>
        <p:nvSpPr>
          <p:cNvPr id="11" name="50개 Repository의 코드 검색 과제">
            <a:extLst xmlns:a="http://schemas.openxmlformats.org/drawingml/2006/main">
              <a:ext uri="{FF2B5EF4-FFF2-40B4-BE49-F238E27FC236}">
                <a16:creationId xmlns:a16="http://schemas.microsoft.com/office/drawing/2014/main" id="{E47F2BDE-DD21-46B0-9B71-AF133DFEDB75}"/>
              </a:ext>
            </a:extLst>
          </p:cNvPr>
          <p:cNvSpPr>
            <a:spLocks xmlns:a="http://schemas.openxmlformats.org/drawingml/2006/main" noGrp="1"/>
          </p:cNvSpPr>
          <p:nvPr/>
        </p:nvSpPr>
        <p:spPr>
          <a:xfrm xmlns:a="http://schemas.openxmlformats.org/drawingml/2006/main">
            <a:off x="6705600" y="2914650"/>
            <a:ext cx="4876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50개 Repository의 코드 검색 과제</a:t>
            </a:r>
          </a:p>
        </p:txBody>
      </p:sp>
      <p:sp>
        <p:nvSpPr>
          <p:cNvPr id="12" name="관련 정보의 위치를 달리하는 구성">
            <a:extLst xmlns:a="http://schemas.openxmlformats.org/drawingml/2006/main">
              <a:ext uri="{FF2B5EF4-FFF2-40B4-BE49-F238E27FC236}">
                <a16:creationId xmlns:a16="http://schemas.microsoft.com/office/drawing/2014/main" id="{CC40732C-5A15-4333-B85D-F087F44ACB04}"/>
              </a:ext>
            </a:extLst>
          </p:cNvPr>
          <p:cNvSpPr>
            <a:spLocks xmlns:a="http://schemas.openxmlformats.org/drawingml/2006/main" noGrp="1"/>
          </p:cNvSpPr>
          <p:nvPr/>
        </p:nvSpPr>
        <p:spPr>
          <a:xfrm xmlns:a="http://schemas.openxmlformats.org/drawingml/2006/main">
            <a:off x="609600" y="334327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관련 정보의 위치를 달리하는 구성</a:t>
            </a:r>
          </a:p>
        </p:txBody>
      </p:sp>
      <p:sp>
        <p:nvSpPr>
          <p:cNvPr id="13" name="">
            <a:extLst xmlns:a="http://schemas.openxmlformats.org/drawingml/2006/main">
              <a:ext uri="{FF2B5EF4-FFF2-40B4-BE49-F238E27FC236}">
                <a16:creationId xmlns:a16="http://schemas.microsoft.com/office/drawing/2014/main" id="{940F1687-344A-46C5-BFA5-4D093A71F279}"/>
              </a:ext>
            </a:extLst>
          </p:cNvPr>
          <p:cNvSpPr>
            <a:spLocks xmlns:a="http://schemas.openxmlformats.org/drawingml/2006/main" noGrp="1"/>
          </p:cNvSpPr>
          <p:nvPr/>
        </p:nvSpPr>
        <p:spPr>
          <a:xfrm xmlns:a="http://schemas.openxmlformats.org/drawingml/2006/main">
            <a:off x="609600" y="37909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E0F76E64-22FA-4993-BF0F-EA18651ED063}"/>
              </a:ext>
            </a:extLst>
          </p:cNvPr>
          <p:cNvSpPr>
            <a:spLocks xmlns:a="http://schemas.openxmlformats.org/drawingml/2006/main" noGrp="1"/>
          </p:cNvSpPr>
          <p:nvPr/>
        </p:nvSpPr>
        <p:spPr>
          <a:xfrm xmlns:a="http://schemas.openxmlformats.org/drawingml/2006/main">
            <a:off x="162877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CB030598-1029-435E-80E8-817FF7AB7A7D}"/>
              </a:ext>
            </a:extLst>
          </p:cNvPr>
          <p:cNvSpPr>
            <a:spLocks xmlns:a="http://schemas.openxmlformats.org/drawingml/2006/main" noGrp="1"/>
          </p:cNvSpPr>
          <p:nvPr/>
        </p:nvSpPr>
        <p:spPr>
          <a:xfrm xmlns:a="http://schemas.openxmlformats.org/drawingml/2006/main">
            <a:off x="264795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
            <a:extLst xmlns:a="http://schemas.openxmlformats.org/drawingml/2006/main">
              <a:ext uri="{FF2B5EF4-FFF2-40B4-BE49-F238E27FC236}">
                <a16:creationId xmlns:a16="http://schemas.microsoft.com/office/drawing/2014/main" id="{DE28D66F-01BB-41C5-AE49-53AF531ED834}"/>
              </a:ext>
            </a:extLst>
          </p:cNvPr>
          <p:cNvSpPr>
            <a:spLocks xmlns:a="http://schemas.openxmlformats.org/drawingml/2006/main" noGrp="1"/>
          </p:cNvSpPr>
          <p:nvPr/>
        </p:nvSpPr>
        <p:spPr>
          <a:xfrm xmlns:a="http://schemas.openxmlformats.org/drawingml/2006/main">
            <a:off x="366712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A7573DBC-9FF0-40DA-BA08-0DA6065B6D62}"/>
              </a:ext>
            </a:extLst>
          </p:cNvPr>
          <p:cNvSpPr>
            <a:spLocks xmlns:a="http://schemas.openxmlformats.org/drawingml/2006/main" noGrp="1"/>
          </p:cNvSpPr>
          <p:nvPr/>
        </p:nvSpPr>
        <p:spPr>
          <a:xfrm xmlns:a="http://schemas.openxmlformats.org/drawingml/2006/main">
            <a:off x="468630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8482414D-38A7-4844-83B3-D8EBD4DF27ED}"/>
              </a:ext>
            </a:extLst>
          </p:cNvPr>
          <p:cNvSpPr>
            <a:spLocks xmlns:a="http://schemas.openxmlformats.org/drawingml/2006/main" noGrp="1"/>
          </p:cNvSpPr>
          <p:nvPr/>
        </p:nvSpPr>
        <p:spPr>
          <a:xfrm xmlns:a="http://schemas.openxmlformats.org/drawingml/2006/main">
            <a:off x="6096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34618192-568F-4544-9AE7-11866C7A98F9}"/>
              </a:ext>
            </a:extLst>
          </p:cNvPr>
          <p:cNvSpPr>
            <a:spLocks xmlns:a="http://schemas.openxmlformats.org/drawingml/2006/main" noGrp="1"/>
          </p:cNvSpPr>
          <p:nvPr/>
        </p:nvSpPr>
        <p:spPr>
          <a:xfrm xmlns:a="http://schemas.openxmlformats.org/drawingml/2006/main">
            <a:off x="162877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F5ECC618-8421-49B7-9558-79FEBBC651E7}"/>
              </a:ext>
            </a:extLst>
          </p:cNvPr>
          <p:cNvSpPr>
            <a:spLocks xmlns:a="http://schemas.openxmlformats.org/drawingml/2006/main" noGrp="1"/>
          </p:cNvSpPr>
          <p:nvPr/>
        </p:nvSpPr>
        <p:spPr>
          <a:xfrm xmlns:a="http://schemas.openxmlformats.org/drawingml/2006/main">
            <a:off x="2647950" y="407670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0677CEDE-919C-41C2-9005-F134F3174732}"/>
              </a:ext>
            </a:extLst>
          </p:cNvPr>
          <p:cNvSpPr>
            <a:spLocks xmlns:a="http://schemas.openxmlformats.org/drawingml/2006/main" noGrp="1"/>
          </p:cNvSpPr>
          <p:nvPr/>
        </p:nvSpPr>
        <p:spPr>
          <a:xfrm xmlns:a="http://schemas.openxmlformats.org/drawingml/2006/main">
            <a:off x="366712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61B68EE8-934B-4043-9B84-AD4EC840B0FF}"/>
              </a:ext>
            </a:extLst>
          </p:cNvPr>
          <p:cNvSpPr>
            <a:spLocks xmlns:a="http://schemas.openxmlformats.org/drawingml/2006/main" noGrp="1"/>
          </p:cNvSpPr>
          <p:nvPr/>
        </p:nvSpPr>
        <p:spPr>
          <a:xfrm xmlns:a="http://schemas.openxmlformats.org/drawingml/2006/main">
            <a:off x="46863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D80556F5-1913-45D3-B266-0009A01A1028}"/>
              </a:ext>
            </a:extLst>
          </p:cNvPr>
          <p:cNvSpPr>
            <a:spLocks xmlns:a="http://schemas.openxmlformats.org/drawingml/2006/main" noGrp="1"/>
          </p:cNvSpPr>
          <p:nvPr/>
        </p:nvSpPr>
        <p:spPr>
          <a:xfrm xmlns:a="http://schemas.openxmlformats.org/drawingml/2006/main">
            <a:off x="60960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FFC8C5D2-5F81-4785-9351-380C0616B408}"/>
              </a:ext>
            </a:extLst>
          </p:cNvPr>
          <p:cNvSpPr>
            <a:spLocks xmlns:a="http://schemas.openxmlformats.org/drawingml/2006/main" noGrp="1"/>
          </p:cNvSpPr>
          <p:nvPr/>
        </p:nvSpPr>
        <p:spPr>
          <a:xfrm xmlns:a="http://schemas.openxmlformats.org/drawingml/2006/main">
            <a:off x="162877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29985ECF-BE94-40D0-816E-63C79F292FFF}"/>
              </a:ext>
            </a:extLst>
          </p:cNvPr>
          <p:cNvSpPr>
            <a:spLocks xmlns:a="http://schemas.openxmlformats.org/drawingml/2006/main" noGrp="1"/>
          </p:cNvSpPr>
          <p:nvPr/>
        </p:nvSpPr>
        <p:spPr>
          <a:xfrm xmlns:a="http://schemas.openxmlformats.org/drawingml/2006/main">
            <a:off x="264795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B976B86E-F31E-4A87-82B3-DB8A46B669B2}"/>
              </a:ext>
            </a:extLst>
          </p:cNvPr>
          <p:cNvSpPr>
            <a:spLocks xmlns:a="http://schemas.openxmlformats.org/drawingml/2006/main" noGrp="1"/>
          </p:cNvSpPr>
          <p:nvPr/>
        </p:nvSpPr>
        <p:spPr>
          <a:xfrm xmlns:a="http://schemas.openxmlformats.org/drawingml/2006/main">
            <a:off x="366712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0EF76696-5DB5-41A4-8306-DE6FE9B02861}"/>
              </a:ext>
            </a:extLst>
          </p:cNvPr>
          <p:cNvSpPr>
            <a:spLocks xmlns:a="http://schemas.openxmlformats.org/drawingml/2006/main" noGrp="1"/>
          </p:cNvSpPr>
          <p:nvPr/>
        </p:nvSpPr>
        <p:spPr>
          <a:xfrm xmlns:a="http://schemas.openxmlformats.org/drawingml/2006/main">
            <a:off x="4686300" y="43624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8" name="질문">
            <a:extLst xmlns:a="http://schemas.openxmlformats.org/drawingml/2006/main">
              <a:ext uri="{FF2B5EF4-FFF2-40B4-BE49-F238E27FC236}">
                <a16:creationId xmlns:a16="http://schemas.microsoft.com/office/drawing/2014/main" id="{3F5E2580-D729-460D-BDE5-68DEF6E57D9D}"/>
              </a:ext>
            </a:extLst>
          </p:cNvPr>
          <p:cNvSpPr>
            <a:spLocks xmlns:a="http://schemas.openxmlformats.org/drawingml/2006/main" noGrp="1"/>
          </p:cNvSpPr>
          <p:nvPr/>
        </p:nvSpPr>
        <p:spPr>
          <a:xfrm xmlns:a="http://schemas.openxmlformats.org/drawingml/2006/main">
            <a:off x="6705600" y="3381375"/>
            <a:ext cx="1085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질문</a:t>
            </a:r>
          </a:p>
        </p:txBody>
      </p:sp>
      <p:sp>
        <p:nvSpPr>
          <p:cNvPr id="29" name="">
            <a:extLst xmlns:a="http://schemas.openxmlformats.org/drawingml/2006/main">
              <a:ext uri="{FF2B5EF4-FFF2-40B4-BE49-F238E27FC236}">
                <a16:creationId xmlns:a16="http://schemas.microsoft.com/office/drawing/2014/main" id="{7189482B-A2FB-486F-86E5-5676912665E0}"/>
              </a:ext>
            </a:extLst>
          </p:cNvPr>
          <p:cNvSpPr>
            <a:spLocks xmlns:a="http://schemas.openxmlformats.org/drawingml/2006/main" noGrp="1"/>
          </p:cNvSpPr>
          <p:nvPr/>
        </p:nvSpPr>
        <p:spPr>
          <a:xfrm xmlns:a="http://schemas.openxmlformats.org/drawingml/2006/main">
            <a:off x="7886700" y="3476625"/>
            <a:ext cx="34290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8F8CB9E4-F586-4A60-9F21-25F521BEB602}"/>
              </a:ext>
            </a:extLst>
          </p:cNvPr>
          <p:cNvSpPr>
            <a:spLocks xmlns:a="http://schemas.openxmlformats.org/drawingml/2006/main" noGrp="1"/>
          </p:cNvSpPr>
          <p:nvPr/>
        </p:nvSpPr>
        <p:spPr>
          <a:xfrm xmlns:a="http://schemas.openxmlformats.org/drawingml/2006/main">
            <a:off x="8420100" y="3324225"/>
            <a:ext cx="3162300" cy="11334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Repository의 코드">
            <a:extLst xmlns:a="http://schemas.openxmlformats.org/drawingml/2006/main">
              <a:ext uri="{FF2B5EF4-FFF2-40B4-BE49-F238E27FC236}">
                <a16:creationId xmlns:a16="http://schemas.microsoft.com/office/drawing/2014/main" id="{F84951A9-1305-4E49-A2E1-CA5EC1C87DC9}"/>
              </a:ext>
            </a:extLst>
          </p:cNvPr>
          <p:cNvSpPr>
            <a:spLocks xmlns:a="http://schemas.openxmlformats.org/drawingml/2006/main" noGrp="1"/>
          </p:cNvSpPr>
          <p:nvPr/>
        </p:nvSpPr>
        <p:spPr>
          <a:xfrm xmlns:a="http://schemas.openxmlformats.org/drawingml/2006/main">
            <a:off x="8591550" y="34480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Repository의 코드</a:t>
            </a:r>
          </a:p>
        </p:txBody>
      </p:sp>
      <p:sp>
        <p:nvSpPr>
          <p:cNvPr id="32" name="관련 코드 찾기">
            <a:extLst xmlns:a="http://schemas.openxmlformats.org/drawingml/2006/main">
              <a:ext uri="{FF2B5EF4-FFF2-40B4-BE49-F238E27FC236}">
                <a16:creationId xmlns:a16="http://schemas.microsoft.com/office/drawing/2014/main" id="{4EE35011-CD93-4E5E-8ED7-F0B7FCF96EB1}"/>
              </a:ext>
            </a:extLst>
          </p:cNvPr>
          <p:cNvSpPr>
            <a:spLocks xmlns:a="http://schemas.openxmlformats.org/drawingml/2006/main" noGrp="1"/>
          </p:cNvSpPr>
          <p:nvPr/>
        </p:nvSpPr>
        <p:spPr>
          <a:xfrm xmlns:a="http://schemas.openxmlformats.org/drawingml/2006/main">
            <a:off x="8591550" y="39052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관련 코드 찾기</a:t>
            </a:r>
          </a:p>
        </p:txBody>
      </p:sp>
      <p:sp>
        <p:nvSpPr>
          <p:cNvPr id="33" name="관련 정보의 위치가&#10;일부 조건에서 중요할 수 있다">
            <a:extLst xmlns:a="http://schemas.openxmlformats.org/drawingml/2006/main">
              <a:ext uri="{FF2B5EF4-FFF2-40B4-BE49-F238E27FC236}">
                <a16:creationId xmlns:a16="http://schemas.microsoft.com/office/drawing/2014/main" id="{A90018D0-E90F-48E6-8664-DA4FFA632C13}"/>
              </a:ext>
            </a:extLst>
          </p:cNvPr>
          <p:cNvSpPr>
            <a:spLocks xmlns:a="http://schemas.openxmlformats.org/drawingml/2006/main" noGrp="1"/>
          </p:cNvSpPr>
          <p:nvPr/>
        </p:nvSpPr>
        <p:spPr>
          <a:xfrm xmlns:a="http://schemas.openxmlformats.org/drawingml/2006/main">
            <a:off x="609600" y="4752975"/>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정보의 위치가</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일부 조건에서 중요할 수 있다</a:t>
            </a:r>
          </a:p>
        </p:txBody>
      </p:sp>
      <p:sp>
        <p:nvSpPr>
          <p:cNvPr id="34" name="관련 코드 정보를&#10;선택하고 찾는 능력을 평가">
            <a:extLst xmlns:a="http://schemas.openxmlformats.org/drawingml/2006/main">
              <a:ext uri="{FF2B5EF4-FFF2-40B4-BE49-F238E27FC236}">
                <a16:creationId xmlns:a16="http://schemas.microsoft.com/office/drawing/2014/main" id="{CAE42917-D548-4522-9C2C-C7A66CC4FB9E}"/>
              </a:ext>
            </a:extLst>
          </p:cNvPr>
          <p:cNvSpPr>
            <a:spLocks xmlns:a="http://schemas.openxmlformats.org/drawingml/2006/main" noGrp="1"/>
          </p:cNvSpPr>
          <p:nvPr/>
        </p:nvSpPr>
        <p:spPr>
          <a:xfrm xmlns:a="http://schemas.openxmlformats.org/drawingml/2006/main">
            <a:off x="6705600" y="4752975"/>
            <a:ext cx="4876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코드 정보를</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선택하고 찾는 능력을 평가</a:t>
            </a:r>
          </a:p>
        </p:txBody>
      </p:sp>
      <p:sp>
        <p:nvSpPr>
          <p:cNvPr id="35" name="aclanthology.org/2024.tacl-1.9/">
            <a:extLst xmlns:a="http://schemas.openxmlformats.org/drawingml/2006/main">
              <a:ext uri="{FF2B5EF4-FFF2-40B4-BE49-F238E27FC236}">
                <a16:creationId xmlns:a16="http://schemas.microsoft.com/office/drawing/2014/main" id="{2E3E8FF8-E837-4F74-BCE5-42B926F3CF18}"/>
              </a:ext>
            </a:extLst>
          </p:cNvPr>
          <p:cNvSpPr>
            <a:spLocks xmlns:a="http://schemas.openxmlformats.org/drawingml/2006/main" noGrp="1"/>
          </p:cNvSpPr>
          <p:nvPr/>
        </p:nvSpPr>
        <p:spPr>
          <a:xfrm xmlns:a="http://schemas.openxmlformats.org/drawingml/2006/main">
            <a:off x="609600" y="5495925"/>
            <a:ext cx="523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aclanthology.org/2024.tacl-1.9/</a:t>
            </a:r>
          </a:p>
        </p:txBody>
      </p:sp>
      <p:sp>
        <p:nvSpPr>
          <p:cNvPr id="36" name="arxiv.org/abs/2406.06025">
            <a:extLst xmlns:a="http://schemas.openxmlformats.org/drawingml/2006/main">
              <a:ext uri="{FF2B5EF4-FFF2-40B4-BE49-F238E27FC236}">
                <a16:creationId xmlns:a16="http://schemas.microsoft.com/office/drawing/2014/main" id="{84BE2267-0CA5-4094-A742-6D2D77AFEDC6}"/>
              </a:ext>
            </a:extLst>
          </p:cNvPr>
          <p:cNvSpPr>
            <a:spLocks xmlns:a="http://schemas.openxmlformats.org/drawingml/2006/main" noGrp="1"/>
          </p:cNvSpPr>
          <p:nvPr/>
        </p:nvSpPr>
        <p:spPr>
          <a:xfrm xmlns:a="http://schemas.openxmlformats.org/drawingml/2006/main">
            <a:off x="6705600" y="5495925"/>
            <a:ext cx="4876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arxiv.org/abs/2406.06025</a:t>
            </a:r>
          </a:p>
        </p:txBody>
      </p:sp>
      <p:sp>
        <p:nvSpPr>
          <p:cNvPr id="37" name="Legacy module connection">
            <a:extLst xmlns:a="http://schemas.openxmlformats.org/drawingml/2006/main">
              <a:ext uri="{FF2B5EF4-FFF2-40B4-BE49-F238E27FC236}">
                <a16:creationId xmlns:a16="http://schemas.microsoft.com/office/drawing/2014/main" id="{85A18731-1967-431E-8C87-5F9906220E4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43353188"/>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2 · 필요한 상세 정보의 탐색 경로">
            <a:extLst xmlns:a="http://schemas.openxmlformats.org/drawingml/2006/main">
              <a:ext uri="{FF2B5EF4-FFF2-40B4-BE49-F238E27FC236}">
                <a16:creationId xmlns:a16="http://schemas.microsoft.com/office/drawing/2014/main" id="{722A1F07-AF69-4470-AB83-33DC8FFA04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필요한 상세 정보의 탐색 경로</a:t>
            </a:r>
          </a:p>
        </p:txBody>
      </p:sp>
      <p:sp>
        <p:nvSpPr>
          <p:cNvPr id="2" name="S32">
            <a:extLst xmlns:a="http://schemas.openxmlformats.org/drawingml/2006/main">
              <a:ext uri="{FF2B5EF4-FFF2-40B4-BE49-F238E27FC236}">
                <a16:creationId xmlns:a16="http://schemas.microsoft.com/office/drawing/2014/main" id="{E8702DE9-E7E9-45FD-A418-2EDB1458BEB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필요한 상세 정보로 가는 길">
            <a:extLst xmlns:a="http://schemas.openxmlformats.org/drawingml/2006/main">
              <a:ext uri="{FF2B5EF4-FFF2-40B4-BE49-F238E27FC236}">
                <a16:creationId xmlns:a16="http://schemas.microsoft.com/office/drawing/2014/main" id="{F84CBAD8-C995-4322-9C38-371A1C66C5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6277F55F-99EB-4B69-89B1-C1845318BF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Routing 모델 · 실제 문서 접근 결과는 다음 구간에서 확인">
            <a:extLst xmlns:a="http://schemas.openxmlformats.org/drawingml/2006/main">
              <a:ext uri="{FF2B5EF4-FFF2-40B4-BE49-F238E27FC236}">
                <a16:creationId xmlns:a16="http://schemas.microsoft.com/office/drawing/2014/main" id="{80F83D42-A49B-4806-A151-36F8709DF10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Routing 모델 · 실제 문서 접근 결과는 다음 구간에서 확인</a:t>
            </a:r>
          </a:p>
        </p:txBody>
      </p:sp>
      <p:sp>
        <p:nvSpPr>
          <p:cNvPr id="6" name="검색 성능 향상이나 토큰 절약을 입증한 그림이 아님">
            <a:extLst xmlns:a="http://schemas.openxmlformats.org/drawingml/2006/main">
              <a:ext uri="{FF2B5EF4-FFF2-40B4-BE49-F238E27FC236}">
                <a16:creationId xmlns:a16="http://schemas.microsoft.com/office/drawing/2014/main" id="{4A1F4703-3888-4ACF-B59C-B4024A917D4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검색 성능 향상이나 토큰 절약을 입증한 그림이 아님</a:t>
            </a:r>
          </a:p>
        </p:txBody>
      </p:sp>
      <p:sp>
        <p:nvSpPr>
          <p:cNvPr id="7" name="어떤 질문에서 어떤 상세 정보가 필요할까?">
            <a:extLst xmlns:a="http://schemas.openxmlformats.org/drawingml/2006/main">
              <a:ext uri="{FF2B5EF4-FFF2-40B4-BE49-F238E27FC236}">
                <a16:creationId xmlns:a16="http://schemas.microsoft.com/office/drawing/2014/main" id="{FDD9F09B-F8FD-4368-AFFB-30776635F596}"/>
              </a:ext>
            </a:extLst>
          </p:cNvPr>
          <p:cNvSpPr>
            <a:spLocks xmlns:a="http://schemas.openxmlformats.org/drawingml/2006/main" noGrp="1"/>
          </p:cNvSpPr>
          <p:nvPr/>
        </p:nvSpPr>
        <p:spPr>
          <a:xfrm xmlns:a="http://schemas.openxmlformats.org/drawingml/2006/main">
            <a:off x="609600" y="21145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질문에서 어떤 상세 정보가 필요할까?</a:t>
            </a:r>
          </a:p>
        </p:txBody>
      </p:sp>
      <p:sp>
        <p:nvSpPr>
          <p:cNvPr id="8" name="">
            <a:extLst xmlns:a="http://schemas.openxmlformats.org/drawingml/2006/main">
              <a:ext uri="{FF2B5EF4-FFF2-40B4-BE49-F238E27FC236}">
                <a16:creationId xmlns:a16="http://schemas.microsoft.com/office/drawing/2014/main" id="{58563D1C-EE0F-441F-A2AB-E5197A937615}"/>
              </a:ext>
            </a:extLst>
          </p:cNvPr>
          <p:cNvSpPr>
            <a:spLocks xmlns:a="http://schemas.openxmlformats.org/drawingml/2006/main" noGrp="1"/>
          </p:cNvSpPr>
          <p:nvPr/>
        </p:nvSpPr>
        <p:spPr>
          <a:xfrm xmlns:a="http://schemas.openxmlformats.org/drawingml/2006/main">
            <a:off x="609600" y="3028950"/>
            <a:ext cx="295275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9" name="Task">
            <a:extLst xmlns:a="http://schemas.openxmlformats.org/drawingml/2006/main">
              <a:ext uri="{FF2B5EF4-FFF2-40B4-BE49-F238E27FC236}">
                <a16:creationId xmlns:a16="http://schemas.microsoft.com/office/drawing/2014/main" id="{99384578-05C9-441B-B5EF-55B88FEE9F14}"/>
              </a:ext>
            </a:extLst>
          </p:cNvPr>
          <p:cNvSpPr>
            <a:spLocks xmlns:a="http://schemas.openxmlformats.org/drawingml/2006/main" noGrp="1"/>
          </p:cNvSpPr>
          <p:nvPr/>
        </p:nvSpPr>
        <p:spPr>
          <a:xfrm xmlns:a="http://schemas.openxmlformats.org/drawingml/2006/main">
            <a:off x="609600" y="3257550"/>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a:t>
            </a:r>
          </a:p>
        </p:txBody>
      </p:sp>
      <p:sp>
        <p:nvSpPr>
          <p:cNvPr id="10" name="지금 해결할 질문">
            <a:extLst xmlns:a="http://schemas.openxmlformats.org/drawingml/2006/main">
              <a:ext uri="{FF2B5EF4-FFF2-40B4-BE49-F238E27FC236}">
                <a16:creationId xmlns:a16="http://schemas.microsoft.com/office/drawing/2014/main" id="{58D9A360-FA24-4492-A828-2FFF9014BFEC}"/>
              </a:ext>
            </a:extLst>
          </p:cNvPr>
          <p:cNvSpPr>
            <a:spLocks xmlns:a="http://schemas.openxmlformats.org/drawingml/2006/main" noGrp="1"/>
          </p:cNvSpPr>
          <p:nvPr/>
        </p:nvSpPr>
        <p:spPr>
          <a:xfrm xmlns:a="http://schemas.openxmlformats.org/drawingml/2006/main">
            <a:off x="609600" y="39814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지금 해결할 질문</a:t>
            </a:r>
          </a:p>
        </p:txBody>
      </p:sp>
      <p:sp>
        <p:nvSpPr>
          <p:cNvPr id="11" name="">
            <a:extLst xmlns:a="http://schemas.openxmlformats.org/drawingml/2006/main">
              <a:ext uri="{FF2B5EF4-FFF2-40B4-BE49-F238E27FC236}">
                <a16:creationId xmlns:a16="http://schemas.microsoft.com/office/drawing/2014/main" id="{70211164-4251-48DD-8941-212F17F98D56}"/>
              </a:ext>
            </a:extLst>
          </p:cNvPr>
          <p:cNvSpPr>
            <a:spLocks xmlns:a="http://schemas.openxmlformats.org/drawingml/2006/main" noGrp="1"/>
          </p:cNvSpPr>
          <p:nvPr/>
        </p:nvSpPr>
        <p:spPr>
          <a:xfrm xmlns:a="http://schemas.openxmlformats.org/drawingml/2006/main">
            <a:off x="37528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32DD8F3-0E62-4DC3-B634-DAB43C27EFB7}"/>
              </a:ext>
            </a:extLst>
          </p:cNvPr>
          <p:cNvSpPr>
            <a:spLocks xmlns:a="http://schemas.openxmlformats.org/drawingml/2006/main" noGrp="1"/>
          </p:cNvSpPr>
          <p:nvPr/>
        </p:nvSpPr>
        <p:spPr>
          <a:xfrm xmlns:a="http://schemas.openxmlformats.org/drawingml/2006/main">
            <a:off x="4276725" y="3028950"/>
            <a:ext cx="320992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Core Context">
            <a:extLst xmlns:a="http://schemas.openxmlformats.org/drawingml/2006/main">
              <a:ext uri="{FF2B5EF4-FFF2-40B4-BE49-F238E27FC236}">
                <a16:creationId xmlns:a16="http://schemas.microsoft.com/office/drawing/2014/main" id="{38B545B1-436C-4711-A875-97594FD5EC53}"/>
              </a:ext>
            </a:extLst>
          </p:cNvPr>
          <p:cNvSpPr>
            <a:spLocks xmlns:a="http://schemas.openxmlformats.org/drawingml/2006/main" noGrp="1"/>
          </p:cNvSpPr>
          <p:nvPr/>
        </p:nvSpPr>
        <p:spPr>
          <a:xfrm xmlns:a="http://schemas.openxmlformats.org/drawingml/2006/main">
            <a:off x="4276725" y="3257550"/>
            <a:ext cx="32099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Core Context</a:t>
            </a:r>
          </a:p>
        </p:txBody>
      </p:sp>
      <p:sp>
        <p:nvSpPr>
          <p:cNvPr id="14" name="프로젝트 안내와&#10;찾아갈 위치">
            <a:extLst xmlns:a="http://schemas.openxmlformats.org/drawingml/2006/main">
              <a:ext uri="{FF2B5EF4-FFF2-40B4-BE49-F238E27FC236}">
                <a16:creationId xmlns:a16="http://schemas.microsoft.com/office/drawing/2014/main" id="{82A9C3D1-4DF9-4FFC-9868-B8D946361E52}"/>
              </a:ext>
            </a:extLst>
          </p:cNvPr>
          <p:cNvSpPr>
            <a:spLocks xmlns:a="http://schemas.openxmlformats.org/drawingml/2006/main" noGrp="1"/>
          </p:cNvSpPr>
          <p:nvPr/>
        </p:nvSpPr>
        <p:spPr>
          <a:xfrm xmlns:a="http://schemas.openxmlformats.org/drawingml/2006/main">
            <a:off x="4276725" y="3981450"/>
            <a:ext cx="32099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안내와</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찾아갈 위치</a:t>
            </a:r>
          </a:p>
        </p:txBody>
      </p:sp>
      <p:sp>
        <p:nvSpPr>
          <p:cNvPr id="15" name="">
            <a:extLst xmlns:a="http://schemas.openxmlformats.org/drawingml/2006/main">
              <a:ext uri="{FF2B5EF4-FFF2-40B4-BE49-F238E27FC236}">
                <a16:creationId xmlns:a16="http://schemas.microsoft.com/office/drawing/2014/main" id="{AA373416-F5D5-48B0-997F-904F2C315F01}"/>
              </a:ext>
            </a:extLst>
          </p:cNvPr>
          <p:cNvSpPr>
            <a:spLocks xmlns:a="http://schemas.openxmlformats.org/drawingml/2006/main" noGrp="1"/>
          </p:cNvSpPr>
          <p:nvPr/>
        </p:nvSpPr>
        <p:spPr>
          <a:xfrm xmlns:a="http://schemas.openxmlformats.org/drawingml/2006/main">
            <a:off x="76771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5714645E-3E72-46CB-81F6-03EDEDB55BAC}"/>
              </a:ext>
            </a:extLst>
          </p:cNvPr>
          <p:cNvSpPr>
            <a:spLocks xmlns:a="http://schemas.openxmlformats.org/drawingml/2006/main" noGrp="1"/>
          </p:cNvSpPr>
          <p:nvPr/>
        </p:nvSpPr>
        <p:spPr>
          <a:xfrm xmlns:a="http://schemas.openxmlformats.org/drawingml/2006/main">
            <a:off x="8210550" y="3028950"/>
            <a:ext cx="33718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련 상세 정보">
            <a:extLst xmlns:a="http://schemas.openxmlformats.org/drawingml/2006/main">
              <a:ext uri="{FF2B5EF4-FFF2-40B4-BE49-F238E27FC236}">
                <a16:creationId xmlns:a16="http://schemas.microsoft.com/office/drawing/2014/main" id="{34A77732-B8DA-422C-BDA5-3B9AB6C1816F}"/>
              </a:ext>
            </a:extLst>
          </p:cNvPr>
          <p:cNvSpPr>
            <a:spLocks xmlns:a="http://schemas.openxmlformats.org/drawingml/2006/main" noGrp="1"/>
          </p:cNvSpPr>
          <p:nvPr/>
        </p:nvSpPr>
        <p:spPr>
          <a:xfrm xmlns:a="http://schemas.openxmlformats.org/drawingml/2006/main">
            <a:off x="8210550" y="3257550"/>
            <a:ext cx="3371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관련 상세 정보</a:t>
            </a:r>
          </a:p>
        </p:txBody>
      </p:sp>
      <p:sp>
        <p:nvSpPr>
          <p:cNvPr id="18" name="질문에 필요한&#10;계약 · 구조 · 테스트">
            <a:extLst xmlns:a="http://schemas.openxmlformats.org/drawingml/2006/main">
              <a:ext uri="{FF2B5EF4-FFF2-40B4-BE49-F238E27FC236}">
                <a16:creationId xmlns:a16="http://schemas.microsoft.com/office/drawing/2014/main" id="{340B97E4-3035-4238-A064-31250410456E}"/>
              </a:ext>
            </a:extLst>
          </p:cNvPr>
          <p:cNvSpPr>
            <a:spLocks xmlns:a="http://schemas.openxmlformats.org/drawingml/2006/main" noGrp="1"/>
          </p:cNvSpPr>
          <p:nvPr/>
        </p:nvSpPr>
        <p:spPr>
          <a:xfrm xmlns:a="http://schemas.openxmlformats.org/drawingml/2006/main">
            <a:off x="8210550" y="3981450"/>
            <a:ext cx="33718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질문에 필요한</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계약 · 구조 · 테스트</a:t>
            </a:r>
          </a:p>
        </p:txBody>
      </p:sp>
      <p:sp>
        <p:nvSpPr>
          <p:cNvPr id="19" name="C++ 예: 공통 제약을 확인한 뒤, 해당 알고리즘의 계약으로">
            <a:extLst xmlns:a="http://schemas.openxmlformats.org/drawingml/2006/main">
              <a:ext uri="{FF2B5EF4-FFF2-40B4-BE49-F238E27FC236}">
                <a16:creationId xmlns:a16="http://schemas.microsoft.com/office/drawing/2014/main" id="{E0889C73-B369-4539-B945-1C9C25F41E65}"/>
              </a:ext>
            </a:extLst>
          </p:cNvPr>
          <p:cNvSpPr>
            <a:spLocks xmlns:a="http://schemas.openxmlformats.org/drawingml/2006/main" noGrp="1"/>
          </p:cNvSpPr>
          <p:nvPr/>
        </p:nvSpPr>
        <p:spPr>
          <a:xfrm xmlns:a="http://schemas.openxmlformats.org/drawingml/2006/main">
            <a:off x="609600" y="52578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C++ 예: 공통 제약을 확인한 뒤, 해당 알고리즘의 계약으로</a:t>
            </a:r>
          </a:p>
        </p:txBody>
      </p:sp>
      <p:sp>
        <p:nvSpPr>
          <p:cNvPr id="20" name="Legacy module connection">
            <a:extLst xmlns:a="http://schemas.openxmlformats.org/drawingml/2006/main">
              <a:ext uri="{FF2B5EF4-FFF2-40B4-BE49-F238E27FC236}">
                <a16:creationId xmlns:a16="http://schemas.microsoft.com/office/drawing/2014/main" id="{668A9B3E-6980-4DB5-80C9-52828B7D978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13980127"/>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Core에 남길 기본 안내">
            <a:extLst xmlns:a="http://schemas.openxmlformats.org/drawingml/2006/main">
              <a:ext uri="{FF2B5EF4-FFF2-40B4-BE49-F238E27FC236}">
                <a16:creationId xmlns:a16="http://schemas.microsoft.com/office/drawing/2014/main" id="{8D1759D2-0B30-4658-86EB-92271272CC1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Core에 남길 기본 안내</a:t>
            </a:r>
          </a:p>
        </p:txBody>
      </p:sp>
      <p:sp>
        <p:nvSpPr>
          <p:cNvPr id="2" name="S33">
            <a:extLst xmlns:a="http://schemas.openxmlformats.org/drawingml/2006/main">
              <a:ext uri="{FF2B5EF4-FFF2-40B4-BE49-F238E27FC236}">
                <a16:creationId xmlns:a16="http://schemas.microsoft.com/office/drawing/2014/main" id="{6C9C95D7-E09C-4E9F-9861-66B2CFE03F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Core Context에서 상세 정보로 가는 길">
            <a:extLst xmlns:a="http://schemas.openxmlformats.org/drawingml/2006/main">
              <a:ext uri="{FF2B5EF4-FFF2-40B4-BE49-F238E27FC236}">
                <a16:creationId xmlns:a16="http://schemas.microsoft.com/office/drawing/2014/main" id="{75C96D21-F2D9-41FD-BCC1-5CCFB0A9D7A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Core Context에서 상세 정보로 가는 길</a:t>
            </a:r>
          </a:p>
        </p:txBody>
      </p:sp>
      <p:sp>
        <p:nvSpPr>
          <p:cNvPr id="4" name="">
            <a:extLst xmlns:a="http://schemas.openxmlformats.org/drawingml/2006/main">
              <a:ext uri="{FF2B5EF4-FFF2-40B4-BE49-F238E27FC236}">
                <a16:creationId xmlns:a16="http://schemas.microsoft.com/office/drawing/2014/main" id="{FEEA1A0C-61AB-48A4-8D45-0130DECB67B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 Root/Core는 상세 정보의 출발점">
            <a:extLst xmlns:a="http://schemas.openxmlformats.org/drawingml/2006/main">
              <a:ext uri="{FF2B5EF4-FFF2-40B4-BE49-F238E27FC236}">
                <a16:creationId xmlns:a16="http://schemas.microsoft.com/office/drawing/2014/main" id="{AF8256CF-C911-4F2F-9E4A-D02C98BC25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 Root/Core는 상세 정보의 출발점</a:t>
            </a:r>
          </a:p>
        </p:txBody>
      </p:sp>
      <p:sp>
        <p:nvSpPr>
          <p:cNvPr id="6" name="C++ 예: build/test 진입점과 기본 제약 → 알고리즘 계약·하드웨어 조건">
            <a:extLst xmlns:a="http://schemas.openxmlformats.org/drawingml/2006/main">
              <a:ext uri="{FF2B5EF4-FFF2-40B4-BE49-F238E27FC236}">
                <a16:creationId xmlns:a16="http://schemas.microsoft.com/office/drawing/2014/main" id="{185985AE-6AE4-4C80-87F6-AA470DE6D2E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 예: build/test 진입점과 기본 제약 → 알고리즘 계약·하드웨어 조건</a:t>
            </a:r>
          </a:p>
        </p:txBody>
      </p:sp>
      <p:sp>
        <p:nvSpPr>
          <p:cNvPr id="7" name="무엇을 항상 읽고, 무엇을 필요할 때 찾게 할까?">
            <a:extLst xmlns:a="http://schemas.openxmlformats.org/drawingml/2006/main">
              <a:ext uri="{FF2B5EF4-FFF2-40B4-BE49-F238E27FC236}">
                <a16:creationId xmlns:a16="http://schemas.microsoft.com/office/drawing/2014/main" id="{41121781-6975-46BE-A170-282FD3989785}"/>
              </a:ext>
            </a:extLst>
          </p:cNvPr>
          <p:cNvSpPr>
            <a:spLocks xmlns:a="http://schemas.openxmlformats.org/drawingml/2006/main" noGrp="1"/>
          </p:cNvSpPr>
          <p:nvPr/>
        </p:nvSpPr>
        <p:spPr>
          <a:xfrm xmlns:a="http://schemas.openxmlformats.org/drawingml/2006/main">
            <a:off x="609600" y="1990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무엇을 항상 읽고, 무엇을 필요할 때 찾게 할까?</a:t>
            </a:r>
          </a:p>
        </p:txBody>
      </p:sp>
      <p:sp>
        <p:nvSpPr>
          <p:cNvPr id="8" name="">
            <a:extLst xmlns:a="http://schemas.openxmlformats.org/drawingml/2006/main">
              <a:ext uri="{FF2B5EF4-FFF2-40B4-BE49-F238E27FC236}">
                <a16:creationId xmlns:a16="http://schemas.microsoft.com/office/drawing/2014/main" id="{A217064E-FFE6-46A8-8C4B-B8AB50172E89}"/>
              </a:ext>
            </a:extLst>
          </p:cNvPr>
          <p:cNvSpPr>
            <a:spLocks xmlns:a="http://schemas.openxmlformats.org/drawingml/2006/main" noGrp="1"/>
          </p:cNvSpPr>
          <p:nvPr/>
        </p:nvSpPr>
        <p:spPr>
          <a:xfrm xmlns:a="http://schemas.openxmlformats.org/drawingml/2006/main">
            <a:off x="609600" y="2724150"/>
            <a:ext cx="4171950" cy="23050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9" name="CORE · 기본 안내">
            <a:extLst xmlns:a="http://schemas.openxmlformats.org/drawingml/2006/main">
              <a:ext uri="{FF2B5EF4-FFF2-40B4-BE49-F238E27FC236}">
                <a16:creationId xmlns:a16="http://schemas.microsoft.com/office/drawing/2014/main" id="{1E9AAFF7-F477-4ED6-A11B-B225492E1B27}"/>
              </a:ext>
            </a:extLst>
          </p:cNvPr>
          <p:cNvSpPr>
            <a:spLocks xmlns:a="http://schemas.openxmlformats.org/drawingml/2006/main" noGrp="1"/>
          </p:cNvSpPr>
          <p:nvPr/>
        </p:nvSpPr>
        <p:spPr>
          <a:xfrm xmlns:a="http://schemas.openxmlformats.org/drawingml/2006/main">
            <a:off x="838200" y="2867025"/>
            <a:ext cx="3714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CORE · 기본 안내</a:t>
            </a:r>
          </a:p>
        </p:txBody>
      </p:sp>
      <p:sp>
        <p:nvSpPr>
          <p:cNvPr id="10" name="프로젝트의 목적&#10;항상 지켜야 할 제약&#10;상세 정보를 찾을 위치">
            <a:extLst xmlns:a="http://schemas.openxmlformats.org/drawingml/2006/main">
              <a:ext uri="{FF2B5EF4-FFF2-40B4-BE49-F238E27FC236}">
                <a16:creationId xmlns:a16="http://schemas.microsoft.com/office/drawing/2014/main" id="{52666136-BDEF-4C32-9E1E-A0052B7FB722}"/>
              </a:ext>
            </a:extLst>
          </p:cNvPr>
          <p:cNvSpPr>
            <a:spLocks xmlns:a="http://schemas.openxmlformats.org/drawingml/2006/main" noGrp="1"/>
          </p:cNvSpPr>
          <p:nvPr/>
        </p:nvSpPr>
        <p:spPr>
          <a:xfrm xmlns:a="http://schemas.openxmlformats.org/drawingml/2006/main">
            <a:off x="838200" y="3438525"/>
            <a:ext cx="371475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프로젝트의 목적</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항상 지켜야 할 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상세 정보를 찾을 위치</a:t>
            </a:r>
          </a:p>
        </p:txBody>
      </p:sp>
      <p:sp>
        <p:nvSpPr>
          <p:cNvPr id="11" name="">
            <a:extLst xmlns:a="http://schemas.openxmlformats.org/drawingml/2006/main">
              <a:ext uri="{FF2B5EF4-FFF2-40B4-BE49-F238E27FC236}">
                <a16:creationId xmlns:a16="http://schemas.microsoft.com/office/drawing/2014/main" id="{29908AAC-445D-49B9-88C9-4268B87163F0}"/>
              </a:ext>
            </a:extLst>
          </p:cNvPr>
          <p:cNvSpPr>
            <a:spLocks xmlns:a="http://schemas.openxmlformats.org/drawingml/2006/main" noGrp="1"/>
          </p:cNvSpPr>
          <p:nvPr/>
        </p:nvSpPr>
        <p:spPr>
          <a:xfrm xmlns:a="http://schemas.openxmlformats.org/drawingml/2006/main">
            <a:off x="5162550" y="3743325"/>
            <a:ext cx="5048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ETAIL · 필요한 상세">
            <a:extLst xmlns:a="http://schemas.openxmlformats.org/drawingml/2006/main">
              <a:ext uri="{FF2B5EF4-FFF2-40B4-BE49-F238E27FC236}">
                <a16:creationId xmlns:a16="http://schemas.microsoft.com/office/drawing/2014/main" id="{1977DA67-DAED-47FA-8AC6-3506CE2E60CC}"/>
              </a:ext>
            </a:extLst>
          </p:cNvPr>
          <p:cNvSpPr>
            <a:spLocks xmlns:a="http://schemas.openxmlformats.org/drawingml/2006/main" noGrp="1"/>
          </p:cNvSpPr>
          <p:nvPr/>
        </p:nvSpPr>
        <p:spPr>
          <a:xfrm xmlns:a="http://schemas.openxmlformats.org/drawingml/2006/main">
            <a:off x="6191250" y="2724150"/>
            <a:ext cx="5391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DETAIL · 필요한 상세</a:t>
            </a:r>
          </a:p>
        </p:txBody>
      </p:sp>
      <p:sp>
        <p:nvSpPr>
          <p:cNvPr id="13" name="">
            <a:extLst xmlns:a="http://schemas.openxmlformats.org/drawingml/2006/main">
              <a:ext uri="{FF2B5EF4-FFF2-40B4-BE49-F238E27FC236}">
                <a16:creationId xmlns:a16="http://schemas.microsoft.com/office/drawing/2014/main" id="{F963E300-AA86-4DF6-9DF3-816581FC037D}"/>
              </a:ext>
            </a:extLst>
          </p:cNvPr>
          <p:cNvSpPr>
            <a:spLocks xmlns:a="http://schemas.openxmlformats.org/drawingml/2006/main" noGrp="1"/>
          </p:cNvSpPr>
          <p:nvPr/>
        </p:nvSpPr>
        <p:spPr>
          <a:xfrm xmlns:a="http://schemas.openxmlformats.org/drawingml/2006/main">
            <a:off x="6191250" y="328612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architecture">
            <a:extLst xmlns:a="http://schemas.openxmlformats.org/drawingml/2006/main">
              <a:ext uri="{FF2B5EF4-FFF2-40B4-BE49-F238E27FC236}">
                <a16:creationId xmlns:a16="http://schemas.microsoft.com/office/drawing/2014/main" id="{42B81C6D-28B8-44D1-AA18-88E3D415C5DA}"/>
              </a:ext>
            </a:extLst>
          </p:cNvPr>
          <p:cNvSpPr>
            <a:spLocks xmlns:a="http://schemas.openxmlformats.org/drawingml/2006/main" noGrp="1"/>
          </p:cNvSpPr>
          <p:nvPr/>
        </p:nvSpPr>
        <p:spPr>
          <a:xfrm xmlns:a="http://schemas.openxmlformats.org/drawingml/2006/main">
            <a:off x="6191250" y="339090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architecture</a:t>
            </a:r>
          </a:p>
        </p:txBody>
      </p:sp>
      <p:sp>
        <p:nvSpPr>
          <p:cNvPr id="15" name="모듈과 처리 순서">
            <a:extLst xmlns:a="http://schemas.openxmlformats.org/drawingml/2006/main">
              <a:ext uri="{FF2B5EF4-FFF2-40B4-BE49-F238E27FC236}">
                <a16:creationId xmlns:a16="http://schemas.microsoft.com/office/drawing/2014/main" id="{DEE1CD25-A465-45B3-A75C-0E09B38A0C45}"/>
              </a:ext>
            </a:extLst>
          </p:cNvPr>
          <p:cNvSpPr>
            <a:spLocks xmlns:a="http://schemas.openxmlformats.org/drawingml/2006/main" noGrp="1"/>
          </p:cNvSpPr>
          <p:nvPr/>
        </p:nvSpPr>
        <p:spPr>
          <a:xfrm xmlns:a="http://schemas.openxmlformats.org/drawingml/2006/main">
            <a:off x="8601075" y="339090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모듈과 처리 순서</a:t>
            </a:r>
          </a:p>
        </p:txBody>
      </p:sp>
      <p:sp>
        <p:nvSpPr>
          <p:cNvPr id="16" name="">
            <a:extLst xmlns:a="http://schemas.openxmlformats.org/drawingml/2006/main">
              <a:ext uri="{FF2B5EF4-FFF2-40B4-BE49-F238E27FC236}">
                <a16:creationId xmlns:a16="http://schemas.microsoft.com/office/drawing/2014/main" id="{3271E7C7-D856-42F2-8D1F-0A7AD3FC3B30}"/>
              </a:ext>
            </a:extLst>
          </p:cNvPr>
          <p:cNvSpPr>
            <a:spLocks xmlns:a="http://schemas.openxmlformats.org/drawingml/2006/main" noGrp="1"/>
          </p:cNvSpPr>
          <p:nvPr/>
        </p:nvSpPr>
        <p:spPr>
          <a:xfrm xmlns:a="http://schemas.openxmlformats.org/drawingml/2006/main">
            <a:off x="6191250" y="3886200"/>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image contracts">
            <a:extLst xmlns:a="http://schemas.openxmlformats.org/drawingml/2006/main">
              <a:ext uri="{FF2B5EF4-FFF2-40B4-BE49-F238E27FC236}">
                <a16:creationId xmlns:a16="http://schemas.microsoft.com/office/drawing/2014/main" id="{EEDBFDF5-3C51-4BFD-92B1-CCA68911A987}"/>
              </a:ext>
            </a:extLst>
          </p:cNvPr>
          <p:cNvSpPr>
            <a:spLocks xmlns:a="http://schemas.openxmlformats.org/drawingml/2006/main" noGrp="1"/>
          </p:cNvSpPr>
          <p:nvPr/>
        </p:nvSpPr>
        <p:spPr>
          <a:xfrm xmlns:a="http://schemas.openxmlformats.org/drawingml/2006/main">
            <a:off x="6191250" y="3990975"/>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image contracts</a:t>
            </a:r>
          </a:p>
        </p:txBody>
      </p:sp>
      <p:sp>
        <p:nvSpPr>
          <p:cNvPr id="18" name="이미지 동작의 계약">
            <a:extLst xmlns:a="http://schemas.openxmlformats.org/drawingml/2006/main">
              <a:ext uri="{FF2B5EF4-FFF2-40B4-BE49-F238E27FC236}">
                <a16:creationId xmlns:a16="http://schemas.microsoft.com/office/drawing/2014/main" id="{F1EBF7F4-FEAA-406B-84E5-07A3721D71F3}"/>
              </a:ext>
            </a:extLst>
          </p:cNvPr>
          <p:cNvSpPr>
            <a:spLocks xmlns:a="http://schemas.openxmlformats.org/drawingml/2006/main" noGrp="1"/>
          </p:cNvSpPr>
          <p:nvPr/>
        </p:nvSpPr>
        <p:spPr>
          <a:xfrm xmlns:a="http://schemas.openxmlformats.org/drawingml/2006/main">
            <a:off x="8601075" y="3990975"/>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이미지 동작의 계약</a:t>
            </a:r>
          </a:p>
        </p:txBody>
      </p:sp>
      <p:sp>
        <p:nvSpPr>
          <p:cNvPr id="19" name="">
            <a:extLst xmlns:a="http://schemas.openxmlformats.org/drawingml/2006/main">
              <a:ext uri="{FF2B5EF4-FFF2-40B4-BE49-F238E27FC236}">
                <a16:creationId xmlns:a16="http://schemas.microsoft.com/office/drawing/2014/main" id="{41972628-B57C-48BD-AA69-D4B9FBA0C1D2}"/>
              </a:ext>
            </a:extLst>
          </p:cNvPr>
          <p:cNvSpPr>
            <a:spLocks xmlns:a="http://schemas.openxmlformats.org/drawingml/2006/main" noGrp="1"/>
          </p:cNvSpPr>
          <p:nvPr/>
        </p:nvSpPr>
        <p:spPr>
          <a:xfrm xmlns:a="http://schemas.openxmlformats.org/drawingml/2006/main">
            <a:off x="6191250" y="448627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
            <a:extLst xmlns:a="http://schemas.openxmlformats.org/drawingml/2006/main">
              <a:ext uri="{FF2B5EF4-FFF2-40B4-BE49-F238E27FC236}">
                <a16:creationId xmlns:a16="http://schemas.microsoft.com/office/drawing/2014/main" id="{9DC587E7-8975-4449-911E-0267832D0787}"/>
              </a:ext>
            </a:extLst>
          </p:cNvPr>
          <p:cNvSpPr>
            <a:spLocks xmlns:a="http://schemas.openxmlformats.org/drawingml/2006/main" noGrp="1"/>
          </p:cNvSpPr>
          <p:nvPr/>
        </p:nvSpPr>
        <p:spPr>
          <a:xfrm xmlns:a="http://schemas.openxmlformats.org/drawingml/2006/main">
            <a:off x="6191250" y="459105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testing</a:t>
            </a:r>
          </a:p>
        </p:txBody>
      </p:sp>
      <p:sp>
        <p:nvSpPr>
          <p:cNvPr id="21" name="테스트 위치와 범위">
            <a:extLst xmlns:a="http://schemas.openxmlformats.org/drawingml/2006/main">
              <a:ext uri="{FF2B5EF4-FFF2-40B4-BE49-F238E27FC236}">
                <a16:creationId xmlns:a16="http://schemas.microsoft.com/office/drawing/2014/main" id="{0E04099D-D77C-4718-A402-923DC4EC0B8D}"/>
              </a:ext>
            </a:extLst>
          </p:cNvPr>
          <p:cNvSpPr>
            <a:spLocks xmlns:a="http://schemas.openxmlformats.org/drawingml/2006/main" noGrp="1"/>
          </p:cNvSpPr>
          <p:nvPr/>
        </p:nvSpPr>
        <p:spPr>
          <a:xfrm xmlns:a="http://schemas.openxmlformats.org/drawingml/2006/main">
            <a:off x="8601075" y="459105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테스트 위치와 범위</a:t>
            </a:r>
          </a:p>
        </p:txBody>
      </p:sp>
      <p:sp>
        <p:nvSpPr>
          <p:cNvPr id="22" name="모든 지식을 넣기보다, 상세 정보까지 가는 길을 안내한다">
            <a:extLst xmlns:a="http://schemas.openxmlformats.org/drawingml/2006/main">
              <a:ext uri="{FF2B5EF4-FFF2-40B4-BE49-F238E27FC236}">
                <a16:creationId xmlns:a16="http://schemas.microsoft.com/office/drawing/2014/main" id="{4F3FA336-CFB4-4555-A504-911B3EB11104}"/>
              </a:ext>
            </a:extLst>
          </p:cNvPr>
          <p:cNvSpPr>
            <a:spLocks xmlns:a="http://schemas.openxmlformats.org/drawingml/2006/main" noGrp="1"/>
          </p:cNvSpPr>
          <p:nvPr/>
        </p:nvSpPr>
        <p:spPr>
          <a:xfrm xmlns:a="http://schemas.openxmlformats.org/drawingml/2006/main">
            <a:off x="609600" y="53054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모든 지식을 넣기보다, 상세 정보까지 가는 길을 안내한다</a:t>
            </a:r>
          </a:p>
        </p:txBody>
      </p:sp>
      <p:sp>
        <p:nvSpPr>
          <p:cNvPr id="23" name="Legacy module connection">
            <a:extLst xmlns:a="http://schemas.openxmlformats.org/drawingml/2006/main">
              <a:ext uri="{FF2B5EF4-FFF2-40B4-BE49-F238E27FC236}">
                <a16:creationId xmlns:a16="http://schemas.microsoft.com/office/drawing/2014/main" id="{2D73F1E8-E1EB-4F57-A943-7343D7CA155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93835524"/>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STATE-03의 문서 구조">
            <a:extLst xmlns:a="http://schemas.openxmlformats.org/drawingml/2006/main">
              <a:ext uri="{FF2B5EF4-FFF2-40B4-BE49-F238E27FC236}">
                <a16:creationId xmlns:a16="http://schemas.microsoft.com/office/drawing/2014/main" id="{D29E5A74-BA1C-4BBC-AD4C-05B9DCFB63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STATE-03의 문서 구조</a:t>
            </a:r>
          </a:p>
        </p:txBody>
      </p:sp>
      <p:sp>
        <p:nvSpPr>
          <p:cNvPr id="2" name="S34">
            <a:extLst xmlns:a="http://schemas.openxmlformats.org/drawingml/2006/main">
              <a:ext uri="{FF2B5EF4-FFF2-40B4-BE49-F238E27FC236}">
                <a16:creationId xmlns:a16="http://schemas.microsoft.com/office/drawing/2014/main" id="{A175EC41-70B6-4F2A-8CD4-372F60DD64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정보를 지우지 않고 위치를 나누기">
            <a:extLst xmlns:a="http://schemas.openxmlformats.org/drawingml/2006/main">
              <a:ext uri="{FF2B5EF4-FFF2-40B4-BE49-F238E27FC236}">
                <a16:creationId xmlns:a16="http://schemas.microsoft.com/office/drawing/2014/main" id="{7A9AD684-A4D9-445F-AE40-EE7F2145D2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10C7CA43-0932-4758-9649-DAB2E8086E0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파일 구조와 Routing 문구 발췌">
            <a:extLst xmlns:a="http://schemas.openxmlformats.org/drawingml/2006/main">
              <a:ext uri="{FF2B5EF4-FFF2-40B4-BE49-F238E27FC236}">
                <a16:creationId xmlns:a16="http://schemas.microsoft.com/office/drawing/2014/main" id="{86DD3226-4E5E-41B8-84D1-7A18B517FA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파일 구조와 Routing 문구 발췌</a:t>
            </a:r>
          </a:p>
        </p:txBody>
      </p:sp>
      <p:sp>
        <p:nvSpPr>
          <p:cNvPr id="6" name="내용을 Scope에 맞춰 이동 · 구조 변화 자체가 완벽한 Routing이나 성능 향상 증거는 아님">
            <a:extLst xmlns:a="http://schemas.openxmlformats.org/drawingml/2006/main">
              <a:ext uri="{FF2B5EF4-FFF2-40B4-BE49-F238E27FC236}">
                <a16:creationId xmlns:a16="http://schemas.microsoft.com/office/drawing/2014/main" id="{4105F418-FA16-4B89-B0E8-CB0F31872FE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내용을 Scope에 맞춰 이동 · 구조 변화 자체가 완벽한 Routing이나 성능 향상 증거는 아님</a:t>
            </a:r>
          </a:p>
        </p:txBody>
      </p:sp>
      <p:sp>
        <p:nvSpPr>
          <p:cNvPr id="7" name="이전: AGENTS.md 안에 세부사항까지">
            <a:extLst xmlns:a="http://schemas.openxmlformats.org/drawingml/2006/main">
              <a:ext uri="{FF2B5EF4-FFF2-40B4-BE49-F238E27FC236}">
                <a16:creationId xmlns:a16="http://schemas.microsoft.com/office/drawing/2014/main" id="{A2B2EC25-DBB1-42B3-BD80-E23CDD2BD047}"/>
              </a:ext>
            </a:extLst>
          </p:cNvPr>
          <p:cNvSpPr>
            <a:spLocks xmlns:a="http://schemas.openxmlformats.org/drawingml/2006/main" noGrp="1"/>
          </p:cNvSpPr>
          <p:nvPr/>
        </p:nvSpPr>
        <p:spPr>
          <a:xfrm xmlns:a="http://schemas.openxmlformats.org/drawingml/2006/main">
            <a:off x="609600" y="2133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이전: AGENTS.md 안에 세부사항까지</a:t>
            </a:r>
          </a:p>
        </p:txBody>
      </p:sp>
      <p:sp>
        <p:nvSpPr>
          <p:cNvPr id="8" name="이후: 기본 안내 + 상세 문서로 가는 링크">
            <a:extLst xmlns:a="http://schemas.openxmlformats.org/drawingml/2006/main">
              <a:ext uri="{FF2B5EF4-FFF2-40B4-BE49-F238E27FC236}">
                <a16:creationId xmlns:a16="http://schemas.microsoft.com/office/drawing/2014/main" id="{1CB5CA1B-1D5D-48B3-80DB-6D41B36FCAEB}"/>
              </a:ext>
            </a:extLst>
          </p:cNvPr>
          <p:cNvSpPr>
            <a:spLocks xmlns:a="http://schemas.openxmlformats.org/drawingml/2006/main" noGrp="1"/>
          </p:cNvSpPr>
          <p:nvPr/>
        </p:nvSpPr>
        <p:spPr>
          <a:xfrm xmlns:a="http://schemas.openxmlformats.org/drawingml/2006/main">
            <a:off x="609600" y="26289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이후: 기본 안내 + 상세 문서로 가는 링크</a:t>
            </a:r>
          </a:p>
        </p:txBody>
      </p:sp>
      <p:sp>
        <p:nvSpPr>
          <p:cNvPr id="9" name="">
            <a:extLst xmlns:a="http://schemas.openxmlformats.org/drawingml/2006/main">
              <a:ext uri="{FF2B5EF4-FFF2-40B4-BE49-F238E27FC236}">
                <a16:creationId xmlns:a16="http://schemas.microsoft.com/office/drawing/2014/main" id="{256FB618-7A0E-4970-9E12-A3FCA2AC87AB}"/>
              </a:ext>
            </a:extLst>
          </p:cNvPr>
          <p:cNvSpPr>
            <a:spLocks xmlns:a="http://schemas.openxmlformats.org/drawingml/2006/main" noGrp="1"/>
          </p:cNvSpPr>
          <p:nvPr/>
        </p:nvSpPr>
        <p:spPr>
          <a:xfrm xmlns:a="http://schemas.openxmlformats.org/drawingml/2006/main">
            <a:off x="609600" y="3286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처리 순서 · 모듈 역할">
            <a:extLst xmlns:a="http://schemas.openxmlformats.org/drawingml/2006/main">
              <a:ext uri="{FF2B5EF4-FFF2-40B4-BE49-F238E27FC236}">
                <a16:creationId xmlns:a16="http://schemas.microsoft.com/office/drawing/2014/main" id="{DCD04196-5B39-4A75-8811-BDDE749D9C93}"/>
              </a:ext>
            </a:extLst>
          </p:cNvPr>
          <p:cNvSpPr>
            <a:spLocks xmlns:a="http://schemas.openxmlformats.org/drawingml/2006/main" noGrp="1"/>
          </p:cNvSpPr>
          <p:nvPr/>
        </p:nvSpPr>
        <p:spPr>
          <a:xfrm xmlns:a="http://schemas.openxmlformats.org/drawingml/2006/main">
            <a:off x="609600" y="33718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처리 순서 · 모듈 역할</a:t>
            </a:r>
          </a:p>
        </p:txBody>
      </p:sp>
      <p:sp>
        <p:nvSpPr>
          <p:cNvPr id="11" name="">
            <a:extLst xmlns:a="http://schemas.openxmlformats.org/drawingml/2006/main">
              <a:ext uri="{FF2B5EF4-FFF2-40B4-BE49-F238E27FC236}">
                <a16:creationId xmlns:a16="http://schemas.microsoft.com/office/drawing/2014/main" id="{18B3C0A3-7291-4F18-AB4E-0EBCB71A6C05}"/>
              </a:ext>
            </a:extLst>
          </p:cNvPr>
          <p:cNvSpPr>
            <a:spLocks xmlns:a="http://schemas.openxmlformats.org/drawingml/2006/main" noGrp="1"/>
          </p:cNvSpPr>
          <p:nvPr/>
        </p:nvSpPr>
        <p:spPr>
          <a:xfrm xmlns:a="http://schemas.openxmlformats.org/drawingml/2006/main">
            <a:off x="5762625" y="347662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ocs/architecture.md">
            <a:extLst xmlns:a="http://schemas.openxmlformats.org/drawingml/2006/main">
              <a:ext uri="{FF2B5EF4-FFF2-40B4-BE49-F238E27FC236}">
                <a16:creationId xmlns:a16="http://schemas.microsoft.com/office/drawing/2014/main" id="{31E52B90-F505-486C-96A9-C65FC20C95EE}"/>
              </a:ext>
            </a:extLst>
          </p:cNvPr>
          <p:cNvSpPr>
            <a:spLocks xmlns:a="http://schemas.openxmlformats.org/drawingml/2006/main" noGrp="1"/>
          </p:cNvSpPr>
          <p:nvPr/>
        </p:nvSpPr>
        <p:spPr>
          <a:xfrm xmlns:a="http://schemas.openxmlformats.org/drawingml/2006/main">
            <a:off x="6705600" y="337185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5C981E98-70B3-41E2-9D82-7489A5C52060}"/>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이미지 형식 · crop · resize">
            <a:extLst xmlns:a="http://schemas.openxmlformats.org/drawingml/2006/main">
              <a:ext uri="{FF2B5EF4-FFF2-40B4-BE49-F238E27FC236}">
                <a16:creationId xmlns:a16="http://schemas.microsoft.com/office/drawing/2014/main" id="{9B058D24-728D-4DAB-81BD-EA8B9EE795E5}"/>
              </a:ext>
            </a:extLst>
          </p:cNvPr>
          <p:cNvSpPr>
            <a:spLocks xmlns:a="http://schemas.openxmlformats.org/drawingml/2006/main" noGrp="1"/>
          </p:cNvSpPr>
          <p:nvPr/>
        </p:nvSpPr>
        <p:spPr>
          <a:xfrm xmlns:a="http://schemas.openxmlformats.org/drawingml/2006/main">
            <a:off x="609600" y="39528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이미지 형식 · crop · resize</a:t>
            </a:r>
          </a:p>
        </p:txBody>
      </p:sp>
      <p:sp>
        <p:nvSpPr>
          <p:cNvPr id="15" name="">
            <a:extLst xmlns:a="http://schemas.openxmlformats.org/drawingml/2006/main">
              <a:ext uri="{FF2B5EF4-FFF2-40B4-BE49-F238E27FC236}">
                <a16:creationId xmlns:a16="http://schemas.microsoft.com/office/drawing/2014/main" id="{39D4D1E3-4112-4DE3-B267-BFA1269C9323}"/>
              </a:ext>
            </a:extLst>
          </p:cNvPr>
          <p:cNvSpPr>
            <a:spLocks xmlns:a="http://schemas.openxmlformats.org/drawingml/2006/main" noGrp="1"/>
          </p:cNvSpPr>
          <p:nvPr/>
        </p:nvSpPr>
        <p:spPr>
          <a:xfrm xmlns:a="http://schemas.openxmlformats.org/drawingml/2006/main">
            <a:off x="5762625" y="4057650"/>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docs/image-contracts.md">
            <a:extLst xmlns:a="http://schemas.openxmlformats.org/drawingml/2006/main">
              <a:ext uri="{FF2B5EF4-FFF2-40B4-BE49-F238E27FC236}">
                <a16:creationId xmlns:a16="http://schemas.microsoft.com/office/drawing/2014/main" id="{B28DBBC0-5D1B-457D-9D43-13EE2C80BEBC}"/>
              </a:ext>
            </a:extLst>
          </p:cNvPr>
          <p:cNvSpPr>
            <a:spLocks xmlns:a="http://schemas.openxmlformats.org/drawingml/2006/main" noGrp="1"/>
          </p:cNvSpPr>
          <p:nvPr/>
        </p:nvSpPr>
        <p:spPr>
          <a:xfrm xmlns:a="http://schemas.openxmlformats.org/drawingml/2006/main">
            <a:off x="6705600" y="39528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docs/image-contracts.md</a:t>
            </a:r>
          </a:p>
        </p:txBody>
      </p:sp>
      <p:sp>
        <p:nvSpPr>
          <p:cNvPr id="17" name="">
            <a:extLst xmlns:a="http://schemas.openxmlformats.org/drawingml/2006/main">
              <a:ext uri="{FF2B5EF4-FFF2-40B4-BE49-F238E27FC236}">
                <a16:creationId xmlns:a16="http://schemas.microsoft.com/office/drawing/2014/main" id="{7C589216-86FB-4805-AB79-64331420BCAE}"/>
              </a:ext>
            </a:extLst>
          </p:cNvPr>
          <p:cNvSpPr>
            <a:spLocks xmlns:a="http://schemas.openxmlformats.org/drawingml/2006/main" noGrp="1"/>
          </p:cNvSpPr>
          <p:nvPr/>
        </p:nvSpPr>
        <p:spPr>
          <a:xfrm xmlns:a="http://schemas.openxmlformats.org/drawingml/2006/main">
            <a:off x="609600" y="44481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테스트 구조 · 관련 테스트">
            <a:extLst xmlns:a="http://schemas.openxmlformats.org/drawingml/2006/main">
              <a:ext uri="{FF2B5EF4-FFF2-40B4-BE49-F238E27FC236}">
                <a16:creationId xmlns:a16="http://schemas.microsoft.com/office/drawing/2014/main" id="{37E97083-25A3-4E62-B40B-AF52E313A805}"/>
              </a:ext>
            </a:extLst>
          </p:cNvPr>
          <p:cNvSpPr>
            <a:spLocks xmlns:a="http://schemas.openxmlformats.org/drawingml/2006/main" noGrp="1"/>
          </p:cNvSpPr>
          <p:nvPr/>
        </p:nvSpPr>
        <p:spPr>
          <a:xfrm xmlns:a="http://schemas.openxmlformats.org/drawingml/2006/main">
            <a:off x="609600" y="45339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구조 · 관련 테스트</a:t>
            </a:r>
          </a:p>
        </p:txBody>
      </p:sp>
      <p:sp>
        <p:nvSpPr>
          <p:cNvPr id="19" name="">
            <a:extLst xmlns:a="http://schemas.openxmlformats.org/drawingml/2006/main">
              <a:ext uri="{FF2B5EF4-FFF2-40B4-BE49-F238E27FC236}">
                <a16:creationId xmlns:a16="http://schemas.microsoft.com/office/drawing/2014/main" id="{1E6488D8-6882-4F5B-BAAC-5205A447674A}"/>
              </a:ext>
            </a:extLst>
          </p:cNvPr>
          <p:cNvSpPr>
            <a:spLocks xmlns:a="http://schemas.openxmlformats.org/drawingml/2006/main" noGrp="1"/>
          </p:cNvSpPr>
          <p:nvPr/>
        </p:nvSpPr>
        <p:spPr>
          <a:xfrm xmlns:a="http://schemas.openxmlformats.org/drawingml/2006/main">
            <a:off x="5762625" y="463867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docs/testing.md">
            <a:extLst xmlns:a="http://schemas.openxmlformats.org/drawingml/2006/main">
              <a:ext uri="{FF2B5EF4-FFF2-40B4-BE49-F238E27FC236}">
                <a16:creationId xmlns:a16="http://schemas.microsoft.com/office/drawing/2014/main" id="{AEA34A4E-6AC6-4820-9B23-5F7FBCD6C548}"/>
              </a:ext>
            </a:extLst>
          </p:cNvPr>
          <p:cNvSpPr>
            <a:spLocks xmlns:a="http://schemas.openxmlformats.org/drawingml/2006/main" noGrp="1"/>
          </p:cNvSpPr>
          <p:nvPr/>
        </p:nvSpPr>
        <p:spPr>
          <a:xfrm xmlns:a="http://schemas.openxmlformats.org/drawingml/2006/main">
            <a:off x="6705600" y="45339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docs/testing.md</a:t>
            </a:r>
          </a:p>
        </p:txBody>
      </p:sp>
      <p:sp>
        <p:nvSpPr>
          <p:cNvPr id="21" name="원문: Test organization or relevant tests → docs/testing.md">
            <a:extLst xmlns:a="http://schemas.openxmlformats.org/drawingml/2006/main">
              <a:ext uri="{FF2B5EF4-FFF2-40B4-BE49-F238E27FC236}">
                <a16:creationId xmlns:a16="http://schemas.microsoft.com/office/drawing/2014/main" id="{324F556F-DB77-43CA-817B-15A929BAE1D6}"/>
              </a:ext>
            </a:extLst>
          </p:cNvPr>
          <p:cNvSpPr>
            <a:spLocks xmlns:a="http://schemas.openxmlformats.org/drawingml/2006/main" noGrp="1"/>
          </p:cNvSpPr>
          <p:nvPr/>
        </p:nvSpPr>
        <p:spPr>
          <a:xfrm xmlns:a="http://schemas.openxmlformats.org/drawingml/2006/main">
            <a:off x="609600" y="52578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원문: Test organization or relevant tests → docs/testing.md</a:t>
            </a:r>
          </a:p>
        </p:txBody>
      </p:sp>
      <p:sp>
        <p:nvSpPr>
          <p:cNvPr id="22" name="Legacy module connection">
            <a:extLst xmlns:a="http://schemas.openxmlformats.org/drawingml/2006/main">
              <a:ext uri="{FF2B5EF4-FFF2-40B4-BE49-F238E27FC236}">
                <a16:creationId xmlns:a16="http://schemas.microsoft.com/office/drawing/2014/main" id="{A4145F05-CBDE-48B0-8A3D-A6694B472C4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4047199"/>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관찰하기 전에 질문하기">
            <a:extLst xmlns:a="http://schemas.openxmlformats.org/drawingml/2006/main">
              <a:ext uri="{FF2B5EF4-FFF2-40B4-BE49-F238E27FC236}">
                <a16:creationId xmlns:a16="http://schemas.microsoft.com/office/drawing/2014/main" id="{EAB2FEE1-CFCF-486C-AE80-4E2BA924CC7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35">
            <a:extLst xmlns:a="http://schemas.openxmlformats.org/drawingml/2006/main">
              <a:ext uri="{FF2B5EF4-FFF2-40B4-BE49-F238E27FC236}">
                <a16:creationId xmlns:a16="http://schemas.microsoft.com/office/drawing/2014/main" id="{E94893A0-60A0-4468-92DC-8108477245E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서로 다른 두 Task가 무엇을 읽을까?">
            <a:extLst xmlns:a="http://schemas.openxmlformats.org/drawingml/2006/main">
              <a:ext uri="{FF2B5EF4-FFF2-40B4-BE49-F238E27FC236}">
                <a16:creationId xmlns:a16="http://schemas.microsoft.com/office/drawing/2014/main" id="{13733DB3-819D-40AF-8593-3293F20B4E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6ADB9B22-B9CC-45C0-8ABE-6323FE2CA8B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읽기 전용 Task의 질문을 재구성">
            <a:extLst xmlns:a="http://schemas.openxmlformats.org/drawingml/2006/main">
              <a:ext uri="{FF2B5EF4-FFF2-40B4-BE49-F238E27FC236}">
                <a16:creationId xmlns:a16="http://schemas.microsoft.com/office/drawing/2014/main" id="{E9B977FB-779F-4ECF-92A9-AA7EA687AD9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읽기 전용 Task의 질문을 재구성</a:t>
            </a:r>
          </a:p>
        </p:txBody>
      </p:sp>
      <p:sp>
        <p:nvSpPr>
          <p:cNvPr id="6" name="어떤 상세 문서를 읽을지는 실제 접근 기록으로 확인한다">
            <a:extLst xmlns:a="http://schemas.openxmlformats.org/drawingml/2006/main">
              <a:ext uri="{FF2B5EF4-FFF2-40B4-BE49-F238E27FC236}">
                <a16:creationId xmlns:a16="http://schemas.microsoft.com/office/drawing/2014/main" id="{82BD87A4-5A4D-474E-8286-1854B1007E3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어떤 상세 문서를 읽을지는 실제 접근 기록으로 확인한다</a:t>
            </a:r>
          </a:p>
        </p:txBody>
      </p:sp>
      <p:sp>
        <p:nvSpPr>
          <p:cNvPr id="7" name="Task A">
            <a:extLst xmlns:a="http://schemas.openxmlformats.org/drawingml/2006/main">
              <a:ext uri="{FF2B5EF4-FFF2-40B4-BE49-F238E27FC236}">
                <a16:creationId xmlns:a16="http://schemas.microsoft.com/office/drawing/2014/main" id="{C42C4360-1033-4A08-AFCB-A457646EE6A1}"/>
              </a:ext>
            </a:extLst>
          </p:cNvPr>
          <p:cNvSpPr>
            <a:spLocks xmlns:a="http://schemas.openxmlformats.org/drawingml/2006/main" noGrp="1"/>
          </p:cNvSpPr>
          <p:nvPr/>
        </p:nvSpPr>
        <p:spPr>
          <a:xfrm xmlns:a="http://schemas.openxmlformats.org/drawingml/2006/main">
            <a:off x="609600" y="2219325"/>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A</a:t>
            </a:r>
          </a:p>
        </p:txBody>
      </p:sp>
      <p:sp>
        <p:nvSpPr>
          <p:cNvPr id="8" name="Task B">
            <a:extLst xmlns:a="http://schemas.openxmlformats.org/drawingml/2006/main">
              <a:ext uri="{FF2B5EF4-FFF2-40B4-BE49-F238E27FC236}">
                <a16:creationId xmlns:a16="http://schemas.microsoft.com/office/drawing/2014/main" id="{8656E414-3F1B-4CB5-A971-2331E5CA80C5}"/>
              </a:ext>
            </a:extLst>
          </p:cNvPr>
          <p:cNvSpPr>
            <a:spLocks xmlns:a="http://schemas.openxmlformats.org/drawingml/2006/main" noGrp="1"/>
          </p:cNvSpPr>
          <p:nvPr/>
        </p:nvSpPr>
        <p:spPr>
          <a:xfrm xmlns:a="http://schemas.openxmlformats.org/drawingml/2006/main">
            <a:off x="6705600" y="221932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B</a:t>
            </a:r>
          </a:p>
        </p:txBody>
      </p:sp>
      <p:sp>
        <p:nvSpPr>
          <p:cNvPr id="9" name="">
            <a:extLst xmlns:a="http://schemas.openxmlformats.org/drawingml/2006/main">
              <a:ext uri="{FF2B5EF4-FFF2-40B4-BE49-F238E27FC236}">
                <a16:creationId xmlns:a16="http://schemas.microsoft.com/office/drawing/2014/main" id="{72EF1AF3-76AA-4CC6-B028-CC4A2BCB5ECB}"/>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49418EEE-125B-4B80-988E-C20B4A629784}"/>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 1 3은&#10;어떤 source column을&#10;포함하는가?">
            <a:extLst xmlns:a="http://schemas.openxmlformats.org/drawingml/2006/main">
              <a:ext uri="{FF2B5EF4-FFF2-40B4-BE49-F238E27FC236}">
                <a16:creationId xmlns:a16="http://schemas.microsoft.com/office/drawing/2014/main" id="{8BB62ED6-75E6-45EA-9A34-C0519DDF923A}"/>
              </a:ext>
            </a:extLst>
          </p:cNvPr>
          <p:cNvSpPr>
            <a:spLocks xmlns:a="http://schemas.openxmlformats.org/drawingml/2006/main" noGrp="1"/>
          </p:cNvSpPr>
          <p:nvPr/>
        </p:nvSpPr>
        <p:spPr>
          <a:xfrm xmlns:a="http://schemas.openxmlformats.org/drawingml/2006/main">
            <a:off x="609600" y="3124200"/>
            <a:ext cx="49530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crop 1 3은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어떤 source column을</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포함하는가?</a:t>
            </a:r>
          </a:p>
        </p:txBody>
      </p:sp>
      <p:sp>
        <p:nvSpPr>
          <p:cNvPr id="12" name="이 Project에&#10;runtime dependency가&#10;있는가?">
            <a:extLst xmlns:a="http://schemas.openxmlformats.org/drawingml/2006/main">
              <a:ext uri="{FF2B5EF4-FFF2-40B4-BE49-F238E27FC236}">
                <a16:creationId xmlns:a16="http://schemas.microsoft.com/office/drawing/2014/main" id="{DD4B52EA-7F34-413F-8283-E3A634811C7E}"/>
              </a:ext>
            </a:extLst>
          </p:cNvPr>
          <p:cNvSpPr>
            <a:spLocks xmlns:a="http://schemas.openxmlformats.org/drawingml/2006/main" noGrp="1"/>
          </p:cNvSpPr>
          <p:nvPr/>
        </p:nvSpPr>
        <p:spPr>
          <a:xfrm xmlns:a="http://schemas.openxmlformats.org/drawingml/2006/main">
            <a:off x="6705600" y="3124200"/>
            <a:ext cx="48768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이 Project에</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runtime dependency가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있는가?</a:t>
            </a:r>
          </a:p>
        </p:txBody>
      </p:sp>
      <p:sp>
        <p:nvSpPr>
          <p:cNvPr id="13" name="두 Task에서 같은 상세 문서를 읽을까?">
            <a:extLst xmlns:a="http://schemas.openxmlformats.org/drawingml/2006/main">
              <a:ext uri="{FF2B5EF4-FFF2-40B4-BE49-F238E27FC236}">
                <a16:creationId xmlns:a16="http://schemas.microsoft.com/office/drawing/2014/main" id="{A6F566E8-2099-4D87-8C03-EC34619D04B2}"/>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두 Task에서 같은 상세 문서를 읽을까?</a:t>
            </a:r>
          </a:p>
        </p:txBody>
      </p:sp>
      <p:sp>
        <p:nvSpPr>
          <p:cNvPr id="14" name="Legacy module connection">
            <a:extLst xmlns:a="http://schemas.openxmlformats.org/drawingml/2006/main">
              <a:ext uri="{FF2B5EF4-FFF2-40B4-BE49-F238E27FC236}">
                <a16:creationId xmlns:a16="http://schemas.microsoft.com/office/drawing/2014/main" id="{9995EF96-D9D5-4362-A6D6-B97FBD8350E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226116"/>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질문과 근거를 연결하기">
            <a:extLst xmlns:a="http://schemas.openxmlformats.org/drawingml/2006/main">
              <a:ext uri="{FF2B5EF4-FFF2-40B4-BE49-F238E27FC236}">
                <a16:creationId xmlns:a16="http://schemas.microsoft.com/office/drawing/2014/main" id="{D2EBB9DC-50D4-4B7A-8AC6-B65BE124014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36">
            <a:extLst xmlns:a="http://schemas.openxmlformats.org/drawingml/2006/main">
              <a:ext uri="{FF2B5EF4-FFF2-40B4-BE49-F238E27FC236}">
                <a16:creationId xmlns:a16="http://schemas.microsoft.com/office/drawing/2014/main" id="{4D3764E1-499F-485C-B95A-40C51608334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Crop Task에서 관찰한 접근">
            <a:extLst xmlns:a="http://schemas.openxmlformats.org/drawingml/2006/main">
              <a:ext uri="{FF2B5EF4-FFF2-40B4-BE49-F238E27FC236}">
                <a16:creationId xmlns:a16="http://schemas.microsoft.com/office/drawing/2014/main" id="{3CBC8599-5639-44D9-9398-A8EC32F2FE0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996400CB-FE11-4D42-AC40-65CEFB5C71B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 최종 실행의 접근과 답을 기록에서 재구성">
            <a:extLst xmlns:a="http://schemas.openxmlformats.org/drawingml/2006/main">
              <a:ext uri="{FF2B5EF4-FFF2-40B4-BE49-F238E27FC236}">
                <a16:creationId xmlns:a16="http://schemas.microsoft.com/office/drawing/2014/main" id="{C51AB02D-2E5F-4871-8DA7-1465D6D3721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 최종 실행의 접근과 답을 기록에서 재구성</a:t>
            </a:r>
          </a:p>
        </p:txBody>
      </p:sp>
      <p:sp>
        <p:nvSpPr>
          <p:cNvPr id="6" name="architecture 등 넓은 Context도 접근 · testing.md는 최종 실행에서 관찰, 반복 간">
            <a:extLst xmlns:a="http://schemas.openxmlformats.org/drawingml/2006/main">
              <a:ext uri="{FF2B5EF4-FFF2-40B4-BE49-F238E27FC236}">
                <a16:creationId xmlns:a16="http://schemas.microsoft.com/office/drawing/2014/main" id="{69AA5016-ACB3-4C24-8996-B0297D48908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등 넓은 Context도 접근 · testing.md는 최종 실행에서 관찰, 반복 간 차이 존재</a:t>
            </a:r>
          </a:p>
        </p:txBody>
      </p:sp>
      <p:sp>
        <p:nvSpPr>
          <p:cNvPr id="7" name="접근한 계약 문서">
            <a:extLst xmlns:a="http://schemas.openxmlformats.org/drawingml/2006/main">
              <a:ext uri="{FF2B5EF4-FFF2-40B4-BE49-F238E27FC236}">
                <a16:creationId xmlns:a16="http://schemas.microsoft.com/office/drawing/2014/main" id="{D58A9A53-7230-4E78-A543-570A08A37CB9}"/>
              </a:ext>
            </a:extLst>
          </p:cNvPr>
          <p:cNvSpPr>
            <a:spLocks xmlns:a="http://schemas.openxmlformats.org/drawingml/2006/main" noGrp="1"/>
          </p:cNvSpPr>
          <p:nvPr/>
        </p:nvSpPr>
        <p:spPr>
          <a:xfrm xmlns:a="http://schemas.openxmlformats.org/drawingml/2006/main">
            <a:off x="609600" y="2171700"/>
            <a:ext cx="571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접근한 계약 문서</a:t>
            </a:r>
          </a:p>
        </p:txBody>
      </p:sp>
      <p:sp>
        <p:nvSpPr>
          <p:cNvPr id="8" name="image-contracts.md">
            <a:extLst xmlns:a="http://schemas.openxmlformats.org/drawingml/2006/main">
              <a:ext uri="{FF2B5EF4-FFF2-40B4-BE49-F238E27FC236}">
                <a16:creationId xmlns:a16="http://schemas.microsoft.com/office/drawing/2014/main" id="{F87159C3-59CF-4CC5-A919-66F15D72F3EA}"/>
              </a:ext>
            </a:extLst>
          </p:cNvPr>
          <p:cNvSpPr>
            <a:spLocks xmlns:a="http://schemas.openxmlformats.org/drawingml/2006/main" noGrp="1"/>
          </p:cNvSpPr>
          <p:nvPr/>
        </p:nvSpPr>
        <p:spPr>
          <a:xfrm xmlns:a="http://schemas.openxmlformats.org/drawingml/2006/main">
            <a:off x="609600" y="26479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image-contracts.md</a:t>
            </a:r>
          </a:p>
        </p:txBody>
      </p:sp>
      <p:sp>
        <p:nvSpPr>
          <p:cNvPr id="9" name="">
            <a:extLst xmlns:a="http://schemas.openxmlformats.org/drawingml/2006/main">
              <a:ext uri="{FF2B5EF4-FFF2-40B4-BE49-F238E27FC236}">
                <a16:creationId xmlns:a16="http://schemas.microsoft.com/office/drawing/2014/main" id="{9CA15452-7919-4B95-A2E2-E36A8CBE875A}"/>
              </a:ext>
            </a:extLst>
          </p:cNvPr>
          <p:cNvSpPr>
            <a:spLocks xmlns:a="http://schemas.openxmlformats.org/drawingml/2006/main" noGrp="1"/>
          </p:cNvSpPr>
          <p:nvPr/>
        </p:nvSpPr>
        <p:spPr>
          <a:xfrm xmlns:a="http://schemas.openxmlformats.org/drawingml/2006/main">
            <a:off x="609600" y="3267075"/>
            <a:ext cx="6286500" cy="13525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x_start, x_end)">
            <a:extLst xmlns:a="http://schemas.openxmlformats.org/drawingml/2006/main">
              <a:ext uri="{FF2B5EF4-FFF2-40B4-BE49-F238E27FC236}">
                <a16:creationId xmlns:a16="http://schemas.microsoft.com/office/drawing/2014/main" id="{D61D6BBA-341E-4665-968C-AECA9A2FC960}"/>
              </a:ext>
            </a:extLst>
          </p:cNvPr>
          <p:cNvSpPr>
            <a:spLocks xmlns:a="http://schemas.openxmlformats.org/drawingml/2006/main" noGrp="1"/>
          </p:cNvSpPr>
          <p:nvPr/>
        </p:nvSpPr>
        <p:spPr>
          <a:xfrm xmlns:a="http://schemas.openxmlformats.org/drawingml/2006/main">
            <a:off x="838200" y="3400425"/>
            <a:ext cx="5829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[x_start, x_end)</a:t>
            </a:r>
          </a:p>
        </p:txBody>
      </p:sp>
      <p:sp>
        <p:nvSpPr>
          <p:cNvPr id="11" name="시작 열 포함 · 끝 좌표 제외">
            <a:extLst xmlns:a="http://schemas.openxmlformats.org/drawingml/2006/main">
              <a:ext uri="{FF2B5EF4-FFF2-40B4-BE49-F238E27FC236}">
                <a16:creationId xmlns:a16="http://schemas.microsoft.com/office/drawing/2014/main" id="{2FEBA287-24C3-49D7-AC5B-53BCEF1D8B7C}"/>
              </a:ext>
            </a:extLst>
          </p:cNvPr>
          <p:cNvSpPr>
            <a:spLocks xmlns:a="http://schemas.openxmlformats.org/drawingml/2006/main" noGrp="1"/>
          </p:cNvSpPr>
          <p:nvPr/>
        </p:nvSpPr>
        <p:spPr>
          <a:xfrm xmlns:a="http://schemas.openxmlformats.org/drawingml/2006/main">
            <a:off x="838200" y="4000500"/>
            <a:ext cx="58293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열 포함 · 끝 좌표 제외</a:t>
            </a:r>
          </a:p>
        </p:txBody>
      </p:sp>
      <p:sp>
        <p:nvSpPr>
          <p:cNvPr id="12" name="기록된 답">
            <a:extLst xmlns:a="http://schemas.openxmlformats.org/drawingml/2006/main">
              <a:ext uri="{FF2B5EF4-FFF2-40B4-BE49-F238E27FC236}">
                <a16:creationId xmlns:a16="http://schemas.microsoft.com/office/drawing/2014/main" id="{3BF7BC95-8D0B-4277-A49D-84AEA37352C9}"/>
              </a:ext>
            </a:extLst>
          </p:cNvPr>
          <p:cNvSpPr>
            <a:spLocks xmlns:a="http://schemas.openxmlformats.org/drawingml/2006/main" noGrp="1"/>
          </p:cNvSpPr>
          <p:nvPr/>
        </p:nvSpPr>
        <p:spPr>
          <a:xfrm xmlns:a="http://schemas.openxmlformats.org/drawingml/2006/main">
            <a:off x="7696200" y="2171700"/>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기록된 답</a:t>
            </a:r>
          </a:p>
        </p:txBody>
      </p:sp>
      <p:sp>
        <p:nvSpPr>
          <p:cNvPr id="13" name="crop 1 3">
            <a:extLst xmlns:a="http://schemas.openxmlformats.org/drawingml/2006/main">
              <a:ext uri="{FF2B5EF4-FFF2-40B4-BE49-F238E27FC236}">
                <a16:creationId xmlns:a16="http://schemas.microsoft.com/office/drawing/2014/main" id="{998E173A-15F6-4F4D-9754-272A89E6646C}"/>
              </a:ext>
            </a:extLst>
          </p:cNvPr>
          <p:cNvSpPr>
            <a:spLocks xmlns:a="http://schemas.openxmlformats.org/drawingml/2006/main" noGrp="1"/>
          </p:cNvSpPr>
          <p:nvPr/>
        </p:nvSpPr>
        <p:spPr>
          <a:xfrm xmlns:a="http://schemas.openxmlformats.org/drawingml/2006/main">
            <a:off x="7696200" y="2647950"/>
            <a:ext cx="3886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crop 1 3</a:t>
            </a:r>
          </a:p>
        </p:txBody>
      </p:sp>
      <p:sp>
        <p:nvSpPr>
          <p:cNvPr id="14" name="">
            <a:extLst xmlns:a="http://schemas.openxmlformats.org/drawingml/2006/main">
              <a:ext uri="{FF2B5EF4-FFF2-40B4-BE49-F238E27FC236}">
                <a16:creationId xmlns:a16="http://schemas.microsoft.com/office/drawing/2014/main" id="{A6B35C5C-3460-4EA5-8D83-C05227CA7905}"/>
              </a:ext>
            </a:extLst>
          </p:cNvPr>
          <p:cNvSpPr>
            <a:spLocks xmlns:a="http://schemas.openxmlformats.org/drawingml/2006/main" noGrp="1"/>
          </p:cNvSpPr>
          <p:nvPr/>
        </p:nvSpPr>
        <p:spPr>
          <a:xfrm xmlns:a="http://schemas.openxmlformats.org/drawingml/2006/main">
            <a:off x="769620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0">
            <a:extLst xmlns:a="http://schemas.openxmlformats.org/drawingml/2006/main">
              <a:ext uri="{FF2B5EF4-FFF2-40B4-BE49-F238E27FC236}">
                <a16:creationId xmlns:a16="http://schemas.microsoft.com/office/drawing/2014/main" id="{E0E09345-A239-44AB-AF50-EB5A6863D009}"/>
              </a:ext>
            </a:extLst>
          </p:cNvPr>
          <p:cNvSpPr>
            <a:spLocks xmlns:a="http://schemas.openxmlformats.org/drawingml/2006/main" noGrp="1"/>
          </p:cNvSpPr>
          <p:nvPr/>
        </p:nvSpPr>
        <p:spPr>
          <a:xfrm xmlns:a="http://schemas.openxmlformats.org/drawingml/2006/main">
            <a:off x="76962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0</a:t>
            </a:r>
          </a:p>
        </p:txBody>
      </p:sp>
      <p:sp>
        <p:nvSpPr>
          <p:cNvPr id="16" name="">
            <a:extLst xmlns:a="http://schemas.openxmlformats.org/drawingml/2006/main">
              <a:ext uri="{FF2B5EF4-FFF2-40B4-BE49-F238E27FC236}">
                <a16:creationId xmlns:a16="http://schemas.microsoft.com/office/drawing/2014/main" id="{4CD5C819-0D64-4358-B118-50A80AA8B0DF}"/>
              </a:ext>
            </a:extLst>
          </p:cNvPr>
          <p:cNvSpPr>
            <a:spLocks xmlns:a="http://schemas.openxmlformats.org/drawingml/2006/main" noGrp="1"/>
          </p:cNvSpPr>
          <p:nvPr/>
        </p:nvSpPr>
        <p:spPr>
          <a:xfrm xmlns:a="http://schemas.openxmlformats.org/drawingml/2006/main">
            <a:off x="859155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1">
            <a:extLst xmlns:a="http://schemas.openxmlformats.org/drawingml/2006/main">
              <a:ext uri="{FF2B5EF4-FFF2-40B4-BE49-F238E27FC236}">
                <a16:creationId xmlns:a16="http://schemas.microsoft.com/office/drawing/2014/main" id="{0F4F967A-6F53-4E17-BF26-09DD026B361F}"/>
              </a:ext>
            </a:extLst>
          </p:cNvPr>
          <p:cNvSpPr>
            <a:spLocks xmlns:a="http://schemas.openxmlformats.org/drawingml/2006/main" noGrp="1"/>
          </p:cNvSpPr>
          <p:nvPr/>
        </p:nvSpPr>
        <p:spPr>
          <a:xfrm xmlns:a="http://schemas.openxmlformats.org/drawingml/2006/main">
            <a:off x="85915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1</a:t>
            </a:r>
          </a:p>
        </p:txBody>
      </p:sp>
      <p:sp>
        <p:nvSpPr>
          <p:cNvPr id="18" name="">
            <a:extLst xmlns:a="http://schemas.openxmlformats.org/drawingml/2006/main">
              <a:ext uri="{FF2B5EF4-FFF2-40B4-BE49-F238E27FC236}">
                <a16:creationId xmlns:a16="http://schemas.microsoft.com/office/drawing/2014/main" id="{F792FAEE-5330-4881-B462-85568D381185}"/>
              </a:ext>
            </a:extLst>
          </p:cNvPr>
          <p:cNvSpPr>
            <a:spLocks xmlns:a="http://schemas.openxmlformats.org/drawingml/2006/main" noGrp="1"/>
          </p:cNvSpPr>
          <p:nvPr/>
        </p:nvSpPr>
        <p:spPr>
          <a:xfrm xmlns:a="http://schemas.openxmlformats.org/drawingml/2006/main">
            <a:off x="948690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2">
            <a:extLst xmlns:a="http://schemas.openxmlformats.org/drawingml/2006/main">
              <a:ext uri="{FF2B5EF4-FFF2-40B4-BE49-F238E27FC236}">
                <a16:creationId xmlns:a16="http://schemas.microsoft.com/office/drawing/2014/main" id="{1DAE13A9-26C2-4CAC-BB94-568206927AF1}"/>
              </a:ext>
            </a:extLst>
          </p:cNvPr>
          <p:cNvSpPr>
            <a:spLocks xmlns:a="http://schemas.openxmlformats.org/drawingml/2006/main" noGrp="1"/>
          </p:cNvSpPr>
          <p:nvPr/>
        </p:nvSpPr>
        <p:spPr>
          <a:xfrm xmlns:a="http://schemas.openxmlformats.org/drawingml/2006/main">
            <a:off x="94869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2</a:t>
            </a:r>
          </a:p>
        </p:txBody>
      </p:sp>
      <p:sp>
        <p:nvSpPr>
          <p:cNvPr id="20" name="">
            <a:extLst xmlns:a="http://schemas.openxmlformats.org/drawingml/2006/main">
              <a:ext uri="{FF2B5EF4-FFF2-40B4-BE49-F238E27FC236}">
                <a16:creationId xmlns:a16="http://schemas.microsoft.com/office/drawing/2014/main" id="{399BF77D-05EA-4727-AD6A-928AD7BA6456}"/>
              </a:ext>
            </a:extLst>
          </p:cNvPr>
          <p:cNvSpPr>
            <a:spLocks xmlns:a="http://schemas.openxmlformats.org/drawingml/2006/main" noGrp="1"/>
          </p:cNvSpPr>
          <p:nvPr/>
        </p:nvSpPr>
        <p:spPr>
          <a:xfrm xmlns:a="http://schemas.openxmlformats.org/drawingml/2006/main">
            <a:off x="1038225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3">
            <a:extLst xmlns:a="http://schemas.openxmlformats.org/drawingml/2006/main">
              <a:ext uri="{FF2B5EF4-FFF2-40B4-BE49-F238E27FC236}">
                <a16:creationId xmlns:a16="http://schemas.microsoft.com/office/drawing/2014/main" id="{B336FB74-2A4A-471C-8B8D-EF8C73C56EB9}"/>
              </a:ext>
            </a:extLst>
          </p:cNvPr>
          <p:cNvSpPr>
            <a:spLocks xmlns:a="http://schemas.openxmlformats.org/drawingml/2006/main" noGrp="1"/>
          </p:cNvSpPr>
          <p:nvPr/>
        </p:nvSpPr>
        <p:spPr>
          <a:xfrm xmlns:a="http://schemas.openxmlformats.org/drawingml/2006/main">
            <a:off x="103822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3</a:t>
            </a:r>
          </a:p>
        </p:txBody>
      </p:sp>
      <p:sp>
        <p:nvSpPr>
          <p:cNvPr id="22" name="포함 열: 1, 2&#10;출력 폭: 2">
            <a:extLst xmlns:a="http://schemas.openxmlformats.org/drawingml/2006/main">
              <a:ext uri="{FF2B5EF4-FFF2-40B4-BE49-F238E27FC236}">
                <a16:creationId xmlns:a16="http://schemas.microsoft.com/office/drawing/2014/main" id="{6CC1D731-06A2-4C63-8AFD-2B2C33717DA7}"/>
              </a:ext>
            </a:extLst>
          </p:cNvPr>
          <p:cNvSpPr>
            <a:spLocks xmlns:a="http://schemas.openxmlformats.org/drawingml/2006/main" noGrp="1"/>
          </p:cNvSpPr>
          <p:nvPr/>
        </p:nvSpPr>
        <p:spPr>
          <a:xfrm xmlns:a="http://schemas.openxmlformats.org/drawingml/2006/main">
            <a:off x="7696200" y="4381500"/>
            <a:ext cx="38862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포함 열: 1, 2</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출력 폭: 2</a:t>
            </a:r>
          </a:p>
        </p:txBody>
      </p:sp>
      <p:sp>
        <p:nvSpPr>
          <p:cNvPr id="23" name="답을 파일의 계약과 연결해 확인했다">
            <a:extLst xmlns:a="http://schemas.openxmlformats.org/drawingml/2006/main">
              <a:ext uri="{FF2B5EF4-FFF2-40B4-BE49-F238E27FC236}">
                <a16:creationId xmlns:a16="http://schemas.microsoft.com/office/drawing/2014/main" id="{969EBA7F-42CC-4348-BDB0-427BF717EFB1}"/>
              </a:ext>
            </a:extLst>
          </p:cNvPr>
          <p:cNvSpPr>
            <a:spLocks xmlns:a="http://schemas.openxmlformats.org/drawingml/2006/main" noGrp="1"/>
          </p:cNvSpPr>
          <p:nvPr/>
        </p:nvSpPr>
        <p:spPr>
          <a:xfrm xmlns:a="http://schemas.openxmlformats.org/drawingml/2006/main">
            <a:off x="609600" y="52292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답을 파일의 계약과 연결해 확인했다</a:t>
            </a:r>
          </a:p>
        </p:txBody>
      </p:sp>
      <p:sp>
        <p:nvSpPr>
          <p:cNvPr id="24" name="Legacy module connection">
            <a:extLst xmlns:a="http://schemas.openxmlformats.org/drawingml/2006/main">
              <a:ext uri="{FF2B5EF4-FFF2-40B4-BE49-F238E27FC236}">
                <a16:creationId xmlns:a16="http://schemas.microsoft.com/office/drawing/2014/main" id="{F97C4234-3900-46A7-AE00-D32487E5F6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56486400"/>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두 Task의 문서 접근 비교">
            <a:extLst xmlns:a="http://schemas.openxmlformats.org/drawingml/2006/main">
              <a:ext uri="{FF2B5EF4-FFF2-40B4-BE49-F238E27FC236}">
                <a16:creationId xmlns:a16="http://schemas.microsoft.com/office/drawing/2014/main" id="{4E6FA1AF-2109-4F47-BDF8-22092E0F695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Task의 문서 접근 비교</a:t>
            </a:r>
          </a:p>
        </p:txBody>
      </p:sp>
      <p:sp>
        <p:nvSpPr>
          <p:cNvPr id="2" name="S37">
            <a:extLst xmlns:a="http://schemas.openxmlformats.org/drawingml/2006/main">
              <a:ext uri="{FF2B5EF4-FFF2-40B4-BE49-F238E27FC236}">
                <a16:creationId xmlns:a16="http://schemas.microsoft.com/office/drawing/2014/main" id="{ED88E045-A3F4-413D-80E9-F743B737CE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Task별 접근은 달랐지만 완벽하지는 않다">
            <a:extLst xmlns:a="http://schemas.openxmlformats.org/drawingml/2006/main">
              <a:ext uri="{FF2B5EF4-FFF2-40B4-BE49-F238E27FC236}">
                <a16:creationId xmlns:a16="http://schemas.microsoft.com/office/drawing/2014/main" id="{CD156D16-090D-4A81-ABEB-2F06235027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Task별 접근은 달랐지만 완벽하지는 않다</a:t>
            </a:r>
          </a:p>
        </p:txBody>
      </p:sp>
      <p:sp>
        <p:nvSpPr>
          <p:cNvPr id="4" name="">
            <a:extLst xmlns:a="http://schemas.openxmlformats.org/drawingml/2006/main">
              <a:ext uri="{FF2B5EF4-FFF2-40B4-BE49-F238E27FC236}">
                <a16:creationId xmlns:a16="http://schemas.microsoft.com/office/drawing/2014/main" id="{5B200458-1698-4AB6-B297-E02DB27911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실제 접근 기록을 요약한 비교">
            <a:extLst xmlns:a="http://schemas.openxmlformats.org/drawingml/2006/main">
              <a:ext uri="{FF2B5EF4-FFF2-40B4-BE49-F238E27FC236}">
                <a16:creationId xmlns:a16="http://schemas.microsoft.com/office/drawing/2014/main" id="{EBBF9262-ABEC-4C42-8E6A-E35652B7AAC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실제 접근 기록을 요약한 비교</a:t>
            </a:r>
          </a:p>
        </p:txBody>
      </p:sp>
      <p:sp>
        <p:nvSpPr>
          <p:cNvPr id="6" name="완벽한 Routing 미입증 · 토큰 절약·성능 개선 미측정 · 실행 간 변동 존재">
            <a:extLst xmlns:a="http://schemas.openxmlformats.org/drawingml/2006/main">
              <a:ext uri="{FF2B5EF4-FFF2-40B4-BE49-F238E27FC236}">
                <a16:creationId xmlns:a16="http://schemas.microsoft.com/office/drawing/2014/main" id="{E4922AFD-B78D-4DCB-A5EA-776CAA3E657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완벽한 Routing 미입증 · 토큰 절약·성능 개선 미측정 · 실행 간 변동 존재</a:t>
            </a:r>
          </a:p>
        </p:txBody>
      </p:sp>
      <p:sp>
        <p:nvSpPr>
          <p:cNvPr id="7" name="같은 Repository에서 질문이 달랐다">
            <a:extLst xmlns:a="http://schemas.openxmlformats.org/drawingml/2006/main">
              <a:ext uri="{FF2B5EF4-FFF2-40B4-BE49-F238E27FC236}">
                <a16:creationId xmlns:a16="http://schemas.microsoft.com/office/drawing/2014/main" id="{8C8F2CAA-D5D0-4A17-8AC4-3F6392E473E1}"/>
              </a:ext>
            </a:extLst>
          </p:cNvPr>
          <p:cNvSpPr>
            <a:spLocks xmlns:a="http://schemas.openxmlformats.org/drawingml/2006/main" noGrp="1"/>
          </p:cNvSpPr>
          <p:nvPr/>
        </p:nvSpPr>
        <p:spPr>
          <a:xfrm xmlns:a="http://schemas.openxmlformats.org/drawingml/2006/main">
            <a:off x="609600" y="21145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Repository에서 질문이 달랐다</a:t>
            </a:r>
          </a:p>
        </p:txBody>
      </p:sp>
      <p:sp>
        <p:nvSpPr>
          <p:cNvPr id="8" name="문서">
            <a:extLst xmlns:a="http://schemas.openxmlformats.org/drawingml/2006/main">
              <a:ext uri="{FF2B5EF4-FFF2-40B4-BE49-F238E27FC236}">
                <a16:creationId xmlns:a16="http://schemas.microsoft.com/office/drawing/2014/main" id="{2CD32532-21F5-4599-B1D8-22F29653DE1D}"/>
              </a:ext>
            </a:extLst>
          </p:cNvPr>
          <p:cNvSpPr>
            <a:spLocks xmlns:a="http://schemas.openxmlformats.org/drawingml/2006/main" noGrp="1"/>
          </p:cNvSpPr>
          <p:nvPr/>
        </p:nvSpPr>
        <p:spPr>
          <a:xfrm xmlns:a="http://schemas.openxmlformats.org/drawingml/2006/main">
            <a:off x="609600" y="2752725"/>
            <a:ext cx="4686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문서</a:t>
            </a:r>
          </a:p>
        </p:txBody>
      </p:sp>
      <p:sp>
        <p:nvSpPr>
          <p:cNvPr id="9" name="A · crop 계약">
            <a:extLst xmlns:a="http://schemas.openxmlformats.org/drawingml/2006/main">
              <a:ext uri="{FF2B5EF4-FFF2-40B4-BE49-F238E27FC236}">
                <a16:creationId xmlns:a16="http://schemas.microsoft.com/office/drawing/2014/main" id="{EC1540C8-544E-4964-9646-A71F8D075FB4}"/>
              </a:ext>
            </a:extLst>
          </p:cNvPr>
          <p:cNvSpPr>
            <a:spLocks xmlns:a="http://schemas.openxmlformats.org/drawingml/2006/main" noGrp="1"/>
          </p:cNvSpPr>
          <p:nvPr/>
        </p:nvSpPr>
        <p:spPr>
          <a:xfrm xmlns:a="http://schemas.openxmlformats.org/drawingml/2006/main">
            <a:off x="5581650" y="2752725"/>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 · crop 계약</a:t>
            </a:r>
          </a:p>
        </p:txBody>
      </p:sp>
      <p:sp>
        <p:nvSpPr>
          <p:cNvPr id="10" name="B · 실행 의존성">
            <a:extLst xmlns:a="http://schemas.openxmlformats.org/drawingml/2006/main">
              <a:ext uri="{FF2B5EF4-FFF2-40B4-BE49-F238E27FC236}">
                <a16:creationId xmlns:a16="http://schemas.microsoft.com/office/drawing/2014/main" id="{F8B2053B-8D99-4CDA-831C-553802B9F7A6}"/>
              </a:ext>
            </a:extLst>
          </p:cNvPr>
          <p:cNvSpPr>
            <a:spLocks xmlns:a="http://schemas.openxmlformats.org/drawingml/2006/main" noGrp="1"/>
          </p:cNvSpPr>
          <p:nvPr/>
        </p:nvSpPr>
        <p:spPr>
          <a:xfrm xmlns:a="http://schemas.openxmlformats.org/drawingml/2006/main">
            <a:off x="8743950" y="2752725"/>
            <a:ext cx="2838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B · 실행 의존성</a:t>
            </a:r>
          </a:p>
        </p:txBody>
      </p:sp>
      <p:sp>
        <p:nvSpPr>
          <p:cNvPr id="11" name="">
            <a:extLst xmlns:a="http://schemas.openxmlformats.org/drawingml/2006/main">
              <a:ext uri="{FF2B5EF4-FFF2-40B4-BE49-F238E27FC236}">
                <a16:creationId xmlns:a16="http://schemas.microsoft.com/office/drawing/2014/main" id="{BAAE4EE2-7329-4BE2-8D05-6E7F913AAA46}"/>
              </a:ext>
            </a:extLst>
          </p:cNvPr>
          <p:cNvSpPr>
            <a:spLocks xmlns:a="http://schemas.openxmlformats.org/drawingml/2006/main" noGrp="1"/>
          </p:cNvSpPr>
          <p:nvPr/>
        </p:nvSpPr>
        <p:spPr>
          <a:xfrm xmlns:a="http://schemas.openxmlformats.org/drawingml/2006/main">
            <a:off x="609600" y="3238500"/>
            <a:ext cx="10972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image-contracts.md">
            <a:extLst xmlns:a="http://schemas.openxmlformats.org/drawingml/2006/main">
              <a:ext uri="{FF2B5EF4-FFF2-40B4-BE49-F238E27FC236}">
                <a16:creationId xmlns:a16="http://schemas.microsoft.com/office/drawing/2014/main" id="{0AEE0D56-0FFC-4DD9-AD1E-5981E5E5B6F2}"/>
              </a:ext>
            </a:extLst>
          </p:cNvPr>
          <p:cNvSpPr>
            <a:spLocks xmlns:a="http://schemas.openxmlformats.org/drawingml/2006/main" noGrp="1"/>
          </p:cNvSpPr>
          <p:nvPr/>
        </p:nvSpPr>
        <p:spPr>
          <a:xfrm xmlns:a="http://schemas.openxmlformats.org/drawingml/2006/main">
            <a:off x="742950" y="33337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Consolas"/>
                <a:ea typeface="Consolas"/>
                <a:cs typeface="Consolas"/>
              </a:defRPr>
            </a:defPPr>
            <a:lvl1pPr algn="l">
              <a:defRPr sz="2025" b="1">
                <a:solidFill>
                  <a:srgbClr val="17212B"/>
                </a:solidFill>
                <a:latin typeface="Consolas"/>
                <a:ea typeface="Consolas"/>
                <a:cs typeface="Consolas"/>
              </a:defRPr>
            </a:lvl1pPr>
            <a:lvl2pPr algn="l">
              <a:defRPr sz="2025" b="1">
                <a:solidFill>
                  <a:srgbClr val="17212B"/>
                </a:solidFill>
                <a:latin typeface="Consolas"/>
                <a:ea typeface="Consolas"/>
                <a:cs typeface="Consolas"/>
              </a:defRPr>
            </a:lvl2pPr>
            <a:lvl3pPr algn="l">
              <a:defRPr sz="2025" b="1">
                <a:solidFill>
                  <a:srgbClr val="17212B"/>
                </a:solidFill>
                <a:latin typeface="Consolas"/>
                <a:ea typeface="Consolas"/>
                <a:cs typeface="Consolas"/>
              </a:defRPr>
            </a:lvl3pPr>
            <a:lvl4pPr algn="l">
              <a:defRPr sz="2025" b="1">
                <a:solidFill>
                  <a:srgbClr val="17212B"/>
                </a:solidFill>
                <a:latin typeface="Consolas"/>
                <a:ea typeface="Consolas"/>
                <a:cs typeface="Consolas"/>
              </a:defRPr>
            </a:lvl4pPr>
            <a:lvl5pPr algn="l">
              <a:defRPr sz="2025" b="1">
                <a:solidFill>
                  <a:srgbClr val="17212B"/>
                </a:solidFill>
                <a:latin typeface="Consolas"/>
                <a:ea typeface="Consolas"/>
                <a:cs typeface="Consolas"/>
              </a:defRPr>
            </a:lvl5pPr>
            <a:lvl6pPr algn="l">
              <a:defRPr sz="2025" b="1">
                <a:solidFill>
                  <a:srgbClr val="17212B"/>
                </a:solidFill>
                <a:latin typeface="Consolas"/>
                <a:ea typeface="Consolas"/>
                <a:cs typeface="Consolas"/>
              </a:defRPr>
            </a:lvl6pPr>
            <a:lvl7pPr algn="l">
              <a:defRPr sz="2025" b="1">
                <a:solidFill>
                  <a:srgbClr val="17212B"/>
                </a:solidFill>
                <a:latin typeface="Consolas"/>
                <a:ea typeface="Consolas"/>
                <a:cs typeface="Consolas"/>
              </a:defRPr>
            </a:lvl7pPr>
            <a:lvl8pPr algn="l">
              <a:defRPr sz="2025" b="1">
                <a:solidFill>
                  <a:srgbClr val="17212B"/>
                </a:solidFill>
                <a:latin typeface="Consolas"/>
                <a:ea typeface="Consolas"/>
                <a:cs typeface="Consolas"/>
              </a:defRPr>
            </a:lvl8pPr>
            <a:lvl9pPr algn="l">
              <a:defRPr sz="2025" b="1">
                <a:solidFill>
                  <a:srgbClr val="17212B"/>
                </a:solidFill>
                <a:latin typeface="Consolas"/>
                <a:ea typeface="Consolas"/>
                <a:cs typeface="Consolas"/>
              </a:defRPr>
            </a:lvl9pPr>
          </a:lstStyle>
          <a:p xmlns:a="http://schemas.openxmlformats.org/drawingml/2006/main">
            <a:pPr algn="l">
              <a:defRPr sz="2025" b="1">
                <a:solidFill>
                  <a:srgbClr val="17212B"/>
                </a:solidFill>
                <a:latin typeface="Consolas"/>
                <a:ea typeface="Consolas"/>
                <a:cs typeface="Consolas"/>
              </a:defRPr>
            </a:pPr>
            <a:r>
              <a:rPr sz="2025" b="1">
                <a:solidFill>
                  <a:srgbClr val="17212B"/>
                </a:solidFill>
                <a:latin typeface="Consolas"/>
                <a:ea typeface="Consolas"/>
                <a:cs typeface="Consolas"/>
              </a:rPr>
              <a:t>image-contracts.md</a:t>
            </a:r>
          </a:p>
        </p:txBody>
      </p:sp>
      <p:sp>
        <p:nvSpPr>
          <p:cNvPr id="13" name="읽음">
            <a:extLst xmlns:a="http://schemas.openxmlformats.org/drawingml/2006/main">
              <a:ext uri="{FF2B5EF4-FFF2-40B4-BE49-F238E27FC236}">
                <a16:creationId xmlns:a16="http://schemas.microsoft.com/office/drawing/2014/main" id="{8964F457-806C-4EEA-97A6-2C03989F0AF8}"/>
              </a:ext>
            </a:extLst>
          </p:cNvPr>
          <p:cNvSpPr>
            <a:spLocks xmlns:a="http://schemas.openxmlformats.org/drawingml/2006/main" noGrp="1"/>
          </p:cNvSpPr>
          <p:nvPr/>
        </p:nvSpPr>
        <p:spPr>
          <a:xfrm xmlns:a="http://schemas.openxmlformats.org/drawingml/2006/main">
            <a:off x="5581650" y="33337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읽음</a:t>
            </a:r>
          </a:p>
        </p:txBody>
      </p:sp>
      <p:sp>
        <p:nvSpPr>
          <p:cNvPr id="14" name="읽지 않음">
            <a:extLst xmlns:a="http://schemas.openxmlformats.org/drawingml/2006/main">
              <a:ext uri="{FF2B5EF4-FFF2-40B4-BE49-F238E27FC236}">
                <a16:creationId xmlns:a16="http://schemas.microsoft.com/office/drawing/2014/main" id="{3693DEE2-D50C-4D9E-8414-F237DFAAC555}"/>
              </a:ext>
            </a:extLst>
          </p:cNvPr>
          <p:cNvSpPr>
            <a:spLocks xmlns:a="http://schemas.openxmlformats.org/drawingml/2006/main" noGrp="1"/>
          </p:cNvSpPr>
          <p:nvPr/>
        </p:nvSpPr>
        <p:spPr>
          <a:xfrm xmlns:a="http://schemas.openxmlformats.org/drawingml/2006/main">
            <a:off x="8743950" y="33337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읽지 않음</a:t>
            </a:r>
          </a:p>
        </p:txBody>
      </p:sp>
      <p:sp>
        <p:nvSpPr>
          <p:cNvPr id="15" name="">
            <a:extLst xmlns:a="http://schemas.openxmlformats.org/drawingml/2006/main">
              <a:ext uri="{FF2B5EF4-FFF2-40B4-BE49-F238E27FC236}">
                <a16:creationId xmlns:a16="http://schemas.microsoft.com/office/drawing/2014/main" id="{83C38F61-AC95-4D68-B731-D5E7AA318A96}"/>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architecture.md">
            <a:extLst xmlns:a="http://schemas.openxmlformats.org/drawingml/2006/main">
              <a:ext uri="{FF2B5EF4-FFF2-40B4-BE49-F238E27FC236}">
                <a16:creationId xmlns:a16="http://schemas.microsoft.com/office/drawing/2014/main" id="{34690A3A-CDA4-4932-8F8F-35953900E408}"/>
              </a:ext>
            </a:extLst>
          </p:cNvPr>
          <p:cNvSpPr>
            <a:spLocks xmlns:a="http://schemas.openxmlformats.org/drawingml/2006/main" noGrp="1"/>
          </p:cNvSpPr>
          <p:nvPr/>
        </p:nvSpPr>
        <p:spPr>
          <a:xfrm xmlns:a="http://schemas.openxmlformats.org/drawingml/2006/main">
            <a:off x="742950" y="396240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architecture.md</a:t>
            </a:r>
          </a:p>
        </p:txBody>
      </p:sp>
      <p:sp>
        <p:nvSpPr>
          <p:cNvPr id="17" name="읽음">
            <a:extLst xmlns:a="http://schemas.openxmlformats.org/drawingml/2006/main">
              <a:ext uri="{FF2B5EF4-FFF2-40B4-BE49-F238E27FC236}">
                <a16:creationId xmlns:a16="http://schemas.microsoft.com/office/drawing/2014/main" id="{E4EB618C-F846-492A-883D-20E081924D2A}"/>
              </a:ext>
            </a:extLst>
          </p:cNvPr>
          <p:cNvSpPr>
            <a:spLocks xmlns:a="http://schemas.openxmlformats.org/drawingml/2006/main" noGrp="1"/>
          </p:cNvSpPr>
          <p:nvPr/>
        </p:nvSpPr>
        <p:spPr>
          <a:xfrm xmlns:a="http://schemas.openxmlformats.org/drawingml/2006/main">
            <a:off x="5581650" y="396240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8" name="읽음">
            <a:extLst xmlns:a="http://schemas.openxmlformats.org/drawingml/2006/main">
              <a:ext uri="{FF2B5EF4-FFF2-40B4-BE49-F238E27FC236}">
                <a16:creationId xmlns:a16="http://schemas.microsoft.com/office/drawing/2014/main" id="{0BDFFE90-C45B-46F3-9FE6-7D955F23E2A2}"/>
              </a:ext>
            </a:extLst>
          </p:cNvPr>
          <p:cNvSpPr>
            <a:spLocks xmlns:a="http://schemas.openxmlformats.org/drawingml/2006/main" noGrp="1"/>
          </p:cNvSpPr>
          <p:nvPr/>
        </p:nvSpPr>
        <p:spPr>
          <a:xfrm xmlns:a="http://schemas.openxmlformats.org/drawingml/2006/main">
            <a:off x="8743950" y="396240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9" name="">
            <a:extLst xmlns:a="http://schemas.openxmlformats.org/drawingml/2006/main">
              <a:ext uri="{FF2B5EF4-FFF2-40B4-BE49-F238E27FC236}">
                <a16:creationId xmlns:a16="http://schemas.microsoft.com/office/drawing/2014/main" id="{635A70BD-C841-469B-9D5A-0032934E86C4}"/>
              </a:ext>
            </a:extLst>
          </p:cNvPr>
          <p:cNvSpPr>
            <a:spLocks xmlns:a="http://schemas.openxmlformats.org/drawingml/2006/main" noGrp="1"/>
          </p:cNvSpPr>
          <p:nvPr/>
        </p:nvSpPr>
        <p:spPr>
          <a:xfrm xmlns:a="http://schemas.openxmlformats.org/drawingml/2006/main">
            <a:off x="609600" y="4495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md">
            <a:extLst xmlns:a="http://schemas.openxmlformats.org/drawingml/2006/main">
              <a:ext uri="{FF2B5EF4-FFF2-40B4-BE49-F238E27FC236}">
                <a16:creationId xmlns:a16="http://schemas.microsoft.com/office/drawing/2014/main" id="{0B57D92C-25F8-4521-9D4F-A4874DAD991C}"/>
              </a:ext>
            </a:extLst>
          </p:cNvPr>
          <p:cNvSpPr>
            <a:spLocks xmlns:a="http://schemas.openxmlformats.org/drawingml/2006/main" noGrp="1"/>
          </p:cNvSpPr>
          <p:nvPr/>
        </p:nvSpPr>
        <p:spPr>
          <a:xfrm xmlns:a="http://schemas.openxmlformats.org/drawingml/2006/main">
            <a:off x="742950" y="45910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testing.md</a:t>
            </a:r>
          </a:p>
        </p:txBody>
      </p:sp>
      <p:sp>
        <p:nvSpPr>
          <p:cNvPr id="21" name="최종 실행에서 읽음">
            <a:extLst xmlns:a="http://schemas.openxmlformats.org/drawingml/2006/main">
              <a:ext uri="{FF2B5EF4-FFF2-40B4-BE49-F238E27FC236}">
                <a16:creationId xmlns:a16="http://schemas.microsoft.com/office/drawing/2014/main" id="{33D4C0FD-D3B9-4FB8-A33C-7BD698BB1D5C}"/>
              </a:ext>
            </a:extLst>
          </p:cNvPr>
          <p:cNvSpPr>
            <a:spLocks xmlns:a="http://schemas.openxmlformats.org/drawingml/2006/main" noGrp="1"/>
          </p:cNvSpPr>
          <p:nvPr/>
        </p:nvSpPr>
        <p:spPr>
          <a:xfrm xmlns:a="http://schemas.openxmlformats.org/drawingml/2006/main">
            <a:off x="5581650" y="45910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최종 실행에서 읽음</a:t>
            </a:r>
          </a:p>
        </p:txBody>
      </p:sp>
      <p:sp>
        <p:nvSpPr>
          <p:cNvPr id="22" name="읽지 않음">
            <a:extLst xmlns:a="http://schemas.openxmlformats.org/drawingml/2006/main">
              <a:ext uri="{FF2B5EF4-FFF2-40B4-BE49-F238E27FC236}">
                <a16:creationId xmlns:a16="http://schemas.microsoft.com/office/drawing/2014/main" id="{DBA8648B-E24A-44F3-BD61-94EAE60733F3}"/>
              </a:ext>
            </a:extLst>
          </p:cNvPr>
          <p:cNvSpPr>
            <a:spLocks xmlns:a="http://schemas.openxmlformats.org/drawingml/2006/main" noGrp="1"/>
          </p:cNvSpPr>
          <p:nvPr/>
        </p:nvSpPr>
        <p:spPr>
          <a:xfrm xmlns:a="http://schemas.openxmlformats.org/drawingml/2006/main">
            <a:off x="8743950" y="45910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읽지 않음</a:t>
            </a:r>
          </a:p>
        </p:txBody>
      </p:sp>
      <p:sp>
        <p:nvSpPr>
          <p:cNvPr id="23" name="A에는 더 넓은 읽기도 존재 · B는 설정·README·source도 확인">
            <a:extLst xmlns:a="http://schemas.openxmlformats.org/drawingml/2006/main">
              <a:ext uri="{FF2B5EF4-FFF2-40B4-BE49-F238E27FC236}">
                <a16:creationId xmlns:a16="http://schemas.microsoft.com/office/drawing/2014/main" id="{24849530-B94C-4697-AD71-6EC1D15CCC15}"/>
              </a:ext>
            </a:extLst>
          </p:cNvPr>
          <p:cNvSpPr>
            <a:spLocks xmlns:a="http://schemas.openxmlformats.org/drawingml/2006/main" noGrp="1"/>
          </p:cNvSpPr>
          <p:nvPr/>
        </p:nvSpPr>
        <p:spPr>
          <a:xfrm xmlns:a="http://schemas.openxmlformats.org/drawingml/2006/main">
            <a:off x="609600" y="52959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A에는 더 넓은 읽기도 존재 · B는 설정·README·source도 확인</a:t>
            </a:r>
          </a:p>
        </p:txBody>
      </p:sp>
      <p:sp>
        <p:nvSpPr>
          <p:cNvPr id="24" name="Legacy module connection">
            <a:extLst xmlns:a="http://schemas.openxmlformats.org/drawingml/2006/main">
              <a:ext uri="{FF2B5EF4-FFF2-40B4-BE49-F238E27FC236}">
                <a16:creationId xmlns:a16="http://schemas.microsoft.com/office/drawing/2014/main" id="{617A07FB-3EB7-4734-9C14-27F3207898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96322473"/>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다음 문제로 넘어가기">
            <a:extLst xmlns:a="http://schemas.openxmlformats.org/drawingml/2006/main">
              <a:ext uri="{FF2B5EF4-FFF2-40B4-BE49-F238E27FC236}">
                <a16:creationId xmlns:a16="http://schemas.microsoft.com/office/drawing/2014/main" id="{BA9B9A8B-7A61-4037-9DFE-1603C446876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다음 문제로 넘어가기</a:t>
            </a:r>
          </a:p>
        </p:txBody>
      </p:sp>
      <p:sp>
        <p:nvSpPr>
          <p:cNvPr id="2" name="S38">
            <a:extLst xmlns:a="http://schemas.openxmlformats.org/drawingml/2006/main">
              <a:ext uri="{FF2B5EF4-FFF2-40B4-BE49-F238E27FC236}">
                <a16:creationId xmlns:a16="http://schemas.microsoft.com/office/drawing/2014/main" id="{D76BB332-D82A-4240-A337-2A640F05C15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지식은 정리됐지만 절차는 반복된다">
            <a:extLst xmlns:a="http://schemas.openxmlformats.org/drawingml/2006/main">
              <a:ext uri="{FF2B5EF4-FFF2-40B4-BE49-F238E27FC236}">
                <a16:creationId xmlns:a16="http://schemas.microsoft.com/office/drawing/2014/main" id="{A34DA633-8D72-43D3-9E5E-386B3CDBCB5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0507E258-866A-4714-9CEF-1757CEB2824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Project Context 정리 + TRIAL-006/007의 반복 절차 · 기록 요약과 교육용 해석">
            <a:extLst xmlns:a="http://schemas.openxmlformats.org/drawingml/2006/main">
              <a:ext uri="{FF2B5EF4-FFF2-40B4-BE49-F238E27FC236}">
                <a16:creationId xmlns:a16="http://schemas.microsoft.com/office/drawing/2014/main" id="{F56523E6-36B5-4BB3-A74B-11EB4D1299A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Project Context 정리 + TRIAL-006/007의 반복 절차 · 기록 요약과 교육용 해석</a:t>
            </a:r>
          </a:p>
        </p:txBody>
      </p:sp>
      <p:sp>
        <p:nvSpPr>
          <p:cNvPr id="6" name="절차가 반복된 원인을 Prompt만으로 분리하지 않음">
            <a:extLst xmlns:a="http://schemas.openxmlformats.org/drawingml/2006/main">
              <a:ext uri="{FF2B5EF4-FFF2-40B4-BE49-F238E27FC236}">
                <a16:creationId xmlns:a16="http://schemas.microsoft.com/office/drawing/2014/main" id="{6CC5502C-BB7B-483C-8699-38A62848AD4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절차가 반복된 원인을 Prompt만으로 분리하지 않음</a:t>
            </a:r>
          </a:p>
        </p:txBody>
      </p:sp>
      <p:sp>
        <p:nvSpPr>
          <p:cNvPr id="7" name="정리한 것">
            <a:extLst xmlns:a="http://schemas.openxmlformats.org/drawingml/2006/main">
              <a:ext uri="{FF2B5EF4-FFF2-40B4-BE49-F238E27FC236}">
                <a16:creationId xmlns:a16="http://schemas.microsoft.com/office/drawing/2014/main" id="{D4EBD94F-6EC3-4F6A-BC94-C00E8548E867}"/>
              </a:ext>
            </a:extLst>
          </p:cNvPr>
          <p:cNvSpPr>
            <a:spLocks xmlns:a="http://schemas.openxmlformats.org/drawingml/2006/main" noGrp="1"/>
          </p:cNvSpPr>
          <p:nvPr/>
        </p:nvSpPr>
        <p:spPr>
          <a:xfrm xmlns:a="http://schemas.openxmlformats.org/drawingml/2006/main">
            <a:off x="609600" y="2209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8" name="아직 반복되는 것">
            <a:extLst xmlns:a="http://schemas.openxmlformats.org/drawingml/2006/main">
              <a:ext uri="{FF2B5EF4-FFF2-40B4-BE49-F238E27FC236}">
                <a16:creationId xmlns:a16="http://schemas.microsoft.com/office/drawing/2014/main" id="{2D07DFF1-A93A-4091-8EE0-3EE4CF3EE7A3}"/>
              </a:ext>
            </a:extLst>
          </p:cNvPr>
          <p:cNvSpPr>
            <a:spLocks xmlns:a="http://schemas.openxmlformats.org/drawingml/2006/main" noGrp="1"/>
          </p:cNvSpPr>
          <p:nvPr/>
        </p:nvSpPr>
        <p:spPr>
          <a:xfrm xmlns:a="http://schemas.openxmlformats.org/drawingml/2006/main">
            <a:off x="6705600" y="2209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아직 반복되는 것</a:t>
            </a:r>
          </a:p>
        </p:txBody>
      </p:sp>
      <p:sp>
        <p:nvSpPr>
          <p:cNvPr id="9" name="">
            <a:extLst xmlns:a="http://schemas.openxmlformats.org/drawingml/2006/main">
              <a:ext uri="{FF2B5EF4-FFF2-40B4-BE49-F238E27FC236}">
                <a16:creationId xmlns:a16="http://schemas.microsoft.com/office/drawing/2014/main" id="{6BC7CB9D-06F5-4B54-AAF3-125ED1EB6B9F}"/>
              </a:ext>
            </a:extLst>
          </p:cNvPr>
          <p:cNvSpPr>
            <a:spLocks xmlns:a="http://schemas.openxmlformats.org/drawingml/2006/main" noGrp="1"/>
          </p:cNvSpPr>
          <p:nvPr/>
        </p:nvSpPr>
        <p:spPr>
          <a:xfrm xmlns:a="http://schemas.openxmlformats.org/drawingml/2006/main">
            <a:off x="609600" y="275272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D47C00B8-4EB1-4252-B331-50ABEBB5D2A7}"/>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는 Prompt에&#10;공통 사실은 Project Context에&#10;상세 정보는 Routing으로">
            <a:extLst xmlns:a="http://schemas.openxmlformats.org/drawingml/2006/main">
              <a:ext uri="{FF2B5EF4-FFF2-40B4-BE49-F238E27FC236}">
                <a16:creationId xmlns:a16="http://schemas.microsoft.com/office/drawing/2014/main" id="{9FF06BAC-105D-4526-AAA4-321F248DC084}"/>
              </a:ext>
            </a:extLst>
          </p:cNvPr>
          <p:cNvSpPr>
            <a:spLocks xmlns:a="http://schemas.openxmlformats.org/drawingml/2006/main" noGrp="1"/>
          </p:cNvSpPr>
          <p:nvPr/>
        </p:nvSpPr>
        <p:spPr>
          <a:xfrm xmlns:a="http://schemas.openxmlformats.org/drawingml/2006/main">
            <a:off x="609600" y="3114675"/>
            <a:ext cx="51435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현재 목표는 Prompt에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공통 사실은 Project Context에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상세 정보는 Routing으로</a:t>
            </a:r>
          </a:p>
        </p:txBody>
      </p:sp>
      <p:sp>
        <p:nvSpPr>
          <p:cNvPr id="12" name="먼저 측정하고&#10;조사한 뒤 변경하고&#10;같은 조건으로 확인해줘">
            <a:extLst xmlns:a="http://schemas.openxmlformats.org/drawingml/2006/main">
              <a:ext uri="{FF2B5EF4-FFF2-40B4-BE49-F238E27FC236}">
                <a16:creationId xmlns:a16="http://schemas.microsoft.com/office/drawing/2014/main" id="{C9ACBD91-2F07-4C28-A179-C4A3CEDAC682}"/>
              </a:ext>
            </a:extLst>
          </p:cNvPr>
          <p:cNvSpPr>
            <a:spLocks xmlns:a="http://schemas.openxmlformats.org/drawingml/2006/main" noGrp="1"/>
          </p:cNvSpPr>
          <p:nvPr/>
        </p:nvSpPr>
        <p:spPr>
          <a:xfrm xmlns:a="http://schemas.openxmlformats.org/drawingml/2006/main">
            <a:off x="6705600" y="3114675"/>
            <a:ext cx="4876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먼저 측정하고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조사한 뒤 변경하고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조건으로 확인해줘</a:t>
            </a:r>
          </a:p>
        </p:txBody>
      </p:sp>
      <p:sp>
        <p:nvSpPr>
          <p:cNvPr id="13" name="같은 작업 절차도 다시 써야 할까?">
            <a:extLst xmlns:a="http://schemas.openxmlformats.org/drawingml/2006/main">
              <a:ext uri="{FF2B5EF4-FFF2-40B4-BE49-F238E27FC236}">
                <a16:creationId xmlns:a16="http://schemas.microsoft.com/office/drawing/2014/main" id="{C4A8F6CC-8D18-4C54-A3ED-FA777F05FFA6}"/>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같은 작업 절차도 다시 써야 할까?</a:t>
            </a:r>
          </a:p>
        </p:txBody>
      </p:sp>
      <p:sp>
        <p:nvSpPr>
          <p:cNvPr id="14" name="Legacy module connection">
            <a:extLst xmlns:a="http://schemas.openxmlformats.org/drawingml/2006/main">
              <a:ext uri="{FF2B5EF4-FFF2-40B4-BE49-F238E27FC236}">
                <a16:creationId xmlns:a16="http://schemas.microsoft.com/office/drawing/2014/main" id="{5CE6FCB8-0C09-4B94-8FE1-B86C7C68836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71889002"/>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작업 방법도 반복된다">
            <a:extLst xmlns:a="http://schemas.openxmlformats.org/drawingml/2006/main">
              <a:ext uri="{FF2B5EF4-FFF2-40B4-BE49-F238E27FC236}">
                <a16:creationId xmlns:a16="http://schemas.microsoft.com/office/drawing/2014/main" id="{623DC483-47EF-45F9-81A2-1F9AC0C65CA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방법도 반복된다</a:t>
            </a:r>
          </a:p>
        </p:txBody>
      </p:sp>
      <p:sp>
        <p:nvSpPr>
          <p:cNvPr id="2" name="S39">
            <a:extLst xmlns:a="http://schemas.openxmlformats.org/drawingml/2006/main">
              <a:ext uri="{FF2B5EF4-FFF2-40B4-BE49-F238E27FC236}">
                <a16:creationId xmlns:a16="http://schemas.microsoft.com/office/drawing/2014/main" id="{3A8E56E5-A903-4102-BF58-C358F578F62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서로 다른 Performance Task,&#10;반복되는 절차">
            <a:extLst xmlns:a="http://schemas.openxmlformats.org/drawingml/2006/main">
              <a:ext uri="{FF2B5EF4-FFF2-40B4-BE49-F238E27FC236}">
                <a16:creationId xmlns:a16="http://schemas.microsoft.com/office/drawing/2014/main" id="{0642C461-687C-4167-BB89-432143BEFE88}"/>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서로 다른 Performance Task,</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반복되는 절차</a:t>
            </a:r>
          </a:p>
        </p:txBody>
      </p:sp>
      <p:sp>
        <p:nvSpPr>
          <p:cNvPr id="4" name="">
            <a:extLst xmlns:a="http://schemas.openxmlformats.org/drawingml/2006/main">
              <a:ext uri="{FF2B5EF4-FFF2-40B4-BE49-F238E27FC236}">
                <a16:creationId xmlns:a16="http://schemas.microsoft.com/office/drawing/2014/main" id="{E05273C2-E05E-4CDF-9943-9161EE7B6BF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 TRIAL-007 · 반복 절차는 기록 요약 · 위 그림은 AI 생성 설명용 삽화">
            <a:extLst xmlns:a="http://schemas.openxmlformats.org/drawingml/2006/main">
              <a:ext uri="{FF2B5EF4-FFF2-40B4-BE49-F238E27FC236}">
                <a16:creationId xmlns:a16="http://schemas.microsoft.com/office/drawing/2014/main" id="{9734FAD0-17D3-46D9-8248-C168DB2E70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TRIAL-007 · 반복 절차는 기록 요약 · 위 그림은 AI 생성 설명용 삽화</a:t>
            </a:r>
          </a:p>
        </p:txBody>
      </p:sp>
      <p:sp>
        <p:nvSpPr>
          <p:cNvPr id="6" name="Global Harness 영향이 있어 Prompt만의 효과로 귀속하지 않음 · 그림은 최적화 전후 결과가 ">
            <a:extLst xmlns:a="http://schemas.openxmlformats.org/drawingml/2006/main">
              <a:ext uri="{FF2B5EF4-FFF2-40B4-BE49-F238E27FC236}">
                <a16:creationId xmlns:a16="http://schemas.microsoft.com/office/drawing/2014/main" id="{64EAD9B2-2A14-4AD0-882D-95D380B9F20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영향이 있어 Prompt만의 효과로 귀속하지 않음 · 그림은 최적화 전후 결과가 아님</a:t>
            </a:r>
          </a:p>
        </p:txBody>
      </p:sp>
      <p:sp>
        <p:nvSpPr>
          <p:cNvPr id="7" name="A · 이미지 크기 변경">
            <a:extLst xmlns:a="http://schemas.openxmlformats.org/drawingml/2006/main">
              <a:ext uri="{FF2B5EF4-FFF2-40B4-BE49-F238E27FC236}">
                <a16:creationId xmlns:a16="http://schemas.microsoft.com/office/drawing/2014/main" id="{117CEC95-F4B2-43A3-8702-10333C54685D}"/>
              </a:ext>
            </a:extLst>
          </p:cNvPr>
          <p:cNvSpPr>
            <a:spLocks xmlns:a="http://schemas.openxmlformats.org/drawingml/2006/main" noGrp="1"/>
          </p:cNvSpPr>
          <p:nvPr/>
        </p:nvSpPr>
        <p:spPr>
          <a:xfrm xmlns:a="http://schemas.openxmlformats.org/drawingml/2006/main">
            <a:off x="609600" y="19907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 이미지 크기 변경</a:t>
            </a:r>
          </a:p>
        </p:txBody>
      </p:sp>
      <p:sp>
        <p:nvSpPr>
          <p:cNvPr id="8" name="B · 픽셀값 범위 변환">
            <a:extLst xmlns:a="http://schemas.openxmlformats.org/drawingml/2006/main">
              <a:ext uri="{FF2B5EF4-FFF2-40B4-BE49-F238E27FC236}">
                <a16:creationId xmlns:a16="http://schemas.microsoft.com/office/drawing/2014/main" id="{A0EADEC4-545A-4DE0-A275-1606B9622151}"/>
              </a:ext>
            </a:extLst>
          </p:cNvPr>
          <p:cNvSpPr>
            <a:spLocks xmlns:a="http://schemas.openxmlformats.org/drawingml/2006/main" noGrp="1"/>
          </p:cNvSpPr>
          <p:nvPr/>
        </p:nvSpPr>
        <p:spPr>
          <a:xfrm xmlns:a="http://schemas.openxmlformats.org/drawingml/2006/main">
            <a:off x="6381750" y="19907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 픽셀값 범위 변환</a:t>
            </a:r>
          </a:p>
        </p:txBody>
      </p:sp>
      <p:pic>
        <p:nvPicPr>
          <p:cNvPr id="9" name="">
            <a:extLst xmlns:a="http://schemas.openxmlformats.org/drawingml/2006/main">
              <a:ext uri="{FF2B5EF4-FFF2-40B4-BE49-F238E27FC236}">
                <a16:creationId xmlns:a16="http://schemas.microsoft.com/office/drawing/2014/main" id="{5519446E-BE61-4F7E-A9E8-68E64BDA3279}"/>
              </a:ext>
            </a:extLst>
          </p:cNvPr>
          <p:cNvPicPr>
            <a:picLocks xmlns:a="http://schemas.openxmlformats.org/drawingml/2006/main" noChangeAspect="1"/>
          </p:cNvPicPr>
          <p:nvPr/>
        </p:nvPicPr>
        <p:blipFill>
          <a:blip xmlns:r="http://schemas.openxmlformats.org/officeDocument/2006/relationships" xmlns:a="http://schemas.openxmlformats.org/drawingml/2006/main" r:embed="R8ccc78fc8aa248af"/>
          <a:srcRect xmlns:a="http://schemas.openxmlformats.org/drawingml/2006/main" l="53664" t="30891" r="28410" b="33258"/>
          <a:stretch xmlns:a="http://schemas.openxmlformats.org/drawingml/2006/main"/>
        </p:blipFill>
        <p:spPr>
          <a:xfrm xmlns:a="http://schemas.openxmlformats.org/drawingml/2006/main">
            <a:off x="723900" y="2628900"/>
            <a:ext cx="600075" cy="600075"/>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FDBDE2B9-AE84-4128-932D-3C4C4EC665B9}"/>
              </a:ext>
            </a:extLst>
          </p:cNvPr>
          <p:cNvPicPr>
            <a:picLocks xmlns:a="http://schemas.openxmlformats.org/drawingml/2006/main" noChangeAspect="1"/>
          </p:cNvPicPr>
          <p:nvPr/>
        </p:nvPicPr>
        <p:blipFill>
          <a:blip xmlns:r="http://schemas.openxmlformats.org/officeDocument/2006/relationships" xmlns:a="http://schemas.openxmlformats.org/drawingml/2006/main" r:embed="R900098677fb649f5"/>
          <a:srcRect xmlns:a="http://schemas.openxmlformats.org/drawingml/2006/main" l="53664" t="30891" r="28410" b="33258"/>
          <a:stretch xmlns:a="http://schemas.openxmlformats.org/drawingml/2006/main"/>
        </p:blipFill>
        <p:spPr>
          <a:xfrm xmlns:a="http://schemas.openxmlformats.org/drawingml/2006/main">
            <a:off x="1914525" y="2419350"/>
            <a:ext cx="990600" cy="9906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8A113EAE-8C55-42DB-B842-B96B635690E6}"/>
              </a:ext>
            </a:extLst>
          </p:cNvPr>
          <p:cNvSpPr>
            <a:spLocks xmlns:a="http://schemas.openxmlformats.org/drawingml/2006/main" noGrp="1"/>
          </p:cNvSpPr>
          <p:nvPr/>
        </p:nvSpPr>
        <p:spPr>
          <a:xfrm xmlns:a="http://schemas.openxmlformats.org/drawingml/2006/main">
            <a:off x="1457325" y="2809875"/>
            <a:ext cx="3048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resize_nearest">
            <a:extLst xmlns:a="http://schemas.openxmlformats.org/drawingml/2006/main">
              <a:ext uri="{FF2B5EF4-FFF2-40B4-BE49-F238E27FC236}">
                <a16:creationId xmlns:a16="http://schemas.microsoft.com/office/drawing/2014/main" id="{B1902C8D-22DB-4904-99E0-037702F35D45}"/>
              </a:ext>
            </a:extLst>
          </p:cNvPr>
          <p:cNvSpPr>
            <a:spLocks xmlns:a="http://schemas.openxmlformats.org/drawingml/2006/main" noGrp="1"/>
          </p:cNvSpPr>
          <p:nvPr/>
        </p:nvSpPr>
        <p:spPr>
          <a:xfrm xmlns:a="http://schemas.openxmlformats.org/drawingml/2006/main">
            <a:off x="3181350" y="26098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resize_nearest</a:t>
            </a:r>
          </a:p>
        </p:txBody>
      </p:sp>
      <p:pic>
        <p:nvPicPr>
          <p:cNvPr id="13" name="">
            <a:extLst xmlns:a="http://schemas.openxmlformats.org/drawingml/2006/main">
              <a:ext uri="{FF2B5EF4-FFF2-40B4-BE49-F238E27FC236}">
                <a16:creationId xmlns:a16="http://schemas.microsoft.com/office/drawing/2014/main" id="{A89171FB-D6B5-4DAC-8DA3-3A4BA3E88469}"/>
              </a:ext>
            </a:extLst>
          </p:cNvPr>
          <p:cNvPicPr>
            <a:picLocks xmlns:a="http://schemas.openxmlformats.org/drawingml/2006/main" noChangeAspect="1"/>
          </p:cNvPicPr>
          <p:nvPr/>
        </p:nvPicPr>
        <p:blipFill>
          <a:blip xmlns:r="http://schemas.openxmlformats.org/officeDocument/2006/relationships" xmlns:a="http://schemas.openxmlformats.org/drawingml/2006/main" r:embed="Rac4accee937d4eac"/>
          <a:srcRect xmlns:a="http://schemas.openxmlformats.org/drawingml/2006/main" l="53664" t="30891" r="28410" b="33258"/>
          <a:stretch xmlns:a="http://schemas.openxmlformats.org/drawingml/2006/main"/>
        </p:blipFill>
        <p:spPr>
          <a:xfrm xmlns:a="http://schemas.openxmlformats.org/drawingml/2006/main">
            <a:off x="6496050" y="2505075"/>
            <a:ext cx="866775" cy="866775"/>
          </a:xfrm>
          <a:prstGeom xmlns:a="http://schemas.openxmlformats.org/drawingml/2006/main" prst="rect">
            <a:avLst/>
          </a:prstGeom>
        </p:spPr>
      </p:pic>
      <p:pic>
        <p:nvPicPr>
          <p:cNvPr id="14" name="">
            <a:extLst xmlns:a="http://schemas.openxmlformats.org/drawingml/2006/main">
              <a:ext uri="{FF2B5EF4-FFF2-40B4-BE49-F238E27FC236}">
                <a16:creationId xmlns:a16="http://schemas.microsoft.com/office/drawing/2014/main" id="{42F5A8F0-5868-49E2-B0B4-2ADB3736F855}"/>
              </a:ext>
            </a:extLst>
          </p:cNvPr>
          <p:cNvPicPr>
            <a:picLocks xmlns:a="http://schemas.openxmlformats.org/drawingml/2006/main" noChangeAspect="1"/>
          </p:cNvPicPr>
          <p:nvPr/>
        </p:nvPicPr>
        <p:blipFill>
          <a:blip xmlns:r="http://schemas.openxmlformats.org/officeDocument/2006/relationships" xmlns:a="http://schemas.openxmlformats.org/drawingml/2006/main" r:embed="Rc3a5eee2c79e4571"/>
          <a:srcRect xmlns:a="http://schemas.openxmlformats.org/drawingml/2006/main" l="53664" t="30891" r="28410" b="33258"/>
          <a:stretch xmlns:a="http://schemas.openxmlformats.org/drawingml/2006/main"/>
        </p:blipFill>
        <p:spPr>
          <a:xfrm xmlns:a="http://schemas.openxmlformats.org/drawingml/2006/main">
            <a:off x="7886700" y="2505075"/>
            <a:ext cx="866775" cy="866775"/>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906A695C-E7FC-4DEF-BDC2-321C8C23BD42}"/>
              </a:ext>
            </a:extLst>
          </p:cNvPr>
          <p:cNvSpPr>
            <a:spLocks xmlns:a="http://schemas.openxmlformats.org/drawingml/2006/main" noGrp="1"/>
          </p:cNvSpPr>
          <p:nvPr/>
        </p:nvSpPr>
        <p:spPr>
          <a:xfrm xmlns:a="http://schemas.openxmlformats.org/drawingml/2006/main">
            <a:off x="7477125" y="28289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normalize">
            <a:extLst xmlns:a="http://schemas.openxmlformats.org/drawingml/2006/main">
              <a:ext uri="{FF2B5EF4-FFF2-40B4-BE49-F238E27FC236}">
                <a16:creationId xmlns:a16="http://schemas.microsoft.com/office/drawing/2014/main" id="{A075BA98-0B37-47EE-98B1-5EC98DFD201B}"/>
              </a:ext>
            </a:extLst>
          </p:cNvPr>
          <p:cNvSpPr>
            <a:spLocks xmlns:a="http://schemas.openxmlformats.org/drawingml/2006/main" noGrp="1"/>
          </p:cNvSpPr>
          <p:nvPr/>
        </p:nvSpPr>
        <p:spPr>
          <a:xfrm xmlns:a="http://schemas.openxmlformats.org/drawingml/2006/main">
            <a:off x="8991600" y="2428875"/>
            <a:ext cx="2590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normalize</a:t>
            </a:r>
          </a:p>
        </p:txBody>
      </p:sp>
      <p:sp>
        <p:nvSpPr>
          <p:cNvPr id="17" name="0–4095 → 0–255">
            <a:extLst xmlns:a="http://schemas.openxmlformats.org/drawingml/2006/main">
              <a:ext uri="{FF2B5EF4-FFF2-40B4-BE49-F238E27FC236}">
                <a16:creationId xmlns:a16="http://schemas.microsoft.com/office/drawing/2014/main" id="{131A245E-C483-46FD-81ED-CFEEB95C0993}"/>
              </a:ext>
            </a:extLst>
          </p:cNvPr>
          <p:cNvSpPr>
            <a:spLocks xmlns:a="http://schemas.openxmlformats.org/drawingml/2006/main" noGrp="1"/>
          </p:cNvSpPr>
          <p:nvPr/>
        </p:nvSpPr>
        <p:spPr>
          <a:xfrm xmlns:a="http://schemas.openxmlformats.org/drawingml/2006/main">
            <a:off x="8991600" y="2781300"/>
            <a:ext cx="2590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0–4095 → 0–255</a:t>
            </a:r>
          </a:p>
        </p:txBody>
      </p:sp>
      <p:sp>
        <p:nvSpPr>
          <p:cNvPr id="18" name="값 예: 2048 → 128">
            <a:extLst xmlns:a="http://schemas.openxmlformats.org/drawingml/2006/main">
              <a:ext uri="{FF2B5EF4-FFF2-40B4-BE49-F238E27FC236}">
                <a16:creationId xmlns:a16="http://schemas.microsoft.com/office/drawing/2014/main" id="{3BB87C4B-1EFD-4702-A6E4-4AE626740991}"/>
              </a:ext>
            </a:extLst>
          </p:cNvPr>
          <p:cNvSpPr>
            <a:spLocks xmlns:a="http://schemas.openxmlformats.org/drawingml/2006/main" noGrp="1"/>
          </p:cNvSpPr>
          <p:nvPr/>
        </p:nvSpPr>
        <p:spPr>
          <a:xfrm xmlns:a="http://schemas.openxmlformats.org/drawingml/2006/main">
            <a:off x="8991600" y="3105150"/>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B6172"/>
                </a:solidFill>
                <a:latin typeface="Malgun Gothic"/>
                <a:ea typeface="Malgun Gothic"/>
                <a:cs typeface="Malgun Gothic"/>
              </a:defRPr>
            </a:defPPr>
            <a:lvl1pPr algn="l">
              <a:defRPr sz="1725" b="0">
                <a:solidFill>
                  <a:srgbClr val="0B6172"/>
                </a:solidFill>
                <a:latin typeface="Malgun Gothic"/>
                <a:ea typeface="Malgun Gothic"/>
                <a:cs typeface="Malgun Gothic"/>
              </a:defRPr>
            </a:lvl1pPr>
            <a:lvl2pPr algn="l">
              <a:defRPr sz="1725" b="0">
                <a:solidFill>
                  <a:srgbClr val="0B6172"/>
                </a:solidFill>
                <a:latin typeface="Malgun Gothic"/>
                <a:ea typeface="Malgun Gothic"/>
                <a:cs typeface="Malgun Gothic"/>
              </a:defRPr>
            </a:lvl2pPr>
            <a:lvl3pPr algn="l">
              <a:defRPr sz="1725" b="0">
                <a:solidFill>
                  <a:srgbClr val="0B6172"/>
                </a:solidFill>
                <a:latin typeface="Malgun Gothic"/>
                <a:ea typeface="Malgun Gothic"/>
                <a:cs typeface="Malgun Gothic"/>
              </a:defRPr>
            </a:lvl3pPr>
            <a:lvl4pPr algn="l">
              <a:defRPr sz="1725" b="0">
                <a:solidFill>
                  <a:srgbClr val="0B6172"/>
                </a:solidFill>
                <a:latin typeface="Malgun Gothic"/>
                <a:ea typeface="Malgun Gothic"/>
                <a:cs typeface="Malgun Gothic"/>
              </a:defRPr>
            </a:lvl4pPr>
            <a:lvl5pPr algn="l">
              <a:defRPr sz="1725" b="0">
                <a:solidFill>
                  <a:srgbClr val="0B6172"/>
                </a:solidFill>
                <a:latin typeface="Malgun Gothic"/>
                <a:ea typeface="Malgun Gothic"/>
                <a:cs typeface="Malgun Gothic"/>
              </a:defRPr>
            </a:lvl5pPr>
            <a:lvl6pPr algn="l">
              <a:defRPr sz="1725" b="0">
                <a:solidFill>
                  <a:srgbClr val="0B6172"/>
                </a:solidFill>
                <a:latin typeface="Malgun Gothic"/>
                <a:ea typeface="Malgun Gothic"/>
                <a:cs typeface="Malgun Gothic"/>
              </a:defRPr>
            </a:lvl6pPr>
            <a:lvl7pPr algn="l">
              <a:defRPr sz="1725" b="0">
                <a:solidFill>
                  <a:srgbClr val="0B6172"/>
                </a:solidFill>
                <a:latin typeface="Malgun Gothic"/>
                <a:ea typeface="Malgun Gothic"/>
                <a:cs typeface="Malgun Gothic"/>
              </a:defRPr>
            </a:lvl7pPr>
            <a:lvl8pPr algn="l">
              <a:defRPr sz="1725" b="0">
                <a:solidFill>
                  <a:srgbClr val="0B6172"/>
                </a:solidFill>
                <a:latin typeface="Malgun Gothic"/>
                <a:ea typeface="Malgun Gothic"/>
                <a:cs typeface="Malgun Gothic"/>
              </a:defRPr>
            </a:lvl8pPr>
            <a:lvl9pPr algn="l">
              <a:defRPr sz="1725" b="0">
                <a:solidFill>
                  <a:srgbClr val="0B6172"/>
                </a:solidFill>
                <a:latin typeface="Malgun Gothic"/>
                <a:ea typeface="Malgun Gothic"/>
                <a:cs typeface="Malgun Gothic"/>
              </a:defRPr>
            </a:lvl9pPr>
          </a:lstStyle>
          <a:p xmlns:a="http://schemas.openxmlformats.org/drawingml/2006/main">
            <a:pPr algn="l">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값 예: 2048 → 128</a:t>
            </a:r>
          </a:p>
        </p:txBody>
      </p:sp>
      <p:sp>
        <p:nvSpPr>
          <p:cNvPr id="19" name="">
            <a:extLst xmlns:a="http://schemas.openxmlformats.org/drawingml/2006/main">
              <a:ext uri="{FF2B5EF4-FFF2-40B4-BE49-F238E27FC236}">
                <a16:creationId xmlns:a16="http://schemas.microsoft.com/office/drawing/2014/main" id="{5B534704-E136-4F40-953E-1263DC86724B}"/>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두 Task에 반복된 작업 순서">
            <a:extLst xmlns:a="http://schemas.openxmlformats.org/drawingml/2006/main">
              <a:ext uri="{FF2B5EF4-FFF2-40B4-BE49-F238E27FC236}">
                <a16:creationId xmlns:a16="http://schemas.microsoft.com/office/drawing/2014/main" id="{859F4C38-1340-44ED-BE94-C928C117C880}"/>
              </a:ext>
            </a:extLst>
          </p:cNvPr>
          <p:cNvSpPr>
            <a:spLocks xmlns:a="http://schemas.openxmlformats.org/drawingml/2006/main" noGrp="1"/>
          </p:cNvSpPr>
          <p:nvPr/>
        </p:nvSpPr>
        <p:spPr>
          <a:xfrm xmlns:a="http://schemas.openxmlformats.org/drawingml/2006/main">
            <a:off x="609600" y="3724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두 Task에 반복된 작업 순서</a:t>
            </a:r>
          </a:p>
        </p:txBody>
      </p:sp>
      <p:sp>
        <p:nvSpPr>
          <p:cNvPr id="21" name="Baseline → 조사 → 계획 → 변경">
            <a:extLst xmlns:a="http://schemas.openxmlformats.org/drawingml/2006/main">
              <a:ext uri="{FF2B5EF4-FFF2-40B4-BE49-F238E27FC236}">
                <a16:creationId xmlns:a16="http://schemas.microsoft.com/office/drawing/2014/main" id="{04BFDC34-8D71-4863-82DB-F5FBE2EA6B7F}"/>
              </a:ext>
            </a:extLst>
          </p:cNvPr>
          <p:cNvSpPr>
            <a:spLocks xmlns:a="http://schemas.openxmlformats.org/drawingml/2006/main" noGrp="1"/>
          </p:cNvSpPr>
          <p:nvPr/>
        </p:nvSpPr>
        <p:spPr>
          <a:xfrm xmlns:a="http://schemas.openxmlformats.org/drawingml/2006/main">
            <a:off x="609600" y="4276725"/>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Baseline → 조사 → 계획 → 변경</a:t>
            </a:r>
          </a:p>
        </p:txBody>
      </p:sp>
      <p:sp>
        <p:nvSpPr>
          <p:cNvPr id="22" name="Test → Benchmark → 비교 → Review">
            <a:extLst xmlns:a="http://schemas.openxmlformats.org/drawingml/2006/main">
              <a:ext uri="{FF2B5EF4-FFF2-40B4-BE49-F238E27FC236}">
                <a16:creationId xmlns:a16="http://schemas.microsoft.com/office/drawing/2014/main" id="{ADD12013-BF6B-4427-A788-5EB23FA6484D}"/>
              </a:ext>
            </a:extLst>
          </p:cNvPr>
          <p:cNvSpPr>
            <a:spLocks xmlns:a="http://schemas.openxmlformats.org/drawingml/2006/main" noGrp="1"/>
          </p:cNvSpPr>
          <p:nvPr/>
        </p:nvSpPr>
        <p:spPr>
          <a:xfrm xmlns:a="http://schemas.openxmlformats.org/drawingml/2006/main">
            <a:off x="609600" y="49339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Test → Benchmark → 비교 → Review</a:t>
            </a:r>
          </a:p>
        </p:txBody>
      </p:sp>
      <p:sp>
        <p:nvSpPr>
          <p:cNvPr id="23" name="Legacy module connection">
            <a:extLst xmlns:a="http://schemas.openxmlformats.org/drawingml/2006/main">
              <a:ext uri="{FF2B5EF4-FFF2-40B4-BE49-F238E27FC236}">
                <a16:creationId xmlns:a16="http://schemas.microsoft.com/office/drawing/2014/main" id="{1249F6DE-E02B-4E8F-903E-11E432458F7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841671094"/>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알아야 할 것과 따라야 할 방법">
            <a:extLst xmlns:a="http://schemas.openxmlformats.org/drawingml/2006/main">
              <a:ext uri="{FF2B5EF4-FFF2-40B4-BE49-F238E27FC236}">
                <a16:creationId xmlns:a16="http://schemas.microsoft.com/office/drawing/2014/main" id="{346AE4A7-9637-4D44-B349-972361FBCA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알아야 할 것과 따라야 할 방법</a:t>
            </a:r>
          </a:p>
        </p:txBody>
      </p:sp>
      <p:sp>
        <p:nvSpPr>
          <p:cNvPr id="2" name="S40">
            <a:extLst xmlns:a="http://schemas.openxmlformats.org/drawingml/2006/main">
              <a:ext uri="{FF2B5EF4-FFF2-40B4-BE49-F238E27FC236}">
                <a16:creationId xmlns:a16="http://schemas.microsoft.com/office/drawing/2014/main" id="{1A33674E-EF96-4F80-A74F-D71AFC1451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Project 사실과 작업 절차는 다르다">
            <a:extLst xmlns:a="http://schemas.openxmlformats.org/drawingml/2006/main">
              <a:ext uri="{FF2B5EF4-FFF2-40B4-BE49-F238E27FC236}">
                <a16:creationId xmlns:a16="http://schemas.microsoft.com/office/drawing/2014/main" id="{ED86D60E-4B04-411D-9D1A-9AD4556610A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 사실과 작업 절차는 다르다</a:t>
            </a:r>
          </a:p>
        </p:txBody>
      </p:sp>
      <p:sp>
        <p:nvSpPr>
          <p:cNvPr id="4" name="">
            <a:extLst xmlns:a="http://schemas.openxmlformats.org/drawingml/2006/main">
              <a:ext uri="{FF2B5EF4-FFF2-40B4-BE49-F238E27FC236}">
                <a16:creationId xmlns:a16="http://schemas.microsoft.com/office/drawing/2014/main" id="{339232D9-9A47-4A89-948C-BD2F4B9254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TRIAL-006/007의 반복 절차에서 출발">
            <a:extLst xmlns:a="http://schemas.openxmlformats.org/drawingml/2006/main">
              <a:ext uri="{FF2B5EF4-FFF2-40B4-BE49-F238E27FC236}">
                <a16:creationId xmlns:a16="http://schemas.microsoft.com/office/drawing/2014/main" id="{DAAC2B50-76D1-4403-B063-895030F2AE1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TRIAL-006/007의 반복 절차에서 출발</a:t>
            </a:r>
          </a:p>
        </p:txBody>
      </p:sp>
      <p:sp>
        <p:nvSpPr>
          <p:cNvPr id="6" name="Project 정보를 더 주는 것만으로 반복되는 절차의 유지 문제가 해결되지는 않는다">
            <a:extLst xmlns:a="http://schemas.openxmlformats.org/drawingml/2006/main">
              <a:ext uri="{FF2B5EF4-FFF2-40B4-BE49-F238E27FC236}">
                <a16:creationId xmlns:a16="http://schemas.microsoft.com/office/drawing/2014/main" id="{D7F1CD81-2C6D-4667-8034-BA1D16F1FFB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Project 정보를 더 주는 것만으로 반복되는 절차의 유지 문제가 해결되지는 않는다</a:t>
            </a:r>
          </a:p>
        </p:txBody>
      </p:sp>
      <p:sp>
        <p:nvSpPr>
          <p:cNvPr id="7" name="무엇이 참인가?">
            <a:extLst xmlns:a="http://schemas.openxmlformats.org/drawingml/2006/main">
              <a:ext uri="{FF2B5EF4-FFF2-40B4-BE49-F238E27FC236}">
                <a16:creationId xmlns:a16="http://schemas.microsoft.com/office/drawing/2014/main" id="{01AAD6FF-0A51-4FA5-8CCA-0556F33E13C6}"/>
              </a:ext>
            </a:extLst>
          </p:cNvPr>
          <p:cNvSpPr>
            <a:spLocks xmlns:a="http://schemas.openxmlformats.org/drawingml/2006/main" noGrp="1"/>
          </p:cNvSpPr>
          <p:nvPr/>
        </p:nvSpPr>
        <p:spPr>
          <a:xfrm xmlns:a="http://schemas.openxmlformats.org/drawingml/2006/main">
            <a:off x="609600" y="210502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무엇이 참인가?</a:t>
            </a:r>
          </a:p>
        </p:txBody>
      </p:sp>
      <p:sp>
        <p:nvSpPr>
          <p:cNvPr id="8" name="어떤 순서로 일할까?">
            <a:extLst xmlns:a="http://schemas.openxmlformats.org/drawingml/2006/main">
              <a:ext uri="{FF2B5EF4-FFF2-40B4-BE49-F238E27FC236}">
                <a16:creationId xmlns:a16="http://schemas.microsoft.com/office/drawing/2014/main" id="{D5C665D8-7F55-47D6-A6CB-AC1D3899F45D}"/>
              </a:ext>
            </a:extLst>
          </p:cNvPr>
          <p:cNvSpPr>
            <a:spLocks xmlns:a="http://schemas.openxmlformats.org/drawingml/2006/main" noGrp="1"/>
          </p:cNvSpPr>
          <p:nvPr/>
        </p:nvSpPr>
        <p:spPr>
          <a:xfrm xmlns:a="http://schemas.openxmlformats.org/drawingml/2006/main">
            <a:off x="6381750" y="2105025"/>
            <a:ext cx="5200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어떤 순서로 일할까?</a:t>
            </a:r>
          </a:p>
        </p:txBody>
      </p:sp>
      <p:sp>
        <p:nvSpPr>
          <p:cNvPr id="9" name="">
            <a:extLst xmlns:a="http://schemas.openxmlformats.org/drawingml/2006/main">
              <a:ext uri="{FF2B5EF4-FFF2-40B4-BE49-F238E27FC236}">
                <a16:creationId xmlns:a16="http://schemas.microsoft.com/office/drawing/2014/main" id="{65FB76AA-6A91-4577-857A-CEA48222FD3F}"/>
              </a:ext>
            </a:extLst>
          </p:cNvPr>
          <p:cNvSpPr>
            <a:spLocks xmlns:a="http://schemas.openxmlformats.org/drawingml/2006/main" noGrp="1"/>
          </p:cNvSpPr>
          <p:nvPr/>
        </p:nvSpPr>
        <p:spPr>
          <a:xfrm xmlns:a="http://schemas.openxmlformats.org/drawingml/2006/main">
            <a:off x="609600" y="2695575"/>
            <a:ext cx="5238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6039F0B6-CBE7-4C48-88D1-62BC84613CB7}"/>
              </a:ext>
            </a:extLst>
          </p:cNvPr>
          <p:cNvSpPr>
            <a:spLocks xmlns:a="http://schemas.openxmlformats.org/drawingml/2006/main" noGrp="1"/>
          </p:cNvSpPr>
          <p:nvPr/>
        </p:nvSpPr>
        <p:spPr>
          <a:xfrm xmlns:a="http://schemas.openxmlformats.org/drawingml/2006/main">
            <a:off x="6381750" y="2695575"/>
            <a:ext cx="52006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은 끝 열을 제외한다">
            <a:extLst xmlns:a="http://schemas.openxmlformats.org/drawingml/2006/main">
              <a:ext uri="{FF2B5EF4-FFF2-40B4-BE49-F238E27FC236}">
                <a16:creationId xmlns:a16="http://schemas.microsoft.com/office/drawing/2014/main" id="{68447E39-5F4B-47BE-B2BA-849CA605082A}"/>
              </a:ext>
            </a:extLst>
          </p:cNvPr>
          <p:cNvSpPr>
            <a:spLocks xmlns:a="http://schemas.openxmlformats.org/drawingml/2006/main" noGrp="1"/>
          </p:cNvSpPr>
          <p:nvPr/>
        </p:nvSpPr>
        <p:spPr>
          <a:xfrm xmlns:a="http://schemas.openxmlformats.org/drawingml/2006/main">
            <a:off x="609600" y="296227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crop은 끝 열을 제외한다</a:t>
            </a:r>
          </a:p>
        </p:txBody>
      </p:sp>
      <p:sp>
        <p:nvSpPr>
          <p:cNvPr id="12" name="[x_start, x_end)">
            <a:extLst xmlns:a="http://schemas.openxmlformats.org/drawingml/2006/main">
              <a:ext uri="{FF2B5EF4-FFF2-40B4-BE49-F238E27FC236}">
                <a16:creationId xmlns:a16="http://schemas.microsoft.com/office/drawing/2014/main" id="{699B540D-C453-4524-BAB8-0638CDCD3DAB}"/>
              </a:ext>
            </a:extLst>
          </p:cNvPr>
          <p:cNvSpPr>
            <a:spLocks xmlns:a="http://schemas.openxmlformats.org/drawingml/2006/main" noGrp="1"/>
          </p:cNvSpPr>
          <p:nvPr/>
        </p:nvSpPr>
        <p:spPr>
          <a:xfrm xmlns:a="http://schemas.openxmlformats.org/drawingml/2006/main">
            <a:off x="609600" y="34385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[x_start, x_end)</a:t>
            </a:r>
          </a:p>
        </p:txBody>
      </p:sp>
      <p:sp>
        <p:nvSpPr>
          <p:cNvPr id="13" name="변경 전에 측정한다&#10;변경 후 같은 입력으로 비교한다">
            <a:extLst xmlns:a="http://schemas.openxmlformats.org/drawingml/2006/main">
              <a:ext uri="{FF2B5EF4-FFF2-40B4-BE49-F238E27FC236}">
                <a16:creationId xmlns:a16="http://schemas.microsoft.com/office/drawing/2014/main" id="{61DED60A-6F86-4FDA-AB03-AFE670EDEAAF}"/>
              </a:ext>
            </a:extLst>
          </p:cNvPr>
          <p:cNvSpPr>
            <a:spLocks xmlns:a="http://schemas.openxmlformats.org/drawingml/2006/main" noGrp="1"/>
          </p:cNvSpPr>
          <p:nvPr/>
        </p:nvSpPr>
        <p:spPr>
          <a:xfrm xmlns:a="http://schemas.openxmlformats.org/drawingml/2006/main">
            <a:off x="6381750" y="2962275"/>
            <a:ext cx="52006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전에 측정한다</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 같은 입력으로 비교한다</a:t>
            </a:r>
          </a:p>
        </p:txBody>
      </p:sp>
      <p:sp>
        <p:nvSpPr>
          <p:cNvPr id="14" name="Project Context">
            <a:extLst xmlns:a="http://schemas.openxmlformats.org/drawingml/2006/main">
              <a:ext uri="{FF2B5EF4-FFF2-40B4-BE49-F238E27FC236}">
                <a16:creationId xmlns:a16="http://schemas.microsoft.com/office/drawing/2014/main" id="{D5778AD9-0CBD-4DF8-9BF2-211165AD08B9}"/>
              </a:ext>
            </a:extLst>
          </p:cNvPr>
          <p:cNvSpPr>
            <a:spLocks xmlns:a="http://schemas.openxmlformats.org/drawingml/2006/main" noGrp="1"/>
          </p:cNvSpPr>
          <p:nvPr/>
        </p:nvSpPr>
        <p:spPr>
          <a:xfrm xmlns:a="http://schemas.openxmlformats.org/drawingml/2006/main">
            <a:off x="609600" y="41624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Project Context</a:t>
            </a:r>
          </a:p>
        </p:txBody>
      </p:sp>
      <p:sp>
        <p:nvSpPr>
          <p:cNvPr id="15" name="Workflow">
            <a:extLst xmlns:a="http://schemas.openxmlformats.org/drawingml/2006/main">
              <a:ext uri="{FF2B5EF4-FFF2-40B4-BE49-F238E27FC236}">
                <a16:creationId xmlns:a16="http://schemas.microsoft.com/office/drawing/2014/main" id="{B209AF31-DA94-43D8-9B60-5A8D8C56826E}"/>
              </a:ext>
            </a:extLst>
          </p:cNvPr>
          <p:cNvSpPr>
            <a:spLocks xmlns:a="http://schemas.openxmlformats.org/drawingml/2006/main" noGrp="1"/>
          </p:cNvSpPr>
          <p:nvPr/>
        </p:nvSpPr>
        <p:spPr>
          <a:xfrm xmlns:a="http://schemas.openxmlformats.org/drawingml/2006/main">
            <a:off x="6381750" y="4162425"/>
            <a:ext cx="520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Workflow</a:t>
            </a:r>
          </a:p>
        </p:txBody>
      </p:sp>
      <p:sp>
        <p:nvSpPr>
          <p:cNvPr id="16" name="">
            <a:extLst xmlns:a="http://schemas.openxmlformats.org/drawingml/2006/main">
              <a:ext uri="{FF2B5EF4-FFF2-40B4-BE49-F238E27FC236}">
                <a16:creationId xmlns:a16="http://schemas.microsoft.com/office/drawing/2014/main" id="{6C9886FC-C3FB-40C0-8BF4-C947CEF03564}"/>
              </a:ext>
            </a:extLst>
          </p:cNvPr>
          <p:cNvSpPr>
            <a:spLocks xmlns:a="http://schemas.openxmlformats.org/drawingml/2006/main" noGrp="1"/>
          </p:cNvSpPr>
          <p:nvPr/>
        </p:nvSpPr>
        <p:spPr>
          <a:xfrm xmlns:a="http://schemas.openxmlformats.org/drawingml/2006/main">
            <a:off x="609600" y="4895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이번에 무엇을 원하는가?">
            <a:extLst xmlns:a="http://schemas.openxmlformats.org/drawingml/2006/main">
              <a:ext uri="{FF2B5EF4-FFF2-40B4-BE49-F238E27FC236}">
                <a16:creationId xmlns:a16="http://schemas.microsoft.com/office/drawing/2014/main" id="{D932290B-7DED-4253-BC6A-05F5C73E0EEA}"/>
              </a:ext>
            </a:extLst>
          </p:cNvPr>
          <p:cNvSpPr>
            <a:spLocks xmlns:a="http://schemas.openxmlformats.org/drawingml/2006/main" noGrp="1"/>
          </p:cNvSpPr>
          <p:nvPr/>
        </p:nvSpPr>
        <p:spPr>
          <a:xfrm xmlns:a="http://schemas.openxmlformats.org/drawingml/2006/main">
            <a:off x="609600" y="5133975"/>
            <a:ext cx="4667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이번에 무엇을 원하는가?</a:t>
            </a:r>
          </a:p>
        </p:txBody>
      </p:sp>
      <p:sp>
        <p:nvSpPr>
          <p:cNvPr id="18" name="현재 목표는 Task Prompt에">
            <a:extLst xmlns:a="http://schemas.openxmlformats.org/drawingml/2006/main">
              <a:ext uri="{FF2B5EF4-FFF2-40B4-BE49-F238E27FC236}">
                <a16:creationId xmlns:a16="http://schemas.microsoft.com/office/drawing/2014/main" id="{78A7D750-3E45-416F-B8CA-86CDB12781C9}"/>
              </a:ext>
            </a:extLst>
          </p:cNvPr>
          <p:cNvSpPr>
            <a:spLocks xmlns:a="http://schemas.openxmlformats.org/drawingml/2006/main" noGrp="1"/>
          </p:cNvSpPr>
          <p:nvPr/>
        </p:nvSpPr>
        <p:spPr>
          <a:xfrm xmlns:a="http://schemas.openxmlformats.org/drawingml/2006/main">
            <a:off x="5581650" y="5133975"/>
            <a:ext cx="6000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현재 목표는 Task Prompt에</a:t>
            </a:r>
          </a:p>
        </p:txBody>
      </p:sp>
      <p:sp>
        <p:nvSpPr>
          <p:cNvPr id="19" name="Legacy module connection">
            <a:extLst xmlns:a="http://schemas.openxmlformats.org/drawingml/2006/main">
              <a:ext uri="{FF2B5EF4-FFF2-40B4-BE49-F238E27FC236}">
                <a16:creationId xmlns:a16="http://schemas.microsoft.com/office/drawing/2014/main" id="{D0FDD614-1D31-46A6-93F4-2D0E7F7BBC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68034557"/>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세 가지 책임을 나누기">
            <a:extLst xmlns:a="http://schemas.openxmlformats.org/drawingml/2006/main">
              <a:ext uri="{FF2B5EF4-FFF2-40B4-BE49-F238E27FC236}">
                <a16:creationId xmlns:a16="http://schemas.microsoft.com/office/drawing/2014/main" id="{70224129-8631-4997-82A1-9FE424D50FC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세 가지 책임을 나누기</a:t>
            </a:r>
          </a:p>
        </p:txBody>
      </p:sp>
      <p:sp>
        <p:nvSpPr>
          <p:cNvPr id="2" name="S41">
            <a:extLst xmlns:a="http://schemas.openxmlformats.org/drawingml/2006/main">
              <a:ext uri="{FF2B5EF4-FFF2-40B4-BE49-F238E27FC236}">
                <a16:creationId xmlns:a16="http://schemas.microsoft.com/office/drawing/2014/main" id="{F6C3F0AF-8598-4B8D-A582-D2FEB55DB2B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Task, Context, Workflow의 역할">
            <a:extLst xmlns:a="http://schemas.openxmlformats.org/drawingml/2006/main">
              <a:ext uri="{FF2B5EF4-FFF2-40B4-BE49-F238E27FC236}">
                <a16:creationId xmlns:a16="http://schemas.microsoft.com/office/drawing/2014/main" id="{16B7FE9A-A121-43A1-AB84-9ED7C85CD4F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Context, Workflow의 역할</a:t>
            </a:r>
          </a:p>
        </p:txBody>
      </p:sp>
      <p:sp>
        <p:nvSpPr>
          <p:cNvPr id="4" name="">
            <a:extLst xmlns:a="http://schemas.openxmlformats.org/drawingml/2006/main">
              <a:ext uri="{FF2B5EF4-FFF2-40B4-BE49-F238E27FC236}">
                <a16:creationId xmlns:a16="http://schemas.microsoft.com/office/drawing/2014/main" id="{6C84B783-D0FD-4FF2-A6AF-0E0FC5ABA92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책임 구분 · 현재 목표 / 프로젝트 사실 / 반복 절차">
            <a:extLst xmlns:a="http://schemas.openxmlformats.org/drawingml/2006/main">
              <a:ext uri="{FF2B5EF4-FFF2-40B4-BE49-F238E27FC236}">
                <a16:creationId xmlns:a16="http://schemas.microsoft.com/office/drawing/2014/main" id="{A37F65F0-D8D0-430D-9B87-1680106F6C8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책임 구분 · 현재 목표 / 프로젝트 사실 / 반복 절차</a:t>
            </a:r>
          </a:p>
        </p:txBody>
      </p:sp>
      <p:sp>
        <p:nvSpPr>
          <p:cNvPr id="6" name="Prompt 밖에 둘 수 있는 정보라도 유지해야 할 책임은 서로 다르다">
            <a:extLst xmlns:a="http://schemas.openxmlformats.org/drawingml/2006/main">
              <a:ext uri="{FF2B5EF4-FFF2-40B4-BE49-F238E27FC236}">
                <a16:creationId xmlns:a16="http://schemas.microsoft.com/office/drawing/2014/main" id="{4C6D91B1-2040-4A3F-BB12-768565E304D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Prompt 밖에 둘 수 있는 정보라도 유지해야 할 책임은 서로 다르다</a:t>
            </a:r>
          </a:p>
        </p:txBody>
      </p:sp>
      <p:sp>
        <p:nvSpPr>
          <p:cNvPr id="7" name="">
            <a:extLst xmlns:a="http://schemas.openxmlformats.org/drawingml/2006/main">
              <a:ext uri="{FF2B5EF4-FFF2-40B4-BE49-F238E27FC236}">
                <a16:creationId xmlns:a16="http://schemas.microsoft.com/office/drawing/2014/main" id="{FAF993F9-6836-40F4-BDA2-E1A92F7217F4}"/>
              </a:ext>
            </a:extLst>
          </p:cNvPr>
          <p:cNvSpPr>
            <a:spLocks xmlns:a="http://schemas.openxmlformats.org/drawingml/2006/main" noGrp="1"/>
          </p:cNvSpPr>
          <p:nvPr/>
        </p:nvSpPr>
        <p:spPr>
          <a:xfrm xmlns:a="http://schemas.openxmlformats.org/drawingml/2006/main">
            <a:off x="609600" y="2047875"/>
            <a:ext cx="109728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Task Prompt">
            <a:extLst xmlns:a="http://schemas.openxmlformats.org/drawingml/2006/main">
              <a:ext uri="{FF2B5EF4-FFF2-40B4-BE49-F238E27FC236}">
                <a16:creationId xmlns:a16="http://schemas.microsoft.com/office/drawing/2014/main" id="{5E60CF2A-67D9-4C87-AC7A-F90ECDCBE3C0}"/>
              </a:ext>
            </a:extLst>
          </p:cNvPr>
          <p:cNvSpPr>
            <a:spLocks xmlns:a="http://schemas.openxmlformats.org/drawingml/2006/main" noGrp="1"/>
          </p:cNvSpPr>
          <p:nvPr/>
        </p:nvSpPr>
        <p:spPr>
          <a:xfrm xmlns:a="http://schemas.openxmlformats.org/drawingml/2006/main">
            <a:off x="819150" y="2152650"/>
            <a:ext cx="3105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Task Prompt</a:t>
            </a:r>
          </a:p>
        </p:txBody>
      </p:sp>
      <p:sp>
        <p:nvSpPr>
          <p:cNvPr id="9" name="지금 무엇을 바꿀까?">
            <a:extLst xmlns:a="http://schemas.openxmlformats.org/drawingml/2006/main">
              <a:ext uri="{FF2B5EF4-FFF2-40B4-BE49-F238E27FC236}">
                <a16:creationId xmlns:a16="http://schemas.microsoft.com/office/drawing/2014/main" id="{3836CE6B-BE62-4D84-BE21-E25C3EA85BB9}"/>
              </a:ext>
            </a:extLst>
          </p:cNvPr>
          <p:cNvSpPr>
            <a:spLocks xmlns:a="http://schemas.openxmlformats.org/drawingml/2006/main" noGrp="1"/>
          </p:cNvSpPr>
          <p:nvPr/>
        </p:nvSpPr>
        <p:spPr>
          <a:xfrm xmlns:a="http://schemas.openxmlformats.org/drawingml/2006/main">
            <a:off x="819150" y="25622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지금 무엇을 바꿀까?</a:t>
            </a:r>
          </a:p>
        </p:txBody>
      </p:sp>
      <p:sp>
        <p:nvSpPr>
          <p:cNvPr id="10" name="normalize의 성능 조사">
            <a:extLst xmlns:a="http://schemas.openxmlformats.org/drawingml/2006/main">
              <a:ext uri="{FF2B5EF4-FFF2-40B4-BE49-F238E27FC236}">
                <a16:creationId xmlns:a16="http://schemas.microsoft.com/office/drawing/2014/main" id="{413CE0F6-BA83-470D-A6FC-A2B93220E01D}"/>
              </a:ext>
            </a:extLst>
          </p:cNvPr>
          <p:cNvSpPr>
            <a:spLocks xmlns:a="http://schemas.openxmlformats.org/drawingml/2006/main" noGrp="1"/>
          </p:cNvSpPr>
          <p:nvPr/>
        </p:nvSpPr>
        <p:spPr>
          <a:xfrm xmlns:a="http://schemas.openxmlformats.org/drawingml/2006/main">
            <a:off x="4267200" y="2295525"/>
            <a:ext cx="7086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normalize의 성능 조사</a:t>
            </a:r>
          </a:p>
        </p:txBody>
      </p:sp>
      <p:sp>
        <p:nvSpPr>
          <p:cNvPr id="11" name="">
            <a:extLst xmlns:a="http://schemas.openxmlformats.org/drawingml/2006/main">
              <a:ext uri="{FF2B5EF4-FFF2-40B4-BE49-F238E27FC236}">
                <a16:creationId xmlns:a16="http://schemas.microsoft.com/office/drawing/2014/main" id="{613FA646-9048-4E62-BE44-4DAD19C2484A}"/>
              </a:ext>
            </a:extLst>
          </p:cNvPr>
          <p:cNvSpPr>
            <a:spLocks xmlns:a="http://schemas.openxmlformats.org/drawingml/2006/main" noGrp="1"/>
          </p:cNvSpPr>
          <p:nvPr/>
        </p:nvSpPr>
        <p:spPr>
          <a:xfrm xmlns:a="http://schemas.openxmlformats.org/drawingml/2006/main">
            <a:off x="609600" y="3352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Project Context">
            <a:extLst xmlns:a="http://schemas.openxmlformats.org/drawingml/2006/main">
              <a:ext uri="{FF2B5EF4-FFF2-40B4-BE49-F238E27FC236}">
                <a16:creationId xmlns:a16="http://schemas.microsoft.com/office/drawing/2014/main" id="{541A2F89-10C4-4201-9651-A6984B8591C2}"/>
              </a:ext>
            </a:extLst>
          </p:cNvPr>
          <p:cNvSpPr>
            <a:spLocks xmlns:a="http://schemas.openxmlformats.org/drawingml/2006/main" noGrp="1"/>
          </p:cNvSpPr>
          <p:nvPr/>
        </p:nvSpPr>
        <p:spPr>
          <a:xfrm xmlns:a="http://schemas.openxmlformats.org/drawingml/2006/main">
            <a:off x="609600" y="351472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Project Context</a:t>
            </a:r>
          </a:p>
        </p:txBody>
      </p:sp>
      <p:sp>
        <p:nvSpPr>
          <p:cNvPr id="13" name="무엇을 지켜야 할까?">
            <a:extLst xmlns:a="http://schemas.openxmlformats.org/drawingml/2006/main">
              <a:ext uri="{FF2B5EF4-FFF2-40B4-BE49-F238E27FC236}">
                <a16:creationId xmlns:a16="http://schemas.microsoft.com/office/drawing/2014/main" id="{0DF881A7-0036-47A6-9405-F52AA6975BCD}"/>
              </a:ext>
            </a:extLst>
          </p:cNvPr>
          <p:cNvSpPr>
            <a:spLocks xmlns:a="http://schemas.openxmlformats.org/drawingml/2006/main" noGrp="1"/>
          </p:cNvSpPr>
          <p:nvPr/>
        </p:nvSpPr>
        <p:spPr>
          <a:xfrm xmlns:a="http://schemas.openxmlformats.org/drawingml/2006/main">
            <a:off x="60960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무엇을 지켜야 할까?</a:t>
            </a:r>
          </a:p>
        </p:txBody>
      </p:sp>
      <p:sp>
        <p:nvSpPr>
          <p:cNvPr id="14" name="기존 이미지 동작과&#10;공개 계약 보존">
            <a:extLst xmlns:a="http://schemas.openxmlformats.org/drawingml/2006/main">
              <a:ext uri="{FF2B5EF4-FFF2-40B4-BE49-F238E27FC236}">
                <a16:creationId xmlns:a16="http://schemas.microsoft.com/office/drawing/2014/main" id="{AAA24DF9-0CFE-4E5F-8060-339908525AAB}"/>
              </a:ext>
            </a:extLst>
          </p:cNvPr>
          <p:cNvSpPr>
            <a:spLocks xmlns:a="http://schemas.openxmlformats.org/drawingml/2006/main" noGrp="1"/>
          </p:cNvSpPr>
          <p:nvPr/>
        </p:nvSpPr>
        <p:spPr>
          <a:xfrm xmlns:a="http://schemas.openxmlformats.org/drawingml/2006/main">
            <a:off x="4267200" y="3486150"/>
            <a:ext cx="73152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기존 이미지 동작과</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공개 계약 보존</a:t>
            </a:r>
          </a:p>
        </p:txBody>
      </p:sp>
      <p:sp>
        <p:nvSpPr>
          <p:cNvPr id="15" name="">
            <a:extLst xmlns:a="http://schemas.openxmlformats.org/drawingml/2006/main">
              <a:ext uri="{FF2B5EF4-FFF2-40B4-BE49-F238E27FC236}">
                <a16:creationId xmlns:a16="http://schemas.microsoft.com/office/drawing/2014/main" id="{F4FD121A-3D0B-4635-8397-525467D49C3D}"/>
              </a:ext>
            </a:extLst>
          </p:cNvPr>
          <p:cNvSpPr>
            <a:spLocks xmlns:a="http://schemas.openxmlformats.org/drawingml/2006/main" noGrp="1"/>
          </p:cNvSpPr>
          <p:nvPr/>
        </p:nvSpPr>
        <p:spPr>
          <a:xfrm xmlns:a="http://schemas.openxmlformats.org/drawingml/2006/main">
            <a:off x="609600" y="4562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Reusable Workflow">
            <a:extLst xmlns:a="http://schemas.openxmlformats.org/drawingml/2006/main">
              <a:ext uri="{FF2B5EF4-FFF2-40B4-BE49-F238E27FC236}">
                <a16:creationId xmlns:a16="http://schemas.microsoft.com/office/drawing/2014/main" id="{58073133-759D-4BE7-845A-3B68E8CFA351}"/>
              </a:ext>
            </a:extLst>
          </p:cNvPr>
          <p:cNvSpPr>
            <a:spLocks xmlns:a="http://schemas.openxmlformats.org/drawingml/2006/main" noGrp="1"/>
          </p:cNvSpPr>
          <p:nvPr/>
        </p:nvSpPr>
        <p:spPr>
          <a:xfrm xmlns:a="http://schemas.openxmlformats.org/drawingml/2006/main">
            <a:off x="609600" y="471487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Reusable Workflow</a:t>
            </a:r>
          </a:p>
        </p:txBody>
      </p:sp>
      <p:sp>
        <p:nvSpPr>
          <p:cNvPr id="17" name="어떤 순서로 확인할까?">
            <a:extLst xmlns:a="http://schemas.openxmlformats.org/drawingml/2006/main">
              <a:ext uri="{FF2B5EF4-FFF2-40B4-BE49-F238E27FC236}">
                <a16:creationId xmlns:a16="http://schemas.microsoft.com/office/drawing/2014/main" id="{3D6DBDE3-47AB-482C-845F-6E04F6CCDC6D}"/>
              </a:ext>
            </a:extLst>
          </p:cNvPr>
          <p:cNvSpPr>
            <a:spLocks xmlns:a="http://schemas.openxmlformats.org/drawingml/2006/main" noGrp="1"/>
          </p:cNvSpPr>
          <p:nvPr/>
        </p:nvSpPr>
        <p:spPr>
          <a:xfrm xmlns:a="http://schemas.openxmlformats.org/drawingml/2006/main">
            <a:off x="609600" y="51435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어떤 순서로 확인할까?</a:t>
            </a:r>
          </a:p>
        </p:txBody>
      </p:sp>
      <p:sp>
        <p:nvSpPr>
          <p:cNvPr id="18" name="baseline → 조사 → 검증 → 비교">
            <a:extLst xmlns:a="http://schemas.openxmlformats.org/drawingml/2006/main">
              <a:ext uri="{FF2B5EF4-FFF2-40B4-BE49-F238E27FC236}">
                <a16:creationId xmlns:a16="http://schemas.microsoft.com/office/drawing/2014/main" id="{7C849043-4102-415D-BE55-381554CF796C}"/>
              </a:ext>
            </a:extLst>
          </p:cNvPr>
          <p:cNvSpPr>
            <a:spLocks xmlns:a="http://schemas.openxmlformats.org/drawingml/2006/main" noGrp="1"/>
          </p:cNvSpPr>
          <p:nvPr/>
        </p:nvSpPr>
        <p:spPr>
          <a:xfrm xmlns:a="http://schemas.openxmlformats.org/drawingml/2006/main">
            <a:off x="4267200" y="4895850"/>
            <a:ext cx="7315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baseline → 조사 → 검증 → 비교</a:t>
            </a:r>
          </a:p>
        </p:txBody>
      </p:sp>
      <p:sp>
        <p:nvSpPr>
          <p:cNvPr id="19" name="Legacy module connection">
            <a:extLst xmlns:a="http://schemas.openxmlformats.org/drawingml/2006/main">
              <a:ext uri="{FF2B5EF4-FFF2-40B4-BE49-F238E27FC236}">
                <a16:creationId xmlns:a16="http://schemas.microsoft.com/office/drawing/2014/main" id="{E6C22909-9995-4539-86A0-74D518E3CA9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34739466"/>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구조를 선택하기">
            <a:extLst xmlns:a="http://schemas.openxmlformats.org/drawingml/2006/main">
              <a:ext uri="{FF2B5EF4-FFF2-40B4-BE49-F238E27FC236}">
                <a16:creationId xmlns:a16="http://schemas.microsoft.com/office/drawing/2014/main" id="{C0A47B16-968B-4114-9AF5-F4D844F7B47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구조를 선택하기</a:t>
            </a:r>
          </a:p>
        </p:txBody>
      </p:sp>
      <p:sp>
        <p:nvSpPr>
          <p:cNvPr id="2" name="S42">
            <a:extLst xmlns:a="http://schemas.openxmlformats.org/drawingml/2006/main">
              <a:ext uri="{FF2B5EF4-FFF2-40B4-BE49-F238E27FC236}">
                <a16:creationId xmlns:a16="http://schemas.microsoft.com/office/drawing/2014/main" id="{65D27D0A-313A-4104-902A-2D352041FA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반복 절차를 Skill로 옮길 수 있을까?">
            <a:extLst xmlns:a="http://schemas.openxmlformats.org/drawingml/2006/main">
              <a:ext uri="{FF2B5EF4-FFF2-40B4-BE49-F238E27FC236}">
                <a16:creationId xmlns:a16="http://schemas.microsoft.com/office/drawing/2014/main" id="{710AF727-713C-4AB6-A8EB-78627ACAED5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옮길 수 있을까?</a:t>
            </a:r>
          </a:p>
        </p:txBody>
      </p:sp>
      <p:sp>
        <p:nvSpPr>
          <p:cNvPr id="4" name="">
            <a:extLst xmlns:a="http://schemas.openxmlformats.org/drawingml/2006/main">
              <a:ext uri="{FF2B5EF4-FFF2-40B4-BE49-F238E27FC236}">
                <a16:creationId xmlns:a16="http://schemas.microsoft.com/office/drawing/2014/main" id="{A81F2FA1-C929-4A3F-9C6F-ECD015D5CC5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반복 절차를 Repository Skill로 옮기는 설계 후보">
            <a:extLst xmlns:a="http://schemas.openxmlformats.org/drawingml/2006/main">
              <a:ext uri="{FF2B5EF4-FFF2-40B4-BE49-F238E27FC236}">
                <a16:creationId xmlns:a16="http://schemas.microsoft.com/office/drawing/2014/main" id="{A81B9B09-4504-46EC-9E32-EEAC26712EF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반복 절차를 Repository Skill로 옮기는 설계 후보</a:t>
            </a:r>
          </a:p>
        </p:txBody>
      </p:sp>
      <p:sp>
        <p:nvSpPr>
          <p:cNvPr id="6" name="아직 성공 결과를 제시하는 장이 아님 · 대상 제품·계정·호출 방식은 별도 확인 필요">
            <a:extLst xmlns:a="http://schemas.openxmlformats.org/drawingml/2006/main">
              <a:ext uri="{FF2B5EF4-FFF2-40B4-BE49-F238E27FC236}">
                <a16:creationId xmlns:a16="http://schemas.microsoft.com/office/drawing/2014/main" id="{5C7223C8-6998-4953-8320-BCC15BDC3CB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아직 성공 결과를 제시하는 장이 아님 · 대상 제품·계정·호출 방식은 별도 확인 필요</a:t>
            </a:r>
          </a:p>
        </p:txBody>
      </p:sp>
      <p:sp>
        <p:nvSpPr>
          <p:cNvPr id="7" name="매번 Prompt에 쓰기">
            <a:extLst xmlns:a="http://schemas.openxmlformats.org/drawingml/2006/main">
              <a:ext uri="{FF2B5EF4-FFF2-40B4-BE49-F238E27FC236}">
                <a16:creationId xmlns:a16="http://schemas.microsoft.com/office/drawing/2014/main" id="{C7E3CA95-B472-4684-9A43-A4E446B0A31E}"/>
              </a:ext>
            </a:extLst>
          </p:cNvPr>
          <p:cNvSpPr>
            <a:spLocks xmlns:a="http://schemas.openxmlformats.org/drawingml/2006/main" noGrp="1"/>
          </p:cNvSpPr>
          <p:nvPr/>
        </p:nvSpPr>
        <p:spPr>
          <a:xfrm xmlns:a="http://schemas.openxmlformats.org/drawingml/2006/main">
            <a:off x="609600" y="22002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매번 Prompt에 쓰기</a:t>
            </a:r>
          </a:p>
        </p:txBody>
      </p:sp>
      <p:sp>
        <p:nvSpPr>
          <p:cNvPr id="8" name="후보: 절차는 Repository에">
            <a:extLst xmlns:a="http://schemas.openxmlformats.org/drawingml/2006/main">
              <a:ext uri="{FF2B5EF4-FFF2-40B4-BE49-F238E27FC236}">
                <a16:creationId xmlns:a16="http://schemas.microsoft.com/office/drawing/2014/main" id="{CFE9900E-844E-4D6B-BC3A-1FDB279608B4}"/>
              </a:ext>
            </a:extLst>
          </p:cNvPr>
          <p:cNvSpPr>
            <a:spLocks xmlns:a="http://schemas.openxmlformats.org/drawingml/2006/main" noGrp="1"/>
          </p:cNvSpPr>
          <p:nvPr/>
        </p:nvSpPr>
        <p:spPr>
          <a:xfrm xmlns:a="http://schemas.openxmlformats.org/drawingml/2006/main">
            <a:off x="6705600" y="22002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후보: 절차는 Repository에</a:t>
            </a:r>
          </a:p>
        </p:txBody>
      </p:sp>
      <p:sp>
        <p:nvSpPr>
          <p:cNvPr id="9" name="">
            <a:extLst xmlns:a="http://schemas.openxmlformats.org/drawingml/2006/main">
              <a:ext uri="{FF2B5EF4-FFF2-40B4-BE49-F238E27FC236}">
                <a16:creationId xmlns:a16="http://schemas.microsoft.com/office/drawing/2014/main" id="{97F7E016-0283-4A4C-B1DA-2B1C5F7B0987}"/>
              </a:ext>
            </a:extLst>
          </p:cNvPr>
          <p:cNvSpPr>
            <a:spLocks xmlns:a="http://schemas.openxmlformats.org/drawingml/2006/main" noGrp="1"/>
          </p:cNvSpPr>
          <p:nvPr/>
        </p:nvSpPr>
        <p:spPr>
          <a:xfrm xmlns:a="http://schemas.openxmlformats.org/drawingml/2006/main">
            <a:off x="609600" y="2809875"/>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A019EC65-9CC2-4796-871E-64562089C0BA}"/>
              </a:ext>
            </a:extLst>
          </p:cNvPr>
          <p:cNvSpPr>
            <a:spLocks xmlns:a="http://schemas.openxmlformats.org/drawingml/2006/main" noGrp="1"/>
          </p:cNvSpPr>
          <p:nvPr/>
        </p:nvSpPr>
        <p:spPr>
          <a:xfrm xmlns:a="http://schemas.openxmlformats.org/drawingml/2006/main">
            <a:off x="6705600" y="28098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 + 이번 제약">
            <a:extLst xmlns:a="http://schemas.openxmlformats.org/drawingml/2006/main">
              <a:ext uri="{FF2B5EF4-FFF2-40B4-BE49-F238E27FC236}">
                <a16:creationId xmlns:a16="http://schemas.microsoft.com/office/drawing/2014/main" id="{F8CC0983-0BB8-4DD5-A979-C4994C7560D6}"/>
              </a:ext>
            </a:extLst>
          </p:cNvPr>
          <p:cNvSpPr>
            <a:spLocks xmlns:a="http://schemas.openxmlformats.org/drawingml/2006/main" noGrp="1"/>
          </p:cNvSpPr>
          <p:nvPr/>
        </p:nvSpPr>
        <p:spPr>
          <a:xfrm xmlns:a="http://schemas.openxmlformats.org/drawingml/2006/main">
            <a:off x="609600" y="30670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2" name="">
            <a:extLst xmlns:a="http://schemas.openxmlformats.org/drawingml/2006/main">
              <a:ext uri="{FF2B5EF4-FFF2-40B4-BE49-F238E27FC236}">
                <a16:creationId xmlns:a16="http://schemas.microsoft.com/office/drawing/2014/main" id="{3B9D4140-0E58-4E2D-80DC-ACC9856C971F}"/>
              </a:ext>
            </a:extLst>
          </p:cNvPr>
          <p:cNvSpPr>
            <a:spLocks xmlns:a="http://schemas.openxmlformats.org/drawingml/2006/main" noGrp="1"/>
          </p:cNvSpPr>
          <p:nvPr/>
        </p:nvSpPr>
        <p:spPr>
          <a:xfrm xmlns:a="http://schemas.openxmlformats.org/drawingml/2006/main">
            <a:off x="609600" y="3676650"/>
            <a:ext cx="4953000" cy="1085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baseline → 조사 → 변경&#10;테스트 → 측정 → 비교 → 검토">
            <a:extLst xmlns:a="http://schemas.openxmlformats.org/drawingml/2006/main">
              <a:ext uri="{FF2B5EF4-FFF2-40B4-BE49-F238E27FC236}">
                <a16:creationId xmlns:a16="http://schemas.microsoft.com/office/drawing/2014/main" id="{6E9BDF4A-A40F-4E01-9EB8-D41942480F8F}"/>
              </a:ext>
            </a:extLst>
          </p:cNvPr>
          <p:cNvSpPr>
            <a:spLocks xmlns:a="http://schemas.openxmlformats.org/drawingml/2006/main" noGrp="1"/>
          </p:cNvSpPr>
          <p:nvPr/>
        </p:nvSpPr>
        <p:spPr>
          <a:xfrm xmlns:a="http://schemas.openxmlformats.org/drawingml/2006/main">
            <a:off x="800100" y="3810000"/>
            <a:ext cx="457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baseline → 조사 → 변경</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측정 → 비교 → 검토</a:t>
            </a:r>
          </a:p>
        </p:txBody>
      </p:sp>
      <p:sp>
        <p:nvSpPr>
          <p:cNvPr id="14" name="현재 목표 + 이번 제약">
            <a:extLst xmlns:a="http://schemas.openxmlformats.org/drawingml/2006/main">
              <a:ext uri="{FF2B5EF4-FFF2-40B4-BE49-F238E27FC236}">
                <a16:creationId xmlns:a16="http://schemas.microsoft.com/office/drawing/2014/main" id="{2AC036B7-77B8-4560-B587-27F02DD14000}"/>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5" name="$graypipe-performance">
            <a:extLst xmlns:a="http://schemas.openxmlformats.org/drawingml/2006/main">
              <a:ext uri="{FF2B5EF4-FFF2-40B4-BE49-F238E27FC236}">
                <a16:creationId xmlns:a16="http://schemas.microsoft.com/office/drawing/2014/main" id="{EED20CAF-C954-4C22-B348-C5C30E0EAE6A}"/>
              </a:ext>
            </a:extLst>
          </p:cNvPr>
          <p:cNvSpPr>
            <a:spLocks xmlns:a="http://schemas.openxmlformats.org/drawingml/2006/main" noGrp="1"/>
          </p:cNvSpPr>
          <p:nvPr/>
        </p:nvSpPr>
        <p:spPr>
          <a:xfrm xmlns:a="http://schemas.openxmlformats.org/drawingml/2006/main">
            <a:off x="6705600" y="37719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반복 절차는 Repository Skill에">
            <a:extLst xmlns:a="http://schemas.openxmlformats.org/drawingml/2006/main">
              <a:ext uri="{FF2B5EF4-FFF2-40B4-BE49-F238E27FC236}">
                <a16:creationId xmlns:a16="http://schemas.microsoft.com/office/drawing/2014/main" id="{033F3259-F7C1-48FC-8D34-AC233F679D22}"/>
              </a:ext>
            </a:extLst>
          </p:cNvPr>
          <p:cNvSpPr>
            <a:spLocks xmlns:a="http://schemas.openxmlformats.org/drawingml/2006/main" noGrp="1"/>
          </p:cNvSpPr>
          <p:nvPr/>
        </p:nvSpPr>
        <p:spPr>
          <a:xfrm xmlns:a="http://schemas.openxmlformats.org/drawingml/2006/main">
            <a:off x="6705600" y="43910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반복 절차는 Repository Skill에</a:t>
            </a:r>
          </a:p>
        </p:txBody>
      </p:sp>
      <p:sp>
        <p:nvSpPr>
          <p:cNvPr id="17" name="긴 절차를 빼도, 같은 작업 흐름을 유지할 수 있을까?">
            <a:extLst xmlns:a="http://schemas.openxmlformats.org/drawingml/2006/main">
              <a:ext uri="{FF2B5EF4-FFF2-40B4-BE49-F238E27FC236}">
                <a16:creationId xmlns:a16="http://schemas.microsoft.com/office/drawing/2014/main" id="{0F9956AB-E66B-4F29-BD23-B57CDB048497}"/>
              </a:ext>
            </a:extLst>
          </p:cNvPr>
          <p:cNvSpPr>
            <a:spLocks xmlns:a="http://schemas.openxmlformats.org/drawingml/2006/main" noGrp="1"/>
          </p:cNvSpPr>
          <p:nvPr/>
        </p:nvSpPr>
        <p:spPr>
          <a:xfrm xmlns:a="http://schemas.openxmlformats.org/drawingml/2006/main">
            <a:off x="609600" y="5238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긴 절차를 빼도, 같은 작업 흐름을 유지할 수 있을까?</a:t>
            </a:r>
          </a:p>
        </p:txBody>
      </p:sp>
      <p:sp>
        <p:nvSpPr>
          <p:cNvPr id="18" name="Legacy module connection">
            <a:extLst xmlns:a="http://schemas.openxmlformats.org/drawingml/2006/main">
              <a:ext uri="{FF2B5EF4-FFF2-40B4-BE49-F238E27FC236}">
                <a16:creationId xmlns:a16="http://schemas.microsoft.com/office/drawing/2014/main" id="{3948C932-A548-469D-8D25-1A2FD5BD404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042567852"/>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TRIAL-008에서 확인한 경로">
            <a:extLst xmlns:a="http://schemas.openxmlformats.org/drawingml/2006/main">
              <a:ext uri="{FF2B5EF4-FFF2-40B4-BE49-F238E27FC236}">
                <a16:creationId xmlns:a16="http://schemas.microsoft.com/office/drawing/2014/main" id="{751B099D-60D7-4FB5-A091-F485DC1ED57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TRIAL-008에서 확인한 경로</a:t>
            </a:r>
          </a:p>
        </p:txBody>
      </p:sp>
      <p:sp>
        <p:nvSpPr>
          <p:cNvPr id="2" name="S43">
            <a:extLst xmlns:a="http://schemas.openxmlformats.org/drawingml/2006/main">
              <a:ext uri="{FF2B5EF4-FFF2-40B4-BE49-F238E27FC236}">
                <a16:creationId xmlns:a16="http://schemas.microsoft.com/office/drawing/2014/main" id="{234CC4CC-9F1B-4639-9573-2FA1354C65C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Skill을 어떻게 발견하고 호출할까?">
            <a:extLst xmlns:a="http://schemas.openxmlformats.org/drawingml/2006/main">
              <a:ext uri="{FF2B5EF4-FFF2-40B4-BE49-F238E27FC236}">
                <a16:creationId xmlns:a16="http://schemas.microsoft.com/office/drawing/2014/main" id="{CE6C5834-BABA-465A-9B24-73D6A82EB9F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Skill을 어떻게 발견하고 호출할까?</a:t>
            </a:r>
          </a:p>
        </p:txBody>
      </p:sp>
      <p:sp>
        <p:nvSpPr>
          <p:cNvPr id="4" name="">
            <a:extLst xmlns:a="http://schemas.openxmlformats.org/drawingml/2006/main">
              <a:ext uri="{FF2B5EF4-FFF2-40B4-BE49-F238E27FC236}">
                <a16:creationId xmlns:a16="http://schemas.microsoft.com/office/drawing/2014/main" id="{EB92E0AC-47B5-41CC-A4B1-937AD19021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재구성, 실제 UI 캡처 아님">
            <a:extLst xmlns:a="http://schemas.openxmlformats.org/drawingml/2006/main">
              <a:ext uri="{FF2B5EF4-FFF2-40B4-BE49-F238E27FC236}">
                <a16:creationId xmlns:a16="http://schemas.microsoft.com/office/drawing/2014/main" id="{5ADFA339-8589-4F17-9074-F97D8AB279A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재구성, 실제 UI 캡처 아님</a:t>
            </a:r>
          </a:p>
        </p:txBody>
      </p:sp>
      <p:sp>
        <p:nvSpPr>
          <p:cNvPr id="6" name="경로·본문은 실행 trace에서 확인 · 현재 Desktop·암묵적 호출·교육 계정은 미검증">
            <a:extLst xmlns:a="http://schemas.openxmlformats.org/drawingml/2006/main">
              <a:ext uri="{FF2B5EF4-FFF2-40B4-BE49-F238E27FC236}">
                <a16:creationId xmlns:a16="http://schemas.microsoft.com/office/drawing/2014/main" id="{B9C305CB-1797-496D-9F5D-60F6D4390E1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경로·본문은 실행 trace에서 확인 · 현재 Desktop·암묵적 호출·교육 계정은 미검증</a:t>
            </a:r>
          </a:p>
        </p:txBody>
      </p:sp>
      <p:sp>
        <p:nvSpPr>
          <p:cNvPr id="7" name="01  목록에서 발견">
            <a:extLst xmlns:a="http://schemas.openxmlformats.org/drawingml/2006/main">
              <a:ext uri="{FF2B5EF4-FFF2-40B4-BE49-F238E27FC236}">
                <a16:creationId xmlns:a16="http://schemas.microsoft.com/office/drawing/2014/main" id="{68AD54A5-9C2B-487A-BD83-FD272D5663FF}"/>
              </a:ext>
            </a:extLst>
          </p:cNvPr>
          <p:cNvSpPr>
            <a:spLocks xmlns:a="http://schemas.openxmlformats.org/drawingml/2006/main" noGrp="1"/>
          </p:cNvSpPr>
          <p:nvPr/>
        </p:nvSpPr>
        <p:spPr>
          <a:xfrm xmlns:a="http://schemas.openxmlformats.org/drawingml/2006/main">
            <a:off x="609600" y="2190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  목록에서 발견</a:t>
            </a:r>
          </a:p>
        </p:txBody>
      </p:sp>
      <p:sp>
        <p:nvSpPr>
          <p:cNvPr id="8" name="/skills  →  graypipe-performance">
            <a:extLst xmlns:a="http://schemas.openxmlformats.org/drawingml/2006/main">
              <a:ext uri="{FF2B5EF4-FFF2-40B4-BE49-F238E27FC236}">
                <a16:creationId xmlns:a16="http://schemas.microsoft.com/office/drawing/2014/main" id="{E60ABE3E-9319-40C1-8945-3FCC734A669A}"/>
              </a:ext>
            </a:extLst>
          </p:cNvPr>
          <p:cNvSpPr>
            <a:spLocks xmlns:a="http://schemas.openxmlformats.org/drawingml/2006/main" noGrp="1"/>
          </p:cNvSpPr>
          <p:nvPr/>
        </p:nvSpPr>
        <p:spPr>
          <a:xfrm xmlns:a="http://schemas.openxmlformats.org/drawingml/2006/main">
            <a:off x="609600" y="26479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/skills  →  graypipe-performance</a:t>
            </a:r>
          </a:p>
        </p:txBody>
      </p:sp>
      <p:sp>
        <p:nvSpPr>
          <p:cNvPr id="9" name="표시된 설명: “Investigate repository performance with reproduc…”">
            <a:extLst xmlns:a="http://schemas.openxmlformats.org/drawingml/2006/main">
              <a:ext uri="{FF2B5EF4-FFF2-40B4-BE49-F238E27FC236}">
                <a16:creationId xmlns:a16="http://schemas.microsoft.com/office/drawing/2014/main" id="{D21070BD-315C-4551-9CEB-0A306A6A7C8E}"/>
              </a:ext>
            </a:extLst>
          </p:cNvPr>
          <p:cNvSpPr>
            <a:spLocks xmlns:a="http://schemas.openxmlformats.org/drawingml/2006/main" noGrp="1"/>
          </p:cNvSpPr>
          <p:nvPr/>
        </p:nvSpPr>
        <p:spPr>
          <a:xfrm xmlns:a="http://schemas.openxmlformats.org/drawingml/2006/main">
            <a:off x="609600" y="312420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표시된 설명: “Investigate repository performance with reproduc…”</a:t>
            </a:r>
          </a:p>
        </p:txBody>
      </p:sp>
      <p:sp>
        <p:nvSpPr>
          <p:cNvPr id="10" name="">
            <a:extLst xmlns:a="http://schemas.openxmlformats.org/drawingml/2006/main">
              <a:ext uri="{FF2B5EF4-FFF2-40B4-BE49-F238E27FC236}">
                <a16:creationId xmlns:a16="http://schemas.microsoft.com/office/drawing/2014/main" id="{68C5D5DB-9D43-4223-9755-F54451B257B7}"/>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작업 목표와 함께 명시적으로 호출">
            <a:extLst xmlns:a="http://schemas.openxmlformats.org/drawingml/2006/main">
              <a:ext uri="{FF2B5EF4-FFF2-40B4-BE49-F238E27FC236}">
                <a16:creationId xmlns:a16="http://schemas.microsoft.com/office/drawing/2014/main" id="{B8813930-1089-456E-8338-E07D479402ED}"/>
              </a:ext>
            </a:extLst>
          </p:cNvPr>
          <p:cNvSpPr>
            <a:spLocks xmlns:a="http://schemas.openxmlformats.org/drawingml/2006/main" noGrp="1"/>
          </p:cNvSpPr>
          <p:nvPr/>
        </p:nvSpPr>
        <p:spPr>
          <a:xfrm xmlns:a="http://schemas.openxmlformats.org/drawingml/2006/main">
            <a:off x="609600" y="37814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  작업 목표와 함께 명시적으로 호출</a:t>
            </a:r>
          </a:p>
        </p:txBody>
      </p:sp>
      <p:sp>
        <p:nvSpPr>
          <p:cNvPr id="12" name="$graypipe-performance">
            <a:extLst xmlns:a="http://schemas.openxmlformats.org/drawingml/2006/main">
              <a:ext uri="{FF2B5EF4-FFF2-40B4-BE49-F238E27FC236}">
                <a16:creationId xmlns:a16="http://schemas.microsoft.com/office/drawing/2014/main" id="{00E3013B-94A4-4EC3-AFEB-B204572C6461}"/>
              </a:ext>
            </a:extLst>
          </p:cNvPr>
          <p:cNvSpPr>
            <a:spLocks xmlns:a="http://schemas.openxmlformats.org/drawingml/2006/main" noGrp="1"/>
          </p:cNvSpPr>
          <p:nvPr/>
        </p:nvSpPr>
        <p:spPr>
          <a:xfrm xmlns:a="http://schemas.openxmlformats.org/drawingml/2006/main">
            <a:off x="609600" y="4238625"/>
            <a:ext cx="5667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$graypipe-performance</a:t>
            </a:r>
          </a:p>
        </p:txBody>
      </p:sp>
      <p:sp>
        <p:nvSpPr>
          <p:cNvPr id="13" name="+ image_statistics 성능 조사">
            <a:extLst xmlns:a="http://schemas.openxmlformats.org/drawingml/2006/main">
              <a:ext uri="{FF2B5EF4-FFF2-40B4-BE49-F238E27FC236}">
                <a16:creationId xmlns:a16="http://schemas.microsoft.com/office/drawing/2014/main" id="{BEAB9FC1-F3DA-4CE0-9257-011E948F5FE4}"/>
              </a:ext>
            </a:extLst>
          </p:cNvPr>
          <p:cNvSpPr>
            <a:spLocks xmlns:a="http://schemas.openxmlformats.org/drawingml/2006/main" noGrp="1"/>
          </p:cNvSpPr>
          <p:nvPr/>
        </p:nvSpPr>
        <p:spPr>
          <a:xfrm xmlns:a="http://schemas.openxmlformats.org/drawingml/2006/main">
            <a:off x="6210300" y="4238625"/>
            <a:ext cx="5372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 image_statistics 성능 조사</a:t>
            </a:r>
          </a:p>
        </p:txBody>
      </p:sp>
      <p:sp>
        <p:nvSpPr>
          <p:cNvPr id="14" name="">
            <a:extLst xmlns:a="http://schemas.openxmlformats.org/drawingml/2006/main">
              <a:ext uri="{FF2B5EF4-FFF2-40B4-BE49-F238E27FC236}">
                <a16:creationId xmlns:a16="http://schemas.microsoft.com/office/drawing/2014/main" id="{A880DB87-B0F0-411A-9FEC-2D9ABA51874D}"/>
              </a:ext>
            </a:extLst>
          </p:cNvPr>
          <p:cNvSpPr>
            <a:spLocks xmlns:a="http://schemas.openxmlformats.org/drawingml/2006/main" noGrp="1"/>
          </p:cNvSpPr>
          <p:nvPr/>
        </p:nvSpPr>
        <p:spPr>
          <a:xfrm xmlns:a="http://schemas.openxmlformats.org/drawingml/2006/main">
            <a:off x="609600" y="4876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실행 기록에서 Skill 본문 포함을 확인">
            <a:extLst xmlns:a="http://schemas.openxmlformats.org/drawingml/2006/main">
              <a:ext uri="{FF2B5EF4-FFF2-40B4-BE49-F238E27FC236}">
                <a16:creationId xmlns:a16="http://schemas.microsoft.com/office/drawing/2014/main" id="{87C2F209-CB84-43EC-BF6D-842A1569A6FF}"/>
              </a:ext>
            </a:extLst>
          </p:cNvPr>
          <p:cNvSpPr>
            <a:spLocks xmlns:a="http://schemas.openxmlformats.org/drawingml/2006/main" noGrp="1"/>
          </p:cNvSpPr>
          <p:nvPr/>
        </p:nvSpPr>
        <p:spPr>
          <a:xfrm xmlns:a="http://schemas.openxmlformats.org/drawingml/2006/main">
            <a:off x="609600" y="50673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03  실행 기록에서 Skill 본문 포함을 확인</a:t>
            </a:r>
          </a:p>
        </p:txBody>
      </p:sp>
      <p:sp>
        <p:nvSpPr>
          <p:cNvPr id="16" name="Legacy module connection">
            <a:extLst xmlns:a="http://schemas.openxmlformats.org/drawingml/2006/main">
              <a:ext uri="{FF2B5EF4-FFF2-40B4-BE49-F238E27FC236}">
                <a16:creationId xmlns:a16="http://schemas.microsoft.com/office/drawing/2014/main" id="{C4673AAC-A8CB-4E30-9484-7DBA5D6F6C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64336353"/>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두 Trial의 요청 구조 비교">
            <a:extLst xmlns:a="http://schemas.openxmlformats.org/drawingml/2006/main">
              <a:ext uri="{FF2B5EF4-FFF2-40B4-BE49-F238E27FC236}">
                <a16:creationId xmlns:a16="http://schemas.microsoft.com/office/drawing/2014/main" id="{CBC3DD30-2434-4E33-80AE-371E7ABD75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두 Trial의 요청 구조 비교</a:t>
            </a:r>
          </a:p>
        </p:txBody>
      </p:sp>
      <p:sp>
        <p:nvSpPr>
          <p:cNvPr id="2" name="S44">
            <a:extLst xmlns:a="http://schemas.openxmlformats.org/drawingml/2006/main">
              <a:ext uri="{FF2B5EF4-FFF2-40B4-BE49-F238E27FC236}">
                <a16:creationId xmlns:a16="http://schemas.microsoft.com/office/drawing/2014/main" id="{FD2DAD15-B8B4-4C8C-B89F-0AADEB9A02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절차의 책임이 Prompt에서&#10;Repository로 이동">
            <a:extLst xmlns:a="http://schemas.openxmlformats.org/drawingml/2006/main">
              <a:ext uri="{FF2B5EF4-FFF2-40B4-BE49-F238E27FC236}">
                <a16:creationId xmlns:a16="http://schemas.microsoft.com/office/drawing/2014/main" id="{2B054D38-9C32-4DE7-B634-5AA63977627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절차의 책임이 Prompt에서</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Repository로 이동</a:t>
            </a:r>
          </a:p>
        </p:txBody>
      </p:sp>
      <p:sp>
        <p:nvSpPr>
          <p:cNvPr id="4" name="">
            <a:extLst xmlns:a="http://schemas.openxmlformats.org/drawingml/2006/main">
              <a:ext uri="{FF2B5EF4-FFF2-40B4-BE49-F238E27FC236}">
                <a16:creationId xmlns:a16="http://schemas.microsoft.com/office/drawing/2014/main" id="{3D26CE70-7088-4B1E-A7C4-7F7BE61B5E1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7 / TRIAL-008 · 서로 다른 Task의 Prompt 구조를 요약">
            <a:extLst xmlns:a="http://schemas.openxmlformats.org/drawingml/2006/main">
              <a:ext uri="{FF2B5EF4-FFF2-40B4-BE49-F238E27FC236}">
                <a16:creationId xmlns:a16="http://schemas.microsoft.com/office/drawing/2014/main" id="{B3625FC4-22D0-4E34-8B56-A081C4D1E4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 / TRIAL-008 · 서로 다른 Task의 Prompt 구조를 요약</a:t>
            </a:r>
          </a:p>
        </p:txBody>
      </p:sp>
      <p:sp>
        <p:nvSpPr>
          <p:cNvPr id="6" name="절차를 둔 위치의 변화만 관찰 · Skill 우월성·토큰 절감·속도 향상은 입증하지 않음">
            <a:extLst xmlns:a="http://schemas.openxmlformats.org/drawingml/2006/main">
              <a:ext uri="{FF2B5EF4-FFF2-40B4-BE49-F238E27FC236}">
                <a16:creationId xmlns:a16="http://schemas.microsoft.com/office/drawing/2014/main" id="{E51D0D88-F48D-4E44-8578-302A30EFC10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절차를 둔 위치의 변화만 관찰 · Skill 우월성·토큰 절감·속도 향상은 입증하지 않음</a:t>
            </a:r>
          </a:p>
        </p:txBody>
      </p:sp>
      <p:sp>
        <p:nvSpPr>
          <p:cNvPr id="7" name="TRIAL-007 · normalize">
            <a:extLst xmlns:a="http://schemas.openxmlformats.org/drawingml/2006/main">
              <a:ext uri="{FF2B5EF4-FFF2-40B4-BE49-F238E27FC236}">
                <a16:creationId xmlns:a16="http://schemas.microsoft.com/office/drawing/2014/main" id="{79D2354A-C682-418A-BF0D-15FA5501989B}"/>
              </a:ext>
            </a:extLst>
          </p:cNvPr>
          <p:cNvSpPr>
            <a:spLocks xmlns:a="http://schemas.openxmlformats.org/drawingml/2006/main" noGrp="1"/>
          </p:cNvSpPr>
          <p:nvPr/>
        </p:nvSpPr>
        <p:spPr>
          <a:xfrm xmlns:a="http://schemas.openxmlformats.org/drawingml/2006/main">
            <a:off x="609600" y="2209800"/>
            <a:ext cx="4953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Consolas"/>
                <a:ea typeface="Consolas"/>
                <a:cs typeface="Consolas"/>
              </a:defRPr>
            </a:defPPr>
            <a:lvl1pPr algn="l">
              <a:defRPr sz="2025" b="1">
                <a:solidFill>
                  <a:srgbClr val="4D5A68"/>
                </a:solidFill>
                <a:latin typeface="Consolas"/>
                <a:ea typeface="Consolas"/>
                <a:cs typeface="Consolas"/>
              </a:defRPr>
            </a:lvl1pPr>
            <a:lvl2pPr algn="l">
              <a:defRPr sz="2025" b="1">
                <a:solidFill>
                  <a:srgbClr val="4D5A68"/>
                </a:solidFill>
                <a:latin typeface="Consolas"/>
                <a:ea typeface="Consolas"/>
                <a:cs typeface="Consolas"/>
              </a:defRPr>
            </a:lvl2pPr>
            <a:lvl3pPr algn="l">
              <a:defRPr sz="2025" b="1">
                <a:solidFill>
                  <a:srgbClr val="4D5A68"/>
                </a:solidFill>
                <a:latin typeface="Consolas"/>
                <a:ea typeface="Consolas"/>
                <a:cs typeface="Consolas"/>
              </a:defRPr>
            </a:lvl3pPr>
            <a:lvl4pPr algn="l">
              <a:defRPr sz="2025" b="1">
                <a:solidFill>
                  <a:srgbClr val="4D5A68"/>
                </a:solidFill>
                <a:latin typeface="Consolas"/>
                <a:ea typeface="Consolas"/>
                <a:cs typeface="Consolas"/>
              </a:defRPr>
            </a:lvl4pPr>
            <a:lvl5pPr algn="l">
              <a:defRPr sz="2025" b="1">
                <a:solidFill>
                  <a:srgbClr val="4D5A68"/>
                </a:solidFill>
                <a:latin typeface="Consolas"/>
                <a:ea typeface="Consolas"/>
                <a:cs typeface="Consolas"/>
              </a:defRPr>
            </a:lvl5pPr>
            <a:lvl6pPr algn="l">
              <a:defRPr sz="2025" b="1">
                <a:solidFill>
                  <a:srgbClr val="4D5A68"/>
                </a:solidFill>
                <a:latin typeface="Consolas"/>
                <a:ea typeface="Consolas"/>
                <a:cs typeface="Consolas"/>
              </a:defRPr>
            </a:lvl6pPr>
            <a:lvl7pPr algn="l">
              <a:defRPr sz="2025" b="1">
                <a:solidFill>
                  <a:srgbClr val="4D5A68"/>
                </a:solidFill>
                <a:latin typeface="Consolas"/>
                <a:ea typeface="Consolas"/>
                <a:cs typeface="Consolas"/>
              </a:defRPr>
            </a:lvl7pPr>
            <a:lvl8pPr algn="l">
              <a:defRPr sz="2025" b="1">
                <a:solidFill>
                  <a:srgbClr val="4D5A68"/>
                </a:solidFill>
                <a:latin typeface="Consolas"/>
                <a:ea typeface="Consolas"/>
                <a:cs typeface="Consolas"/>
              </a:defRPr>
            </a:lvl8pPr>
            <a:lvl9pPr algn="l">
              <a:defRPr sz="2025" b="1">
                <a:solidFill>
                  <a:srgbClr val="4D5A68"/>
                </a:solidFill>
                <a:latin typeface="Consolas"/>
                <a:ea typeface="Consolas"/>
                <a:cs typeface="Consolas"/>
              </a:defRPr>
            </a:lvl9pPr>
          </a:lstStyle>
          <a:p xmlns:a="http://schemas.openxmlformats.org/drawingml/2006/main">
            <a:pPr algn="l">
              <a:defRPr sz="2025" b="1">
                <a:solidFill>
                  <a:srgbClr val="4D5A68"/>
                </a:solidFill>
                <a:latin typeface="Consolas"/>
                <a:ea typeface="Consolas"/>
                <a:cs typeface="Consolas"/>
              </a:defRPr>
            </a:pPr>
            <a:r>
              <a:rPr sz="2025" b="1">
                <a:solidFill>
                  <a:srgbClr val="4D5A68"/>
                </a:solidFill>
                <a:latin typeface="Consolas"/>
                <a:ea typeface="Consolas"/>
                <a:cs typeface="Consolas"/>
              </a:rPr>
              <a:t>TRIAL-007 · normalize</a:t>
            </a:r>
          </a:p>
        </p:txBody>
      </p:sp>
      <p:sp>
        <p:nvSpPr>
          <p:cNvPr id="8" name="TRIAL-008 · image_statistics">
            <a:extLst xmlns:a="http://schemas.openxmlformats.org/drawingml/2006/main">
              <a:ext uri="{FF2B5EF4-FFF2-40B4-BE49-F238E27FC236}">
                <a16:creationId xmlns:a16="http://schemas.microsoft.com/office/drawing/2014/main" id="{2EF7758C-C52E-4FAC-9849-5C0984C7F7DC}"/>
              </a:ext>
            </a:extLst>
          </p:cNvPr>
          <p:cNvSpPr>
            <a:spLocks xmlns:a="http://schemas.openxmlformats.org/drawingml/2006/main" noGrp="1"/>
          </p:cNvSpPr>
          <p:nvPr/>
        </p:nvSpPr>
        <p:spPr>
          <a:xfrm xmlns:a="http://schemas.openxmlformats.org/drawingml/2006/main">
            <a:off x="6705600" y="220980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TRIAL-008 · image_statistics</a:t>
            </a:r>
          </a:p>
        </p:txBody>
      </p:sp>
      <p:sp>
        <p:nvSpPr>
          <p:cNvPr id="9" name="">
            <a:extLst xmlns:a="http://schemas.openxmlformats.org/drawingml/2006/main">
              <a:ext uri="{FF2B5EF4-FFF2-40B4-BE49-F238E27FC236}">
                <a16:creationId xmlns:a16="http://schemas.microsoft.com/office/drawing/2014/main" id="{7E60B818-CEFE-46E6-98DD-C0C8F22869FB}"/>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046682EF-4A28-47CB-BFEC-29416BB0838B}"/>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목표 + 작업별 제약">
            <a:extLst xmlns:a="http://schemas.openxmlformats.org/drawingml/2006/main">
              <a:ext uri="{FF2B5EF4-FFF2-40B4-BE49-F238E27FC236}">
                <a16:creationId xmlns:a16="http://schemas.microsoft.com/office/drawing/2014/main" id="{28991D39-87AA-4BF0-B88F-E80F876A59BE}"/>
              </a:ext>
            </a:extLst>
          </p:cNvPr>
          <p:cNvSpPr>
            <a:spLocks xmlns:a="http://schemas.openxmlformats.org/drawingml/2006/main" noGrp="1"/>
          </p:cNvSpPr>
          <p:nvPr/>
        </p:nvSpPr>
        <p:spPr>
          <a:xfrm xmlns:a="http://schemas.openxmlformats.org/drawingml/2006/main">
            <a:off x="609600" y="299085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2" name="목표 + 작업별 제약">
            <a:extLst xmlns:a="http://schemas.openxmlformats.org/drawingml/2006/main">
              <a:ext uri="{FF2B5EF4-FFF2-40B4-BE49-F238E27FC236}">
                <a16:creationId xmlns:a16="http://schemas.microsoft.com/office/drawing/2014/main" id="{B24C755C-E819-4F8D-8566-1CA1D7BC29E8}"/>
              </a:ext>
            </a:extLst>
          </p:cNvPr>
          <p:cNvSpPr>
            <a:spLocks xmlns:a="http://schemas.openxmlformats.org/drawingml/2006/main" noGrp="1"/>
          </p:cNvSpPr>
          <p:nvPr/>
        </p:nvSpPr>
        <p:spPr>
          <a:xfrm xmlns:a="http://schemas.openxmlformats.org/drawingml/2006/main">
            <a:off x="6705600" y="29908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3" name="">
            <a:extLst xmlns:a="http://schemas.openxmlformats.org/drawingml/2006/main">
              <a:ext uri="{FF2B5EF4-FFF2-40B4-BE49-F238E27FC236}">
                <a16:creationId xmlns:a16="http://schemas.microsoft.com/office/drawing/2014/main" id="{108E6C6D-6D7B-4DED-9272-B8B9BBB8C50B}"/>
              </a:ext>
            </a:extLst>
          </p:cNvPr>
          <p:cNvSpPr>
            <a:spLocks xmlns:a="http://schemas.openxmlformats.org/drawingml/2006/main" noGrp="1"/>
          </p:cNvSpPr>
          <p:nvPr/>
        </p:nvSpPr>
        <p:spPr>
          <a:xfrm xmlns:a="http://schemas.openxmlformats.org/drawingml/2006/main">
            <a:off x="609600" y="3648075"/>
            <a:ext cx="49530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긴 조사·검증 절차를&#10;Prompt에 다시 작성">
            <a:extLst xmlns:a="http://schemas.openxmlformats.org/drawingml/2006/main">
              <a:ext uri="{FF2B5EF4-FFF2-40B4-BE49-F238E27FC236}">
                <a16:creationId xmlns:a16="http://schemas.microsoft.com/office/drawing/2014/main" id="{8161ACC4-1946-4518-B934-CA8172AD7965}"/>
              </a:ext>
            </a:extLst>
          </p:cNvPr>
          <p:cNvSpPr>
            <a:spLocks xmlns:a="http://schemas.openxmlformats.org/drawingml/2006/main" noGrp="1"/>
          </p:cNvSpPr>
          <p:nvPr/>
        </p:nvSpPr>
        <p:spPr>
          <a:xfrm xmlns:a="http://schemas.openxmlformats.org/drawingml/2006/main">
            <a:off x="819150" y="3771900"/>
            <a:ext cx="4533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긴 조사·검증 절차를</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Prompt에 다시 작성</a:t>
            </a:r>
          </a:p>
        </p:txBody>
      </p:sp>
      <p:sp>
        <p:nvSpPr>
          <p:cNvPr id="15" name="$graypipe-performance">
            <a:extLst xmlns:a="http://schemas.openxmlformats.org/drawingml/2006/main">
              <a:ext uri="{FF2B5EF4-FFF2-40B4-BE49-F238E27FC236}">
                <a16:creationId xmlns:a16="http://schemas.microsoft.com/office/drawing/2014/main" id="{4D37DF9B-007C-4129-9C78-5BC14DCF5DBC}"/>
              </a:ext>
            </a:extLst>
          </p:cNvPr>
          <p:cNvSpPr>
            <a:spLocks xmlns:a="http://schemas.openxmlformats.org/drawingml/2006/main" noGrp="1"/>
          </p:cNvSpPr>
          <p:nvPr/>
        </p:nvSpPr>
        <p:spPr>
          <a:xfrm xmlns:a="http://schemas.openxmlformats.org/drawingml/2006/main">
            <a:off x="6705600" y="372427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절차는 Repository Skill에">
            <a:extLst xmlns:a="http://schemas.openxmlformats.org/drawingml/2006/main">
              <a:ext uri="{FF2B5EF4-FFF2-40B4-BE49-F238E27FC236}">
                <a16:creationId xmlns:a16="http://schemas.microsoft.com/office/drawing/2014/main" id="{5943E702-EFA6-4540-8656-D6561D410582}"/>
              </a:ext>
            </a:extLst>
          </p:cNvPr>
          <p:cNvSpPr>
            <a:spLocks xmlns:a="http://schemas.openxmlformats.org/drawingml/2006/main" noGrp="1"/>
          </p:cNvSpPr>
          <p:nvPr/>
        </p:nvSpPr>
        <p:spPr>
          <a:xfrm xmlns:a="http://schemas.openxmlformats.org/drawingml/2006/main">
            <a:off x="6705600" y="428625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절차는 Repository Skill에</a:t>
            </a:r>
          </a:p>
        </p:txBody>
      </p:sp>
      <p:sp>
        <p:nvSpPr>
          <p:cNvPr id="17" name="공통 흐름: baseline → 조사 → test / benchmark → 비교 / review">
            <a:extLst xmlns:a="http://schemas.openxmlformats.org/drawingml/2006/main">
              <a:ext uri="{FF2B5EF4-FFF2-40B4-BE49-F238E27FC236}">
                <a16:creationId xmlns:a16="http://schemas.microsoft.com/office/drawing/2014/main" id="{B90538EE-FDE5-49E0-A163-ECCBDD234681}"/>
              </a:ext>
            </a:extLst>
          </p:cNvPr>
          <p:cNvSpPr>
            <a:spLocks xmlns:a="http://schemas.openxmlformats.org/drawingml/2006/main" noGrp="1"/>
          </p:cNvSpPr>
          <p:nvPr/>
        </p:nvSpPr>
        <p:spPr>
          <a:xfrm xmlns:a="http://schemas.openxmlformats.org/drawingml/2006/main">
            <a:off x="609600" y="52197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공통 흐름: baseline → 조사 → test / benchmark → 비교 / review</a:t>
            </a:r>
          </a:p>
        </p:txBody>
      </p:sp>
      <p:sp>
        <p:nvSpPr>
          <p:cNvPr id="18" name="Legacy module connection">
            <a:extLst xmlns:a="http://schemas.openxmlformats.org/drawingml/2006/main">
              <a:ext uri="{FF2B5EF4-FFF2-40B4-BE49-F238E27FC236}">
                <a16:creationId xmlns:a16="http://schemas.microsoft.com/office/drawing/2014/main" id="{8CB25496-EFD2-49FD-8CD7-2072A21A96D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994646960"/>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절차와 과제별 판단">
            <a:extLst xmlns:a="http://schemas.openxmlformats.org/drawingml/2006/main">
              <a:ext uri="{FF2B5EF4-FFF2-40B4-BE49-F238E27FC236}">
                <a16:creationId xmlns:a16="http://schemas.microsoft.com/office/drawing/2014/main" id="{FE83254E-26E2-4F81-B0BB-D26ECC5FE0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절차와 과제별 판단</a:t>
            </a:r>
          </a:p>
        </p:txBody>
      </p:sp>
      <p:sp>
        <p:nvSpPr>
          <p:cNvPr id="2" name="S45">
            <a:extLst xmlns:a="http://schemas.openxmlformats.org/drawingml/2006/main">
              <a:ext uri="{FF2B5EF4-FFF2-40B4-BE49-F238E27FC236}">
                <a16:creationId xmlns:a16="http://schemas.microsoft.com/office/drawing/2014/main" id="{F5F28A7B-EAB7-4B28-A7C4-AF6B232E1C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답을 담지 않는 Workflow">
            <a:extLst xmlns:a="http://schemas.openxmlformats.org/drawingml/2006/main">
              <a:ext uri="{FF2B5EF4-FFF2-40B4-BE49-F238E27FC236}">
                <a16:creationId xmlns:a16="http://schemas.microsoft.com/office/drawing/2014/main" id="{CA4DBD38-2CF7-4CA4-A4D8-7AC685521F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답을 담지 않는 Workflow</a:t>
            </a:r>
          </a:p>
        </p:txBody>
      </p:sp>
      <p:sp>
        <p:nvSpPr>
          <p:cNvPr id="4" name="">
            <a:extLst xmlns:a="http://schemas.openxmlformats.org/drawingml/2006/main">
              <a:ext uri="{FF2B5EF4-FFF2-40B4-BE49-F238E27FC236}">
                <a16:creationId xmlns:a16="http://schemas.microsoft.com/office/drawing/2014/main" id="{C4ED5E53-7C83-4BFE-A075-EA9EEFA56B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의 SKILL.md 원문 일부 + 교육용 책임 구분">
            <a:extLst xmlns:a="http://schemas.openxmlformats.org/drawingml/2006/main">
              <a:ext uri="{FF2B5EF4-FFF2-40B4-BE49-F238E27FC236}">
                <a16:creationId xmlns:a16="http://schemas.microsoft.com/office/drawing/2014/main" id="{49A1CD80-84C1-4BAC-AEA2-E380603C67F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STATE-04의 SKILL.md 원문 일부 + 교육용 책임 구분</a:t>
            </a:r>
          </a:p>
        </p:txBody>
      </p:sp>
      <p:sp>
        <p:nvSpPr>
          <p:cNvPr id="6" name="특정 최적화 답·알고리즘·Trial 수치를 Skill의 정답으로 넣지 않았다">
            <a:extLst xmlns:a="http://schemas.openxmlformats.org/drawingml/2006/main">
              <a:ext uri="{FF2B5EF4-FFF2-40B4-BE49-F238E27FC236}">
                <a16:creationId xmlns:a16="http://schemas.microsoft.com/office/drawing/2014/main" id="{1B77407B-9B5A-4B30-9950-D200B713E06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최적화 답·알고리즘·Trial 수치를 Skill의 정답으로 넣지 않았다</a:t>
            </a:r>
          </a:p>
        </p:txBody>
      </p:sp>
      <p:sp>
        <p:nvSpPr>
          <p:cNvPr id="7" name="변경 전에, 재현 가능한 기준부터">
            <a:extLst xmlns:a="http://schemas.openxmlformats.org/drawingml/2006/main">
              <a:ext uri="{FF2B5EF4-FFF2-40B4-BE49-F238E27FC236}">
                <a16:creationId xmlns:a16="http://schemas.microsoft.com/office/drawing/2014/main" id="{E104B162-D2DA-4F8D-ADCD-4CDF37715862}"/>
              </a:ext>
            </a:extLst>
          </p:cNvPr>
          <p:cNvSpPr>
            <a:spLocks xmlns:a="http://schemas.openxmlformats.org/drawingml/2006/main" noGrp="1"/>
          </p:cNvSpPr>
          <p:nvPr/>
        </p:nvSpPr>
        <p:spPr>
          <a:xfrm xmlns:a="http://schemas.openxmlformats.org/drawingml/2006/main">
            <a:off x="609600" y="20669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변경 전에, 재현 가능한 기준부터</a:t>
            </a:r>
          </a:p>
        </p:txBody>
      </p:sp>
      <p:sp>
        <p:nvSpPr>
          <p:cNvPr id="8" name="“Establish a reproducible baseline before editing.”">
            <a:extLst xmlns:a="http://schemas.openxmlformats.org/drawingml/2006/main">
              <a:ext uri="{FF2B5EF4-FFF2-40B4-BE49-F238E27FC236}">
                <a16:creationId xmlns:a16="http://schemas.microsoft.com/office/drawing/2014/main" id="{607B2FD8-959E-453B-9E45-20B7F2029A24}"/>
              </a:ext>
            </a:extLst>
          </p:cNvPr>
          <p:cNvSpPr>
            <a:spLocks xmlns:a="http://schemas.openxmlformats.org/drawingml/2006/main" noGrp="1"/>
          </p:cNvSpPr>
          <p:nvPr/>
        </p:nvSpPr>
        <p:spPr>
          <a:xfrm xmlns:a="http://schemas.openxmlformats.org/drawingml/2006/main">
            <a:off x="609600" y="25622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“Establish a reproducible baseline before editing.”</a:t>
            </a:r>
          </a:p>
        </p:txBody>
      </p:sp>
      <p:sp>
        <p:nvSpPr>
          <p:cNvPr id="9" name="">
            <a:extLst xmlns:a="http://schemas.openxmlformats.org/drawingml/2006/main">
              <a:ext uri="{FF2B5EF4-FFF2-40B4-BE49-F238E27FC236}">
                <a16:creationId xmlns:a16="http://schemas.microsoft.com/office/drawing/2014/main" id="{EBB56001-9B3C-4167-B6E4-97251E6BF0AE}"/>
              </a:ext>
            </a:extLst>
          </p:cNvPr>
          <p:cNvSpPr>
            <a:spLocks xmlns:a="http://schemas.openxmlformats.org/drawingml/2006/main" noGrp="1"/>
          </p:cNvSpPr>
          <p:nvPr/>
        </p:nvSpPr>
        <p:spPr>
          <a:xfrm xmlns:a="http://schemas.openxmlformats.org/drawingml/2006/main">
            <a:off x="609600" y="3124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측정상 이득이 없으면, 변경하지 않아도 된다">
            <a:extLst xmlns:a="http://schemas.openxmlformats.org/drawingml/2006/main">
              <a:ext uri="{FF2B5EF4-FFF2-40B4-BE49-F238E27FC236}">
                <a16:creationId xmlns:a16="http://schemas.microsoft.com/office/drawing/2014/main" id="{BE02831A-6884-4FC6-A504-16594ED84AA2}"/>
              </a:ext>
            </a:extLst>
          </p:cNvPr>
          <p:cNvSpPr>
            <a:spLocks xmlns:a="http://schemas.openxmlformats.org/drawingml/2006/main" noGrp="1"/>
          </p:cNvSpPr>
          <p:nvPr/>
        </p:nvSpPr>
        <p:spPr>
          <a:xfrm xmlns:a="http://schemas.openxmlformats.org/drawingml/2006/main">
            <a:off x="609600" y="3333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측정상 이득이 없으면, 변경하지 않아도 된다</a:t>
            </a:r>
          </a:p>
        </p:txBody>
      </p:sp>
      <p:sp>
        <p:nvSpPr>
          <p:cNvPr id="11" name="“A measured result that does not justify a change is a&#10;valid">
            <a:extLst xmlns:a="http://schemas.openxmlformats.org/drawingml/2006/main">
              <a:ext uri="{FF2B5EF4-FFF2-40B4-BE49-F238E27FC236}">
                <a16:creationId xmlns:a16="http://schemas.microsoft.com/office/drawing/2014/main" id="{50EB7924-268B-403D-A744-44F8C5FD431D}"/>
              </a:ext>
            </a:extLst>
          </p:cNvPr>
          <p:cNvSpPr>
            <a:spLocks xmlns:a="http://schemas.openxmlformats.org/drawingml/2006/main" noGrp="1"/>
          </p:cNvSpPr>
          <p:nvPr/>
        </p:nvSpPr>
        <p:spPr>
          <a:xfrm xmlns:a="http://schemas.openxmlformats.org/drawingml/2006/main">
            <a:off x="609600" y="38576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 measured result that does not justify a change is a</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valid no-change conclusion.”</a:t>
            </a:r>
          </a:p>
        </p:txBody>
      </p:sp>
      <p:sp>
        <p:nvSpPr>
          <p:cNvPr id="12" name="">
            <a:extLst xmlns:a="http://schemas.openxmlformats.org/drawingml/2006/main">
              <a:ext uri="{FF2B5EF4-FFF2-40B4-BE49-F238E27FC236}">
                <a16:creationId xmlns:a16="http://schemas.microsoft.com/office/drawing/2014/main" id="{A65686D1-75A8-4162-AD81-5160B6598A96}"/>
              </a:ext>
            </a:extLst>
          </p:cNvPr>
          <p:cNvSpPr>
            <a:spLocks xmlns:a="http://schemas.openxmlformats.org/drawingml/2006/main" noGrp="1"/>
          </p:cNvSpPr>
          <p:nvPr/>
        </p:nvSpPr>
        <p:spPr>
          <a:xfrm xmlns:a="http://schemas.openxmlformats.org/drawingml/2006/main">
            <a:off x="609600" y="4686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이번 Task에서 정할 답">
            <a:extLst xmlns:a="http://schemas.openxmlformats.org/drawingml/2006/main">
              <a:ext uri="{FF2B5EF4-FFF2-40B4-BE49-F238E27FC236}">
                <a16:creationId xmlns:a16="http://schemas.microsoft.com/office/drawing/2014/main" id="{88DA3005-5366-4E82-82F7-2426298B9ADC}"/>
              </a:ext>
            </a:extLst>
          </p:cNvPr>
          <p:cNvSpPr>
            <a:spLocks xmlns:a="http://schemas.openxmlformats.org/drawingml/2006/main" noGrp="1"/>
          </p:cNvSpPr>
          <p:nvPr/>
        </p:nvSpPr>
        <p:spPr>
          <a:xfrm xmlns:a="http://schemas.openxmlformats.org/drawingml/2006/main">
            <a:off x="609600" y="4810125"/>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이번 Task에서 정할 답</a:t>
            </a:r>
          </a:p>
        </p:txBody>
      </p:sp>
      <p:sp>
        <p:nvSpPr>
          <p:cNvPr id="14" name="알고리즘 · 실제 측정값 · trade-off">
            <a:extLst xmlns:a="http://schemas.openxmlformats.org/drawingml/2006/main">
              <a:ext uri="{FF2B5EF4-FFF2-40B4-BE49-F238E27FC236}">
                <a16:creationId xmlns:a16="http://schemas.microsoft.com/office/drawing/2014/main" id="{BF908728-75B9-468E-B8AF-7EADEBDB6D86}"/>
              </a:ext>
            </a:extLst>
          </p:cNvPr>
          <p:cNvSpPr>
            <a:spLocks xmlns:a="http://schemas.openxmlformats.org/drawingml/2006/main" noGrp="1"/>
          </p:cNvSpPr>
          <p:nvPr/>
        </p:nvSpPr>
        <p:spPr>
          <a:xfrm xmlns:a="http://schemas.openxmlformats.org/drawingml/2006/main">
            <a:off x="4057650" y="4810125"/>
            <a:ext cx="752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알고리즘 · 실제 측정값 · trade-off</a:t>
            </a:r>
          </a:p>
        </p:txBody>
      </p:sp>
      <p:sp>
        <p:nvSpPr>
          <p:cNvPr id="15" name="절차는 재사용하고, 답은 이번 근거로 결정한다">
            <a:extLst xmlns:a="http://schemas.openxmlformats.org/drawingml/2006/main">
              <a:ext uri="{FF2B5EF4-FFF2-40B4-BE49-F238E27FC236}">
                <a16:creationId xmlns:a16="http://schemas.microsoft.com/office/drawing/2014/main" id="{57DB732B-3411-49BC-8AFE-4C2426CA9F0A}"/>
              </a:ext>
            </a:extLst>
          </p:cNvPr>
          <p:cNvSpPr>
            <a:spLocks xmlns:a="http://schemas.openxmlformats.org/drawingml/2006/main" noGrp="1"/>
          </p:cNvSpPr>
          <p:nvPr/>
        </p:nvSpPr>
        <p:spPr>
          <a:xfrm xmlns:a="http://schemas.openxmlformats.org/drawingml/2006/main">
            <a:off x="609600" y="528637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절차는 재사용하고, 답은 이번 근거로 결정한다</a:t>
            </a:r>
          </a:p>
        </p:txBody>
      </p:sp>
      <p:sp>
        <p:nvSpPr>
          <p:cNvPr id="16" name="Legacy module connection">
            <a:extLst xmlns:a="http://schemas.openxmlformats.org/drawingml/2006/main">
              <a:ext uri="{FF2B5EF4-FFF2-40B4-BE49-F238E27FC236}">
                <a16:creationId xmlns:a16="http://schemas.microsoft.com/office/drawing/2014/main" id="{E2CEF684-43D6-46C1-934D-22F6B93A63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891893414"/>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시간과 메모리를 함께 비교">
            <a:extLst xmlns:a="http://schemas.openxmlformats.org/drawingml/2006/main">
              <a:ext uri="{FF2B5EF4-FFF2-40B4-BE49-F238E27FC236}">
                <a16:creationId xmlns:a16="http://schemas.microsoft.com/office/drawing/2014/main" id="{E7D38495-8C6A-4CF6-9CAE-8A5A620636C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시간과 메모리를 함께 비교</a:t>
            </a:r>
          </a:p>
        </p:txBody>
      </p:sp>
      <p:sp>
        <p:nvSpPr>
          <p:cNvPr id="2" name="S46">
            <a:extLst xmlns:a="http://schemas.openxmlformats.org/drawingml/2006/main">
              <a:ext uri="{FF2B5EF4-FFF2-40B4-BE49-F238E27FC236}">
                <a16:creationId xmlns:a16="http://schemas.microsoft.com/office/drawing/2014/main" id="{D660F6D1-40DF-40B6-AD07-5FCC3AE8553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측정으로 후보를 고르다">
            <a:extLst xmlns:a="http://schemas.openxmlformats.org/drawingml/2006/main">
              <a:ext uri="{FF2B5EF4-FFF2-40B4-BE49-F238E27FC236}">
                <a16:creationId xmlns:a16="http://schemas.microsoft.com/office/drawing/2014/main" id="{3C1717BA-F6AC-41E1-8611-CFA5AD43418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측정으로 후보를 고르다</a:t>
            </a:r>
          </a:p>
        </p:txBody>
      </p:sp>
      <p:sp>
        <p:nvSpPr>
          <p:cNvPr id="4" name="">
            <a:extLst xmlns:a="http://schemas.openxmlformats.org/drawingml/2006/main">
              <a:ext uri="{FF2B5EF4-FFF2-40B4-BE49-F238E27FC236}">
                <a16:creationId xmlns:a16="http://schemas.microsoft.com/office/drawing/2014/main" id="{5A3F80FF-EEDF-4637-9A79-8A0D5A1221B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최종 STATE-04 전후 측정과는 별개">
            <a:extLst xmlns:a="http://schemas.openxmlformats.org/drawingml/2006/main">
              <a:ext uri="{FF2B5EF4-FFF2-40B4-BE49-F238E27FC236}">
                <a16:creationId xmlns:a16="http://schemas.microsoft.com/office/drawing/2014/main" id="{88A9DB21-9CC4-459B-80E0-3DF063BBDB0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최종 STATE-04 전후 측정과는 별개</a:t>
            </a:r>
          </a:p>
        </p:txBody>
      </p:sp>
      <p:sp>
        <p:nvSpPr>
          <p:cNvPr id="6" name="합성 1024×768 · CPython 3.9.6 / macOS arm64 · 같은 6개 출력값 검증 · 정">
            <a:extLst xmlns:a="http://schemas.openxmlformats.org/drawingml/2006/main">
              <a:ext uri="{FF2B5EF4-FFF2-40B4-BE49-F238E27FC236}">
                <a16:creationId xmlns:a16="http://schemas.microsoft.com/office/drawing/2014/main" id="{BCF49CCC-767D-40DA-94AB-F6AC6957678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합성 1024×768 · CPython 3.9.6 / macOS arm64 · 같은 6개 출력값 검증 · 정성 비교</a:t>
            </a:r>
          </a:p>
        </p:txBody>
      </p:sp>
      <p:sp>
        <p:nvSpPr>
          <p:cNvPr id="7" name="메모리가 적다는 이유만으로 고르지 않았다">
            <a:extLst xmlns:a="http://schemas.openxmlformats.org/drawingml/2006/main">
              <a:ext uri="{FF2B5EF4-FFF2-40B4-BE49-F238E27FC236}">
                <a16:creationId xmlns:a16="http://schemas.microsoft.com/office/drawing/2014/main" id="{9DEEFAAF-D963-487E-B090-21BD7840303F}"/>
              </a:ext>
            </a:extLst>
          </p:cNvPr>
          <p:cNvSpPr>
            <a:spLocks xmlns:a="http://schemas.openxmlformats.org/drawingml/2006/main" noGrp="1"/>
          </p:cNvSpPr>
          <p:nvPr/>
        </p:nvSpPr>
        <p:spPr>
          <a:xfrm xmlns:a="http://schemas.openxmlformats.org/drawingml/2006/main">
            <a:off x="609600" y="21431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메모리가 적다는 이유만으로 고르지 않았다</a:t>
            </a:r>
          </a:p>
        </p:txBody>
      </p:sp>
      <p:sp>
        <p:nvSpPr>
          <p:cNvPr id="8" name="후보">
            <a:extLst xmlns:a="http://schemas.openxmlformats.org/drawingml/2006/main">
              <a:ext uri="{FF2B5EF4-FFF2-40B4-BE49-F238E27FC236}">
                <a16:creationId xmlns:a16="http://schemas.microsoft.com/office/drawing/2014/main" id="{8039C390-75FA-41C2-A151-68311E8C418C}"/>
              </a:ext>
            </a:extLst>
          </p:cNvPr>
          <p:cNvSpPr>
            <a:spLocks xmlns:a="http://schemas.openxmlformats.org/drawingml/2006/main" noGrp="1"/>
          </p:cNvSpPr>
          <p:nvPr/>
        </p:nvSpPr>
        <p:spPr>
          <a:xfrm xmlns:a="http://schemas.openxmlformats.org/drawingml/2006/main">
            <a:off x="609600" y="2867025"/>
            <a:ext cx="45910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95F95999-2097-4743-9F36-3A10BE0F4256}"/>
              </a:ext>
            </a:extLst>
          </p:cNvPr>
          <p:cNvSpPr>
            <a:spLocks xmlns:a="http://schemas.openxmlformats.org/drawingml/2006/main" noGrp="1"/>
          </p:cNvSpPr>
          <p:nvPr/>
        </p:nvSpPr>
        <p:spPr>
          <a:xfrm xmlns:a="http://schemas.openxmlformats.org/drawingml/2006/main">
            <a:off x="5772150" y="2867025"/>
            <a:ext cx="2647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Python 할당량</a:t>
            </a:r>
          </a:p>
        </p:txBody>
      </p:sp>
      <p:sp>
        <p:nvSpPr>
          <p:cNvPr id="10" name="실행 시간">
            <a:extLst xmlns:a="http://schemas.openxmlformats.org/drawingml/2006/main">
              <a:ext uri="{FF2B5EF4-FFF2-40B4-BE49-F238E27FC236}">
                <a16:creationId xmlns:a16="http://schemas.microsoft.com/office/drawing/2014/main" id="{507FF96C-0975-4F22-9EA8-4AB91D207E01}"/>
              </a:ext>
            </a:extLst>
          </p:cNvPr>
          <p:cNvSpPr>
            <a:spLocks xmlns:a="http://schemas.openxmlformats.org/drawingml/2006/main" noGrp="1"/>
          </p:cNvSpPr>
          <p:nvPr/>
        </p:nvSpPr>
        <p:spPr>
          <a:xfrm xmlns:a="http://schemas.openxmlformats.org/drawingml/2006/main">
            <a:off x="8972550" y="2867025"/>
            <a:ext cx="26098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실행 시간</a:t>
            </a:r>
          </a:p>
        </p:txBody>
      </p:sp>
      <p:sp>
        <p:nvSpPr>
          <p:cNvPr id="11" name="">
            <a:extLst xmlns:a="http://schemas.openxmlformats.org/drawingml/2006/main">
              <a:ext uri="{FF2B5EF4-FFF2-40B4-BE49-F238E27FC236}">
                <a16:creationId xmlns:a16="http://schemas.microsoft.com/office/drawing/2014/main" id="{20D8BF4D-D115-4C72-87E7-903D5788E50D}"/>
              </a:ext>
            </a:extLst>
          </p:cNvPr>
          <p:cNvSpPr>
            <a:spLocks xmlns:a="http://schemas.openxmlformats.org/drawingml/2006/main" noGrp="1"/>
          </p:cNvSpPr>
          <p:nvPr/>
        </p:nvSpPr>
        <p:spPr>
          <a:xfrm xmlns:a="http://schemas.openxmlformats.org/drawingml/2006/main">
            <a:off x="609600" y="3362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수동 단일 순회">
            <a:extLst xmlns:a="http://schemas.openxmlformats.org/drawingml/2006/main">
              <a:ext uri="{FF2B5EF4-FFF2-40B4-BE49-F238E27FC236}">
                <a16:creationId xmlns:a16="http://schemas.microsoft.com/office/drawing/2014/main" id="{C1EEE6CA-1ECD-4DA3-90C8-AFCA09761EB7}"/>
              </a:ext>
            </a:extLst>
          </p:cNvPr>
          <p:cNvSpPr>
            <a:spLocks xmlns:a="http://schemas.openxmlformats.org/drawingml/2006/main" noGrp="1"/>
          </p:cNvSpPr>
          <p:nvPr/>
        </p:nvSpPr>
        <p:spPr>
          <a:xfrm xmlns:a="http://schemas.openxmlformats.org/drawingml/2006/main">
            <a:off x="609600" y="3600450"/>
            <a:ext cx="4591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수동 단일 순회</a:t>
            </a:r>
          </a:p>
        </p:txBody>
      </p:sp>
      <p:sp>
        <p:nvSpPr>
          <p:cNvPr id="13" name="낮음">
            <a:extLst xmlns:a="http://schemas.openxmlformats.org/drawingml/2006/main">
              <a:ext uri="{FF2B5EF4-FFF2-40B4-BE49-F238E27FC236}">
                <a16:creationId xmlns:a16="http://schemas.microsoft.com/office/drawing/2014/main" id="{8B8E1853-E005-4452-8D12-E533462F17F0}"/>
              </a:ext>
            </a:extLst>
          </p:cNvPr>
          <p:cNvSpPr>
            <a:spLocks xmlns:a="http://schemas.openxmlformats.org/drawingml/2006/main" noGrp="1"/>
          </p:cNvSpPr>
          <p:nvPr/>
        </p:nvSpPr>
        <p:spPr>
          <a:xfrm xmlns:a="http://schemas.openxmlformats.org/drawingml/2006/main">
            <a:off x="5772150" y="3600450"/>
            <a:ext cx="2647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낮음</a:t>
            </a:r>
          </a:p>
        </p:txBody>
      </p:sp>
      <p:sp>
        <p:nvSpPr>
          <p:cNvPr id="14" name="훨씬 느림">
            <a:extLst xmlns:a="http://schemas.openxmlformats.org/drawingml/2006/main">
              <a:ext uri="{FF2B5EF4-FFF2-40B4-BE49-F238E27FC236}">
                <a16:creationId xmlns:a16="http://schemas.microsoft.com/office/drawing/2014/main" id="{ADF9035B-0FF0-4C00-8868-2C0CEF300579}"/>
              </a:ext>
            </a:extLst>
          </p:cNvPr>
          <p:cNvSpPr>
            <a:spLocks xmlns:a="http://schemas.openxmlformats.org/drawingml/2006/main" noGrp="1"/>
          </p:cNvSpPr>
          <p:nvPr/>
        </p:nvSpPr>
        <p:spPr>
          <a:xfrm xmlns:a="http://schemas.openxmlformats.org/drawingml/2006/main">
            <a:off x="8972550" y="36004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훨씬 느림</a:t>
            </a:r>
          </a:p>
        </p:txBody>
      </p:sp>
      <p:sp>
        <p:nvSpPr>
          <p:cNvPr id="15" name="">
            <a:extLst xmlns:a="http://schemas.openxmlformats.org/drawingml/2006/main">
              <a:ext uri="{FF2B5EF4-FFF2-40B4-BE49-F238E27FC236}">
                <a16:creationId xmlns:a16="http://schemas.microsoft.com/office/drawing/2014/main" id="{7BEE4F9B-4923-44A8-A184-E06521B10083}"/>
              </a:ext>
            </a:extLst>
          </p:cNvPr>
          <p:cNvSpPr>
            <a:spLocks xmlns:a="http://schemas.openxmlformats.org/drawingml/2006/main" noGrp="1"/>
          </p:cNvSpPr>
          <p:nvPr/>
        </p:nvSpPr>
        <p:spPr>
          <a:xfrm xmlns:a="http://schemas.openxmlformats.org/drawingml/2006/main">
            <a:off x="609600" y="4381500"/>
            <a:ext cx="109728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29978EFC-D5AC-4EE0-A4C3-9392B508A401}"/>
              </a:ext>
            </a:extLst>
          </p:cNvPr>
          <p:cNvSpPr>
            <a:spLocks xmlns:a="http://schemas.openxmlformats.org/drawingml/2006/main" noGrp="1"/>
          </p:cNvSpPr>
          <p:nvPr/>
        </p:nvSpPr>
        <p:spPr>
          <a:xfrm xmlns:a="http://schemas.openxmlformats.org/drawingml/2006/main">
            <a:off x="762000" y="4610100"/>
            <a:ext cx="4724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게 유지">
            <a:extLst xmlns:a="http://schemas.openxmlformats.org/drawingml/2006/main">
              <a:ext uri="{FF2B5EF4-FFF2-40B4-BE49-F238E27FC236}">
                <a16:creationId xmlns:a16="http://schemas.microsoft.com/office/drawing/2014/main" id="{76A5CEEE-2A72-4311-81FF-42F07144FE0C}"/>
              </a:ext>
            </a:extLst>
          </p:cNvPr>
          <p:cNvSpPr>
            <a:spLocks xmlns:a="http://schemas.openxmlformats.org/drawingml/2006/main" noGrp="1"/>
          </p:cNvSpPr>
          <p:nvPr/>
        </p:nvSpPr>
        <p:spPr>
          <a:xfrm xmlns:a="http://schemas.openxmlformats.org/drawingml/2006/main">
            <a:off x="5772150" y="4610100"/>
            <a:ext cx="2647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낮게 유지</a:t>
            </a:r>
          </a:p>
        </p:txBody>
      </p:sp>
      <p:sp>
        <p:nvSpPr>
          <p:cNvPr id="18" name="더 나음 → 선택">
            <a:extLst xmlns:a="http://schemas.openxmlformats.org/drawingml/2006/main">
              <a:ext uri="{FF2B5EF4-FFF2-40B4-BE49-F238E27FC236}">
                <a16:creationId xmlns:a16="http://schemas.microsoft.com/office/drawing/2014/main" id="{8748E9E3-5903-4169-8B72-FB7AA162FED3}"/>
              </a:ext>
            </a:extLst>
          </p:cNvPr>
          <p:cNvSpPr>
            <a:spLocks xmlns:a="http://schemas.openxmlformats.org/drawingml/2006/main" noGrp="1"/>
          </p:cNvSpPr>
          <p:nvPr/>
        </p:nvSpPr>
        <p:spPr>
          <a:xfrm xmlns:a="http://schemas.openxmlformats.org/drawingml/2006/main">
            <a:off x="8972550" y="4610100"/>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나음 → 선택</a:t>
            </a:r>
          </a:p>
        </p:txBody>
      </p:sp>
      <p:sp>
        <p:nvSpPr>
          <p:cNvPr id="19" name="Legacy module connection">
            <a:extLst xmlns:a="http://schemas.openxmlformats.org/drawingml/2006/main">
              <a:ext uri="{FF2B5EF4-FFF2-40B4-BE49-F238E27FC236}">
                <a16:creationId xmlns:a16="http://schemas.microsoft.com/office/drawing/2014/main" id="{1520E564-FC7D-4B46-B2AC-9FE1778E08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263403145"/>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C1E61B51-E164-4E2C-9490-1ACE53EFCF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47">
            <a:extLst xmlns:a="http://schemas.openxmlformats.org/drawingml/2006/main">
              <a:ext uri="{FF2B5EF4-FFF2-40B4-BE49-F238E27FC236}">
                <a16:creationId xmlns:a16="http://schemas.microsoft.com/office/drawing/2014/main" id="{2E7C821D-22C1-42F0-85E4-C51F1281376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Working Harness Success">
            <a:extLst xmlns:a="http://schemas.openxmlformats.org/drawingml/2006/main">
              <a:ext uri="{FF2B5EF4-FFF2-40B4-BE49-F238E27FC236}">
                <a16:creationId xmlns:a16="http://schemas.microsoft.com/office/drawing/2014/main" id="{DAE57498-8BE8-4758-A0FD-A526D757D1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Working Harness Success</a:t>
            </a:r>
          </a:p>
        </p:txBody>
      </p:sp>
      <p:sp>
        <p:nvSpPr>
          <p:cNvPr id="4" name="">
            <a:extLst xmlns:a="http://schemas.openxmlformats.org/drawingml/2006/main">
              <a:ext uri="{FF2B5EF4-FFF2-40B4-BE49-F238E27FC236}">
                <a16:creationId xmlns:a16="http://schemas.microsoft.com/office/drawing/2014/main" id="{B9D48DAB-4E1A-48A0-93D5-AFDFE6A102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8653307A-5D57-437C-818C-63873750D84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97A0E0A2-7710-4347-A383-AECE7EEF4A6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결과가 맞는지 확인하고, 같은 조건에서 비교했다">
            <a:extLst xmlns:a="http://schemas.openxmlformats.org/drawingml/2006/main">
              <a:ext uri="{FF2B5EF4-FFF2-40B4-BE49-F238E27FC236}">
                <a16:creationId xmlns:a16="http://schemas.microsoft.com/office/drawing/2014/main" id="{894F547C-ACB4-40DA-801E-00436F07DE8C}"/>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결과가 맞는지 확인하고, 같은 조건에서 비교했다</a:t>
            </a:r>
          </a:p>
        </p:txBody>
      </p:sp>
      <p:sp>
        <p:nvSpPr>
          <p:cNvPr id="8" name="실행 시간 중앙값">
            <a:extLst xmlns:a="http://schemas.openxmlformats.org/drawingml/2006/main">
              <a:ext uri="{FF2B5EF4-FFF2-40B4-BE49-F238E27FC236}">
                <a16:creationId xmlns:a16="http://schemas.microsoft.com/office/drawing/2014/main" id="{8C23CBBF-7545-48DC-B701-57EAC626B6F3}"/>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94E1A029-A009-4A38-80F1-AA43D74EADA8}"/>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9EA592AA-C322-40C6-AAA6-AD0082B9B392}"/>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5a1ce04252434f6c"/>
          </a:graphicData>
        </a:graphic>
      </p:graphicFrame>
      <p:sp>
        <p:nvSpPr>
          <p:cNvPr id="11" name="">
            <a:extLst xmlns:a="http://schemas.openxmlformats.org/drawingml/2006/main">
              <a:ext uri="{FF2B5EF4-FFF2-40B4-BE49-F238E27FC236}">
                <a16:creationId xmlns:a16="http://schemas.microsoft.com/office/drawing/2014/main" id="{C799B60C-A4D7-46A5-8C2F-8459CBE7ED7B}"/>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0624F568-B563-46DD-9FD2-CDA03F0430C0}"/>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16F20516-731C-4365-9EE5-9418FE823B92}"/>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624BAB57-9C16-4F18-8FDB-0084D3B355E8}"/>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1EDCF99E-E20A-4342-8347-66DCEF0FB4D0}"/>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DB1355EC-A8EC-447E-849D-C201DCE85437}"/>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0ED5CD91-18C2-4B7A-9223-C6730CAB4E56}"/>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6ED03D38-8852-4158-BCD0-6FD720231113}"/>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집중 테스트 1/1  ·  전체 11/11  ·  CLI  ·  입력·결과 guard">
            <a:extLst xmlns:a="http://schemas.openxmlformats.org/drawingml/2006/main">
              <a:ext uri="{FF2B5EF4-FFF2-40B4-BE49-F238E27FC236}">
                <a16:creationId xmlns:a16="http://schemas.microsoft.com/office/drawing/2014/main" id="{8D1D88B5-8A75-45EA-B665-DE0FDB6BC59C}"/>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집중 테스트 1/1  ·  전체 11/11  ·  CLI  ·  입력·결과 guard</a:t>
            </a:r>
          </a:p>
        </p:txBody>
      </p:sp>
      <p:sp>
        <p:nvSpPr>
          <p:cNvPr id="20" name="Legacy module connection">
            <a:extLst xmlns:a="http://schemas.openxmlformats.org/drawingml/2006/main">
              <a:ext uri="{FF2B5EF4-FFF2-40B4-BE49-F238E27FC236}">
                <a16:creationId xmlns:a16="http://schemas.microsoft.com/office/drawing/2014/main" id="{133546F2-354B-4FC3-A6F1-E3928DA08D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2000682513"/>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추가 구조의 필요성 점검">
            <a:extLst xmlns:a="http://schemas.openxmlformats.org/drawingml/2006/main">
              <a:ext uri="{FF2B5EF4-FFF2-40B4-BE49-F238E27FC236}">
                <a16:creationId xmlns:a16="http://schemas.microsoft.com/office/drawing/2014/main" id="{7930AB24-6867-4EEC-90FB-E14007506D5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추가 구조의 필요성 점검</a:t>
            </a:r>
          </a:p>
        </p:txBody>
      </p:sp>
      <p:sp>
        <p:nvSpPr>
          <p:cNvPr id="2" name="S48">
            <a:extLst xmlns:a="http://schemas.openxmlformats.org/drawingml/2006/main">
              <a:ext uri="{FF2B5EF4-FFF2-40B4-BE49-F238E27FC236}">
                <a16:creationId xmlns:a16="http://schemas.microsoft.com/office/drawing/2014/main" id="{15FDE114-E022-4000-95BE-52E352F77C4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이 작업에 Subagent가 필요했을까?">
            <a:extLst xmlns:a="http://schemas.openxmlformats.org/drawingml/2006/main">
              <a:ext uri="{FF2B5EF4-FFF2-40B4-BE49-F238E27FC236}">
                <a16:creationId xmlns:a16="http://schemas.microsoft.com/office/drawing/2014/main" id="{839CD7AF-EA7B-4726-8688-E568C98D1A8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작업에 Subagent가 필요했을까?</a:t>
            </a:r>
          </a:p>
        </p:txBody>
      </p:sp>
      <p:sp>
        <p:nvSpPr>
          <p:cNvPr id="4" name="">
            <a:extLst xmlns:a="http://schemas.openxmlformats.org/drawingml/2006/main">
              <a:ext uri="{FF2B5EF4-FFF2-40B4-BE49-F238E27FC236}">
                <a16:creationId xmlns:a16="http://schemas.microsoft.com/office/drawing/2014/main" id="{FB33EAFC-A410-4A15-84C2-93B33806B83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에 대한 판단과 교육용 작업 구조">
            <a:extLst xmlns:a="http://schemas.openxmlformats.org/drawingml/2006/main">
              <a:ext uri="{FF2B5EF4-FFF2-40B4-BE49-F238E27FC236}">
                <a16:creationId xmlns:a16="http://schemas.microsoft.com/office/drawing/2014/main" id="{DA2B4A33-1F18-4CA2-BE3E-A276FB99709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작업에 대한 판단과 교육용 작업 구조</a:t>
            </a:r>
          </a:p>
        </p:txBody>
      </p:sp>
      <p:sp>
        <p:nvSpPr>
          <p:cNvPr id="6" name="현재 사례에서 추가하지 않았다는 결과 · 일반적으로 Subagent가 불필요하다는 뜻은 아님">
            <a:extLst xmlns:a="http://schemas.openxmlformats.org/drawingml/2006/main">
              <a:ext uri="{FF2B5EF4-FFF2-40B4-BE49-F238E27FC236}">
                <a16:creationId xmlns:a16="http://schemas.microsoft.com/office/drawing/2014/main" id="{70E190A2-3ECA-48A5-9490-1343C72EBAB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사례에서 추가하지 않았다는 결과 · 일반적으로 Subagent가 불필요하다는 뜻은 아님</a:t>
            </a:r>
          </a:p>
        </p:txBody>
      </p:sp>
      <p:sp>
        <p:nvSpPr>
          <p:cNvPr id="7" name="">
            <a:extLst xmlns:a="http://schemas.openxmlformats.org/drawingml/2006/main">
              <a:ext uri="{FF2B5EF4-FFF2-40B4-BE49-F238E27FC236}">
                <a16:creationId xmlns:a16="http://schemas.microsoft.com/office/drawing/2014/main" id="{540C7A80-42B5-481F-BE6B-60EB2A9F487E}"/>
              </a:ext>
            </a:extLst>
          </p:cNvPr>
          <p:cNvSpPr>
            <a:spLocks xmlns:a="http://schemas.openxmlformats.org/drawingml/2006/main" noGrp="1"/>
          </p:cNvSpPr>
          <p:nvPr/>
        </p:nvSpPr>
        <p:spPr>
          <a:xfrm xmlns:a="http://schemas.openxmlformats.org/drawingml/2006/main">
            <a:off x="6096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조사">
            <a:extLst xmlns:a="http://schemas.openxmlformats.org/drawingml/2006/main">
              <a:ext uri="{FF2B5EF4-FFF2-40B4-BE49-F238E27FC236}">
                <a16:creationId xmlns:a16="http://schemas.microsoft.com/office/drawing/2014/main" id="{648C2EF1-9F41-4E26-950D-E658CC35A86E}"/>
              </a:ext>
            </a:extLst>
          </p:cNvPr>
          <p:cNvSpPr>
            <a:spLocks xmlns:a="http://schemas.openxmlformats.org/drawingml/2006/main" noGrp="1"/>
          </p:cNvSpPr>
          <p:nvPr/>
        </p:nvSpPr>
        <p:spPr>
          <a:xfrm xmlns:a="http://schemas.openxmlformats.org/drawingml/2006/main">
            <a:off x="6096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조사</a:t>
            </a:r>
          </a:p>
        </p:txBody>
      </p:sp>
      <p:sp>
        <p:nvSpPr>
          <p:cNvPr id="9" name="같은 성능 경로와&#10;계약을 확인">
            <a:extLst xmlns:a="http://schemas.openxmlformats.org/drawingml/2006/main">
              <a:ext uri="{FF2B5EF4-FFF2-40B4-BE49-F238E27FC236}">
                <a16:creationId xmlns:a16="http://schemas.microsoft.com/office/drawing/2014/main" id="{898B1504-A6F9-43BC-B370-C29470834F44}"/>
              </a:ext>
            </a:extLst>
          </p:cNvPr>
          <p:cNvSpPr>
            <a:spLocks xmlns:a="http://schemas.openxmlformats.org/drawingml/2006/main" noGrp="1"/>
          </p:cNvSpPr>
          <p:nvPr/>
        </p:nvSpPr>
        <p:spPr>
          <a:xfrm xmlns:a="http://schemas.openxmlformats.org/drawingml/2006/main">
            <a:off x="6096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같은 성능 경로와</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계약을 확인</a:t>
            </a:r>
          </a:p>
        </p:txBody>
      </p:sp>
      <p:sp>
        <p:nvSpPr>
          <p:cNvPr id="10" name="">
            <a:extLst xmlns:a="http://schemas.openxmlformats.org/drawingml/2006/main">
              <a:ext uri="{FF2B5EF4-FFF2-40B4-BE49-F238E27FC236}">
                <a16:creationId xmlns:a16="http://schemas.microsoft.com/office/drawing/2014/main" id="{3D3122E5-691C-4DA0-88D6-05E6B7337124}"/>
              </a:ext>
            </a:extLst>
          </p:cNvPr>
          <p:cNvSpPr>
            <a:spLocks xmlns:a="http://schemas.openxmlformats.org/drawingml/2006/main" noGrp="1"/>
          </p:cNvSpPr>
          <p:nvPr/>
        </p:nvSpPr>
        <p:spPr>
          <a:xfrm xmlns:a="http://schemas.openxmlformats.org/drawingml/2006/main">
            <a:off x="408622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75D10F3-1A24-408A-B24A-34946BF0CD57}"/>
              </a:ext>
            </a:extLst>
          </p:cNvPr>
          <p:cNvSpPr>
            <a:spLocks xmlns:a="http://schemas.openxmlformats.org/drawingml/2006/main" noGrp="1"/>
          </p:cNvSpPr>
          <p:nvPr/>
        </p:nvSpPr>
        <p:spPr>
          <a:xfrm xmlns:a="http://schemas.openxmlformats.org/drawingml/2006/main">
            <a:off x="440055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변경">
            <a:extLst xmlns:a="http://schemas.openxmlformats.org/drawingml/2006/main">
              <a:ext uri="{FF2B5EF4-FFF2-40B4-BE49-F238E27FC236}">
                <a16:creationId xmlns:a16="http://schemas.microsoft.com/office/drawing/2014/main" id="{33F18E9A-E93A-4AA8-AE4F-3CAE0A24C1DE}"/>
              </a:ext>
            </a:extLst>
          </p:cNvPr>
          <p:cNvSpPr>
            <a:spLocks xmlns:a="http://schemas.openxmlformats.org/drawingml/2006/main" noGrp="1"/>
          </p:cNvSpPr>
          <p:nvPr/>
        </p:nvSpPr>
        <p:spPr>
          <a:xfrm xmlns:a="http://schemas.openxmlformats.org/drawingml/2006/main">
            <a:off x="440055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변경</a:t>
            </a:r>
          </a:p>
        </p:txBody>
      </p:sp>
      <p:sp>
        <p:nvSpPr>
          <p:cNvPr id="13" name="조사 결과를 사용">
            <a:extLst xmlns:a="http://schemas.openxmlformats.org/drawingml/2006/main">
              <a:ext uri="{FF2B5EF4-FFF2-40B4-BE49-F238E27FC236}">
                <a16:creationId xmlns:a16="http://schemas.microsoft.com/office/drawing/2014/main" id="{216651F7-EA0B-491C-854B-360180B31419}"/>
              </a:ext>
            </a:extLst>
          </p:cNvPr>
          <p:cNvSpPr>
            <a:spLocks xmlns:a="http://schemas.openxmlformats.org/drawingml/2006/main" noGrp="1"/>
          </p:cNvSpPr>
          <p:nvPr/>
        </p:nvSpPr>
        <p:spPr>
          <a:xfrm xmlns:a="http://schemas.openxmlformats.org/drawingml/2006/main">
            <a:off x="440055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조사 결과를 사용</a:t>
            </a:r>
          </a:p>
        </p:txBody>
      </p:sp>
      <p:sp>
        <p:nvSpPr>
          <p:cNvPr id="14" name="">
            <a:extLst xmlns:a="http://schemas.openxmlformats.org/drawingml/2006/main">
              <a:ext uri="{FF2B5EF4-FFF2-40B4-BE49-F238E27FC236}">
                <a16:creationId xmlns:a16="http://schemas.microsoft.com/office/drawing/2014/main" id="{EE8CEB0A-CD9C-45D0-87FA-EE17BC7011F3}"/>
              </a:ext>
            </a:extLst>
          </p:cNvPr>
          <p:cNvSpPr>
            <a:spLocks xmlns:a="http://schemas.openxmlformats.org/drawingml/2006/main" noGrp="1"/>
          </p:cNvSpPr>
          <p:nvPr/>
        </p:nvSpPr>
        <p:spPr>
          <a:xfrm xmlns:a="http://schemas.openxmlformats.org/drawingml/2006/main">
            <a:off x="787717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40DA4CF-644E-4E42-A152-00DF8A4F5DA2}"/>
              </a:ext>
            </a:extLst>
          </p:cNvPr>
          <p:cNvSpPr>
            <a:spLocks xmlns:a="http://schemas.openxmlformats.org/drawingml/2006/main" noGrp="1"/>
          </p:cNvSpPr>
          <p:nvPr/>
        </p:nvSpPr>
        <p:spPr>
          <a:xfrm xmlns:a="http://schemas.openxmlformats.org/drawingml/2006/main">
            <a:off x="81915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DF8CA9EE-E16C-4EC8-ADDA-78D5FC5373E6}"/>
              </a:ext>
            </a:extLst>
          </p:cNvPr>
          <p:cNvSpPr>
            <a:spLocks xmlns:a="http://schemas.openxmlformats.org/drawingml/2006/main" noGrp="1"/>
          </p:cNvSpPr>
          <p:nvPr/>
        </p:nvSpPr>
        <p:spPr>
          <a:xfrm xmlns:a="http://schemas.openxmlformats.org/drawingml/2006/main">
            <a:off x="81915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검증</a:t>
            </a:r>
          </a:p>
        </p:txBody>
      </p:sp>
      <p:sp>
        <p:nvSpPr>
          <p:cNvPr id="17" name="변경 결과를 확인">
            <a:extLst xmlns:a="http://schemas.openxmlformats.org/drawingml/2006/main">
              <a:ext uri="{FF2B5EF4-FFF2-40B4-BE49-F238E27FC236}">
                <a16:creationId xmlns:a16="http://schemas.microsoft.com/office/drawing/2014/main" id="{7F3BD3AE-9644-4007-BAB7-87D8DB98970E}"/>
              </a:ext>
            </a:extLst>
          </p:cNvPr>
          <p:cNvSpPr>
            <a:spLocks xmlns:a="http://schemas.openxmlformats.org/drawingml/2006/main" noGrp="1"/>
          </p:cNvSpPr>
          <p:nvPr/>
        </p:nvSpPr>
        <p:spPr>
          <a:xfrm xmlns:a="http://schemas.openxmlformats.org/drawingml/2006/main">
            <a:off x="81915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 결과를 확인</a:t>
            </a:r>
          </a:p>
        </p:txBody>
      </p:sp>
      <p:sp>
        <p:nvSpPr>
          <p:cNvPr id="18" name="">
            <a:extLst xmlns:a="http://schemas.openxmlformats.org/drawingml/2006/main">
              <a:ext uri="{FF2B5EF4-FFF2-40B4-BE49-F238E27FC236}">
                <a16:creationId xmlns:a16="http://schemas.microsoft.com/office/drawing/2014/main" id="{B1AA4D11-F30C-409A-BE1B-C3B07A52FAFA}"/>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작업 독립성 낮음  ·  병렬 이득 제한적  ·  결과 통합 비용 존재">
            <a:extLst xmlns:a="http://schemas.openxmlformats.org/drawingml/2006/main">
              <a:ext uri="{FF2B5EF4-FFF2-40B4-BE49-F238E27FC236}">
                <a16:creationId xmlns:a16="http://schemas.microsoft.com/office/drawing/2014/main" id="{8739DA90-4E44-4B5E-A193-A6415F4C02AF}"/>
              </a:ext>
            </a:extLst>
          </p:cNvPr>
          <p:cNvSpPr>
            <a:spLocks xmlns:a="http://schemas.openxmlformats.org/drawingml/2006/main" noGrp="1"/>
          </p:cNvSpPr>
          <p:nvPr/>
        </p:nvSpPr>
        <p:spPr>
          <a:xfrm xmlns:a="http://schemas.openxmlformats.org/drawingml/2006/main">
            <a:off x="609600" y="4457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작업 독립성 낮음  ·  병렬 이득 제한적  ·  결과 통합 비용 존재</a:t>
            </a:r>
          </a:p>
        </p:txBody>
      </p:sp>
      <p:sp>
        <p:nvSpPr>
          <p:cNvPr id="20" name="이 Task에서는 Agent를 더 나눌 근거가 부족했다">
            <a:extLst xmlns:a="http://schemas.openxmlformats.org/drawingml/2006/main">
              <a:ext uri="{FF2B5EF4-FFF2-40B4-BE49-F238E27FC236}">
                <a16:creationId xmlns:a16="http://schemas.microsoft.com/office/drawing/2014/main" id="{403338F0-3B77-4364-BB62-DE8C364B5C3F}"/>
              </a:ext>
            </a:extLst>
          </p:cNvPr>
          <p:cNvSpPr>
            <a:spLocks xmlns:a="http://schemas.openxmlformats.org/drawingml/2006/main" noGrp="1"/>
          </p:cNvSpPr>
          <p:nvPr/>
        </p:nvSpPr>
        <p:spPr>
          <a:xfrm xmlns:a="http://schemas.openxmlformats.org/drawingml/2006/main">
            <a:off x="609600" y="5219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Task에서는 Agent를 더 나눌 근거가 부족했다</a:t>
            </a:r>
          </a:p>
        </p:txBody>
      </p:sp>
      <p:sp>
        <p:nvSpPr>
          <p:cNvPr id="21" name="Legacy module connection">
            <a:extLst xmlns:a="http://schemas.openxmlformats.org/drawingml/2006/main">
              <a:ext uri="{FF2B5EF4-FFF2-40B4-BE49-F238E27FC236}">
                <a16:creationId xmlns:a16="http://schemas.microsoft.com/office/drawing/2014/main" id="{F6E52C65-5DBC-4833-8276-51637B3A488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27851956"/>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독립 조사와 결과 통합">
            <a:extLst xmlns:a="http://schemas.openxmlformats.org/drawingml/2006/main">
              <a:ext uri="{FF2B5EF4-FFF2-40B4-BE49-F238E27FC236}">
                <a16:creationId xmlns:a16="http://schemas.microsoft.com/office/drawing/2014/main" id="{5F764CEB-D06E-4A40-AB0E-455A075E1BD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독립 조사와 결과 통합</a:t>
            </a:r>
          </a:p>
        </p:txBody>
      </p:sp>
      <p:sp>
        <p:nvSpPr>
          <p:cNvPr id="2" name="S49">
            <a:extLst xmlns:a="http://schemas.openxmlformats.org/drawingml/2006/main">
              <a:ext uri="{FF2B5EF4-FFF2-40B4-BE49-F238E27FC236}">
                <a16:creationId xmlns:a16="http://schemas.microsoft.com/office/drawing/2014/main" id="{0CC0214A-951A-4BC4-A6A9-E129C65DBC2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Subagent를 고려할 조건">
            <a:extLst xmlns:a="http://schemas.openxmlformats.org/drawingml/2006/main">
              <a:ext uri="{FF2B5EF4-FFF2-40B4-BE49-F238E27FC236}">
                <a16:creationId xmlns:a16="http://schemas.microsoft.com/office/drawing/2014/main" id="{6050C26D-0507-4BF2-A7F7-298AF812B1D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Subagent를 고려할 조건</a:t>
            </a:r>
          </a:p>
        </p:txBody>
      </p:sp>
      <p:sp>
        <p:nvSpPr>
          <p:cNvPr id="4" name="">
            <a:extLst xmlns:a="http://schemas.openxmlformats.org/drawingml/2006/main">
              <a:ext uri="{FF2B5EF4-FFF2-40B4-BE49-F238E27FC236}">
                <a16:creationId xmlns:a16="http://schemas.microsoft.com/office/drawing/2014/main" id="{43B8893D-3B42-4FDD-B1A6-2C786DFDDC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가정 · C++ Repository의 조사들이 실제로 독립적일 때">
            <a:extLst xmlns:a="http://schemas.openxmlformats.org/drawingml/2006/main">
              <a:ext uri="{FF2B5EF4-FFF2-40B4-BE49-F238E27FC236}">
                <a16:creationId xmlns:a16="http://schemas.microsoft.com/office/drawing/2014/main" id="{301E66C2-353A-422E-A09B-9CC4604489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가정 · C++ Repository의 조사들이 실제로 독립적일 때</a:t>
            </a:r>
          </a:p>
        </p:txBody>
      </p:sp>
      <p:sp>
        <p:nvSpPr>
          <p:cNvPr id="6" name="제품 실행 사례가 아님 · 작고 연결된 작업·Context 반복·큰 조정 비용이면 보류">
            <a:extLst xmlns:a="http://schemas.openxmlformats.org/drawingml/2006/main">
              <a:ext uri="{FF2B5EF4-FFF2-40B4-BE49-F238E27FC236}">
                <a16:creationId xmlns:a16="http://schemas.microsoft.com/office/drawing/2014/main" id="{319001B4-22AF-4112-8EC8-C5C8C4F15F5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실행 사례가 아님 · 작고 연결된 작업·Context 반복·큰 조정 비용이면 보류</a:t>
            </a:r>
          </a:p>
        </p:txBody>
      </p:sp>
      <p:sp>
        <p:nvSpPr>
          <p:cNvPr id="7" name="독립적으로 조사할 수 있는가?">
            <a:extLst xmlns:a="http://schemas.openxmlformats.org/drawingml/2006/main">
              <a:ext uri="{FF2B5EF4-FFF2-40B4-BE49-F238E27FC236}">
                <a16:creationId xmlns:a16="http://schemas.microsoft.com/office/drawing/2014/main" id="{BDA9E2A0-63A3-469E-9924-54C706D5E16A}"/>
              </a:ext>
            </a:extLst>
          </p:cNvPr>
          <p:cNvSpPr>
            <a:spLocks xmlns:a="http://schemas.openxmlformats.org/drawingml/2006/main" noGrp="1"/>
          </p:cNvSpPr>
          <p:nvPr/>
        </p:nvSpPr>
        <p:spPr>
          <a:xfrm xmlns:a="http://schemas.openxmlformats.org/drawingml/2006/main">
            <a:off x="609600" y="2181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독립적으로 조사할 수 있는가?</a:t>
            </a:r>
          </a:p>
        </p:txBody>
      </p:sp>
      <p:sp>
        <p:nvSpPr>
          <p:cNvPr id="8" name="">
            <a:extLst xmlns:a="http://schemas.openxmlformats.org/drawingml/2006/main">
              <a:ext uri="{FF2B5EF4-FFF2-40B4-BE49-F238E27FC236}">
                <a16:creationId xmlns:a16="http://schemas.microsoft.com/office/drawing/2014/main" id="{C70ED9BA-B28F-4B4F-BEFD-C48612A5C0E6}"/>
              </a:ext>
            </a:extLst>
          </p:cNvPr>
          <p:cNvSpPr>
            <a:spLocks xmlns:a="http://schemas.openxmlformats.org/drawingml/2006/main" noGrp="1"/>
          </p:cNvSpPr>
          <p:nvPr/>
        </p:nvSpPr>
        <p:spPr>
          <a:xfrm xmlns:a="http://schemas.openxmlformats.org/drawingml/2006/main">
            <a:off x="6096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성능 경로 조사">
            <a:extLst xmlns:a="http://schemas.openxmlformats.org/drawingml/2006/main">
              <a:ext uri="{FF2B5EF4-FFF2-40B4-BE49-F238E27FC236}">
                <a16:creationId xmlns:a16="http://schemas.microsoft.com/office/drawing/2014/main" id="{DB17780C-5A86-4CCB-9446-6CB301AE453B}"/>
              </a:ext>
            </a:extLst>
          </p:cNvPr>
          <p:cNvSpPr>
            <a:spLocks xmlns:a="http://schemas.openxmlformats.org/drawingml/2006/main" noGrp="1"/>
          </p:cNvSpPr>
          <p:nvPr/>
        </p:nvSpPr>
        <p:spPr>
          <a:xfrm xmlns:a="http://schemas.openxmlformats.org/drawingml/2006/main">
            <a:off x="6096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성능 경로 조사</a:t>
            </a:r>
          </a:p>
        </p:txBody>
      </p:sp>
      <p:sp>
        <p:nvSpPr>
          <p:cNvPr id="10" name="가정: 다른 조사 결과를&#10;기다리지 않고 진행 가능">
            <a:extLst xmlns:a="http://schemas.openxmlformats.org/drawingml/2006/main">
              <a:ext uri="{FF2B5EF4-FFF2-40B4-BE49-F238E27FC236}">
                <a16:creationId xmlns:a16="http://schemas.microsoft.com/office/drawing/2014/main" id="{0B39591A-661F-4268-A972-E298F4E95F55}"/>
              </a:ext>
            </a:extLst>
          </p:cNvPr>
          <p:cNvSpPr>
            <a:spLocks xmlns:a="http://schemas.openxmlformats.org/drawingml/2006/main" noGrp="1"/>
          </p:cNvSpPr>
          <p:nvPr/>
        </p:nvSpPr>
        <p:spPr>
          <a:xfrm xmlns:a="http://schemas.openxmlformats.org/drawingml/2006/main">
            <a:off x="6096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1" name="">
            <a:extLst xmlns:a="http://schemas.openxmlformats.org/drawingml/2006/main">
              <a:ext uri="{FF2B5EF4-FFF2-40B4-BE49-F238E27FC236}">
                <a16:creationId xmlns:a16="http://schemas.microsoft.com/office/drawing/2014/main" id="{06E7B949-8DAC-48D2-97D3-F45D1BDD93BC}"/>
              </a:ext>
            </a:extLst>
          </p:cNvPr>
          <p:cNvSpPr>
            <a:spLocks xmlns:a="http://schemas.openxmlformats.org/drawingml/2006/main" noGrp="1"/>
          </p:cNvSpPr>
          <p:nvPr/>
        </p:nvSpPr>
        <p:spPr>
          <a:xfrm xmlns:a="http://schemas.openxmlformats.org/drawingml/2006/main">
            <a:off x="43434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빌드 환경 조사">
            <a:extLst xmlns:a="http://schemas.openxmlformats.org/drawingml/2006/main">
              <a:ext uri="{FF2B5EF4-FFF2-40B4-BE49-F238E27FC236}">
                <a16:creationId xmlns:a16="http://schemas.microsoft.com/office/drawing/2014/main" id="{0076BC70-4881-49D9-9FFB-2BE9F236A76F}"/>
              </a:ext>
            </a:extLst>
          </p:cNvPr>
          <p:cNvSpPr>
            <a:spLocks xmlns:a="http://schemas.openxmlformats.org/drawingml/2006/main" noGrp="1"/>
          </p:cNvSpPr>
          <p:nvPr/>
        </p:nvSpPr>
        <p:spPr>
          <a:xfrm xmlns:a="http://schemas.openxmlformats.org/drawingml/2006/main">
            <a:off x="43434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빌드 환경 조사</a:t>
            </a:r>
          </a:p>
        </p:txBody>
      </p:sp>
      <p:sp>
        <p:nvSpPr>
          <p:cNvPr id="13" name="가정: 다른 조사 결과를&#10;기다리지 않고 진행 가능">
            <a:extLst xmlns:a="http://schemas.openxmlformats.org/drawingml/2006/main">
              <a:ext uri="{FF2B5EF4-FFF2-40B4-BE49-F238E27FC236}">
                <a16:creationId xmlns:a16="http://schemas.microsoft.com/office/drawing/2014/main" id="{63CB8409-C74D-4CEA-B28E-DCC1048E2EEA}"/>
              </a:ext>
            </a:extLst>
          </p:cNvPr>
          <p:cNvSpPr>
            <a:spLocks xmlns:a="http://schemas.openxmlformats.org/drawingml/2006/main" noGrp="1"/>
          </p:cNvSpPr>
          <p:nvPr/>
        </p:nvSpPr>
        <p:spPr>
          <a:xfrm xmlns:a="http://schemas.openxmlformats.org/drawingml/2006/main">
            <a:off x="43434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4" name="">
            <a:extLst xmlns:a="http://schemas.openxmlformats.org/drawingml/2006/main">
              <a:ext uri="{FF2B5EF4-FFF2-40B4-BE49-F238E27FC236}">
                <a16:creationId xmlns:a16="http://schemas.microsoft.com/office/drawing/2014/main" id="{42F9D582-CAAC-4128-B5EF-02C60450D2DF}"/>
              </a:ext>
            </a:extLst>
          </p:cNvPr>
          <p:cNvSpPr>
            <a:spLocks xmlns:a="http://schemas.openxmlformats.org/drawingml/2006/main" noGrp="1"/>
          </p:cNvSpPr>
          <p:nvPr/>
        </p:nvSpPr>
        <p:spPr>
          <a:xfrm xmlns:a="http://schemas.openxmlformats.org/drawingml/2006/main">
            <a:off x="80772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테스트 구조 조사">
            <a:extLst xmlns:a="http://schemas.openxmlformats.org/drawingml/2006/main">
              <a:ext uri="{FF2B5EF4-FFF2-40B4-BE49-F238E27FC236}">
                <a16:creationId xmlns:a16="http://schemas.microsoft.com/office/drawing/2014/main" id="{98EECB28-040E-4AB1-B7E2-D37A7341118C}"/>
              </a:ext>
            </a:extLst>
          </p:cNvPr>
          <p:cNvSpPr>
            <a:spLocks xmlns:a="http://schemas.openxmlformats.org/drawingml/2006/main" noGrp="1"/>
          </p:cNvSpPr>
          <p:nvPr/>
        </p:nvSpPr>
        <p:spPr>
          <a:xfrm xmlns:a="http://schemas.openxmlformats.org/drawingml/2006/main">
            <a:off x="80772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구조 조사</a:t>
            </a:r>
          </a:p>
        </p:txBody>
      </p:sp>
      <p:sp>
        <p:nvSpPr>
          <p:cNvPr id="16" name="가정: 다른 조사 결과를&#10;기다리지 않고 진행 가능">
            <a:extLst xmlns:a="http://schemas.openxmlformats.org/drawingml/2006/main">
              <a:ext uri="{FF2B5EF4-FFF2-40B4-BE49-F238E27FC236}">
                <a16:creationId xmlns:a16="http://schemas.microsoft.com/office/drawing/2014/main" id="{7128BD6A-F3F3-47E9-99D2-A6498BFA55EF}"/>
              </a:ext>
            </a:extLst>
          </p:cNvPr>
          <p:cNvSpPr>
            <a:spLocks xmlns:a="http://schemas.openxmlformats.org/drawingml/2006/main" noGrp="1"/>
          </p:cNvSpPr>
          <p:nvPr/>
        </p:nvSpPr>
        <p:spPr>
          <a:xfrm xmlns:a="http://schemas.openxmlformats.org/drawingml/2006/main">
            <a:off x="80772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7" name="↓">
            <a:extLst xmlns:a="http://schemas.openxmlformats.org/drawingml/2006/main">
              <a:ext uri="{FF2B5EF4-FFF2-40B4-BE49-F238E27FC236}">
                <a16:creationId xmlns:a16="http://schemas.microsoft.com/office/drawing/2014/main" id="{F89BFF18-3020-49A2-A02F-3E93F5828A66}"/>
              </a:ext>
            </a:extLst>
          </p:cNvPr>
          <p:cNvSpPr>
            <a:spLocks xmlns:a="http://schemas.openxmlformats.org/drawingml/2006/main" noGrp="1"/>
          </p:cNvSpPr>
          <p:nvPr/>
        </p:nvSpPr>
        <p:spPr>
          <a:xfrm xmlns:a="http://schemas.openxmlformats.org/drawingml/2006/main">
            <a:off x="20193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E09C8522-E186-4ADB-8306-E2550F995544}"/>
              </a:ext>
            </a:extLst>
          </p:cNvPr>
          <p:cNvSpPr>
            <a:spLocks xmlns:a="http://schemas.openxmlformats.org/drawingml/2006/main" noGrp="1"/>
          </p:cNvSpPr>
          <p:nvPr/>
        </p:nvSpPr>
        <p:spPr>
          <a:xfrm xmlns:a="http://schemas.openxmlformats.org/drawingml/2006/main">
            <a:off x="57531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9" name="↓">
            <a:extLst xmlns:a="http://schemas.openxmlformats.org/drawingml/2006/main">
              <a:ext uri="{FF2B5EF4-FFF2-40B4-BE49-F238E27FC236}">
                <a16:creationId xmlns:a16="http://schemas.microsoft.com/office/drawing/2014/main" id="{07CB8D9B-D349-4336-A674-14749A187C73}"/>
              </a:ext>
            </a:extLst>
          </p:cNvPr>
          <p:cNvSpPr>
            <a:spLocks xmlns:a="http://schemas.openxmlformats.org/drawingml/2006/main" noGrp="1"/>
          </p:cNvSpPr>
          <p:nvPr/>
        </p:nvSpPr>
        <p:spPr>
          <a:xfrm xmlns:a="http://schemas.openxmlformats.org/drawingml/2006/main">
            <a:off x="94869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E98B9E4B-ACB1-4CD8-B834-4C6EED538D14}"/>
              </a:ext>
            </a:extLst>
          </p:cNvPr>
          <p:cNvSpPr>
            <a:spLocks xmlns:a="http://schemas.openxmlformats.org/drawingml/2006/main" noGrp="1"/>
          </p:cNvSpPr>
          <p:nvPr/>
        </p:nvSpPr>
        <p:spPr>
          <a:xfrm xmlns:a="http://schemas.openxmlformats.org/drawingml/2006/main">
            <a:off x="609600" y="5133975"/>
            <a:ext cx="10972800" cy="4857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시작 전에 정할 것: 결과 형식 · 전달 지점 · 합칠 책임">
            <a:extLst xmlns:a="http://schemas.openxmlformats.org/drawingml/2006/main">
              <a:ext uri="{FF2B5EF4-FFF2-40B4-BE49-F238E27FC236}">
                <a16:creationId xmlns:a16="http://schemas.microsoft.com/office/drawing/2014/main" id="{0377B52C-B8A8-424A-8C11-04D2D11DFF5F}"/>
              </a:ext>
            </a:extLst>
          </p:cNvPr>
          <p:cNvSpPr>
            <a:spLocks xmlns:a="http://schemas.openxmlformats.org/drawingml/2006/main" noGrp="1"/>
          </p:cNvSpPr>
          <p:nvPr/>
        </p:nvSpPr>
        <p:spPr>
          <a:xfrm xmlns:a="http://schemas.openxmlformats.org/drawingml/2006/main">
            <a:off x="819150" y="5200650"/>
            <a:ext cx="10553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시작 전에 정할 것: 결과 형식 · 전달 지점 · 합칠 책임</a:t>
            </a:r>
          </a:p>
        </p:txBody>
      </p:sp>
      <p:sp>
        <p:nvSpPr>
          <p:cNvPr id="22" name="Legacy module connection">
            <a:extLst xmlns:a="http://schemas.openxmlformats.org/drawingml/2006/main">
              <a:ext uri="{FF2B5EF4-FFF2-40B4-BE49-F238E27FC236}">
                <a16:creationId xmlns:a16="http://schemas.microsoft.com/office/drawing/2014/main" id="{03D4B589-191C-4E9A-89BE-5FA2D947443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96413464"/>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별도 지식 보존의 필요성 점검">
            <a:extLst xmlns:a="http://schemas.openxmlformats.org/drawingml/2006/main">
              <a:ext uri="{FF2B5EF4-FFF2-40B4-BE49-F238E27FC236}">
                <a16:creationId xmlns:a16="http://schemas.microsoft.com/office/drawing/2014/main" id="{4A031641-5DEB-4A3D-B59F-3B0AED28D86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별도 지식 보존의 필요성 점검</a:t>
            </a:r>
          </a:p>
        </p:txBody>
      </p:sp>
      <p:sp>
        <p:nvSpPr>
          <p:cNvPr id="2" name="S50">
            <a:extLst xmlns:a="http://schemas.openxmlformats.org/drawingml/2006/main">
              <a:ext uri="{FF2B5EF4-FFF2-40B4-BE49-F238E27FC236}">
                <a16:creationId xmlns:a16="http://schemas.microsoft.com/office/drawing/2014/main" id="{F67316AF-A765-40C0-B61A-26EEF5E696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무엇이 다시 찾기 어려운 지식인가?">
            <a:extLst xmlns:a="http://schemas.openxmlformats.org/drawingml/2006/main">
              <a:ext uri="{FF2B5EF4-FFF2-40B4-BE49-F238E27FC236}">
                <a16:creationId xmlns:a16="http://schemas.microsoft.com/office/drawing/2014/main" id="{0987EB2D-D6C5-4E74-8054-4E5FF23197A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무엇이 다시 찾기 어려운 지식인가?</a:t>
            </a:r>
          </a:p>
        </p:txBody>
      </p:sp>
      <p:sp>
        <p:nvSpPr>
          <p:cNvPr id="4" name="">
            <a:extLst xmlns:a="http://schemas.openxmlformats.org/drawingml/2006/main">
              <a:ext uri="{FF2B5EF4-FFF2-40B4-BE49-F238E27FC236}">
                <a16:creationId xmlns:a16="http://schemas.microsoft.com/office/drawing/2014/main" id="{161F3C15-7BD9-4F58-B30F-F937F5182D2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현재 Demo Repository의 지식 분류와 Memory 후보 점검">
            <a:extLst xmlns:a="http://schemas.openxmlformats.org/drawingml/2006/main">
              <a:ext uri="{FF2B5EF4-FFF2-40B4-BE49-F238E27FC236}">
                <a16:creationId xmlns:a16="http://schemas.microsoft.com/office/drawing/2014/main" id="{FA385371-1D0F-4B92-A0D9-3A7C33B8E4C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현재 Demo Repository의 지식 분류와 Memory 후보 점검</a:t>
            </a:r>
          </a:p>
        </p:txBody>
      </p:sp>
      <p:sp>
        <p:nvSpPr>
          <p:cNvPr id="6" name="별도 Memory로 남길 지속적 지식 후보는 찾지 못함 · 제품 Memory 동작 주장은 아님">
            <a:extLst xmlns:a="http://schemas.openxmlformats.org/drawingml/2006/main">
              <a:ext uri="{FF2B5EF4-FFF2-40B4-BE49-F238E27FC236}">
                <a16:creationId xmlns:a16="http://schemas.microsoft.com/office/drawing/2014/main" id="{DE132605-0F13-480A-B989-70ED6095AA3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Memory로 남길 지속적 지식 후보는 찾지 못함 · 제품 Memory 동작 주장은 아님</a:t>
            </a:r>
          </a:p>
        </p:txBody>
      </p:sp>
      <p:sp>
        <p:nvSpPr>
          <p:cNvPr id="7" name="이번 사례에서는&#10;별도 Memory 후보를 찾지 못했다">
            <a:extLst xmlns:a="http://schemas.openxmlformats.org/drawingml/2006/main">
              <a:ext uri="{FF2B5EF4-FFF2-40B4-BE49-F238E27FC236}">
                <a16:creationId xmlns:a16="http://schemas.microsoft.com/office/drawing/2014/main" id="{29F75C70-034F-4981-B23B-04EEA0B840B5}"/>
              </a:ext>
            </a:extLst>
          </p:cNvPr>
          <p:cNvSpPr>
            <a:spLocks xmlns:a="http://schemas.openxmlformats.org/drawingml/2006/main" noGrp="1"/>
          </p:cNvSpPr>
          <p:nvPr/>
        </p:nvSpPr>
        <p:spPr>
          <a:xfrm xmlns:a="http://schemas.openxmlformats.org/drawingml/2006/main">
            <a:off x="609600" y="1914525"/>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사례에서는</a:t>
            </a:r>
          </a:p>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별도 Memory 후보를 찾지 못했다</a:t>
            </a:r>
          </a:p>
        </p:txBody>
      </p:sp>
      <p:sp>
        <p:nvSpPr>
          <p:cNvPr id="8" name="">
            <a:extLst xmlns:a="http://schemas.openxmlformats.org/drawingml/2006/main">
              <a:ext uri="{FF2B5EF4-FFF2-40B4-BE49-F238E27FC236}">
                <a16:creationId xmlns:a16="http://schemas.microsoft.com/office/drawing/2014/main" id="{45E22F0C-EAE5-4762-B6B4-6285AF00FB4F}"/>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crop은 끝 열을 제외한다">
            <a:extLst xmlns:a="http://schemas.openxmlformats.org/drawingml/2006/main">
              <a:ext uri="{FF2B5EF4-FFF2-40B4-BE49-F238E27FC236}">
                <a16:creationId xmlns:a16="http://schemas.microsoft.com/office/drawing/2014/main" id="{3CB363F5-FBD1-4EE8-87E5-25ED8BD990FC}"/>
              </a:ext>
            </a:extLst>
          </p:cNvPr>
          <p:cNvSpPr>
            <a:spLocks xmlns:a="http://schemas.openxmlformats.org/drawingml/2006/main" noGrp="1"/>
          </p:cNvSpPr>
          <p:nvPr/>
        </p:nvSpPr>
        <p:spPr>
          <a:xfrm xmlns:a="http://schemas.openxmlformats.org/drawingml/2006/main">
            <a:off x="609600" y="313372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crop은 끝 열을 제외한다</a:t>
            </a:r>
          </a:p>
        </p:txBody>
      </p:sp>
      <p:sp>
        <p:nvSpPr>
          <p:cNvPr id="10" name="">
            <a:extLst xmlns:a="http://schemas.openxmlformats.org/drawingml/2006/main">
              <a:ext uri="{FF2B5EF4-FFF2-40B4-BE49-F238E27FC236}">
                <a16:creationId xmlns:a16="http://schemas.microsoft.com/office/drawing/2014/main" id="{0834792C-E266-4A04-A7FA-161D2E16945F}"/>
              </a:ext>
            </a:extLst>
          </p:cNvPr>
          <p:cNvSpPr>
            <a:spLocks xmlns:a="http://schemas.openxmlformats.org/drawingml/2006/main" noGrp="1"/>
          </p:cNvSpPr>
          <p:nvPr/>
        </p:nvSpPr>
        <p:spPr>
          <a:xfrm xmlns:a="http://schemas.openxmlformats.org/drawingml/2006/main">
            <a:off x="5895975" y="322897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코드 · image-contracts.md">
            <a:extLst xmlns:a="http://schemas.openxmlformats.org/drawingml/2006/main">
              <a:ext uri="{FF2B5EF4-FFF2-40B4-BE49-F238E27FC236}">
                <a16:creationId xmlns:a16="http://schemas.microsoft.com/office/drawing/2014/main" id="{C9B027E0-6C6F-4D1E-9641-4E173790EE2E}"/>
              </a:ext>
            </a:extLst>
          </p:cNvPr>
          <p:cNvSpPr>
            <a:spLocks xmlns:a="http://schemas.openxmlformats.org/drawingml/2006/main" noGrp="1"/>
          </p:cNvSpPr>
          <p:nvPr/>
        </p:nvSpPr>
        <p:spPr>
          <a:xfrm xmlns:a="http://schemas.openxmlformats.org/drawingml/2006/main">
            <a:off x="6705600" y="31337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 · image-contracts.md</a:t>
            </a:r>
          </a:p>
        </p:txBody>
      </p:sp>
      <p:sp>
        <p:nvSpPr>
          <p:cNvPr id="12" name="">
            <a:extLst xmlns:a="http://schemas.openxmlformats.org/drawingml/2006/main">
              <a:ext uri="{FF2B5EF4-FFF2-40B4-BE49-F238E27FC236}">
                <a16:creationId xmlns:a16="http://schemas.microsoft.com/office/drawing/2014/main" id="{62C04F31-E9C6-4E89-BF4D-C744F7519991}"/>
              </a:ext>
            </a:extLst>
          </p:cNvPr>
          <p:cNvSpPr>
            <a:spLocks xmlns:a="http://schemas.openxmlformats.org/drawingml/2006/main" noGrp="1"/>
          </p:cNvSpPr>
          <p:nvPr/>
        </p:nvSpPr>
        <p:spPr>
          <a:xfrm xmlns:a="http://schemas.openxmlformats.org/drawingml/2006/main">
            <a:off x="609600" y="3581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모듈은 어떤 순서로 이어지나">
            <a:extLst xmlns:a="http://schemas.openxmlformats.org/drawingml/2006/main">
              <a:ext uri="{FF2B5EF4-FFF2-40B4-BE49-F238E27FC236}">
                <a16:creationId xmlns:a16="http://schemas.microsoft.com/office/drawing/2014/main" id="{093398B1-8246-460A-8000-BE8C19B6133B}"/>
              </a:ext>
            </a:extLst>
          </p:cNvPr>
          <p:cNvSpPr>
            <a:spLocks xmlns:a="http://schemas.openxmlformats.org/drawingml/2006/main" noGrp="1"/>
          </p:cNvSpPr>
          <p:nvPr/>
        </p:nvSpPr>
        <p:spPr>
          <a:xfrm xmlns:a="http://schemas.openxmlformats.org/drawingml/2006/main">
            <a:off x="609600" y="367665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모듈은 어떤 순서로 이어지나</a:t>
            </a:r>
          </a:p>
        </p:txBody>
      </p:sp>
      <p:sp>
        <p:nvSpPr>
          <p:cNvPr id="14" name="">
            <a:extLst xmlns:a="http://schemas.openxmlformats.org/drawingml/2006/main">
              <a:ext uri="{FF2B5EF4-FFF2-40B4-BE49-F238E27FC236}">
                <a16:creationId xmlns:a16="http://schemas.microsoft.com/office/drawing/2014/main" id="{F3A911C0-B52A-495B-B86F-65FF6A5D1587}"/>
              </a:ext>
            </a:extLst>
          </p:cNvPr>
          <p:cNvSpPr>
            <a:spLocks xmlns:a="http://schemas.openxmlformats.org/drawingml/2006/main" noGrp="1"/>
          </p:cNvSpPr>
          <p:nvPr/>
        </p:nvSpPr>
        <p:spPr>
          <a:xfrm xmlns:a="http://schemas.openxmlformats.org/drawingml/2006/main">
            <a:off x="5895975" y="377190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architecture.md">
            <a:extLst xmlns:a="http://schemas.openxmlformats.org/drawingml/2006/main">
              <a:ext uri="{FF2B5EF4-FFF2-40B4-BE49-F238E27FC236}">
                <a16:creationId xmlns:a16="http://schemas.microsoft.com/office/drawing/2014/main" id="{9A93548A-0FE9-4734-A50C-71D375F52A3C}"/>
              </a:ext>
            </a:extLst>
          </p:cNvPr>
          <p:cNvSpPr>
            <a:spLocks xmlns:a="http://schemas.openxmlformats.org/drawingml/2006/main" noGrp="1"/>
          </p:cNvSpPr>
          <p:nvPr/>
        </p:nvSpPr>
        <p:spPr>
          <a:xfrm xmlns:a="http://schemas.openxmlformats.org/drawingml/2006/main">
            <a:off x="6705600" y="36766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architecture.md</a:t>
            </a:r>
          </a:p>
        </p:txBody>
      </p:sp>
      <p:sp>
        <p:nvSpPr>
          <p:cNvPr id="16" name="">
            <a:extLst xmlns:a="http://schemas.openxmlformats.org/drawingml/2006/main">
              <a:ext uri="{FF2B5EF4-FFF2-40B4-BE49-F238E27FC236}">
                <a16:creationId xmlns:a16="http://schemas.microsoft.com/office/drawing/2014/main" id="{296C70A0-42B3-448D-9393-D1266A446B00}"/>
              </a:ext>
            </a:extLst>
          </p:cNvPr>
          <p:cNvSpPr>
            <a:spLocks xmlns:a="http://schemas.openxmlformats.org/drawingml/2006/main" noGrp="1"/>
          </p:cNvSpPr>
          <p:nvPr/>
        </p:nvSpPr>
        <p:spPr>
          <a:xfrm xmlns:a="http://schemas.openxmlformats.org/drawingml/2006/main">
            <a:off x="609600" y="4124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성능을 어떻게 조사하고 확인하나">
            <a:extLst xmlns:a="http://schemas.openxmlformats.org/drawingml/2006/main">
              <a:ext uri="{FF2B5EF4-FFF2-40B4-BE49-F238E27FC236}">
                <a16:creationId xmlns:a16="http://schemas.microsoft.com/office/drawing/2014/main" id="{F8B36A52-E8A3-4282-BD79-886D66C5DF5E}"/>
              </a:ext>
            </a:extLst>
          </p:cNvPr>
          <p:cNvSpPr>
            <a:spLocks xmlns:a="http://schemas.openxmlformats.org/drawingml/2006/main" noGrp="1"/>
          </p:cNvSpPr>
          <p:nvPr/>
        </p:nvSpPr>
        <p:spPr>
          <a:xfrm xmlns:a="http://schemas.openxmlformats.org/drawingml/2006/main">
            <a:off x="609600" y="421957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성능을 어떻게 조사하고 확인하나</a:t>
            </a:r>
          </a:p>
        </p:txBody>
      </p:sp>
      <p:sp>
        <p:nvSpPr>
          <p:cNvPr id="18" name="">
            <a:extLst xmlns:a="http://schemas.openxmlformats.org/drawingml/2006/main">
              <a:ext uri="{FF2B5EF4-FFF2-40B4-BE49-F238E27FC236}">
                <a16:creationId xmlns:a16="http://schemas.microsoft.com/office/drawing/2014/main" id="{242337F2-0A2F-45CE-9BEF-379215F1FB08}"/>
              </a:ext>
            </a:extLst>
          </p:cNvPr>
          <p:cNvSpPr>
            <a:spLocks xmlns:a="http://schemas.openxmlformats.org/drawingml/2006/main" noGrp="1"/>
          </p:cNvSpPr>
          <p:nvPr/>
        </p:nvSpPr>
        <p:spPr>
          <a:xfrm xmlns:a="http://schemas.openxmlformats.org/drawingml/2006/main">
            <a:off x="5895975" y="431482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Repository Skill">
            <a:extLst xmlns:a="http://schemas.openxmlformats.org/drawingml/2006/main">
              <a:ext uri="{FF2B5EF4-FFF2-40B4-BE49-F238E27FC236}">
                <a16:creationId xmlns:a16="http://schemas.microsoft.com/office/drawing/2014/main" id="{5E09AAC5-3F50-4660-81E8-7D8D89BDB7FA}"/>
              </a:ext>
            </a:extLst>
          </p:cNvPr>
          <p:cNvSpPr>
            <a:spLocks xmlns:a="http://schemas.openxmlformats.org/drawingml/2006/main" noGrp="1"/>
          </p:cNvSpPr>
          <p:nvPr/>
        </p:nvSpPr>
        <p:spPr>
          <a:xfrm xmlns:a="http://schemas.openxmlformats.org/drawingml/2006/main">
            <a:off x="6705600" y="421957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Repository Skill</a:t>
            </a:r>
          </a:p>
        </p:txBody>
      </p:sp>
      <p:sp>
        <p:nvSpPr>
          <p:cNvPr id="20" name="">
            <a:extLst xmlns:a="http://schemas.openxmlformats.org/drawingml/2006/main">
              <a:ext uri="{FF2B5EF4-FFF2-40B4-BE49-F238E27FC236}">
                <a16:creationId xmlns:a16="http://schemas.microsoft.com/office/drawing/2014/main" id="{2B872BBC-CCDB-4ADE-BC6A-4326C7E4BA91}"/>
              </a:ext>
            </a:extLst>
          </p:cNvPr>
          <p:cNvSpPr>
            <a:spLocks xmlns:a="http://schemas.openxmlformats.org/drawingml/2006/main" noGrp="1"/>
          </p:cNvSpPr>
          <p:nvPr/>
        </p:nvSpPr>
        <p:spPr>
          <a:xfrm xmlns:a="http://schemas.openxmlformats.org/drawingml/2006/main">
            <a:off x="609600" y="4667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이번 실행에서 무엇을 측정했나">
            <a:extLst xmlns:a="http://schemas.openxmlformats.org/drawingml/2006/main">
              <a:ext uri="{FF2B5EF4-FFF2-40B4-BE49-F238E27FC236}">
                <a16:creationId xmlns:a16="http://schemas.microsoft.com/office/drawing/2014/main" id="{9C4D59B2-2F65-4DAA-B99D-2F2B0D1BCB35}"/>
              </a:ext>
            </a:extLst>
          </p:cNvPr>
          <p:cNvSpPr>
            <a:spLocks xmlns:a="http://schemas.openxmlformats.org/drawingml/2006/main" noGrp="1"/>
          </p:cNvSpPr>
          <p:nvPr/>
        </p:nvSpPr>
        <p:spPr>
          <a:xfrm xmlns:a="http://schemas.openxmlformats.org/drawingml/2006/main">
            <a:off x="609600" y="476250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실행에서 무엇을 측정했나</a:t>
            </a:r>
          </a:p>
        </p:txBody>
      </p:sp>
      <p:sp>
        <p:nvSpPr>
          <p:cNvPr id="22" name="">
            <a:extLst xmlns:a="http://schemas.openxmlformats.org/drawingml/2006/main">
              <a:ext uri="{FF2B5EF4-FFF2-40B4-BE49-F238E27FC236}">
                <a16:creationId xmlns:a16="http://schemas.microsoft.com/office/drawing/2014/main" id="{5B2364DE-9ACE-4330-B92B-5F0133711032}"/>
              </a:ext>
            </a:extLst>
          </p:cNvPr>
          <p:cNvSpPr>
            <a:spLocks xmlns:a="http://schemas.openxmlformats.org/drawingml/2006/main" noGrp="1"/>
          </p:cNvSpPr>
          <p:nvPr/>
        </p:nvSpPr>
        <p:spPr>
          <a:xfrm xmlns:a="http://schemas.openxmlformats.org/drawingml/2006/main">
            <a:off x="5895975" y="485775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날짜가 있는 Trial 기록 · Git 이력">
            <a:extLst xmlns:a="http://schemas.openxmlformats.org/drawingml/2006/main">
              <a:ext uri="{FF2B5EF4-FFF2-40B4-BE49-F238E27FC236}">
                <a16:creationId xmlns:a16="http://schemas.microsoft.com/office/drawing/2014/main" id="{B44DDB8B-FD94-4EEA-892D-0952C085F8F9}"/>
              </a:ext>
            </a:extLst>
          </p:cNvPr>
          <p:cNvSpPr>
            <a:spLocks xmlns:a="http://schemas.openxmlformats.org/drawingml/2006/main" noGrp="1"/>
          </p:cNvSpPr>
          <p:nvPr/>
        </p:nvSpPr>
        <p:spPr>
          <a:xfrm xmlns:a="http://schemas.openxmlformats.org/drawingml/2006/main">
            <a:off x="6705600" y="47625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날짜가 있는 Trial 기록 · Git 이력</a:t>
            </a:r>
          </a:p>
        </p:txBody>
      </p:sp>
      <p:sp>
        <p:nvSpPr>
          <p:cNvPr id="24" name="새 기록을 만들기 전에, 원래 출처를 먼저 찾는다">
            <a:extLst xmlns:a="http://schemas.openxmlformats.org/drawingml/2006/main">
              <a:ext uri="{FF2B5EF4-FFF2-40B4-BE49-F238E27FC236}">
                <a16:creationId xmlns:a16="http://schemas.microsoft.com/office/drawing/2014/main" id="{5217B4B2-5AED-479A-BC93-529CEE39DF5E}"/>
              </a:ext>
            </a:extLst>
          </p:cNvPr>
          <p:cNvSpPr>
            <a:spLocks xmlns:a="http://schemas.openxmlformats.org/drawingml/2006/main" noGrp="1"/>
          </p:cNvSpPr>
          <p:nvPr/>
        </p:nvSpPr>
        <p:spPr>
          <a:xfrm xmlns:a="http://schemas.openxmlformats.org/drawingml/2006/main">
            <a:off x="609600" y="53816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새 기록을 만들기 전에, 원래 출처를 먼저 찾는다</a:t>
            </a:r>
          </a:p>
        </p:txBody>
      </p:sp>
      <p:sp>
        <p:nvSpPr>
          <p:cNvPr id="25" name="Legacy module connection">
            <a:extLst xmlns:a="http://schemas.openxmlformats.org/drawingml/2006/main">
              <a:ext uri="{FF2B5EF4-FFF2-40B4-BE49-F238E27FC236}">
                <a16:creationId xmlns:a16="http://schemas.microsoft.com/office/drawing/2014/main" id="{E6B8B5B8-E246-4FF7-A6C4-12894F89440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32845769"/>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무엇을 남길 가치가 있는가">
            <a:extLst xmlns:a="http://schemas.openxmlformats.org/drawingml/2006/main">
              <a:ext uri="{FF2B5EF4-FFF2-40B4-BE49-F238E27FC236}">
                <a16:creationId xmlns:a16="http://schemas.microsoft.com/office/drawing/2014/main" id="{BD50425A-9753-4064-8EF3-700069E9299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무엇을 남길 가치가 있는가</a:t>
            </a:r>
          </a:p>
        </p:txBody>
      </p:sp>
      <p:sp>
        <p:nvSpPr>
          <p:cNvPr id="2" name="S51">
            <a:extLst xmlns:a="http://schemas.openxmlformats.org/drawingml/2006/main">
              <a:ext uri="{FF2B5EF4-FFF2-40B4-BE49-F238E27FC236}">
                <a16:creationId xmlns:a16="http://schemas.microsoft.com/office/drawing/2014/main" id="{EFA05231-FAFD-48FE-9E17-09AA0015B2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Memory는 재발견 비용으로 판단">
            <a:extLst xmlns:a="http://schemas.openxmlformats.org/drawingml/2006/main">
              <a:ext uri="{FF2B5EF4-FFF2-40B4-BE49-F238E27FC236}">
                <a16:creationId xmlns:a16="http://schemas.microsoft.com/office/drawing/2014/main" id="{86FC266D-36BB-4854-ADC4-28D9C300CF3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Memory는 재발견 비용으로 판단</a:t>
            </a:r>
          </a:p>
        </p:txBody>
      </p:sp>
      <p:sp>
        <p:nvSpPr>
          <p:cNvPr id="4" name="">
            <a:extLst xmlns:a="http://schemas.openxmlformats.org/drawingml/2006/main">
              <a:ext uri="{FF2B5EF4-FFF2-40B4-BE49-F238E27FC236}">
                <a16:creationId xmlns:a16="http://schemas.microsoft.com/office/drawing/2014/main" id="{15116E23-BE45-448A-AD4C-BAA08A5AE0D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의사결정 기준 · 별도 Memory의 필요성을 검토하는 질문">
            <a:extLst xmlns:a="http://schemas.openxmlformats.org/drawingml/2006/main">
              <a:ext uri="{FF2B5EF4-FFF2-40B4-BE49-F238E27FC236}">
                <a16:creationId xmlns:a16="http://schemas.microsoft.com/office/drawing/2014/main" id="{CE2DC3A4-AD7F-4AD5-9BAA-CE8F60446A7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의사결정 기준 · 별도 Memory의 필요성을 검토하는 질문</a:t>
            </a:r>
          </a:p>
        </p:txBody>
      </p:sp>
      <p:sp>
        <p:nvSpPr>
          <p:cNvPr id="6" name="현재 Demo에서는 조건에 맞는 후보 없음 · Memory 사용 여부는 성숙도 점수가 아님">
            <a:extLst xmlns:a="http://schemas.openxmlformats.org/drawingml/2006/main">
              <a:ext uri="{FF2B5EF4-FFF2-40B4-BE49-F238E27FC236}">
                <a16:creationId xmlns:a16="http://schemas.microsoft.com/office/drawing/2014/main" id="{59098F1A-5CDF-4E52-B326-6BBDCDFF618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Demo에서는 조건에 맞는 후보 없음 · Memory 사용 여부는 성숙도 점수가 아님</a:t>
            </a:r>
          </a:p>
        </p:txBody>
      </p:sp>
      <p:sp>
        <p:nvSpPr>
          <p:cNvPr id="7" name="">
            <a:extLst xmlns:a="http://schemas.openxmlformats.org/drawingml/2006/main">
              <a:ext uri="{FF2B5EF4-FFF2-40B4-BE49-F238E27FC236}">
                <a16:creationId xmlns:a16="http://schemas.microsoft.com/office/drawing/2014/main" id="{1D2FAB3C-ED42-4EDC-8BCE-4E59D2AF9476}"/>
              </a:ext>
            </a:extLst>
          </p:cNvPr>
          <p:cNvSpPr>
            <a:spLocks xmlns:a="http://schemas.openxmlformats.org/drawingml/2006/main" noGrp="1"/>
          </p:cNvSpPr>
          <p:nvPr/>
        </p:nvSpPr>
        <p:spPr>
          <a:xfrm xmlns:a="http://schemas.openxmlformats.org/drawingml/2006/main">
            <a:off x="609600" y="2190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01">
            <a:extLst xmlns:a="http://schemas.openxmlformats.org/drawingml/2006/main">
              <a:ext uri="{FF2B5EF4-FFF2-40B4-BE49-F238E27FC236}">
                <a16:creationId xmlns:a16="http://schemas.microsoft.com/office/drawing/2014/main" id="{E480BF33-FB7A-4716-933F-05F1F79431FC}"/>
              </a:ext>
            </a:extLst>
          </p:cNvPr>
          <p:cNvSpPr>
            <a:spLocks xmlns:a="http://schemas.openxmlformats.org/drawingml/2006/main" noGrp="1"/>
          </p:cNvSpPr>
          <p:nvPr/>
        </p:nvSpPr>
        <p:spPr>
          <a:xfrm xmlns:a="http://schemas.openxmlformats.org/drawingml/2006/main">
            <a:off x="609600" y="234315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a:t>
            </a:r>
          </a:p>
        </p:txBody>
      </p:sp>
      <p:sp>
        <p:nvSpPr>
          <p:cNvPr id="9" name="다시 찾는 비용이 큰가?">
            <a:extLst xmlns:a="http://schemas.openxmlformats.org/drawingml/2006/main">
              <a:ext uri="{FF2B5EF4-FFF2-40B4-BE49-F238E27FC236}">
                <a16:creationId xmlns:a16="http://schemas.microsoft.com/office/drawing/2014/main" id="{780A3614-7758-4636-9C0D-F05E40BF95D3}"/>
              </a:ext>
            </a:extLst>
          </p:cNvPr>
          <p:cNvSpPr>
            <a:spLocks xmlns:a="http://schemas.openxmlformats.org/drawingml/2006/main" noGrp="1"/>
          </p:cNvSpPr>
          <p:nvPr/>
        </p:nvSpPr>
        <p:spPr>
          <a:xfrm xmlns:a="http://schemas.openxmlformats.org/drawingml/2006/main">
            <a:off x="1466850" y="227647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다시 찾는 비용이 큰가?</a:t>
            </a:r>
          </a:p>
        </p:txBody>
      </p:sp>
      <p:sp>
        <p:nvSpPr>
          <p:cNvPr id="10" name="이미 잘 관리되는 출처가 있다면 그곳을 참고">
            <a:extLst xmlns:a="http://schemas.openxmlformats.org/drawingml/2006/main">
              <a:ext uri="{FF2B5EF4-FFF2-40B4-BE49-F238E27FC236}">
                <a16:creationId xmlns:a16="http://schemas.microsoft.com/office/drawing/2014/main" id="{B9CAE2E8-1634-4A44-8642-4FB7B9A706BF}"/>
              </a:ext>
            </a:extLst>
          </p:cNvPr>
          <p:cNvSpPr>
            <a:spLocks xmlns:a="http://schemas.openxmlformats.org/drawingml/2006/main" noGrp="1"/>
          </p:cNvSpPr>
          <p:nvPr/>
        </p:nvSpPr>
        <p:spPr>
          <a:xfrm xmlns:a="http://schemas.openxmlformats.org/drawingml/2006/main">
            <a:off x="1466850" y="265747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이미 잘 관리되는 출처가 있다면 그곳을 참고</a:t>
            </a:r>
          </a:p>
        </p:txBody>
      </p:sp>
      <p:sp>
        <p:nvSpPr>
          <p:cNvPr id="11" name="">
            <a:extLst xmlns:a="http://schemas.openxmlformats.org/drawingml/2006/main">
              <a:ext uri="{FF2B5EF4-FFF2-40B4-BE49-F238E27FC236}">
                <a16:creationId xmlns:a16="http://schemas.microsoft.com/office/drawing/2014/main" id="{C8D47649-2AAF-4603-A46A-E363CBCEA98A}"/>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B0EA54A2-995D-4205-8BB0-631BED15B370}"/>
              </a:ext>
            </a:extLst>
          </p:cNvPr>
          <p:cNvSpPr>
            <a:spLocks xmlns:a="http://schemas.openxmlformats.org/drawingml/2006/main" noGrp="1"/>
          </p:cNvSpPr>
          <p:nvPr/>
        </p:nvSpPr>
        <p:spPr>
          <a:xfrm xmlns:a="http://schemas.openxmlformats.org/drawingml/2006/main">
            <a:off x="609600" y="319087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a:t>
            </a:r>
          </a:p>
        </p:txBody>
      </p:sp>
      <p:sp>
        <p:nvSpPr>
          <p:cNvPr id="13" name="다음 작업에도 쓸 수 있는가?">
            <a:extLst xmlns:a="http://schemas.openxmlformats.org/drawingml/2006/main">
              <a:ext uri="{FF2B5EF4-FFF2-40B4-BE49-F238E27FC236}">
                <a16:creationId xmlns:a16="http://schemas.microsoft.com/office/drawing/2014/main" id="{8413A81B-E3D4-43CB-8F28-9415512A8465}"/>
              </a:ext>
            </a:extLst>
          </p:cNvPr>
          <p:cNvSpPr>
            <a:spLocks xmlns:a="http://schemas.openxmlformats.org/drawingml/2006/main" noGrp="1"/>
          </p:cNvSpPr>
          <p:nvPr/>
        </p:nvSpPr>
        <p:spPr>
          <a:xfrm xmlns:a="http://schemas.openxmlformats.org/drawingml/2006/main">
            <a:off x="1466850" y="312420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작업에도 쓸 수 있는가?</a:t>
            </a:r>
          </a:p>
        </p:txBody>
      </p:sp>
      <p:sp>
        <p:nvSpPr>
          <p:cNvPr id="14" name="일회성 실행 상태와 프로젝트 지식을 구별">
            <a:extLst xmlns:a="http://schemas.openxmlformats.org/drawingml/2006/main">
              <a:ext uri="{FF2B5EF4-FFF2-40B4-BE49-F238E27FC236}">
                <a16:creationId xmlns:a16="http://schemas.microsoft.com/office/drawing/2014/main" id="{05C593EC-B6AA-4E7C-9A16-AE54908B1894}"/>
              </a:ext>
            </a:extLst>
          </p:cNvPr>
          <p:cNvSpPr>
            <a:spLocks xmlns:a="http://schemas.openxmlformats.org/drawingml/2006/main" noGrp="1"/>
          </p:cNvSpPr>
          <p:nvPr/>
        </p:nvSpPr>
        <p:spPr>
          <a:xfrm xmlns:a="http://schemas.openxmlformats.org/drawingml/2006/main">
            <a:off x="1466850" y="350520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일회성 실행 상태와 프로젝트 지식을 구별</a:t>
            </a:r>
          </a:p>
        </p:txBody>
      </p:sp>
      <p:sp>
        <p:nvSpPr>
          <p:cNvPr id="15" name="">
            <a:extLst xmlns:a="http://schemas.openxmlformats.org/drawingml/2006/main">
              <a:ext uri="{FF2B5EF4-FFF2-40B4-BE49-F238E27FC236}">
                <a16:creationId xmlns:a16="http://schemas.microsoft.com/office/drawing/2014/main" id="{95CB7F29-12ED-44F5-BF59-05053720860C}"/>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3">
            <a:extLst xmlns:a="http://schemas.openxmlformats.org/drawingml/2006/main">
              <a:ext uri="{FF2B5EF4-FFF2-40B4-BE49-F238E27FC236}">
                <a16:creationId xmlns:a16="http://schemas.microsoft.com/office/drawing/2014/main" id="{2C09FB3F-4796-467B-9394-002046853B7E}"/>
              </a:ext>
            </a:extLst>
          </p:cNvPr>
          <p:cNvSpPr>
            <a:spLocks xmlns:a="http://schemas.openxmlformats.org/drawingml/2006/main" noGrp="1"/>
          </p:cNvSpPr>
          <p:nvPr/>
        </p:nvSpPr>
        <p:spPr>
          <a:xfrm xmlns:a="http://schemas.openxmlformats.org/drawingml/2006/main">
            <a:off x="609600" y="403860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a:t>
            </a:r>
          </a:p>
        </p:txBody>
      </p:sp>
      <p:sp>
        <p:nvSpPr>
          <p:cNvPr id="17" name="출처와 적용 범위를 아는가?">
            <a:extLst xmlns:a="http://schemas.openxmlformats.org/drawingml/2006/main">
              <a:ext uri="{FF2B5EF4-FFF2-40B4-BE49-F238E27FC236}">
                <a16:creationId xmlns:a16="http://schemas.microsoft.com/office/drawing/2014/main" id="{DC15660F-464C-49E1-BCCB-D93879DF87F8}"/>
              </a:ext>
            </a:extLst>
          </p:cNvPr>
          <p:cNvSpPr>
            <a:spLocks xmlns:a="http://schemas.openxmlformats.org/drawingml/2006/main" noGrp="1"/>
          </p:cNvSpPr>
          <p:nvPr/>
        </p:nvSpPr>
        <p:spPr>
          <a:xfrm xmlns:a="http://schemas.openxmlformats.org/drawingml/2006/main">
            <a:off x="1466850" y="397192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출처와 적용 범위를 아는가?</a:t>
            </a:r>
          </a:p>
        </p:txBody>
      </p:sp>
      <p:sp>
        <p:nvSpPr>
          <p:cNvPr id="18" name="어떤 프로젝트·조건에서 유효한지 기록">
            <a:extLst xmlns:a="http://schemas.openxmlformats.org/drawingml/2006/main">
              <a:ext uri="{FF2B5EF4-FFF2-40B4-BE49-F238E27FC236}">
                <a16:creationId xmlns:a16="http://schemas.microsoft.com/office/drawing/2014/main" id="{72F384B4-2B0C-4874-BBD6-57A74987C4CA}"/>
              </a:ext>
            </a:extLst>
          </p:cNvPr>
          <p:cNvSpPr>
            <a:spLocks xmlns:a="http://schemas.openxmlformats.org/drawingml/2006/main" noGrp="1"/>
          </p:cNvSpPr>
          <p:nvPr/>
        </p:nvSpPr>
        <p:spPr>
          <a:xfrm xmlns:a="http://schemas.openxmlformats.org/drawingml/2006/main">
            <a:off x="1466850" y="435292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프로젝트·조건에서 유효한지 기록</a:t>
            </a:r>
          </a:p>
        </p:txBody>
      </p:sp>
      <p:sp>
        <p:nvSpPr>
          <p:cNvPr id="19" name="">
            <a:extLst xmlns:a="http://schemas.openxmlformats.org/drawingml/2006/main">
              <a:ext uri="{FF2B5EF4-FFF2-40B4-BE49-F238E27FC236}">
                <a16:creationId xmlns:a16="http://schemas.microsoft.com/office/drawing/2014/main" id="{84B03B47-7402-463B-B97B-E2C53C267E8A}"/>
              </a:ext>
            </a:extLst>
          </p:cNvPr>
          <p:cNvSpPr>
            <a:spLocks xmlns:a="http://schemas.openxmlformats.org/drawingml/2006/main" noGrp="1"/>
          </p:cNvSpPr>
          <p:nvPr/>
        </p:nvSpPr>
        <p:spPr>
          <a:xfrm xmlns:a="http://schemas.openxmlformats.org/drawingml/2006/main">
            <a:off x="609600" y="4733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04">
            <a:extLst xmlns:a="http://schemas.openxmlformats.org/drawingml/2006/main">
              <a:ext uri="{FF2B5EF4-FFF2-40B4-BE49-F238E27FC236}">
                <a16:creationId xmlns:a16="http://schemas.microsoft.com/office/drawing/2014/main" id="{49C7F226-726B-4B02-8A2C-945BA2812E15}"/>
              </a:ext>
            </a:extLst>
          </p:cNvPr>
          <p:cNvSpPr>
            <a:spLocks xmlns:a="http://schemas.openxmlformats.org/drawingml/2006/main" noGrp="1"/>
          </p:cNvSpPr>
          <p:nvPr/>
        </p:nvSpPr>
        <p:spPr>
          <a:xfrm xmlns:a="http://schemas.openxmlformats.org/drawingml/2006/main">
            <a:off x="609600" y="48863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04</a:t>
            </a:r>
          </a:p>
        </p:txBody>
      </p:sp>
      <p:sp>
        <p:nvSpPr>
          <p:cNvPr id="21" name="언제 다시 확인해야 하는가?">
            <a:extLst xmlns:a="http://schemas.openxmlformats.org/drawingml/2006/main">
              <a:ext uri="{FF2B5EF4-FFF2-40B4-BE49-F238E27FC236}">
                <a16:creationId xmlns:a16="http://schemas.microsoft.com/office/drawing/2014/main" id="{75E7E71F-E1ED-4937-BE31-7A35D36BA4CC}"/>
              </a:ext>
            </a:extLst>
          </p:cNvPr>
          <p:cNvSpPr>
            <a:spLocks xmlns:a="http://schemas.openxmlformats.org/drawingml/2006/main" noGrp="1"/>
          </p:cNvSpPr>
          <p:nvPr/>
        </p:nvSpPr>
        <p:spPr>
          <a:xfrm xmlns:a="http://schemas.openxmlformats.org/drawingml/2006/main">
            <a:off x="1466850" y="481965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언제 다시 확인해야 하는가?</a:t>
            </a:r>
          </a:p>
        </p:txBody>
      </p:sp>
      <p:sp>
        <p:nvSpPr>
          <p:cNvPr id="22" name="갱신 또는 무효화할 조건을 함께 관리">
            <a:extLst xmlns:a="http://schemas.openxmlformats.org/drawingml/2006/main">
              <a:ext uri="{FF2B5EF4-FFF2-40B4-BE49-F238E27FC236}">
                <a16:creationId xmlns:a16="http://schemas.microsoft.com/office/drawing/2014/main" id="{71901121-628E-414F-9D55-0B0F73B271D2}"/>
              </a:ext>
            </a:extLst>
          </p:cNvPr>
          <p:cNvSpPr>
            <a:spLocks xmlns:a="http://schemas.openxmlformats.org/drawingml/2006/main" noGrp="1"/>
          </p:cNvSpPr>
          <p:nvPr/>
        </p:nvSpPr>
        <p:spPr>
          <a:xfrm xmlns:a="http://schemas.openxmlformats.org/drawingml/2006/main">
            <a:off x="1466850" y="520065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갱신 또는 무효화할 조건을 함께 관리</a:t>
            </a:r>
          </a:p>
        </p:txBody>
      </p:sp>
      <p:sp>
        <p:nvSpPr>
          <p:cNvPr id="23" name="Legacy module connection">
            <a:extLst xmlns:a="http://schemas.openxmlformats.org/drawingml/2006/main">
              <a:ext uri="{FF2B5EF4-FFF2-40B4-BE49-F238E27FC236}">
                <a16:creationId xmlns:a16="http://schemas.microsoft.com/office/drawing/2014/main" id="{0D2C767A-7F7A-462A-B253-FA6FD2F6A5C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57456880"/>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이번 문제에 실제로 필요했던 구조">
            <a:extLst xmlns:a="http://schemas.openxmlformats.org/drawingml/2006/main">
              <a:ext uri="{FF2B5EF4-FFF2-40B4-BE49-F238E27FC236}">
                <a16:creationId xmlns:a16="http://schemas.microsoft.com/office/drawing/2014/main" id="{2BFE9FC7-2220-47C6-9BD7-8757E612137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문제에 실제로 필요했던 구조</a:t>
            </a:r>
          </a:p>
        </p:txBody>
      </p:sp>
      <p:sp>
        <p:nvSpPr>
          <p:cNvPr id="2" name="S52">
            <a:extLst xmlns:a="http://schemas.openxmlformats.org/drawingml/2006/main">
              <a:ext uri="{FF2B5EF4-FFF2-40B4-BE49-F238E27FC236}">
                <a16:creationId xmlns:a16="http://schemas.microsoft.com/office/drawing/2014/main" id="{17DCEA97-DB16-4A11-ACA9-0694B2362B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Minimum Effective Harness">
            <a:extLst xmlns:a="http://schemas.openxmlformats.org/drawingml/2006/main">
              <a:ext uri="{FF2B5EF4-FFF2-40B4-BE49-F238E27FC236}">
                <a16:creationId xmlns:a16="http://schemas.microsoft.com/office/drawing/2014/main" id="{AE8A8EB2-1C48-44A0-937E-6867A867E7C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Minimum Effective Harness</a:t>
            </a:r>
          </a:p>
        </p:txBody>
      </p:sp>
      <p:sp>
        <p:nvSpPr>
          <p:cNvPr id="4" name="">
            <a:extLst xmlns:a="http://schemas.openxmlformats.org/drawingml/2006/main">
              <a:ext uri="{FF2B5EF4-FFF2-40B4-BE49-F238E27FC236}">
                <a16:creationId xmlns:a16="http://schemas.microsoft.com/office/drawing/2014/main" id="{201A8F0E-5F7E-4341-AE4E-1EA7AE6827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 현재 프로젝트 사례를 정리한 교육용 모델">
            <a:extLst xmlns:a="http://schemas.openxmlformats.org/drawingml/2006/main">
              <a:ext uri="{FF2B5EF4-FFF2-40B4-BE49-F238E27FC236}">
                <a16:creationId xmlns:a16="http://schemas.microsoft.com/office/drawing/2014/main" id="{C67F0862-AD09-49D4-B799-19623B03C73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 현재 프로젝트 사례를 정리한 교육용 모델</a:t>
            </a:r>
          </a:p>
        </p:txBody>
      </p:sp>
      <p:sp>
        <p:nvSpPr>
          <p:cNvPr id="6" name="Subagent·별도 Memory는 추가하지 않음 · 필요한 구성은 문제와 검증 요건에 따라 달라짐">
            <a:extLst xmlns:a="http://schemas.openxmlformats.org/drawingml/2006/main">
              <a:ext uri="{FF2B5EF4-FFF2-40B4-BE49-F238E27FC236}">
                <a16:creationId xmlns:a16="http://schemas.microsoft.com/office/drawing/2014/main" id="{8D794D1C-BA2F-41C0-A64C-DF3D52DA90D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필요한 구성은 문제와 검증 요건에 따라 달라짐</a:t>
            </a:r>
          </a:p>
        </p:txBody>
      </p:sp>
      <p:sp>
        <p:nvSpPr>
          <p:cNvPr id="7" name="반복해서 부딪힌 문제 → 실제로 둔 구조">
            <a:extLst xmlns:a="http://schemas.openxmlformats.org/drawingml/2006/main">
              <a:ext uri="{FF2B5EF4-FFF2-40B4-BE49-F238E27FC236}">
                <a16:creationId xmlns:a16="http://schemas.microsoft.com/office/drawing/2014/main" id="{87FB41DB-D270-4839-A69C-3E82C97DD59D}"/>
              </a:ext>
            </a:extLst>
          </p:cNvPr>
          <p:cNvSpPr>
            <a:spLocks xmlns:a="http://schemas.openxmlformats.org/drawingml/2006/main" noGrp="1"/>
          </p:cNvSpPr>
          <p:nvPr/>
        </p:nvSpPr>
        <p:spPr>
          <a:xfrm xmlns:a="http://schemas.openxmlformats.org/drawingml/2006/main">
            <a:off x="609600" y="2143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부딪힌 문제 → 실제로 둔 구조</a:t>
            </a:r>
          </a:p>
        </p:txBody>
      </p:sp>
      <p:sp>
        <p:nvSpPr>
          <p:cNvPr id="8" name="">
            <a:extLst xmlns:a="http://schemas.openxmlformats.org/drawingml/2006/main">
              <a:ext uri="{FF2B5EF4-FFF2-40B4-BE49-F238E27FC236}">
                <a16:creationId xmlns:a16="http://schemas.microsoft.com/office/drawing/2014/main" id="{3A6280A4-24C5-4F28-8E95-0E8814C5A10F}"/>
              </a:ext>
            </a:extLst>
          </p:cNvPr>
          <p:cNvSpPr>
            <a:spLocks xmlns:a="http://schemas.openxmlformats.org/drawingml/2006/main" noGrp="1"/>
          </p:cNvSpPr>
          <p:nvPr/>
        </p:nvSpPr>
        <p:spPr>
          <a:xfrm xmlns:a="http://schemas.openxmlformats.org/drawingml/2006/main">
            <a:off x="609600" y="2828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목표와 범위">
            <a:extLst xmlns:a="http://schemas.openxmlformats.org/drawingml/2006/main">
              <a:ext uri="{FF2B5EF4-FFF2-40B4-BE49-F238E27FC236}">
                <a16:creationId xmlns:a16="http://schemas.microsoft.com/office/drawing/2014/main" id="{45412797-3A06-47BA-A392-29CBBFC84062}"/>
              </a:ext>
            </a:extLst>
          </p:cNvPr>
          <p:cNvSpPr>
            <a:spLocks xmlns:a="http://schemas.openxmlformats.org/drawingml/2006/main" noGrp="1"/>
          </p:cNvSpPr>
          <p:nvPr/>
        </p:nvSpPr>
        <p:spPr>
          <a:xfrm xmlns:a="http://schemas.openxmlformats.org/drawingml/2006/main">
            <a:off x="609600" y="294322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 목표와 범위</a:t>
            </a:r>
          </a:p>
        </p:txBody>
      </p:sp>
      <p:sp>
        <p:nvSpPr>
          <p:cNvPr id="10" name="→">
            <a:extLst xmlns:a="http://schemas.openxmlformats.org/drawingml/2006/main">
              <a:ext uri="{FF2B5EF4-FFF2-40B4-BE49-F238E27FC236}">
                <a16:creationId xmlns:a16="http://schemas.microsoft.com/office/drawing/2014/main" id="{CABE215B-7031-4EA9-9406-408F25544B71}"/>
              </a:ext>
            </a:extLst>
          </p:cNvPr>
          <p:cNvSpPr>
            <a:spLocks xmlns:a="http://schemas.openxmlformats.org/drawingml/2006/main" noGrp="1"/>
          </p:cNvSpPr>
          <p:nvPr/>
        </p:nvSpPr>
        <p:spPr>
          <a:xfrm xmlns:a="http://schemas.openxmlformats.org/drawingml/2006/main">
            <a:off x="5457825" y="294322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1" name="Task Prompt">
            <a:extLst xmlns:a="http://schemas.openxmlformats.org/drawingml/2006/main">
              <a:ext uri="{FF2B5EF4-FFF2-40B4-BE49-F238E27FC236}">
                <a16:creationId xmlns:a16="http://schemas.microsoft.com/office/drawing/2014/main" id="{449F9B2A-0F6A-4606-8587-B6B288E92F3A}"/>
              </a:ext>
            </a:extLst>
          </p:cNvPr>
          <p:cNvSpPr>
            <a:spLocks xmlns:a="http://schemas.openxmlformats.org/drawingml/2006/main" noGrp="1"/>
          </p:cNvSpPr>
          <p:nvPr/>
        </p:nvSpPr>
        <p:spPr>
          <a:xfrm xmlns:a="http://schemas.openxmlformats.org/drawingml/2006/main">
            <a:off x="6210300" y="294322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12" name="">
            <a:extLst xmlns:a="http://schemas.openxmlformats.org/drawingml/2006/main">
              <a:ext uri="{FF2B5EF4-FFF2-40B4-BE49-F238E27FC236}">
                <a16:creationId xmlns:a16="http://schemas.microsoft.com/office/drawing/2014/main" id="{1A37338D-2F73-4B88-B3CE-36593B303C98}"/>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사실과 상세 정보">
            <a:extLst xmlns:a="http://schemas.openxmlformats.org/drawingml/2006/main">
              <a:ext uri="{FF2B5EF4-FFF2-40B4-BE49-F238E27FC236}">
                <a16:creationId xmlns:a16="http://schemas.microsoft.com/office/drawing/2014/main" id="{E5773CBF-EEB8-4EFC-86EC-BE358A4D78CA}"/>
              </a:ext>
            </a:extLst>
          </p:cNvPr>
          <p:cNvSpPr>
            <a:spLocks xmlns:a="http://schemas.openxmlformats.org/drawingml/2006/main" noGrp="1"/>
          </p:cNvSpPr>
          <p:nvPr/>
        </p:nvSpPr>
        <p:spPr>
          <a:xfrm xmlns:a="http://schemas.openxmlformats.org/drawingml/2006/main">
            <a:off x="609600" y="35814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사실과 상세 정보</a:t>
            </a:r>
          </a:p>
        </p:txBody>
      </p:sp>
      <p:sp>
        <p:nvSpPr>
          <p:cNvPr id="14" name="→">
            <a:extLst xmlns:a="http://schemas.openxmlformats.org/drawingml/2006/main">
              <a:ext uri="{FF2B5EF4-FFF2-40B4-BE49-F238E27FC236}">
                <a16:creationId xmlns:a16="http://schemas.microsoft.com/office/drawing/2014/main" id="{EDABCFF6-A833-4F87-897D-0509CEB36AD9}"/>
              </a:ext>
            </a:extLst>
          </p:cNvPr>
          <p:cNvSpPr>
            <a:spLocks xmlns:a="http://schemas.openxmlformats.org/drawingml/2006/main" noGrp="1"/>
          </p:cNvSpPr>
          <p:nvPr/>
        </p:nvSpPr>
        <p:spPr>
          <a:xfrm xmlns:a="http://schemas.openxmlformats.org/drawingml/2006/main">
            <a:off x="5457825" y="358140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5" name="AGENTS.md + docs Routing">
            <a:extLst xmlns:a="http://schemas.openxmlformats.org/drawingml/2006/main">
              <a:ext uri="{FF2B5EF4-FFF2-40B4-BE49-F238E27FC236}">
                <a16:creationId xmlns:a16="http://schemas.microsoft.com/office/drawing/2014/main" id="{F9702762-E74E-4BA7-BE70-4AD7BC0906B2}"/>
              </a:ext>
            </a:extLst>
          </p:cNvPr>
          <p:cNvSpPr>
            <a:spLocks xmlns:a="http://schemas.openxmlformats.org/drawingml/2006/main" noGrp="1"/>
          </p:cNvSpPr>
          <p:nvPr/>
        </p:nvSpPr>
        <p:spPr>
          <a:xfrm xmlns:a="http://schemas.openxmlformats.org/drawingml/2006/main">
            <a:off x="6210300" y="358140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AGENTS.md + docs Routing</a:t>
            </a:r>
          </a:p>
        </p:txBody>
      </p:sp>
      <p:sp>
        <p:nvSpPr>
          <p:cNvPr id="16" name="">
            <a:extLst xmlns:a="http://schemas.openxmlformats.org/drawingml/2006/main">
              <a:ext uri="{FF2B5EF4-FFF2-40B4-BE49-F238E27FC236}">
                <a16:creationId xmlns:a16="http://schemas.microsoft.com/office/drawing/2014/main" id="{2AB41408-9D0D-4E9D-94DF-CF06003995DA}"/>
              </a:ext>
            </a:extLst>
          </p:cNvPr>
          <p:cNvSpPr>
            <a:spLocks xmlns:a="http://schemas.openxmlformats.org/drawingml/2006/main" noGrp="1"/>
          </p:cNvSpPr>
          <p:nvPr/>
        </p:nvSpPr>
        <p:spPr>
          <a:xfrm xmlns:a="http://schemas.openxmlformats.org/drawingml/2006/main">
            <a:off x="609600" y="4105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같은 조사·검증 절차">
            <a:extLst xmlns:a="http://schemas.openxmlformats.org/drawingml/2006/main">
              <a:ext uri="{FF2B5EF4-FFF2-40B4-BE49-F238E27FC236}">
                <a16:creationId xmlns:a16="http://schemas.microsoft.com/office/drawing/2014/main" id="{B13BB574-9F00-4432-ADEA-BD75C7E6B0D7}"/>
              </a:ext>
            </a:extLst>
          </p:cNvPr>
          <p:cNvSpPr>
            <a:spLocks xmlns:a="http://schemas.openxmlformats.org/drawingml/2006/main" noGrp="1"/>
          </p:cNvSpPr>
          <p:nvPr/>
        </p:nvSpPr>
        <p:spPr>
          <a:xfrm xmlns:a="http://schemas.openxmlformats.org/drawingml/2006/main">
            <a:off x="609600" y="421957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조사·검증 절차</a:t>
            </a:r>
          </a:p>
        </p:txBody>
      </p:sp>
      <p:sp>
        <p:nvSpPr>
          <p:cNvPr id="18" name="→">
            <a:extLst xmlns:a="http://schemas.openxmlformats.org/drawingml/2006/main">
              <a:ext uri="{FF2B5EF4-FFF2-40B4-BE49-F238E27FC236}">
                <a16:creationId xmlns:a16="http://schemas.microsoft.com/office/drawing/2014/main" id="{A215C3AD-CF39-4837-A2DA-243656537602}"/>
              </a:ext>
            </a:extLst>
          </p:cNvPr>
          <p:cNvSpPr>
            <a:spLocks xmlns:a="http://schemas.openxmlformats.org/drawingml/2006/main" noGrp="1"/>
          </p:cNvSpPr>
          <p:nvPr/>
        </p:nvSpPr>
        <p:spPr>
          <a:xfrm xmlns:a="http://schemas.openxmlformats.org/drawingml/2006/main">
            <a:off x="5457825" y="421957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9" name="graypipe-performance Skill">
            <a:extLst xmlns:a="http://schemas.openxmlformats.org/drawingml/2006/main">
              <a:ext uri="{FF2B5EF4-FFF2-40B4-BE49-F238E27FC236}">
                <a16:creationId xmlns:a16="http://schemas.microsoft.com/office/drawing/2014/main" id="{C2931F96-B433-4585-8781-6F8821582303}"/>
              </a:ext>
            </a:extLst>
          </p:cNvPr>
          <p:cNvSpPr>
            <a:spLocks xmlns:a="http://schemas.openxmlformats.org/drawingml/2006/main" noGrp="1"/>
          </p:cNvSpPr>
          <p:nvPr/>
        </p:nvSpPr>
        <p:spPr>
          <a:xfrm xmlns:a="http://schemas.openxmlformats.org/drawingml/2006/main">
            <a:off x="6210300" y="421957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graypipe-performance Skill</a:t>
            </a:r>
          </a:p>
        </p:txBody>
      </p:sp>
      <p:sp>
        <p:nvSpPr>
          <p:cNvPr id="20" name="">
            <a:extLst xmlns:a="http://schemas.openxmlformats.org/drawingml/2006/main">
              <a:ext uri="{FF2B5EF4-FFF2-40B4-BE49-F238E27FC236}">
                <a16:creationId xmlns:a16="http://schemas.microsoft.com/office/drawing/2014/main" id="{73EC1D65-B1B7-4F9F-91C0-840C137AD592}"/>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변경을 믿을 근거">
            <a:extLst xmlns:a="http://schemas.openxmlformats.org/drawingml/2006/main">
              <a:ext uri="{FF2B5EF4-FFF2-40B4-BE49-F238E27FC236}">
                <a16:creationId xmlns:a16="http://schemas.microsoft.com/office/drawing/2014/main" id="{58302686-A89A-4829-B136-4F3AE9B82AC7}"/>
              </a:ext>
            </a:extLst>
          </p:cNvPr>
          <p:cNvSpPr>
            <a:spLocks xmlns:a="http://schemas.openxmlformats.org/drawingml/2006/main" noGrp="1"/>
          </p:cNvSpPr>
          <p:nvPr/>
        </p:nvSpPr>
        <p:spPr>
          <a:xfrm xmlns:a="http://schemas.openxmlformats.org/drawingml/2006/main">
            <a:off x="609600" y="485775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변경을 믿을 근거</a:t>
            </a:r>
          </a:p>
        </p:txBody>
      </p:sp>
      <p:sp>
        <p:nvSpPr>
          <p:cNvPr id="22" name="→">
            <a:extLst xmlns:a="http://schemas.openxmlformats.org/drawingml/2006/main">
              <a:ext uri="{FF2B5EF4-FFF2-40B4-BE49-F238E27FC236}">
                <a16:creationId xmlns:a16="http://schemas.microsoft.com/office/drawing/2014/main" id="{B9AECF36-6C2F-42C7-85A3-3F770DCACDFB}"/>
              </a:ext>
            </a:extLst>
          </p:cNvPr>
          <p:cNvSpPr>
            <a:spLocks xmlns:a="http://schemas.openxmlformats.org/drawingml/2006/main" noGrp="1"/>
          </p:cNvSpPr>
          <p:nvPr/>
        </p:nvSpPr>
        <p:spPr>
          <a:xfrm xmlns:a="http://schemas.openxmlformats.org/drawingml/2006/main">
            <a:off x="5457825" y="485775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23" name="Tests + Benchmark + Tools / Environment">
            <a:extLst xmlns:a="http://schemas.openxmlformats.org/drawingml/2006/main">
              <a:ext uri="{FF2B5EF4-FFF2-40B4-BE49-F238E27FC236}">
                <a16:creationId xmlns:a16="http://schemas.microsoft.com/office/drawing/2014/main" id="{DA717277-D142-477E-BE6E-98D05DA4B185}"/>
              </a:ext>
            </a:extLst>
          </p:cNvPr>
          <p:cNvSpPr>
            <a:spLocks xmlns:a="http://schemas.openxmlformats.org/drawingml/2006/main" noGrp="1"/>
          </p:cNvSpPr>
          <p:nvPr/>
        </p:nvSpPr>
        <p:spPr>
          <a:xfrm xmlns:a="http://schemas.openxmlformats.org/drawingml/2006/main">
            <a:off x="6210300" y="485775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Tests + Benchmark + Tools / Environment</a:t>
            </a:r>
          </a:p>
        </p:txBody>
      </p:sp>
      <p:sp>
        <p:nvSpPr>
          <p:cNvPr id="24" name="Legacy module connection">
            <a:extLst xmlns:a="http://schemas.openxmlformats.org/drawingml/2006/main">
              <a:ext uri="{FF2B5EF4-FFF2-40B4-BE49-F238E27FC236}">
                <a16:creationId xmlns:a16="http://schemas.microsoft.com/office/drawing/2014/main" id="{11A0DB5E-4957-40CC-AFB4-7BAA49AA8EE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89649482"/>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개발자와 Agent가 일하는 환경">
            <a:extLst xmlns:a="http://schemas.openxmlformats.org/drawingml/2006/main">
              <a:ext uri="{FF2B5EF4-FFF2-40B4-BE49-F238E27FC236}">
                <a16:creationId xmlns:a16="http://schemas.microsoft.com/office/drawing/2014/main" id="{3D76965F-4D44-4A84-8625-E9517FCE06A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개발자와 Agent가 일하는 환경</a:t>
            </a:r>
          </a:p>
        </p:txBody>
      </p:sp>
      <p:sp>
        <p:nvSpPr>
          <p:cNvPr id="2" name="S53">
            <a:extLst xmlns:a="http://schemas.openxmlformats.org/drawingml/2006/main">
              <a:ext uri="{FF2B5EF4-FFF2-40B4-BE49-F238E27FC236}">
                <a16:creationId xmlns:a16="http://schemas.microsoft.com/office/drawing/2014/main" id="{A603E892-FD91-4BB4-BC26-1F99BFBFB3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Harness는 작업 환경 설계다">
            <a:extLst xmlns:a="http://schemas.openxmlformats.org/drawingml/2006/main">
              <a:ext uri="{FF2B5EF4-FFF2-40B4-BE49-F238E27FC236}">
                <a16:creationId xmlns:a16="http://schemas.microsoft.com/office/drawing/2014/main" id="{EDACEA4E-BEC7-4641-B235-80750043A89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Harness는 작업 환경 설계다</a:t>
            </a:r>
          </a:p>
        </p:txBody>
      </p:sp>
      <p:sp>
        <p:nvSpPr>
          <p:cNvPr id="4" name="">
            <a:extLst xmlns:a="http://schemas.openxmlformats.org/drawingml/2006/main">
              <a:ext uri="{FF2B5EF4-FFF2-40B4-BE49-F238E27FC236}">
                <a16:creationId xmlns:a16="http://schemas.microsoft.com/office/drawing/2014/main" id="{0720FAC2-DBDC-4F7C-B19C-6B600C93C6A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Harness: Agent가 Project에서 신뢰성 있게 일하도록 설계한 작업 환경 · 이 과정의 운영 모">
            <a:extLst xmlns:a="http://schemas.openxmlformats.org/drawingml/2006/main">
              <a:ext uri="{FF2B5EF4-FFF2-40B4-BE49-F238E27FC236}">
                <a16:creationId xmlns:a16="http://schemas.microsoft.com/office/drawing/2014/main" id="{B2EBAC9D-A02B-471C-AEF4-9FB939859CB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Harness: Agent가 Project에서 신뢰성 있게 일하도록 설계한 작업 환경 · 이 과정의 운영 모델</a:t>
            </a:r>
          </a:p>
        </p:txBody>
      </p:sp>
      <p:sp>
        <p:nvSpPr>
          <p:cNvPr id="6" name="공식 제품 분류가 아님 · STATE-04-PERF 관찰 요소와 교육용 전체 모델을 구분한다">
            <a:extLst xmlns:a="http://schemas.openxmlformats.org/drawingml/2006/main">
              <a:ext uri="{FF2B5EF4-FFF2-40B4-BE49-F238E27FC236}">
                <a16:creationId xmlns:a16="http://schemas.microsoft.com/office/drawing/2014/main" id="{4670B9F3-84D7-451A-8B34-FC14BBBD54C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STATE-04-PERF 관찰 요소와 교육용 전체 모델을 구분한다</a:t>
            </a:r>
          </a:p>
        </p:txBody>
      </p:sp>
      <p:sp>
        <p:nvSpPr>
          <p:cNvPr id="7" name="">
            <a:extLst xmlns:a="http://schemas.openxmlformats.org/drawingml/2006/main">
              <a:ext uri="{FF2B5EF4-FFF2-40B4-BE49-F238E27FC236}">
                <a16:creationId xmlns:a16="http://schemas.microsoft.com/office/drawing/2014/main" id="{6B3C26E9-AECC-47A3-BC91-2A09FA1F0832}"/>
              </a:ext>
            </a:extLst>
          </p:cNvPr>
          <p:cNvSpPr>
            <a:spLocks xmlns:a="http://schemas.openxmlformats.org/drawingml/2006/main" noGrp="1"/>
          </p:cNvSpPr>
          <p:nvPr/>
        </p:nvSpPr>
        <p:spPr>
          <a:xfrm xmlns:a="http://schemas.openxmlformats.org/drawingml/2006/main">
            <a:off x="609600" y="2152650"/>
            <a:ext cx="10972800" cy="26003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Project 작업 환경">
            <a:extLst xmlns:a="http://schemas.openxmlformats.org/drawingml/2006/main">
              <a:ext uri="{FF2B5EF4-FFF2-40B4-BE49-F238E27FC236}">
                <a16:creationId xmlns:a16="http://schemas.microsoft.com/office/drawing/2014/main" id="{2B4F5021-EEA1-4159-895D-585471C3B140}"/>
              </a:ext>
            </a:extLst>
          </p:cNvPr>
          <p:cNvSpPr>
            <a:spLocks xmlns:a="http://schemas.openxmlformats.org/drawingml/2006/main" noGrp="1"/>
          </p:cNvSpPr>
          <p:nvPr/>
        </p:nvSpPr>
        <p:spPr>
          <a:xfrm xmlns:a="http://schemas.openxmlformats.org/drawingml/2006/main">
            <a:off x="838200" y="2314575"/>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Project 작업 환경</a:t>
            </a:r>
          </a:p>
        </p:txBody>
      </p:sp>
      <p:sp>
        <p:nvSpPr>
          <p:cNvPr id="9" name="개발자 + Agent">
            <a:extLst xmlns:a="http://schemas.openxmlformats.org/drawingml/2006/main">
              <a:ext uri="{FF2B5EF4-FFF2-40B4-BE49-F238E27FC236}">
                <a16:creationId xmlns:a16="http://schemas.microsoft.com/office/drawing/2014/main" id="{32AD1345-A5CE-447A-8821-A4023AC8C387}"/>
              </a:ext>
            </a:extLst>
          </p:cNvPr>
          <p:cNvSpPr>
            <a:spLocks xmlns:a="http://schemas.openxmlformats.org/drawingml/2006/main" noGrp="1"/>
          </p:cNvSpPr>
          <p:nvPr/>
        </p:nvSpPr>
        <p:spPr>
          <a:xfrm xmlns:a="http://schemas.openxmlformats.org/drawingml/2006/main">
            <a:off x="3714750" y="2876550"/>
            <a:ext cx="476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225" b="1">
                <a:solidFill>
                  <a:srgbClr val="17212B"/>
                </a:solidFill>
                <a:latin typeface="Malgun Gothic"/>
                <a:ea typeface="Malgun Gothic"/>
                <a:cs typeface="Malgun Gothic"/>
              </a:defRPr>
            </a:defPPr>
            <a:lvl1pPr algn="ctr">
              <a:defRPr sz="3225" b="1">
                <a:solidFill>
                  <a:srgbClr val="17212B"/>
                </a:solidFill>
                <a:latin typeface="Malgun Gothic"/>
                <a:ea typeface="Malgun Gothic"/>
                <a:cs typeface="Malgun Gothic"/>
              </a:defRPr>
            </a:lvl1pPr>
            <a:lvl2pPr algn="ctr">
              <a:defRPr sz="3225" b="1">
                <a:solidFill>
                  <a:srgbClr val="17212B"/>
                </a:solidFill>
                <a:latin typeface="Malgun Gothic"/>
                <a:ea typeface="Malgun Gothic"/>
                <a:cs typeface="Malgun Gothic"/>
              </a:defRPr>
            </a:lvl2pPr>
            <a:lvl3pPr algn="ctr">
              <a:defRPr sz="3225" b="1">
                <a:solidFill>
                  <a:srgbClr val="17212B"/>
                </a:solidFill>
                <a:latin typeface="Malgun Gothic"/>
                <a:ea typeface="Malgun Gothic"/>
                <a:cs typeface="Malgun Gothic"/>
              </a:defRPr>
            </a:lvl3pPr>
            <a:lvl4pPr algn="ctr">
              <a:defRPr sz="3225" b="1">
                <a:solidFill>
                  <a:srgbClr val="17212B"/>
                </a:solidFill>
                <a:latin typeface="Malgun Gothic"/>
                <a:ea typeface="Malgun Gothic"/>
                <a:cs typeface="Malgun Gothic"/>
              </a:defRPr>
            </a:lvl4pPr>
            <a:lvl5pPr algn="ctr">
              <a:defRPr sz="3225" b="1">
                <a:solidFill>
                  <a:srgbClr val="17212B"/>
                </a:solidFill>
                <a:latin typeface="Malgun Gothic"/>
                <a:ea typeface="Malgun Gothic"/>
                <a:cs typeface="Malgun Gothic"/>
              </a:defRPr>
            </a:lvl5pPr>
            <a:lvl6pPr algn="ctr">
              <a:defRPr sz="3225" b="1">
                <a:solidFill>
                  <a:srgbClr val="17212B"/>
                </a:solidFill>
                <a:latin typeface="Malgun Gothic"/>
                <a:ea typeface="Malgun Gothic"/>
                <a:cs typeface="Malgun Gothic"/>
              </a:defRPr>
            </a:lvl6pPr>
            <a:lvl7pPr algn="ctr">
              <a:defRPr sz="3225" b="1">
                <a:solidFill>
                  <a:srgbClr val="17212B"/>
                </a:solidFill>
                <a:latin typeface="Malgun Gothic"/>
                <a:ea typeface="Malgun Gothic"/>
                <a:cs typeface="Malgun Gothic"/>
              </a:defRPr>
            </a:lvl7pPr>
            <a:lvl8pPr algn="ctr">
              <a:defRPr sz="3225" b="1">
                <a:solidFill>
                  <a:srgbClr val="17212B"/>
                </a:solidFill>
                <a:latin typeface="Malgun Gothic"/>
                <a:ea typeface="Malgun Gothic"/>
                <a:cs typeface="Malgun Gothic"/>
              </a:defRPr>
            </a:lvl8pPr>
            <a:lvl9pPr algn="ctr">
              <a:defRPr sz="3225" b="1">
                <a:solidFill>
                  <a:srgbClr val="17212B"/>
                </a:solidFill>
                <a:latin typeface="Malgun Gothic"/>
                <a:ea typeface="Malgun Gothic"/>
                <a:cs typeface="Malgun Gothic"/>
              </a:defRPr>
            </a:lvl9pPr>
          </a:lstStyle>
          <a:p xmlns:a="http://schemas.openxmlformats.org/drawingml/2006/main">
            <a:pPr algn="ctr">
              <a:defRPr sz="3225" b="1">
                <a:solidFill>
                  <a:srgbClr val="17212B"/>
                </a:solidFill>
                <a:latin typeface="Malgun Gothic"/>
                <a:ea typeface="Malgun Gothic"/>
                <a:cs typeface="Malgun Gothic"/>
              </a:defRPr>
            </a:pPr>
            <a:r>
              <a:rPr sz="3225" b="1">
                <a:solidFill>
                  <a:srgbClr val="17212B"/>
                </a:solidFill>
                <a:latin typeface="Malgun Gothic"/>
                <a:ea typeface="Malgun Gothic"/>
                <a:cs typeface="Malgun Gothic"/>
              </a:rPr>
              <a:t>개발자 + Agent</a:t>
            </a:r>
          </a:p>
        </p:txBody>
      </p:sp>
      <p:sp>
        <p:nvSpPr>
          <p:cNvPr id="10" name="현재 목표">
            <a:extLst xmlns:a="http://schemas.openxmlformats.org/drawingml/2006/main">
              <a:ext uri="{FF2B5EF4-FFF2-40B4-BE49-F238E27FC236}">
                <a16:creationId xmlns:a16="http://schemas.microsoft.com/office/drawing/2014/main" id="{CE56CA97-A2C6-45D5-9D54-DB08BFFC8E4A}"/>
              </a:ext>
            </a:extLst>
          </p:cNvPr>
          <p:cNvSpPr>
            <a:spLocks xmlns:a="http://schemas.openxmlformats.org/drawingml/2006/main" noGrp="1"/>
          </p:cNvSpPr>
          <p:nvPr/>
        </p:nvSpPr>
        <p:spPr>
          <a:xfrm xmlns:a="http://schemas.openxmlformats.org/drawingml/2006/main">
            <a:off x="8382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현재 목표</a:t>
            </a:r>
          </a:p>
        </p:txBody>
      </p:sp>
      <p:sp>
        <p:nvSpPr>
          <p:cNvPr id="11" name="확인할 결과">
            <a:extLst xmlns:a="http://schemas.openxmlformats.org/drawingml/2006/main">
              <a:ext uri="{FF2B5EF4-FFF2-40B4-BE49-F238E27FC236}">
                <a16:creationId xmlns:a16="http://schemas.microsoft.com/office/drawing/2014/main" id="{A87529DB-500A-444E-AA54-574EB5309AE2}"/>
              </a:ext>
            </a:extLst>
          </p:cNvPr>
          <p:cNvSpPr>
            <a:spLocks xmlns:a="http://schemas.openxmlformats.org/drawingml/2006/main" noGrp="1"/>
          </p:cNvSpPr>
          <p:nvPr/>
        </p:nvSpPr>
        <p:spPr>
          <a:xfrm xmlns:a="http://schemas.openxmlformats.org/drawingml/2006/main">
            <a:off x="88773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확인할 결과</a:t>
            </a:r>
          </a:p>
        </p:txBody>
      </p:sp>
      <p:sp>
        <p:nvSpPr>
          <p:cNvPr id="12" name="">
            <a:extLst xmlns:a="http://schemas.openxmlformats.org/drawingml/2006/main">
              <a:ext uri="{FF2B5EF4-FFF2-40B4-BE49-F238E27FC236}">
                <a16:creationId xmlns:a16="http://schemas.microsoft.com/office/drawing/2014/main" id="{18F15956-F5E6-4317-BC16-E5FD77C83975}"/>
              </a:ext>
            </a:extLst>
          </p:cNvPr>
          <p:cNvSpPr>
            <a:spLocks xmlns:a="http://schemas.openxmlformats.org/drawingml/2006/main" noGrp="1"/>
          </p:cNvSpPr>
          <p:nvPr/>
        </p:nvSpPr>
        <p:spPr>
          <a:xfrm xmlns:a="http://schemas.openxmlformats.org/drawingml/2006/main">
            <a:off x="3209925" y="3209925"/>
            <a:ext cx="3810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72CB3C1-473F-4EBD-9204-2AD880900CC8}"/>
              </a:ext>
            </a:extLst>
          </p:cNvPr>
          <p:cNvSpPr>
            <a:spLocks xmlns:a="http://schemas.openxmlformats.org/drawingml/2006/main" noGrp="1"/>
          </p:cNvSpPr>
          <p:nvPr/>
        </p:nvSpPr>
        <p:spPr>
          <a:xfrm xmlns:a="http://schemas.openxmlformats.org/drawingml/2006/main">
            <a:off x="8591550" y="3209925"/>
            <a:ext cx="2381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2DF3751-05B6-4266-BE37-8074AABA9375}"/>
              </a:ext>
            </a:extLst>
          </p:cNvPr>
          <p:cNvSpPr>
            <a:spLocks xmlns:a="http://schemas.openxmlformats.org/drawingml/2006/main" noGrp="1"/>
          </p:cNvSpPr>
          <p:nvPr/>
        </p:nvSpPr>
        <p:spPr>
          <a:xfrm xmlns:a="http://schemas.openxmlformats.org/drawingml/2006/main">
            <a:off x="838200" y="383857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roject Context / Routing     ·     Workflow     ·     Verif">
            <a:extLst xmlns:a="http://schemas.openxmlformats.org/drawingml/2006/main">
              <a:ext uri="{FF2B5EF4-FFF2-40B4-BE49-F238E27FC236}">
                <a16:creationId xmlns:a16="http://schemas.microsoft.com/office/drawing/2014/main" id="{741F5E06-467D-410B-BCFD-E3955E763D36}"/>
              </a:ext>
            </a:extLst>
          </p:cNvPr>
          <p:cNvSpPr>
            <a:spLocks xmlns:a="http://schemas.openxmlformats.org/drawingml/2006/main" noGrp="1"/>
          </p:cNvSpPr>
          <p:nvPr/>
        </p:nvSpPr>
        <p:spPr>
          <a:xfrm xmlns:a="http://schemas.openxmlformats.org/drawingml/2006/main">
            <a:off x="838200" y="4048125"/>
            <a:ext cx="10515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Project Context / Routing     ·     Workflow     ·     Verification / Tools</a:t>
            </a:r>
          </a:p>
        </p:txBody>
      </p:sp>
      <p:sp>
        <p:nvSpPr>
          <p:cNvPr id="16" name="관찰한 구성">
            <a:extLst xmlns:a="http://schemas.openxmlformats.org/drawingml/2006/main">
              <a:ext uri="{FF2B5EF4-FFF2-40B4-BE49-F238E27FC236}">
                <a16:creationId xmlns:a16="http://schemas.microsoft.com/office/drawing/2014/main" id="{2350659C-634A-4F22-A81E-F405DB5F2536}"/>
              </a:ext>
            </a:extLst>
          </p:cNvPr>
          <p:cNvSpPr>
            <a:spLocks xmlns:a="http://schemas.openxmlformats.org/drawingml/2006/main" noGrp="1"/>
          </p:cNvSpPr>
          <p:nvPr/>
        </p:nvSpPr>
        <p:spPr>
          <a:xfrm xmlns:a="http://schemas.openxmlformats.org/drawingml/2006/main">
            <a:off x="609600" y="5133975"/>
            <a:ext cx="1962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관찰한 구성</a:t>
            </a:r>
          </a:p>
        </p:txBody>
      </p:sp>
      <p:sp>
        <p:nvSpPr>
          <p:cNvPr id="17" name="AGENTS.md · docs · Skill · Tests · Benchmark">
            <a:extLst xmlns:a="http://schemas.openxmlformats.org/drawingml/2006/main">
              <a:ext uri="{FF2B5EF4-FFF2-40B4-BE49-F238E27FC236}">
                <a16:creationId xmlns:a16="http://schemas.microsoft.com/office/drawing/2014/main" id="{CDCEC3A9-839D-4607-91A3-CCA4F75371BC}"/>
              </a:ext>
            </a:extLst>
          </p:cNvPr>
          <p:cNvSpPr>
            <a:spLocks xmlns:a="http://schemas.openxmlformats.org/drawingml/2006/main" noGrp="1"/>
          </p:cNvSpPr>
          <p:nvPr/>
        </p:nvSpPr>
        <p:spPr>
          <a:xfrm xmlns:a="http://schemas.openxmlformats.org/drawingml/2006/main">
            <a:off x="2762250" y="5133975"/>
            <a:ext cx="882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AGENTS.md · docs · Skill · Tests · Benchmark</a:t>
            </a:r>
          </a:p>
        </p:txBody>
      </p:sp>
      <p:sp>
        <p:nvSpPr>
          <p:cNvPr id="18" name="Legacy module connection">
            <a:extLst xmlns:a="http://schemas.openxmlformats.org/drawingml/2006/main">
              <a:ext uri="{FF2B5EF4-FFF2-40B4-BE49-F238E27FC236}">
                <a16:creationId xmlns:a16="http://schemas.microsoft.com/office/drawing/2014/main" id="{35336E06-C101-407B-9D4B-6443F324B1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09702042"/>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행 환경의 경계">
            <a:extLst xmlns:a="http://schemas.openxmlformats.org/drawingml/2006/main">
              <a:ext uri="{FF2B5EF4-FFF2-40B4-BE49-F238E27FC236}">
                <a16:creationId xmlns:a16="http://schemas.microsoft.com/office/drawing/2014/main" id="{4755DBF0-BED2-4143-8CB3-AD8AF0B252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실행 환경의 경계</a:t>
            </a:r>
          </a:p>
        </p:txBody>
      </p:sp>
      <p:sp>
        <p:nvSpPr>
          <p:cNvPr id="2" name="S54">
            <a:extLst xmlns:a="http://schemas.openxmlformats.org/drawingml/2006/main">
              <a:ext uri="{FF2B5EF4-FFF2-40B4-BE49-F238E27FC236}">
                <a16:creationId xmlns:a16="http://schemas.microsoft.com/office/drawing/2014/main" id="{8ABA7C80-1DAE-4020-80B2-F392A65AD7A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Repository 밖의 환경도 결과에 영향을 준다">
            <a:extLst xmlns:a="http://schemas.openxmlformats.org/drawingml/2006/main">
              <a:ext uri="{FF2B5EF4-FFF2-40B4-BE49-F238E27FC236}">
                <a16:creationId xmlns:a16="http://schemas.microsoft.com/office/drawing/2014/main" id="{5A78031F-851C-4F4D-A0FC-4046648B6A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밖의 환경도 결과에 영향을 준다</a:t>
            </a:r>
          </a:p>
        </p:txBody>
      </p:sp>
      <p:sp>
        <p:nvSpPr>
          <p:cNvPr id="4" name="">
            <a:extLst xmlns:a="http://schemas.openxmlformats.org/drawingml/2006/main">
              <a:ext uri="{FF2B5EF4-FFF2-40B4-BE49-F238E27FC236}">
                <a16:creationId xmlns:a16="http://schemas.microsoft.com/office/drawing/2014/main" id="{2CBED76C-1187-4EA5-963F-16025CD5B19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8FEE5957-9A17-451D-A8B8-2AABB512D92F}"/>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관찰된 제작 이력의 예고 · Global Skills와 hook/MCP 시작 경고의 기록 존재">
            <a:extLst xmlns:a="http://schemas.openxmlformats.org/drawingml/2006/main">
              <a:ext uri="{FF2B5EF4-FFF2-40B4-BE49-F238E27FC236}">
                <a16:creationId xmlns:a16="http://schemas.microsoft.com/office/drawing/2014/main" id="{ABE8526B-8C0E-461F-9626-F661F92B2A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관찰된 제작 이력의 예고 · Global Skills와 hook/MCP 시작 경고의 기록 존재</a:t>
            </a:r>
          </a:p>
        </p:txBody>
      </p:sp>
      <p:sp>
        <p:nvSpPr>
          <p:cNvPr id="7" name="전체 환경 목록이나 모든 요소의 인과 효과를 확인한 것은 아님 · 상세 근거는 ACT 4에서 확인">
            <a:extLst xmlns:a="http://schemas.openxmlformats.org/drawingml/2006/main">
              <a:ext uri="{FF2B5EF4-FFF2-40B4-BE49-F238E27FC236}">
                <a16:creationId xmlns:a16="http://schemas.microsoft.com/office/drawing/2014/main" id="{82925213-102B-450D-8BED-B1E16205DBC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환경 목록이나 모든 요소의 인과 효과를 확인한 것은 아님 · 상세 근거는 ACT 4에서 확인</a:t>
            </a:r>
          </a:p>
        </p:txBody>
      </p:sp>
      <p:sp>
        <p:nvSpPr>
          <p:cNvPr id="8" name="같은 Repository가 같은 실행 환경을 뜻할까?">
            <a:extLst xmlns:a="http://schemas.openxmlformats.org/drawingml/2006/main">
              <a:ext uri="{FF2B5EF4-FFF2-40B4-BE49-F238E27FC236}">
                <a16:creationId xmlns:a16="http://schemas.microsoft.com/office/drawing/2014/main" id="{D30A905A-8439-4B19-AE64-58693E68B48E}"/>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Repository가 같은 실행 환경을 뜻할까?</a:t>
            </a:r>
          </a:p>
        </p:txBody>
      </p:sp>
      <p:sp>
        <p:nvSpPr>
          <p:cNvPr id="9" name="">
            <a:extLst xmlns:a="http://schemas.openxmlformats.org/drawingml/2006/main">
              <a:ext uri="{FF2B5EF4-FFF2-40B4-BE49-F238E27FC236}">
                <a16:creationId xmlns:a16="http://schemas.microsoft.com/office/drawing/2014/main" id="{4952A9A0-8DD5-46AA-AC7D-74AF68D73194}"/>
              </a:ext>
            </a:extLst>
          </p:cNvPr>
          <p:cNvSpPr>
            <a:spLocks xmlns:a="http://schemas.openxmlformats.org/drawingml/2006/main" noGrp="1"/>
          </p:cNvSpPr>
          <p:nvPr/>
        </p:nvSpPr>
        <p:spPr>
          <a:xfrm xmlns:a="http://schemas.openxmlformats.org/drawingml/2006/main">
            <a:off x="609600" y="2924175"/>
            <a:ext cx="4476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Project Repository">
            <a:extLst xmlns:a="http://schemas.openxmlformats.org/drawingml/2006/main">
              <a:ext uri="{FF2B5EF4-FFF2-40B4-BE49-F238E27FC236}">
                <a16:creationId xmlns:a16="http://schemas.microsoft.com/office/drawing/2014/main" id="{3F5A821D-5AC4-4A86-8217-32FDD3B0CD6B}"/>
              </a:ext>
            </a:extLst>
          </p:cNvPr>
          <p:cNvSpPr>
            <a:spLocks xmlns:a="http://schemas.openxmlformats.org/drawingml/2006/main" noGrp="1"/>
          </p:cNvSpPr>
          <p:nvPr/>
        </p:nvSpPr>
        <p:spPr>
          <a:xfrm xmlns:a="http://schemas.openxmlformats.org/drawingml/2006/main">
            <a:off x="838200" y="311467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Project Repository</a:t>
            </a:r>
          </a:p>
        </p:txBody>
      </p:sp>
      <p:sp>
        <p:nvSpPr>
          <p:cNvPr id="11" name="코드 · AGENTS.md&#10;Project docs · Skill">
            <a:extLst xmlns:a="http://schemas.openxmlformats.org/drawingml/2006/main">
              <a:ext uri="{FF2B5EF4-FFF2-40B4-BE49-F238E27FC236}">
                <a16:creationId xmlns:a16="http://schemas.microsoft.com/office/drawing/2014/main" id="{E2D15180-9CA9-4DBB-A508-B93984CAA145}"/>
              </a:ext>
            </a:extLst>
          </p:cNvPr>
          <p:cNvSpPr>
            <a:spLocks xmlns:a="http://schemas.openxmlformats.org/drawingml/2006/main" noGrp="1"/>
          </p:cNvSpPr>
          <p:nvPr/>
        </p:nvSpPr>
        <p:spPr>
          <a:xfrm xmlns:a="http://schemas.openxmlformats.org/drawingml/2006/main">
            <a:off x="838200" y="3790950"/>
            <a:ext cx="40195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코드 · AGENTS.md</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Project docs · Skill</a:t>
            </a:r>
          </a:p>
        </p:txBody>
      </p:sp>
      <p:sp>
        <p:nvSpPr>
          <p:cNvPr id="12" name="바깥에서 함께 들어올 수 있는 조건">
            <a:extLst xmlns:a="http://schemas.openxmlformats.org/drawingml/2006/main">
              <a:ext uri="{FF2B5EF4-FFF2-40B4-BE49-F238E27FC236}">
                <a16:creationId xmlns:a16="http://schemas.microsoft.com/office/drawing/2014/main" id="{E3FD28C7-7EB8-4F04-B5C5-264C2C697183}"/>
              </a:ext>
            </a:extLst>
          </p:cNvPr>
          <p:cNvSpPr>
            <a:spLocks xmlns:a="http://schemas.openxmlformats.org/drawingml/2006/main" noGrp="1"/>
          </p:cNvSpPr>
          <p:nvPr/>
        </p:nvSpPr>
        <p:spPr>
          <a:xfrm xmlns:a="http://schemas.openxmlformats.org/drawingml/2006/main">
            <a:off x="6038850" y="2924175"/>
            <a:ext cx="5543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바깥에서 함께 들어올 수 있는 조건</a:t>
            </a:r>
          </a:p>
        </p:txBody>
      </p:sp>
      <p:sp>
        <p:nvSpPr>
          <p:cNvPr id="13" name="">
            <a:extLst xmlns:a="http://schemas.openxmlformats.org/drawingml/2006/main">
              <a:ext uri="{FF2B5EF4-FFF2-40B4-BE49-F238E27FC236}">
                <a16:creationId xmlns:a16="http://schemas.microsoft.com/office/drawing/2014/main" id="{F22825B7-4A5C-4F51-8132-F63C1B049A3E}"/>
              </a:ext>
            </a:extLst>
          </p:cNvPr>
          <p:cNvSpPr>
            <a:spLocks xmlns:a="http://schemas.openxmlformats.org/drawingml/2006/main" noGrp="1"/>
          </p:cNvSpPr>
          <p:nvPr/>
        </p:nvSpPr>
        <p:spPr>
          <a:xfrm xmlns:a="http://schemas.openxmlformats.org/drawingml/2006/main">
            <a:off x="6038850" y="349567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지침">
            <a:extLst xmlns:a="http://schemas.openxmlformats.org/drawingml/2006/main">
              <a:ext uri="{FF2B5EF4-FFF2-40B4-BE49-F238E27FC236}">
                <a16:creationId xmlns:a16="http://schemas.microsoft.com/office/drawing/2014/main" id="{06C2D994-5E19-486F-9516-445A63683B91}"/>
              </a:ext>
            </a:extLst>
          </p:cNvPr>
          <p:cNvSpPr>
            <a:spLocks xmlns:a="http://schemas.openxmlformats.org/drawingml/2006/main" noGrp="1"/>
          </p:cNvSpPr>
          <p:nvPr/>
        </p:nvSpPr>
        <p:spPr>
          <a:xfrm xmlns:a="http://schemas.openxmlformats.org/drawingml/2006/main">
            <a:off x="6038850" y="359092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a:t>
            </a:r>
          </a:p>
        </p:txBody>
      </p:sp>
      <p:sp>
        <p:nvSpPr>
          <p:cNvPr id="15" name="Global instructions · Skills">
            <a:extLst xmlns:a="http://schemas.openxmlformats.org/drawingml/2006/main">
              <a:ext uri="{FF2B5EF4-FFF2-40B4-BE49-F238E27FC236}">
                <a16:creationId xmlns:a16="http://schemas.microsoft.com/office/drawing/2014/main" id="{D341ADBE-EC75-489D-B2B0-3637D2E2EA9B}"/>
              </a:ext>
            </a:extLst>
          </p:cNvPr>
          <p:cNvSpPr>
            <a:spLocks xmlns:a="http://schemas.openxmlformats.org/drawingml/2006/main" noGrp="1"/>
          </p:cNvSpPr>
          <p:nvPr/>
        </p:nvSpPr>
        <p:spPr>
          <a:xfrm xmlns:a="http://schemas.openxmlformats.org/drawingml/2006/main">
            <a:off x="7572375" y="359092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Global instructions · Skills</a:t>
            </a:r>
          </a:p>
        </p:txBody>
      </p:sp>
      <p:sp>
        <p:nvSpPr>
          <p:cNvPr id="16" name="">
            <a:extLst xmlns:a="http://schemas.openxmlformats.org/drawingml/2006/main">
              <a:ext uri="{FF2B5EF4-FFF2-40B4-BE49-F238E27FC236}">
                <a16:creationId xmlns:a16="http://schemas.microsoft.com/office/drawing/2014/main" id="{F72C61C7-8040-4F39-A933-2A1498AB121E}"/>
              </a:ext>
            </a:extLst>
          </p:cNvPr>
          <p:cNvSpPr>
            <a:spLocks xmlns:a="http://schemas.openxmlformats.org/drawingml/2006/main" noGrp="1"/>
          </p:cNvSpPr>
          <p:nvPr/>
        </p:nvSpPr>
        <p:spPr>
          <a:xfrm xmlns:a="http://schemas.openxmlformats.org/drawingml/2006/main">
            <a:off x="6038850" y="4076700"/>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실행">
            <a:extLst xmlns:a="http://schemas.openxmlformats.org/drawingml/2006/main">
              <a:ext uri="{FF2B5EF4-FFF2-40B4-BE49-F238E27FC236}">
                <a16:creationId xmlns:a16="http://schemas.microsoft.com/office/drawing/2014/main" id="{BE8910F7-62C8-4F01-8F97-8DB5DF3C90FC}"/>
              </a:ext>
            </a:extLst>
          </p:cNvPr>
          <p:cNvSpPr>
            <a:spLocks xmlns:a="http://schemas.openxmlformats.org/drawingml/2006/main" noGrp="1"/>
          </p:cNvSpPr>
          <p:nvPr/>
        </p:nvSpPr>
        <p:spPr>
          <a:xfrm xmlns:a="http://schemas.openxmlformats.org/drawingml/2006/main">
            <a:off x="6038850" y="41719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실행</a:t>
            </a:r>
          </a:p>
        </p:txBody>
      </p:sp>
      <p:sp>
        <p:nvSpPr>
          <p:cNvPr id="18" name="Model/config · OS/runtime">
            <a:extLst xmlns:a="http://schemas.openxmlformats.org/drawingml/2006/main">
              <a:ext uri="{FF2B5EF4-FFF2-40B4-BE49-F238E27FC236}">
                <a16:creationId xmlns:a16="http://schemas.microsoft.com/office/drawing/2014/main" id="{21C863B9-AD74-4BF7-81C0-9C66BC696BE5}"/>
              </a:ext>
            </a:extLst>
          </p:cNvPr>
          <p:cNvSpPr>
            <a:spLocks xmlns:a="http://schemas.openxmlformats.org/drawingml/2006/main" noGrp="1"/>
          </p:cNvSpPr>
          <p:nvPr/>
        </p:nvSpPr>
        <p:spPr>
          <a:xfrm xmlns:a="http://schemas.openxmlformats.org/drawingml/2006/main">
            <a:off x="7572375" y="4171950"/>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Model/config · OS/runtime</a:t>
            </a:r>
          </a:p>
        </p:txBody>
      </p:sp>
      <p:sp>
        <p:nvSpPr>
          <p:cNvPr id="19" name="">
            <a:extLst xmlns:a="http://schemas.openxmlformats.org/drawingml/2006/main">
              <a:ext uri="{FF2B5EF4-FFF2-40B4-BE49-F238E27FC236}">
                <a16:creationId xmlns:a16="http://schemas.microsoft.com/office/drawing/2014/main" id="{BDF50DD4-FE7D-400A-BD52-4A1C9C656E66}"/>
              </a:ext>
            </a:extLst>
          </p:cNvPr>
          <p:cNvSpPr>
            <a:spLocks xmlns:a="http://schemas.openxmlformats.org/drawingml/2006/main" noGrp="1"/>
          </p:cNvSpPr>
          <p:nvPr/>
        </p:nvSpPr>
        <p:spPr>
          <a:xfrm xmlns:a="http://schemas.openxmlformats.org/drawingml/2006/main">
            <a:off x="6038850" y="465772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도구와 권한">
            <a:extLst xmlns:a="http://schemas.openxmlformats.org/drawingml/2006/main">
              <a:ext uri="{FF2B5EF4-FFF2-40B4-BE49-F238E27FC236}">
                <a16:creationId xmlns:a16="http://schemas.microsoft.com/office/drawing/2014/main" id="{4A6B8FA4-DB78-49C6-B5D0-365C23366658}"/>
              </a:ext>
            </a:extLst>
          </p:cNvPr>
          <p:cNvSpPr>
            <a:spLocks xmlns:a="http://schemas.openxmlformats.org/drawingml/2006/main" noGrp="1"/>
          </p:cNvSpPr>
          <p:nvPr/>
        </p:nvSpPr>
        <p:spPr>
          <a:xfrm xmlns:a="http://schemas.openxmlformats.org/drawingml/2006/main">
            <a:off x="6038850" y="47529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도구와 권한</a:t>
            </a:r>
          </a:p>
        </p:txBody>
      </p:sp>
      <p:sp>
        <p:nvSpPr>
          <p:cNvPr id="21" name="Hooks · MCP · Permissions">
            <a:extLst xmlns:a="http://schemas.openxmlformats.org/drawingml/2006/main">
              <a:ext uri="{FF2B5EF4-FFF2-40B4-BE49-F238E27FC236}">
                <a16:creationId xmlns:a16="http://schemas.microsoft.com/office/drawing/2014/main" id="{926BEB5F-E5B2-42BF-A65B-823D97FD76FB}"/>
              </a:ext>
            </a:extLst>
          </p:cNvPr>
          <p:cNvSpPr>
            <a:spLocks xmlns:a="http://schemas.openxmlformats.org/drawingml/2006/main" noGrp="1"/>
          </p:cNvSpPr>
          <p:nvPr/>
        </p:nvSpPr>
        <p:spPr>
          <a:xfrm xmlns:a="http://schemas.openxmlformats.org/drawingml/2006/main">
            <a:off x="7572375" y="475297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Hooks · MCP · Permissions</a:t>
            </a:r>
          </a:p>
        </p:txBody>
      </p:sp>
      <p:sp>
        <p:nvSpPr>
          <p:cNvPr id="22" name="Repository 바깥의 흔적도, 결과를 해석할 때 기록한다">
            <a:extLst xmlns:a="http://schemas.openxmlformats.org/drawingml/2006/main">
              <a:ext uri="{FF2B5EF4-FFF2-40B4-BE49-F238E27FC236}">
                <a16:creationId xmlns:a16="http://schemas.microsoft.com/office/drawing/2014/main" id="{451B8C9F-8D97-4DBF-9DFE-1351C5EC5A53}"/>
              </a:ext>
            </a:extLst>
          </p:cNvPr>
          <p:cNvSpPr>
            <a:spLocks xmlns:a="http://schemas.openxmlformats.org/drawingml/2006/main" noGrp="1"/>
          </p:cNvSpPr>
          <p:nvPr/>
        </p:nvSpPr>
        <p:spPr>
          <a:xfrm xmlns:a="http://schemas.openxmlformats.org/drawingml/2006/main">
            <a:off x="609600" y="52673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바깥의 흔적도, 결과를 해석할 때 기록한다</a:t>
            </a:r>
          </a:p>
        </p:txBody>
      </p:sp>
      <p:sp>
        <p:nvSpPr>
          <p:cNvPr id="23" name="Legacy module connection">
            <a:extLst xmlns:a="http://schemas.openxmlformats.org/drawingml/2006/main">
              <a:ext uri="{FF2B5EF4-FFF2-40B4-BE49-F238E27FC236}">
                <a16:creationId xmlns:a16="http://schemas.microsoft.com/office/drawing/2014/main" id="{5BF0CC0B-B550-4204-A272-3975D63C2E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464428120"/>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2143299D-D1AB-4662-B89B-9B52B37407A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55">
            <a:extLst xmlns:a="http://schemas.openxmlformats.org/drawingml/2006/main">
              <a:ext uri="{FF2B5EF4-FFF2-40B4-BE49-F238E27FC236}">
                <a16:creationId xmlns:a16="http://schemas.microsoft.com/office/drawing/2014/main" id="{35B60B77-DD17-4822-AA10-2823B29783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Engineering Pattern은 C++에도 전이된다">
            <a:extLst xmlns:a="http://schemas.openxmlformats.org/drawingml/2006/main">
              <a:ext uri="{FF2B5EF4-FFF2-40B4-BE49-F238E27FC236}">
                <a16:creationId xmlns:a16="http://schemas.microsoft.com/office/drawing/2014/main" id="{6BB38E24-BA70-4B06-81BC-CA7E062D876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Engineering Pattern은 C++에도 전이된다</a:t>
            </a:r>
          </a:p>
        </p:txBody>
      </p:sp>
      <p:sp>
        <p:nvSpPr>
          <p:cNvPr id="4" name="">
            <a:extLst xmlns:a="http://schemas.openxmlformats.org/drawingml/2006/main">
              <a:ext uri="{FF2B5EF4-FFF2-40B4-BE49-F238E27FC236}">
                <a16:creationId xmlns:a16="http://schemas.microsoft.com/office/drawing/2014/main" id="{429C2A3C-3B11-4B31-9511-B7271E69D40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CDE12383-C8E4-4AD1-A1B5-4B9507A39E4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29C2E9F4-8B8C-409F-A914-3F60E4DBB38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Python Demo에서 확인한 질문을 C++ Vision 업무로">
            <a:extLst xmlns:a="http://schemas.openxmlformats.org/drawingml/2006/main">
              <a:ext uri="{FF2B5EF4-FFF2-40B4-BE49-F238E27FC236}">
                <a16:creationId xmlns:a16="http://schemas.microsoft.com/office/drawing/2014/main" id="{42AFCA22-694C-4E93-A07C-F98E8B1254C0}"/>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Python Demo에서 확인한 질문을 C++ Vision 업무로</a:t>
            </a:r>
          </a:p>
        </p:txBody>
      </p:sp>
      <p:pic>
        <p:nvPicPr>
          <p:cNvPr id="8" name="">
            <a:extLst xmlns:a="http://schemas.openxmlformats.org/drawingml/2006/main">
              <a:ext uri="{FF2B5EF4-FFF2-40B4-BE49-F238E27FC236}">
                <a16:creationId xmlns:a16="http://schemas.microsoft.com/office/drawing/2014/main" id="{F4B20BB1-DA60-4674-9473-D7BF251201D8}"/>
              </a:ext>
            </a:extLst>
          </p:cNvPr>
          <p:cNvPicPr>
            <a:picLocks xmlns:a="http://schemas.openxmlformats.org/drawingml/2006/main" noChangeAspect="1"/>
          </p:cNvPicPr>
          <p:nvPr/>
        </p:nvPicPr>
        <p:blipFill>
          <a:blip xmlns:r="http://schemas.openxmlformats.org/officeDocument/2006/relationships" xmlns:a="http://schemas.openxmlformats.org/drawingml/2006/main" r:embed="R1f99f348e0f148f8"/>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CAA219A2-1D50-4CF1-B711-00C2887DC0CB}"/>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A82A470B-35A4-4832-947E-AC30DDC114F4}"/>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CE7B0D39-B100-466B-8D23-12779D560B45}"/>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94301712-EF22-4523-A34E-37391EAB52DE}"/>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기준 조건은?">
            <a:extLst xmlns:a="http://schemas.openxmlformats.org/drawingml/2006/main">
              <a:ext uri="{FF2B5EF4-FFF2-40B4-BE49-F238E27FC236}">
                <a16:creationId xmlns:a16="http://schemas.microsoft.com/office/drawing/2014/main" id="{DE1FE063-0DC4-407A-8470-235D2414F1B8}"/>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기준 조건은?</a:t>
            </a:r>
          </a:p>
        </p:txBody>
      </p:sp>
      <p:sp>
        <p:nvSpPr>
          <p:cNvPr id="14" name="입력·계약에서&#10;빌드·하드웨어 가정까지">
            <a:extLst xmlns:a="http://schemas.openxmlformats.org/drawingml/2006/main">
              <a:ext uri="{FF2B5EF4-FFF2-40B4-BE49-F238E27FC236}">
                <a16:creationId xmlns:a16="http://schemas.microsoft.com/office/drawing/2014/main" id="{1A37FE74-3CFC-4E5A-B6AF-E61915D7C356}"/>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입력·계약에서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가정까지</a:t>
            </a:r>
          </a:p>
        </p:txBody>
      </p:sp>
      <p:sp>
        <p:nvSpPr>
          <p:cNvPr id="15" name="">
            <a:extLst xmlns:a="http://schemas.openxmlformats.org/drawingml/2006/main">
              <a:ext uri="{FF2B5EF4-FFF2-40B4-BE49-F238E27FC236}">
                <a16:creationId xmlns:a16="http://schemas.microsoft.com/office/drawing/2014/main" id="{58D076DB-91D1-4B4E-B338-BBCAD35802D8}"/>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어디를 조사할까?">
            <a:extLst xmlns:a="http://schemas.openxmlformats.org/drawingml/2006/main">
              <a:ext uri="{FF2B5EF4-FFF2-40B4-BE49-F238E27FC236}">
                <a16:creationId xmlns:a16="http://schemas.microsoft.com/office/drawing/2014/main" id="{A7568E0E-C7CC-4386-80CF-7229097F763C}"/>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어디를 조사할까?</a:t>
            </a:r>
          </a:p>
        </p:txBody>
      </p:sp>
      <p:sp>
        <p:nvSpPr>
          <p:cNvPr id="17" name="측정한 코드 경로에서&#10;해당 모듈의 profile로">
            <a:extLst xmlns:a="http://schemas.openxmlformats.org/drawingml/2006/main">
              <a:ext uri="{FF2B5EF4-FFF2-40B4-BE49-F238E27FC236}">
                <a16:creationId xmlns:a16="http://schemas.microsoft.com/office/drawing/2014/main" id="{5BD9DAFE-E623-47D2-9E20-1D01FFB9277E}"/>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측정한 코드 경로에서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해당 모듈의 profile로</a:t>
            </a:r>
          </a:p>
        </p:txBody>
      </p:sp>
      <p:sp>
        <p:nvSpPr>
          <p:cNvPr id="18" name="">
            <a:extLst xmlns:a="http://schemas.openxmlformats.org/drawingml/2006/main">
              <a:ext uri="{FF2B5EF4-FFF2-40B4-BE49-F238E27FC236}">
                <a16:creationId xmlns:a16="http://schemas.microsoft.com/office/drawing/2014/main" id="{F0E4C4BF-8A01-4A53-930E-0F9C17551F17}"/>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무엇을 확인할까?">
            <a:extLst xmlns:a="http://schemas.openxmlformats.org/drawingml/2006/main">
              <a:ext uri="{FF2B5EF4-FFF2-40B4-BE49-F238E27FC236}">
                <a16:creationId xmlns:a16="http://schemas.microsoft.com/office/drawing/2014/main" id="{822ACA25-1DDA-4B88-81D3-4830CB6B9A32}"/>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무엇을 확인할까?</a:t>
            </a:r>
          </a:p>
        </p:txBody>
      </p:sp>
      <p:sp>
        <p:nvSpPr>
          <p:cNvPr id="20" name="동작 계약에서&#10;모듈·회귀·통합 검증으로">
            <a:extLst xmlns:a="http://schemas.openxmlformats.org/drawingml/2006/main">
              <a:ext uri="{FF2B5EF4-FFF2-40B4-BE49-F238E27FC236}">
                <a16:creationId xmlns:a16="http://schemas.microsoft.com/office/drawing/2014/main" id="{0B815811-7502-41A0-8ED8-E61AA1899D2A}"/>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 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모듈·회귀·통합 검증으로</a:t>
            </a:r>
          </a:p>
        </p:txBody>
      </p:sp>
      <p:sp>
        <p:nvSpPr>
          <p:cNvPr id="21" name="baseline → profile → change → regression check">
            <a:extLst xmlns:a="http://schemas.openxmlformats.org/drawingml/2006/main">
              <a:ext uri="{FF2B5EF4-FFF2-40B4-BE49-F238E27FC236}">
                <a16:creationId xmlns:a16="http://schemas.microsoft.com/office/drawing/2014/main" id="{731BE59D-5759-4A05-B699-2D36809858FB}"/>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baseline → profile → change → regression check</a:t>
            </a:r>
          </a:p>
        </p:txBody>
      </p:sp>
      <p:sp>
        <p:nvSpPr>
          <p:cNvPr id="22" name="Legacy module connection">
            <a:extLst xmlns:a="http://schemas.openxmlformats.org/drawingml/2006/main">
              <a:ext uri="{FF2B5EF4-FFF2-40B4-BE49-F238E27FC236}">
                <a16:creationId xmlns:a16="http://schemas.microsoft.com/office/drawing/2014/main" id="{13CECDAC-6A01-4B35-8450-1167494027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26821558"/>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내 업무의 반복을 돌아보기">
            <a:extLst xmlns:a="http://schemas.openxmlformats.org/drawingml/2006/main">
              <a:ext uri="{FF2B5EF4-FFF2-40B4-BE49-F238E27FC236}">
                <a16:creationId xmlns:a16="http://schemas.microsoft.com/office/drawing/2014/main" id="{670059B0-1282-49E0-9EF1-BBC018A97D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반복을 돌아보기</a:t>
            </a:r>
          </a:p>
        </p:txBody>
      </p:sp>
      <p:sp>
        <p:nvSpPr>
          <p:cNvPr id="2" name="S56">
            <a:extLst xmlns:a="http://schemas.openxmlformats.org/drawingml/2006/main">
              <a:ext uri="{FF2B5EF4-FFF2-40B4-BE49-F238E27FC236}">
                <a16:creationId xmlns:a16="http://schemas.microsoft.com/office/drawing/2014/main" id="{3301450B-4083-4788-90D7-874B04795E6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필요한 구조부터 질문하기">
            <a:extLst xmlns:a="http://schemas.openxmlformats.org/drawingml/2006/main">
              <a:ext uri="{FF2B5EF4-FFF2-40B4-BE49-F238E27FC236}">
                <a16:creationId xmlns:a16="http://schemas.microsoft.com/office/drawing/2014/main" id="{A91F213C-AB92-4209-B761-5073BBA72E1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구조부터 질문하기</a:t>
            </a:r>
          </a:p>
        </p:txBody>
      </p:sp>
      <p:sp>
        <p:nvSpPr>
          <p:cNvPr id="4" name="">
            <a:extLst xmlns:a="http://schemas.openxmlformats.org/drawingml/2006/main">
              <a:ext uri="{FF2B5EF4-FFF2-40B4-BE49-F238E27FC236}">
                <a16:creationId xmlns:a16="http://schemas.microsoft.com/office/drawing/2014/main" id="{8F9A9A61-FD85-4110-9E59-3386D2C436C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자신의 업무를 생각해보기 · 공유는 선택">
            <a:extLst xmlns:a="http://schemas.openxmlformats.org/drawingml/2006/main">
              <a:ext uri="{FF2B5EF4-FFF2-40B4-BE49-F238E27FC236}">
                <a16:creationId xmlns:a16="http://schemas.microsoft.com/office/drawing/2014/main" id="{E81A029A-38B2-4F59-A33B-59B0CC8E54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자신의 업무를 생각해보기 · 공유는 선택</a:t>
            </a:r>
          </a:p>
        </p:txBody>
      </p:sp>
      <p:sp>
        <p:nvSpPr>
          <p:cNvPr id="6" name="STATE-04-PERF는 이 작업에서 잘 동작한 결과 · Subagent와 Memory는 조건부 선택">
            <a:extLst xmlns:a="http://schemas.openxmlformats.org/drawingml/2006/main">
              <a:ext uri="{FF2B5EF4-FFF2-40B4-BE49-F238E27FC236}">
                <a16:creationId xmlns:a16="http://schemas.microsoft.com/office/drawing/2014/main" id="{4AACD1A0-C22B-4715-ACCF-24B600F9A0F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STATE-04-PERF는 이 작업에서 잘 동작한 결과 · Subagent와 Memory는 조건부 선택</a:t>
            </a:r>
          </a:p>
        </p:txBody>
      </p:sp>
      <p:sp>
        <p:nvSpPr>
          <p:cNvPr id="7" name="내 업무에서 가장 자주 반복하는 설명은?">
            <a:extLst xmlns:a="http://schemas.openxmlformats.org/drawingml/2006/main">
              <a:ext uri="{FF2B5EF4-FFF2-40B4-BE49-F238E27FC236}">
                <a16:creationId xmlns:a16="http://schemas.microsoft.com/office/drawing/2014/main" id="{4C00A1D9-A076-4075-94C1-01D3AFF50E5C}"/>
              </a:ext>
            </a:extLst>
          </p:cNvPr>
          <p:cNvSpPr>
            <a:spLocks xmlns:a="http://schemas.openxmlformats.org/drawingml/2006/main" noGrp="1"/>
          </p:cNvSpPr>
          <p:nvPr/>
        </p:nvSpPr>
        <p:spPr>
          <a:xfrm xmlns:a="http://schemas.openxmlformats.org/drawingml/2006/main">
            <a:off x="609600" y="21907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내 업무에서 가장 자주 반복하는 설명은?</a:t>
            </a:r>
          </a:p>
        </p:txBody>
      </p:sp>
      <p:sp>
        <p:nvSpPr>
          <p:cNvPr id="8" name="“우리 프로젝트의 제약은…”">
            <a:extLst xmlns:a="http://schemas.openxmlformats.org/drawingml/2006/main">
              <a:ext uri="{FF2B5EF4-FFF2-40B4-BE49-F238E27FC236}">
                <a16:creationId xmlns:a16="http://schemas.microsoft.com/office/drawing/2014/main" id="{0D02AB95-3A3E-482F-A249-9F35C077566B}"/>
              </a:ext>
            </a:extLst>
          </p:cNvPr>
          <p:cNvSpPr>
            <a:spLocks xmlns:a="http://schemas.openxmlformats.org/drawingml/2006/main" noGrp="1"/>
          </p:cNvSpPr>
          <p:nvPr/>
        </p:nvSpPr>
        <p:spPr>
          <a:xfrm xmlns:a="http://schemas.openxmlformats.org/drawingml/2006/main">
            <a:off x="609600" y="3114675"/>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“우리 프로젝트의 제약은…”</a:t>
            </a:r>
          </a:p>
        </p:txBody>
      </p:sp>
      <p:sp>
        <p:nvSpPr>
          <p:cNvPr id="9" name="“먼저 측정하고, 끝나면 확인해…”">
            <a:extLst xmlns:a="http://schemas.openxmlformats.org/drawingml/2006/main">
              <a:ext uri="{FF2B5EF4-FFF2-40B4-BE49-F238E27FC236}">
                <a16:creationId xmlns:a16="http://schemas.microsoft.com/office/drawing/2014/main" id="{616DE836-88A2-458B-9589-A6032D03AE10}"/>
              </a:ext>
            </a:extLst>
          </p:cNvPr>
          <p:cNvSpPr>
            <a:spLocks xmlns:a="http://schemas.openxmlformats.org/drawingml/2006/main" noGrp="1"/>
          </p:cNvSpPr>
          <p:nvPr/>
        </p:nvSpPr>
        <p:spPr>
          <a:xfrm xmlns:a="http://schemas.openxmlformats.org/drawingml/2006/main">
            <a:off x="6705600" y="3114675"/>
            <a:ext cx="4876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“먼저 측정하고, 끝나면 확인해…”</a:t>
            </a:r>
          </a:p>
        </p:txBody>
      </p:sp>
      <p:sp>
        <p:nvSpPr>
          <p:cNvPr id="10" name="반복되는 사실">
            <a:extLst xmlns:a="http://schemas.openxmlformats.org/drawingml/2006/main">
              <a:ext uri="{FF2B5EF4-FFF2-40B4-BE49-F238E27FC236}">
                <a16:creationId xmlns:a16="http://schemas.microsoft.com/office/drawing/2014/main" id="{8919D06C-961E-45FA-AD71-93E3F50027FF}"/>
              </a:ext>
            </a:extLst>
          </p:cNvPr>
          <p:cNvSpPr>
            <a:spLocks xmlns:a="http://schemas.openxmlformats.org/drawingml/2006/main" noGrp="1"/>
          </p:cNvSpPr>
          <p:nvPr/>
        </p:nvSpPr>
        <p:spPr>
          <a:xfrm xmlns:a="http://schemas.openxmlformats.org/drawingml/2006/main">
            <a:off x="609600" y="37528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사실</a:t>
            </a:r>
          </a:p>
        </p:txBody>
      </p:sp>
      <p:sp>
        <p:nvSpPr>
          <p:cNvPr id="11" name="반복되는 절차">
            <a:extLst xmlns:a="http://schemas.openxmlformats.org/drawingml/2006/main">
              <a:ext uri="{FF2B5EF4-FFF2-40B4-BE49-F238E27FC236}">
                <a16:creationId xmlns:a16="http://schemas.microsoft.com/office/drawing/2014/main" id="{B2557BA6-1BDC-4A88-8C0F-731BBF4B0F08}"/>
              </a:ext>
            </a:extLst>
          </p:cNvPr>
          <p:cNvSpPr>
            <a:spLocks xmlns:a="http://schemas.openxmlformats.org/drawingml/2006/main" noGrp="1"/>
          </p:cNvSpPr>
          <p:nvPr/>
        </p:nvSpPr>
        <p:spPr>
          <a:xfrm xmlns:a="http://schemas.openxmlformats.org/drawingml/2006/main">
            <a:off x="6705600" y="37528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절차</a:t>
            </a:r>
          </a:p>
        </p:txBody>
      </p:sp>
      <p:sp>
        <p:nvSpPr>
          <p:cNvPr id="12" name="">
            <a:extLst xmlns:a="http://schemas.openxmlformats.org/drawingml/2006/main">
              <a:ext uri="{FF2B5EF4-FFF2-40B4-BE49-F238E27FC236}">
                <a16:creationId xmlns:a16="http://schemas.microsoft.com/office/drawing/2014/main" id="{528B1931-2EE8-4CA6-9937-366215E2CF09}"/>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지금 잘 동작한다면,&#10;Project가 바뀐 뒤에도 계속 맞을까?">
            <a:extLst xmlns:a="http://schemas.openxmlformats.org/drawingml/2006/main">
              <a:ext uri="{FF2B5EF4-FFF2-40B4-BE49-F238E27FC236}">
                <a16:creationId xmlns:a16="http://schemas.microsoft.com/office/drawing/2014/main" id="{E45F8162-3FEF-46A1-89C9-F52B2CF4FE6F}"/>
              </a:ext>
            </a:extLst>
          </p:cNvPr>
          <p:cNvSpPr>
            <a:spLocks xmlns:a="http://schemas.openxmlformats.org/drawingml/2006/main" noGrp="1"/>
          </p:cNvSpPr>
          <p:nvPr/>
        </p:nvSpPr>
        <p:spPr>
          <a:xfrm xmlns:a="http://schemas.openxmlformats.org/drawingml/2006/main">
            <a:off x="609600" y="4829175"/>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지금 잘 동작한다면,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Project가 바뀐 뒤에도 계속 맞을까?</a:t>
            </a:r>
          </a:p>
        </p:txBody>
      </p:sp>
      <p:sp>
        <p:nvSpPr>
          <p:cNvPr id="14" name="Legacy module connection">
            <a:extLst xmlns:a="http://schemas.openxmlformats.org/drawingml/2006/main">
              <a:ext uri="{FF2B5EF4-FFF2-40B4-BE49-F238E27FC236}">
                <a16:creationId xmlns:a16="http://schemas.microsoft.com/office/drawing/2014/main" id="{1F4F6823-A673-4F34-B4DD-0CE2E55EA11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43435508"/>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EC9484BB-CBAF-4433-98C0-F62C142349C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57">
            <a:extLst xmlns:a="http://schemas.openxmlformats.org/drawingml/2006/main">
              <a:ext uri="{FF2B5EF4-FFF2-40B4-BE49-F238E27FC236}">
                <a16:creationId xmlns:a16="http://schemas.microsoft.com/office/drawing/2014/main" id="{8F60B4D0-09A8-414D-A1C5-4B6F1633D5C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여기까지는 잘 동작했다">
            <a:extLst xmlns:a="http://schemas.openxmlformats.org/drawingml/2006/main">
              <a:ext uri="{FF2B5EF4-FFF2-40B4-BE49-F238E27FC236}">
                <a16:creationId xmlns:a16="http://schemas.microsoft.com/office/drawing/2014/main" id="{23BA5DB4-6A49-4BBC-B46E-3C92F9E7D31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D604923F-6D0F-4089-987B-ACCBB8649B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BFE3472C-90CA-44F4-A4B0-3B5EE726FB8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8BC9F5FB-70DB-4B3F-9482-6AC1127AE0A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72146864-50D4-4584-A4F7-FBC9431DC456}"/>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6596E068-E5F2-4F23-B825-2B48BE04DA85}"/>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209B9DB5-93D7-4B81-BE41-C3A5FC45A0ED}"/>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E132619B-95CA-4081-B96B-ACB2E338ED71}"/>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FCBD4C07-7B7B-48FC-B8A0-F8DF38880E39}"/>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D685692E-1CDC-4B71-9718-67D3B1B46FB3}"/>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36CA7C57-4741-40F9-8A4C-3A31167327CE}"/>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70153751-C5B4-4D71-B2E5-F207D085738F}"/>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04F952D0-ECEE-45CB-9699-9398DE4FD763}"/>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12EE98C9-30A3-47BA-BBC3-920410077E6F}"/>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D3596AF5-BC3A-4C9D-AB54-DBAE727D926C}"/>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A65AE5E8-F83D-434D-9D1C-45C33D8511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2622924"/>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E0D4D3BB-E5D6-41B5-910E-45227143179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58">
            <a:extLst xmlns:a="http://schemas.openxmlformats.org/drawingml/2006/main">
              <a:ext uri="{FF2B5EF4-FFF2-40B4-BE49-F238E27FC236}">
                <a16:creationId xmlns:a16="http://schemas.microsoft.com/office/drawing/2014/main" id="{425DD824-0C71-4371-95D8-6655D61F941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개념 사례: Project와 Workflow는 현재 맞다">
            <a:extLst xmlns:a="http://schemas.openxmlformats.org/drawingml/2006/main">
              <a:ext uri="{FF2B5EF4-FFF2-40B4-BE49-F238E27FC236}">
                <a16:creationId xmlns:a16="http://schemas.microsoft.com/office/drawing/2014/main" id="{0020A0E8-81F0-46A2-A74B-76B9FAD695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165C9871-83C3-4842-973F-D6EB35C26D1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25AFB75D-9C99-4040-9E0A-46801BE2ED5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33EEB861-88CB-4206-9CB8-49E71A8D3E7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DE03A40C-9BCA-41D6-8865-A96437B581D3}"/>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B826E7E8-6570-4812-AA4C-28BFBB72EF31}"/>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7B80D5C9-514B-4F2F-A5C6-8B875273F4AD}"/>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E9499E51-E432-45EA-BC72-065108874D65}"/>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4233326A-A14E-4892-B648-C6C66CC2722D}"/>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560E0502-FE63-44A6-9245-4DC5EE37EC94}"/>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14D6BB8A-4F76-4CB8-9BC9-DCF9574D2A5D}"/>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789D3A0E-79F6-4460-BAB3-7BCD1493380E}"/>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087109D5-72CF-44DB-A75A-7A5ED6A7E685}"/>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302D7ADE-7006-4A98-AA8E-D23E49C5FC0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73880445"/>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C5248649-A241-4C36-A8F1-944C31A1BF82}"/>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59">
            <a:extLst xmlns:a="http://schemas.openxmlformats.org/drawingml/2006/main">
              <a:ext uri="{FF2B5EF4-FFF2-40B4-BE49-F238E27FC236}">
                <a16:creationId xmlns:a16="http://schemas.microsoft.com/office/drawing/2014/main" id="{D1484E67-0878-423E-92DE-DAD14823B6E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Project는 바뀌고 Workflow는 남았다">
            <a:extLst xmlns:a="http://schemas.openxmlformats.org/drawingml/2006/main">
              <a:ext uri="{FF2B5EF4-FFF2-40B4-BE49-F238E27FC236}">
                <a16:creationId xmlns:a16="http://schemas.microsoft.com/office/drawing/2014/main" id="{022125E6-29CF-43BF-A972-1C7F758A256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83BDFAE7-D697-453A-95A1-BC69C30B4F46}"/>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C1B5C75D-7D44-4ED7-B4EE-7E7FA893131A}"/>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DCBACEA0-4636-44F0-96A8-D146A73A314F}"/>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7A61AE89-AC17-47CD-AB09-6A1F80E1E47F}"/>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E9B3B9CE-95EF-4331-927B-34D5766EE371}"/>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0A54CC04-E8AF-4007-847A-512B6BDF5057}"/>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37FFE3C0-054B-4E5E-953A-63AFF14CFC73}"/>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AD1FAD40-3D88-472A-8F42-0D4CB3D14198}"/>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A2159D85-5CCF-4988-BE7F-426222977239}"/>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4A949B75-E244-4E54-9002-3B3E90AACF42}"/>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EBDDD82B-451C-4CF6-8A23-AC95899F5ED4}"/>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1BA902B2-8CF6-4DEA-AD86-3EBD641DEEEA}"/>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AC97D6D7-EEE0-437B-9B6F-66242A20749D}"/>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1A20AD0A-EE3B-48C6-AD78-E590838D13B6}"/>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A27F23F0-C837-4914-BB11-A22EFE0E19AF}"/>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EFAAFBA9-4A0A-43AF-946A-09B682B4372E}"/>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C5B8CB97-00CC-448C-93B3-CE5E5F70654C}"/>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3DE3F8EC-122E-496E-9E08-58A1B289C13F}"/>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D9180DF5-469F-4190-805C-AE532CAF66E1}"/>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FB0ED0E8-A6E7-4064-8E39-8C19FE0B6AC2}"/>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5F10F3EE-6AE9-4222-90DD-EB440C2DFF5C}"/>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DC7A4062-6EC4-42AE-88F7-08FDF8D7A09D}"/>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87048BBE-94D6-471D-83EB-A2A0489E870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5AC5E943-5043-41DA-A8CD-37433F46ACF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D93690E4-5C67-4DC5-A5A4-607A6E9D429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D90A3442-667B-45FA-8FA7-17C1C5A896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410411744"/>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BC60008F-CD4B-43B3-9C24-5C8819F559C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0">
            <a:extLst xmlns:a="http://schemas.openxmlformats.org/drawingml/2006/main">
              <a:ext uri="{FF2B5EF4-FFF2-40B4-BE49-F238E27FC236}">
                <a16:creationId xmlns:a16="http://schemas.microsoft.com/office/drawing/2014/main" id="{BF673664-393B-4106-8060-4A4E8915222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Task 해결과 System 문제는 다르다">
            <a:extLst xmlns:a="http://schemas.openxmlformats.org/drawingml/2006/main">
              <a:ext uri="{FF2B5EF4-FFF2-40B4-BE49-F238E27FC236}">
                <a16:creationId xmlns:a16="http://schemas.microsoft.com/office/drawing/2014/main" id="{1F256C5B-BEE4-496E-AF92-AC12A8AA6D9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D6131B4D-3B0E-4A5C-88A7-41A733CE2C1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CF67F2B2-DF1B-4D97-9A23-E7861B2D03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FD254101-D512-4CBD-954E-FACB39968CD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8303ACC1-022A-4C86-AE77-0398FA62F8A5}"/>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4DD95C26-86BA-4435-B297-8E8CDBEAE2D2}"/>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1B40FA2D-9523-4152-BB84-184711E4C6C6}"/>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C34F5194-FF46-40A6-81D6-F879C7EFB269}"/>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6D0F10E3-02A0-4A18-84AD-C800470C9AC7}"/>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13268841-1B13-49F2-82CA-F66C68D52E34}"/>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0B991A6D-2E88-46A6-8A44-658127179175}"/>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C8862E77-E6D8-46E1-80A5-EDD23C5AD727}"/>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1EBD06AC-D437-42D8-B1EB-D2AB3B0C6B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668181407"/>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5BF3DA14-01D5-470D-B192-1184D27532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61">
            <a:extLst xmlns:a="http://schemas.openxmlformats.org/drawingml/2006/main">
              <a:ext uri="{FF2B5EF4-FFF2-40B4-BE49-F238E27FC236}">
                <a16:creationId xmlns:a16="http://schemas.microsoft.com/office/drawing/2014/main" id="{D4966EAB-4DAE-4BE6-98AA-1F5CCA728C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원인에 맞는 Layer를 고르기">
            <a:extLst xmlns:a="http://schemas.openxmlformats.org/drawingml/2006/main">
              <a:ext uri="{FF2B5EF4-FFF2-40B4-BE49-F238E27FC236}">
                <a16:creationId xmlns:a16="http://schemas.microsoft.com/office/drawing/2014/main" id="{B9732364-697E-46E4-B826-84799243087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A419DF7A-1C27-4832-8F79-45110F5D2FB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74E0E324-1E10-41C2-8735-D14F5AFDAB9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40D2F1E2-9386-4A96-8A79-B3BA739841A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E15A94CE-B269-433A-B7C4-F57F9508DF76}"/>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B3F53B40-F1EA-48D0-BBC0-8753C3C0DE20}"/>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074D568B-32F2-4371-80D0-DF5F1DA81982}"/>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40E3403C-FA53-4B33-B2AA-8B803F46D0A0}"/>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D3DA5777-C209-42EF-8317-52A379709625}"/>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BFA8C786-C366-4A56-8020-9474D1352386}"/>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853B3281-CFF2-4222-AF5D-4471691745C1}"/>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1A1E045A-DDD4-4CD3-BC60-9B858D62D2F6}"/>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0143CA53-211D-4C9B-95C2-4A3718CA4B7E}"/>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55FE082C-6E4F-44EB-95D6-88341E953E1E}"/>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942C47E8-3610-4102-904F-D818D8E5B439}"/>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B4A323CD-8228-475D-8658-3394E5E5C1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49373066"/>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506E0095-8BD0-4729-AE68-774335D021B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62">
            <a:extLst xmlns:a="http://schemas.openxmlformats.org/drawingml/2006/main">
              <a:ext uri="{FF2B5EF4-FFF2-40B4-BE49-F238E27FC236}">
                <a16:creationId xmlns:a16="http://schemas.microsoft.com/office/drawing/2014/main" id="{DCA34740-3C68-4623-AB80-84C31A7840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실패 지점과 원인 Layer 구분하기">
            <a:extLst xmlns:a="http://schemas.openxmlformats.org/drawingml/2006/main">
              <a:ext uri="{FF2B5EF4-FFF2-40B4-BE49-F238E27FC236}">
                <a16:creationId xmlns:a16="http://schemas.microsoft.com/office/drawing/2014/main" id="{A5088C32-B0A3-4DBB-951B-E789A9BE64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3F73ADA8-EF6A-411B-8B70-73A24A95FA8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66EC3004-CF62-4680-BD52-085A82297F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2627ED64-0982-4AC1-AD0C-0419D03711D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4CF0F0AD-3C88-426E-B5D9-C277C00D5DB3}"/>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BC2A3E9E-009D-413E-9060-F40A61C342F2}"/>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7B69ECCD-1DB0-43F9-9056-26F106F2DD9B}"/>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30D590CF-EDFA-4D95-8A0B-0BCB24EED693}"/>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438829BB-AA3A-4558-852C-2CFDB39F8C22}"/>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1F955902-25F0-4068-9848-1FD15D6F4314}"/>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B86C0A70-6925-4886-9E37-4D054F7D03A9}"/>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CE8B5768-9502-4776-A10F-AA3F37888421}"/>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C5E7E41A-8F4C-47E8-877E-3FB48C538E24}"/>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0C7224DD-CA69-48ED-BB21-D6D79434B61B}"/>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9E9C8B22-BE7F-4D6C-87D2-8585E1E57CC6}"/>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D33674B9-FE8B-4615-9A5F-6FBBC0033F59}"/>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BCDABD1B-1856-4749-840C-831C3E0B25D1}"/>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4A23D831-55F1-474C-92F0-A9FFAF4105A1}"/>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EB8C373A-7B02-45D0-BF2F-8600B382FF91}"/>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D649BA46-A2C5-49A6-9D2D-E576033074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6887216"/>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319BF3C5-F296-4448-8FAB-26B64BE745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63">
            <a:extLst xmlns:a="http://schemas.openxmlformats.org/drawingml/2006/main">
              <a:ext uri="{FF2B5EF4-FFF2-40B4-BE49-F238E27FC236}">
                <a16:creationId xmlns:a16="http://schemas.microsoft.com/office/drawing/2014/main" id="{2284437F-934C-4E00-A561-E056A2A050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먼저 관찰하고, 그다음 가설을 세운다">
            <a:extLst xmlns:a="http://schemas.openxmlformats.org/drawingml/2006/main">
              <a:ext uri="{FF2B5EF4-FFF2-40B4-BE49-F238E27FC236}">
                <a16:creationId xmlns:a16="http://schemas.microsoft.com/office/drawing/2014/main" id="{3BFE123C-D363-4D37-83C6-D4F332C0EA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2532DB15-CBE7-4E04-BEE7-C05D915747C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36EE4075-F12F-46F9-A5BF-0036765B1A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973627D4-7990-4768-B469-D040A2B5C42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8D20DDCA-2F29-4F73-BD0F-A756BD95659A}"/>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5364B366-3F98-4DB2-BD1E-59EF79775397}"/>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00053561-44F4-4FF3-93C7-AF6663E4D139}"/>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B66E9E12-8D83-4B40-9536-1AAFCF17480A}"/>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83BD318C-8953-47B2-8606-CA6194D6AE7E}"/>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C06A50D9-1BEB-47E5-B4FE-D4B69DD2ECFD}"/>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D493328E-C553-4C86-9F86-7DF01869D7FD}"/>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60DB690E-F4DD-48E7-BEFF-405B96B6558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114691330"/>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B4B3E800-4955-44FF-A053-CB7C69F1AD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64">
            <a:extLst xmlns:a="http://schemas.openxmlformats.org/drawingml/2006/main">
              <a:ext uri="{FF2B5EF4-FFF2-40B4-BE49-F238E27FC236}">
                <a16:creationId xmlns:a16="http://schemas.microsoft.com/office/drawing/2014/main" id="{4BB325AD-939D-4E39-B55A-92B4FC7CDDF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Cause가 지지하는 최소 변경">
            <a:extLst xmlns:a="http://schemas.openxmlformats.org/drawingml/2006/main">
              <a:ext uri="{FF2B5EF4-FFF2-40B4-BE49-F238E27FC236}">
                <a16:creationId xmlns:a16="http://schemas.microsoft.com/office/drawing/2014/main" id="{A9E810E2-E6CA-4582-B6F3-16268D0E06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DB49475A-C9A4-423E-BBA9-D7B0E53FB4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D3BD984D-940C-43BD-AE54-D349B559996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64019A47-E1DB-4D38-8E7E-DE21165CCF1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3C44E1DC-19FB-498E-B0D2-C6C5268900C1}"/>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5DA82D4A-0319-4203-82C7-946F24F3227B}"/>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93E0794A-0D21-4611-A108-CB908DEBFB91}"/>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6E51EF6B-265F-4B7A-B8F6-21D0593C8A7B}"/>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C617A4CD-0C25-4CD4-920C-AC46FE1B11BB}"/>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395EB5FB-5993-4BEA-B018-349266D9666D}"/>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C7B2CBFD-519C-4EEA-AEC3-6B0A1F9BB470}"/>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D3895C1B-A5A6-40F3-9FB8-F5F37257F605}"/>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864E487F-956A-44F3-9DFA-BE4E46F6FF35}"/>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29255664-348B-4599-B7CF-130D9DE1B7E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82205806"/>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F51740F1-FD23-42C7-84FC-B01FEFC12B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65">
            <a:extLst xmlns:a="http://schemas.openxmlformats.org/drawingml/2006/main">
              <a:ext uri="{FF2B5EF4-FFF2-40B4-BE49-F238E27FC236}">
                <a16:creationId xmlns:a16="http://schemas.microsoft.com/office/drawing/2014/main" id="{B1A90837-4E23-4CE2-ADEF-25BF36C83E3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같은 Task의 재실행만으로 충분할까?">
            <a:extLst xmlns:a="http://schemas.openxmlformats.org/drawingml/2006/main">
              <a:ext uri="{FF2B5EF4-FFF2-40B4-BE49-F238E27FC236}">
                <a16:creationId xmlns:a16="http://schemas.microsoft.com/office/drawing/2014/main" id="{8F2C8D5F-BCEA-4529-B3C1-A8820D7A8C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6EE6034B-8B4C-43C0-8CC8-63AE5242CF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C168AD23-523B-4563-A270-362E5FC8FA9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3105B98B-F45F-4CC0-B133-DC261A1C8F5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A6572524-B7E4-4B21-941D-00A290CEB4F1}"/>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1F07553D-717C-4F5A-96E3-536691FE0353}"/>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7FC22503-7C23-4E69-B507-65CF68C3B21A}"/>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91D811D1-074E-4EA6-BC99-13200FDE5C8B}"/>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20A094F9-BD28-4018-AAFE-2C0FAA728663}"/>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96401973-A5AB-43BC-94C7-D0622CAD0A26}"/>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6A67C490-3815-49DA-8013-0E14D7E01B81}"/>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4A1B57FB-6A77-4046-9CC8-FFE10A4967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17602467"/>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B22DF9FF-1CB8-4C0C-A063-1BE1F171072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66">
            <a:extLst xmlns:a="http://schemas.openxmlformats.org/drawingml/2006/main">
              <a:ext uri="{FF2B5EF4-FFF2-40B4-BE49-F238E27FC236}">
                <a16:creationId xmlns:a16="http://schemas.microsoft.com/office/drawing/2014/main" id="{71DCCB41-FEBA-45E7-A740-7037AE4113C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대표 작업으로 변경 범위를 확인하기">
            <a:extLst xmlns:a="http://schemas.openxmlformats.org/drawingml/2006/main">
              <a:ext uri="{FF2B5EF4-FFF2-40B4-BE49-F238E27FC236}">
                <a16:creationId xmlns:a16="http://schemas.microsoft.com/office/drawing/2014/main" id="{5CE9B332-2C7D-4B16-9CF6-878809A70A4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6B2BAC1A-F17D-425C-8CE5-9970C8A458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4E07F7C4-F961-4CEB-9CEC-9C5EFB33611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B534A400-98ED-40FA-A514-65BF0333AD8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C8D4ED76-05AF-41EA-B26E-BB9BC9BA2283}"/>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8B06D804-8862-4F91-94A8-3062CF45E272}"/>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1637308F-A90F-4378-82D8-E65F0B65E72F}"/>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EE2333E9-D87E-48B4-8D2C-B31AE351073B}"/>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AA228B35-7BAA-4CD0-A250-D43EAE2ACE33}"/>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658554BB-0ACC-4ECA-A0F5-4D3A59FE5FED}"/>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4EFFA82F-A152-4AAF-AF4E-EBF9752D1F16}"/>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607DF057-3142-4B24-91CA-B9D16E76EC80}"/>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AB5F5829-47DC-48F1-BC5C-62B87C3E9AD1}"/>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721C3552-DA9B-4741-A8FD-221396EA85B9}"/>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0FE2E6D8-B4A7-4865-94E1-4E22DA662239}"/>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183D1067-4D14-47AD-8B02-9C1278663482}"/>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AC78F4AB-9017-40F5-8EBC-721D5523B95B}"/>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01EF1A69-8BFA-4640-9DF0-9DA66BB1F10E}"/>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02F0652A-EDF3-4E75-B23A-8AD2077D7E30}"/>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593F7BE6-7027-481F-B99B-C8E1CC3A23F1}"/>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C0B40863-5B00-41E2-B7D6-BEC8A9327249}"/>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43653E90-FFE7-4B1D-B5BB-14F20B8FAA89}"/>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8FD03DDB-FF15-4FF3-A3CB-9A5DA397E5A6}"/>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10D9612E-900A-454C-B276-B8F8928F5A3A}"/>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A806DC65-D3BB-45D9-B676-1A38307BF8F2}"/>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BB36936C-D63E-4DE0-8193-56853E168D85}"/>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B7E2E473-138A-4462-9268-DAD8D1CB5AB6}"/>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A091F5D6-92CB-446F-8043-DDDA2070B19A}"/>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88F8F3E0-16D0-4C28-B521-F830E145CCF4}"/>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185FC703-EC1F-4E4A-9D7E-FC4A257CE750}"/>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D4BD669E-C940-4CA7-A939-ED654B33FB9E}"/>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C09EDFD9-5AC5-482A-AA50-C10E1172ACD0}"/>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29C38C44-6CDC-4356-A696-569EACE135CD}"/>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B13E7253-2932-4DF2-B03F-A58EE79DDDC5}"/>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D363B42F-C99C-4603-AC98-BD935A22230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31960562"/>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8A3B3C10-5C7B-49F3-A67B-A0E6675C47B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67">
            <a:extLst xmlns:a="http://schemas.openxmlformats.org/drawingml/2006/main">
              <a:ext uri="{FF2B5EF4-FFF2-40B4-BE49-F238E27FC236}">
                <a16:creationId xmlns:a16="http://schemas.microsoft.com/office/drawing/2014/main" id="{6DA7C24C-717C-42BD-9DEB-AABFAE2A692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Harness도 특정 실패에 맞춰&#10;과적합될 수 있다">
            <a:extLst xmlns:a="http://schemas.openxmlformats.org/drawingml/2006/main">
              <a:ext uri="{FF2B5EF4-FFF2-40B4-BE49-F238E27FC236}">
                <a16:creationId xmlns:a16="http://schemas.microsoft.com/office/drawing/2014/main" id="{8517C284-AA7E-4E86-966D-36927A51C439}"/>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9E6B7BEC-5D6F-4DF5-B521-B4F33BD53B9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F5E9F7F3-5E25-46E7-B4C7-DB768676174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7057CAFF-81B9-4FA7-A3BB-93810C17F25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4C9868E0-1893-4B78-9F19-B2E23F010E53}"/>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95148872-28E7-49C9-B8D5-106AD73D75BE}"/>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95C53F77-B390-4B82-A82C-D8C04CC0F02F}"/>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9A1978A1-DDB8-41E2-8706-B22D88659E54}"/>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68F16FE9-9C26-413C-8318-2B7035D18422}"/>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7A68BBDB-C688-469B-89C3-730AB2FE6D71}"/>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5B58BE6F-41EA-403C-AC4A-913DE5CA2876}"/>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86378ED6-1167-4D81-9920-A9F0FBF443C4}"/>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9D243E13-AEDE-423C-AD3B-70CD928B6797}"/>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B5CBDB39-6D14-4DE5-BCD8-BE530D82B971}"/>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45FBCF3F-E426-4C99-A8B0-E35978D64E21}"/>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4103E220-7E05-4DEC-B4EE-E831E3DF05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15396601"/>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77EFBFF9-B8FF-4A32-B29B-69F88B1E686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68">
            <a:extLst xmlns:a="http://schemas.openxmlformats.org/drawingml/2006/main">
              <a:ext uri="{FF2B5EF4-FFF2-40B4-BE49-F238E27FC236}">
                <a16:creationId xmlns:a16="http://schemas.microsoft.com/office/drawing/2014/main" id="{21AD9EF2-5803-4A60-88B9-4912FB0842F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Feedback을 System Change와&#10;Evaluation으로 잇기">
            <a:extLst xmlns:a="http://schemas.openxmlformats.org/drawingml/2006/main">
              <a:ext uri="{FF2B5EF4-FFF2-40B4-BE49-F238E27FC236}">
                <a16:creationId xmlns:a16="http://schemas.microsoft.com/office/drawing/2014/main" id="{ECAC6AFE-EFC3-4896-AAD5-710F51E8E47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3D4FC366-3FB2-447B-85C9-B7F8AB7A4AA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8A48B447-8633-4DB0-8F42-75296DF4A4B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3890515F-2BB9-415B-B625-97E29043F86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332B3F37-F393-44C2-9021-72CCCED68FC0}"/>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0CC51C56-A6D3-4078-89D5-9B6107FFF412}"/>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1B525E87-BF7A-4166-A192-33DDCEEFBD80}"/>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F5EB2CD6-8190-4540-9C45-1D65BE758315}"/>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526BD186-46DC-4356-B7F2-93A7BC05A1BF}"/>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FF6E0E09-B1CC-4E6E-AB47-0947EBD1F1EC}"/>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7510DD56-9589-407C-BBA5-06B282E09A08}"/>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C7EE497A-CA3E-4943-85DD-38266D1D5BED}"/>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4243222C-4D66-422E-BA18-0CCCA4FA8A97}"/>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E6D8F5AF-324B-4A7E-AC73-A9215B97ADF8}"/>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8F0DABA5-6950-469A-A20C-6A00B4F57FAD}"/>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BF25E389-34C0-40FD-BCF4-96B5AB7D8055}"/>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C76697BE-DD7D-4B5A-9D90-72F3F3916B3B}"/>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75B27348-9668-427C-B031-8563FE525294}"/>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9722D2F7-3282-45B9-ACA6-41F2F9F27F46}"/>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BE7383F8-CC92-4A68-AB66-D45AFF5B3BD9}"/>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AA1FFB49-73D2-4AF3-BAE9-99B6466C57C8}"/>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C28BB4CB-9BBA-4F80-85A6-FC2BFA5BB99D}"/>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6C52206D-5F97-4E4F-8134-6BAE21A99A78}"/>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98375FB4-6AA6-47DA-9C74-2CA0905E0799}"/>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105BE8EA-A91F-44DD-947B-8673286AF103}"/>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6AF541D8-87C7-4B08-B3ED-B7ED88D3A5E5}"/>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627A910E-0B0C-4275-BD4E-5719A85CB079}"/>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26E80616-F73A-40CB-B9A0-A9E1266F462B}"/>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82DD2E2C-289D-4A47-9A89-A8A54003A742}"/>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4BA7E0C7-C068-4F7F-B018-BFF93697821A}"/>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EDD2AAE1-FE31-4E83-8DAC-8A9894AB595E}"/>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14BE43D8-A0BC-4501-A788-843DD8E6B6A5}"/>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FE2A87E3-F07B-40E2-8E80-3837B7A30683}"/>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4178B170-9EB5-40CD-863F-99B0F5FB1195}"/>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B372A584-FD08-4CA4-821D-13178EB739A2}"/>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40AC9B1F-49DE-47F3-AFE9-BFDAADC199DE}"/>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A2837690-DA22-4FA7-9ED2-97136F7F5A1C}"/>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E66A172D-545D-46AA-B549-8358E857EB98}"/>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7865C267-31BF-4E46-B6AD-349A7C1A4855}"/>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45E8DAF7-AC17-4E56-8603-34ACDADAC7D2}"/>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04CE8832-5532-495C-ADE4-8E32BEC4201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950451530"/>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D2346DC3-B272-4698-8F4F-81E2076E1184}"/>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69">
            <a:extLst xmlns:a="http://schemas.openxmlformats.org/drawingml/2006/main">
              <a:ext uri="{FF2B5EF4-FFF2-40B4-BE49-F238E27FC236}">
                <a16:creationId xmlns:a16="http://schemas.microsoft.com/office/drawing/2014/main" id="{C733BDFD-196B-44D5-8E63-A5377B2877E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실제 제작 기록: TRIAL-006">
            <a:extLst xmlns:a="http://schemas.openxmlformats.org/drawingml/2006/main">
              <a:ext uri="{FF2B5EF4-FFF2-40B4-BE49-F238E27FC236}">
                <a16:creationId xmlns:a16="http://schemas.microsoft.com/office/drawing/2014/main" id="{4FD2F986-BF12-4BB5-B5E0-15992CA6C4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36C479D2-65AA-4E12-BDB3-B47F71BC5C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0216B167-22AE-46FE-B501-F0161B86560D}"/>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E76BEB97-C3E7-4DE0-A03E-CFC7E66D442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2576A5C1-AAC1-4A5A-BECC-D2F8C7CE742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AF493C0B-61AB-46F7-A9BD-F1EA199AC60C}"/>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A67C6AB1-EF8E-4BF7-AD21-4C37C0BDDBFB}"/>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27324EA1-B1C9-4514-9E3D-B7DEE7B38D50}"/>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5029A87A-DF75-4EB7-8364-F1D1BBBEB311}"/>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BF244FC3-66EA-407A-8D71-B989A03A6EA3}"/>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76B35688-BC49-4CC4-92A9-23C62CB4199F}"/>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708C0127-CED6-434A-8AE9-BF983B9C5A93}"/>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518D2283-B7D6-4F2F-95CC-1AD471934809}"/>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31F25C7C-E222-4788-9E8B-66E6B751ECBE}"/>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A404F655-0C54-43D3-8537-19A5EC93D784}"/>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3A72DA37-6606-4E82-9040-BE03FF9BC828}"/>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0B330FDB-4898-4EFF-9275-512F076FFAAF}"/>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328B03B8-9C3F-48BD-8997-AF33A7955BDF}"/>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BE7E0FD4-58BD-46A7-9320-B61A83C51B86}"/>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7769F1AA-3895-4F3E-94F2-70AE048CC595}"/>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E3100521-573D-4849-90A3-595A87D4D2DA}"/>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893ADD3F-820A-4C3C-930C-F2C1C748D3B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95390602"/>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CDFC168B-695E-490F-89D3-EAA991A3200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70">
            <a:extLst xmlns:a="http://schemas.openxmlformats.org/drawingml/2006/main">
              <a:ext uri="{FF2B5EF4-FFF2-40B4-BE49-F238E27FC236}">
                <a16:creationId xmlns:a16="http://schemas.microsoft.com/office/drawing/2014/main" id="{1905E501-9DCB-4448-BB09-913867F100E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결과의 타당성과 원인 귀속은 별개다">
            <a:extLst xmlns:a="http://schemas.openxmlformats.org/drawingml/2006/main">
              <a:ext uri="{FF2B5EF4-FFF2-40B4-BE49-F238E27FC236}">
                <a16:creationId xmlns:a16="http://schemas.microsoft.com/office/drawing/2014/main" id="{27A1A8D9-D80C-4512-AEE5-45569A4133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25DDFEDD-08A6-4A1E-9EDC-4D925B4B612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FFB1C740-39E9-4FD4-80BC-B1CDF8B0B870}"/>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7A930726-0693-44F7-8FB0-74DE27A7BEF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72AC23AB-EF70-4402-A805-ECF8FD34805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A45B91DB-0425-4F39-9A6C-7EA05DFD55BE}"/>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3754CF9C-62DE-4A08-8FF3-C184F2989E53}"/>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C12C2124-A569-419A-831E-1DCCFA71C3B6}"/>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F7ED97DF-600A-4005-A86C-4734F4936CCE}"/>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23A90A49-E205-4C64-9F5F-CF59623AAFCA}"/>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68F53EA1-3F3B-417B-8D44-FE2E24C31658}"/>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AB7F599C-4B8E-47C8-AB52-EDF04093E3E3}"/>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1D12DF6D-00D2-40C0-BF0D-F1A2AAD332DC}"/>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C2D45F4D-C5CB-4E5E-BB8C-790186734EFF}"/>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59891571-CBE9-4CD5-9AD9-4ED914FA3B72}"/>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F7A18380-0659-4FA6-9AAA-45FE155CFCF8}"/>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08A68DC9-6421-4CB6-9B5F-362FF0269BC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30997640"/>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643875B8-4B16-47C7-A747-DB84BE53A9D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71">
            <a:extLst xmlns:a="http://schemas.openxmlformats.org/drawingml/2006/main">
              <a:ext uri="{FF2B5EF4-FFF2-40B4-BE49-F238E27FC236}">
                <a16:creationId xmlns:a16="http://schemas.microsoft.com/office/drawing/2014/main" id="{A6DAB872-3887-40A3-9D8A-399688A4887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평가와 보고 규칙을 Evidence에 맞추다">
            <a:extLst xmlns:a="http://schemas.openxmlformats.org/drawingml/2006/main">
              <a:ext uri="{FF2B5EF4-FFF2-40B4-BE49-F238E27FC236}">
                <a16:creationId xmlns:a16="http://schemas.microsoft.com/office/drawing/2014/main" id="{753A3330-73EA-48E9-868D-FC443D41871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2728E4FB-9556-4CCC-A36A-8D1B2E5CACC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9DDA1669-0504-4A86-AFC6-C4A6C9E8954E}"/>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2ACB116B-1FEC-4BB6-B08C-143878845D0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310E1A96-3B46-44CF-9D6E-C4CDC7E0DAD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C9A67B12-40B8-45C9-B39B-73BB393E224A}"/>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129E6E93-2B23-4F04-BA7B-B9669A9B1A44}"/>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139A2C46-3AFB-4618-A5A7-52FD294194A0}"/>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4F78F96D-E736-417C-91D8-B25B63B49709}"/>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BF8356EE-A711-4C19-BB5C-B808BE97237E}"/>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088BD6F0-0BED-4194-8BAA-AA19DA6CF2FE}"/>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5D72D2C-3870-48CF-89A8-83C9B01C2A16}"/>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AE9BFFAF-3C90-4457-8801-EEC907AFEAE4}"/>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1FE400F3-97C1-40EB-8C27-27D1F888E62C}"/>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69E439D5-999A-495A-A927-53F592792786}"/>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EF0D5A90-5F68-4858-B13E-8EADCB381CE6}"/>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929693C2-27CF-4B09-B6B6-4FCA8F8349AA}"/>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1FB0E90E-1076-41DE-A517-54A68C2C2C39}"/>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97820236-AA3F-4F4D-BC3A-4963C9A56214}"/>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D76E3020-A5CD-4051-9B73-78DD18728AB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76626112"/>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41976B93-0818-4CF8-9E40-2E6CB0641A07}"/>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72">
            <a:extLst xmlns:a="http://schemas.openxmlformats.org/drawingml/2006/main">
              <a:ext uri="{FF2B5EF4-FFF2-40B4-BE49-F238E27FC236}">
                <a16:creationId xmlns:a16="http://schemas.microsoft.com/office/drawing/2014/main" id="{74C2A16F-6BD9-4918-AA04-BC1F73950696}"/>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후속 기록은 개선됐지만 완전하지 않았다">
            <a:extLst xmlns:a="http://schemas.openxmlformats.org/drawingml/2006/main">
              <a:ext uri="{FF2B5EF4-FFF2-40B4-BE49-F238E27FC236}">
                <a16:creationId xmlns:a16="http://schemas.microsoft.com/office/drawing/2014/main" id="{455CBBA9-F3E0-4895-990C-96ACE0B0C35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5D3D8C10-E7C0-406A-AAA2-F0120027C1C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6EF6086E-B255-4DBC-A9C9-E15EB5ADD68D}"/>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CC5E8941-66E1-48E1-BBC7-58D8010776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50FA40C0-D3FF-4EAF-ADC5-3470150F9D4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1463A5C5-53E1-41FD-BC27-E1589AF00F28}"/>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DA9D1356-34C2-4984-A187-6DB963900FEB}"/>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F8EC10E8-73F1-4892-91E2-BE6E548566C2}"/>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4BB3032D-3DDE-4B3A-BA83-4BA3DB978ECE}"/>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C822D3E0-EF22-44AC-9CC3-94E4EBA25B50}"/>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96B3B6BF-7FF3-4CD2-8184-CF5C1370C8F0}"/>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F749B407-9FA1-4E55-B252-3DBA568495AB}"/>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D89796CE-36EE-4DCF-BBDA-388CAA816A26}"/>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B10B7DEE-9B05-441A-AC8E-2736B2C1FB52}"/>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31F5D3A6-A0A3-4741-A4EC-DB42804C468C}"/>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FA25A6D2-B26C-4354-AAED-F6CDA8CB5F27}"/>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1EC11274-5D3A-4729-B0E0-D02CE58BC14A}"/>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07A872AF-3C5B-4CE2-8884-C2E4C79E060C}"/>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17BF1852-994C-4324-8A7F-EA500D9B4D5F}"/>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C8BBF4DA-D630-4EAA-B562-0BDF216914B2}"/>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BF17661C-D452-4F9E-8F65-7EEFA9DA3AC6}"/>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ADABB266-5DA4-42EA-9C0C-2E53F2AF5A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723630950"/>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E37C9ACD-8C09-4247-B2DB-CB1FE7A4DC32}"/>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73">
            <a:extLst xmlns:a="http://schemas.openxmlformats.org/drawingml/2006/main">
              <a:ext uri="{FF2B5EF4-FFF2-40B4-BE49-F238E27FC236}">
                <a16:creationId xmlns:a16="http://schemas.microsoft.com/office/drawing/2014/main" id="{11DF1115-3B95-4DD8-9FB7-2C31D8BBAF5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실제 Meta Loop에서 바뀐 것">
            <a:extLst xmlns:a="http://schemas.openxmlformats.org/drawingml/2006/main">
              <a:ext uri="{FF2B5EF4-FFF2-40B4-BE49-F238E27FC236}">
                <a16:creationId xmlns:a16="http://schemas.microsoft.com/office/drawing/2014/main" id="{CC2BCB11-BC68-4824-915D-56DD7F3ACB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C32A14CB-6A3C-446C-A449-4233CC8DDB5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47572E26-4A7D-4878-9F7F-2CF2F2AD6E86}"/>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F60EB9A4-7B64-4695-A889-C6DA30AC52F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10C3FF02-A752-4767-BEB0-112E435B15D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F43FAF03-C535-4A25-AA58-86D9D2434811}"/>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54CF65C1-CAD8-4ABD-99D6-FBA9DA708961}"/>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F8D86336-07BD-4A20-BD7D-43DCDBF310E5}"/>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2414F983-2EF1-4B53-88FF-EE55034DE4B1}"/>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9B4A66C4-6E59-4950-BFAE-8C76E4ED33EC}"/>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E3FE54A2-DCAB-4ADB-9E79-D201DE9C617C}"/>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66A93CC8-7A99-4A30-86F4-13CBA4080009}"/>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A6481CE3-00D4-4CDF-847F-769A105D54CD}"/>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7A2C827E-0285-4764-8002-7CCF205983B9}"/>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4A229699-CF4B-4E7F-BE4C-16270E97643B}"/>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261758C2-16FE-402C-93C4-BFFC72697FAA}"/>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69CA26F2-1659-4D4B-A08E-58DE43B4DAB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56438527"/>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68F9E931-4846-4D5B-96DC-D87386E5437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74">
            <a:extLst xmlns:a="http://schemas.openxmlformats.org/drawingml/2006/main">
              <a:ext uri="{FF2B5EF4-FFF2-40B4-BE49-F238E27FC236}">
                <a16:creationId xmlns:a16="http://schemas.microsoft.com/office/drawing/2014/main" id="{EF7BCF0A-494D-4BA4-8C68-A53D6560392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Project와 환경이 바뀌면&#10;검증도 다시 본다">
            <a:extLst xmlns:a="http://schemas.openxmlformats.org/drawingml/2006/main">
              <a:ext uri="{FF2B5EF4-FFF2-40B4-BE49-F238E27FC236}">
                <a16:creationId xmlns:a16="http://schemas.microsoft.com/office/drawing/2014/main" id="{34F18E04-E987-44C6-B5A6-B352A902D26F}"/>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5A498180-C399-42CF-8AC4-B8FC7AE5B4A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09E76C83-0337-48C9-A82E-58199FC3867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8B51449D-11C9-49F1-9B7D-5A5341A71E7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58786883-DA6C-437A-A94D-AE94A9D9A9AE}"/>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49B61E19-5E8A-446F-9D79-997637D4B5FB}"/>
              </a:ext>
            </a:extLst>
          </p:cNvPr>
          <p:cNvPicPr>
            <a:picLocks xmlns:a="http://schemas.openxmlformats.org/drawingml/2006/main" noChangeAspect="1"/>
          </p:cNvPicPr>
          <p:nvPr/>
        </p:nvPicPr>
        <p:blipFill>
          <a:blip xmlns:r="http://schemas.openxmlformats.org/officeDocument/2006/relationships" xmlns:a="http://schemas.openxmlformats.org/drawingml/2006/main" r:embed="Rd806a79837604528"/>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29514ED0-EFC8-4C98-BC26-A7425769C62B}"/>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E2233BDB-CBE8-415A-AF7E-DD8936D6239E}"/>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E7F00771-289E-494D-A9FD-E6B0D5415738}"/>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19848AE6-C9B4-4348-84F1-433BF8DCEBDB}"/>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EB5D300C-1818-4C2B-BFCE-90A7D42122CE}"/>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6BFD96DC-6F21-4A1D-96DA-C70767A614DD}"/>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F10547BB-885B-4AD7-BA0D-893CB09EAD64}"/>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BC68FA3D-208F-45BC-8945-B665213D89E9}"/>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66FE3C3F-D8D0-402F-844A-721385E30964}"/>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BB4FC51F-FD7B-49FD-AA1C-F8C0AD93FCA8}"/>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96F3FC7E-819F-43F7-860E-BADBAB1D1C12}"/>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886B2A05-D4AD-4FD1-81EF-C9463AAB2B51}"/>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6CF08189-32D1-4EB2-99DB-36F6DD97EA66}"/>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2741C540-E29B-486D-AD70-81CDB790C2A8}"/>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59ED3AE8-E1B7-47F2-BB3A-321E9A8A98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96282349"/>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95AEF941-4477-46C7-ABAD-7C9784F85847}"/>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75">
            <a:extLst xmlns:a="http://schemas.openxmlformats.org/drawingml/2006/main">
              <a:ext uri="{FF2B5EF4-FFF2-40B4-BE49-F238E27FC236}">
                <a16:creationId xmlns:a16="http://schemas.microsoft.com/office/drawing/2014/main" id="{4E959C20-D992-4B22-888C-5EF59F96C74D}"/>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여섯 시간의 Story를 한 장으로">
            <a:extLst xmlns:a="http://schemas.openxmlformats.org/drawingml/2006/main">
              <a:ext uri="{FF2B5EF4-FFF2-40B4-BE49-F238E27FC236}">
                <a16:creationId xmlns:a16="http://schemas.microsoft.com/office/drawing/2014/main" id="{CEB5FB59-9B3F-448C-BC23-642B90B34F9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여섯 시간의 Story를 한 장으로</a:t>
            </a:r>
          </a:p>
        </p:txBody>
      </p:sp>
      <p:sp>
        <p:nvSpPr>
          <p:cNvPr id="4" name="">
            <a:extLst xmlns:a="http://schemas.openxmlformats.org/drawingml/2006/main">
              <a:ext uri="{FF2B5EF4-FFF2-40B4-BE49-F238E27FC236}">
                <a16:creationId xmlns:a16="http://schemas.microsoft.com/office/drawing/2014/main" id="{198E6A03-FA48-4C53-B9BF-6B75F831C8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726568B0-1926-40ED-A215-0BEEC099FFE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AB966067-6486-43EB-9316-53594113E69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FA70A0F7-4291-43DA-9CAA-A514FD18D60E}"/>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2D421850-1EEE-42CF-9535-6A18654D9B05}"/>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C20F6CA2-1C62-47FF-B28A-0E819AC4F0FD}"/>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F1074562-0499-4B8D-BA79-A4D7C7437A4A}"/>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934D056C-A351-44F0-A2F8-0018A9BE93E3}"/>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A761446E-C6B8-42C5-9E7A-9CD6FB438B14}"/>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C5851F5C-76E6-4252-8F98-C2A35B616248}"/>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F5FDC31E-75E1-49F4-BB44-AA37ECC480DB}"/>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AB63D977-51C7-4251-A14E-2DD00BFDD26D}"/>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A2F1304B-9D22-46A1-9C1E-A4DD539A0517}"/>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64FE4517-AF5D-4C16-BC3E-79E809DAAF0C}"/>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E6B729C2-6AC7-410A-BD58-D5BF195DB3FB}"/>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F0D81EA2-D6E1-4E93-AA4F-C0D0BE1B8F7C}"/>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76BCB2BE-E100-4EA2-A87E-92FF0B4E3542}"/>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8A52A3DC-13DE-41F5-BDD8-738A70631475}"/>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B22D5649-DF47-493C-A28F-64A415E66D11}"/>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BAE3871D-CD55-4223-89C7-CC505FDF2AA0}"/>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B046BFE3-D74C-4CDE-A2EA-E127171AC35A}"/>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1E223920-1AA4-4A38-8AFC-32480F2501E1}"/>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F9B3119A-AC72-4D1E-8A60-069D1BCBE6D0}"/>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8D08C2A6-84D5-45B5-AD7F-926955350785}"/>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86FCC585-B7EE-4022-87AC-75CDCA7C9FE4}"/>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41874B5E-3F07-49FB-BA0A-73F0F171A5F8}"/>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F0E30EEB-41C1-4F8A-99EA-1FC3F196FD5F}"/>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80BD34D9-DB3F-45FF-8292-F54C7E21A79B}"/>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241253C5-A7E8-4FEF-B15D-BBA24D9D602E}"/>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303B017B-0D4A-4687-ADCB-DD4384CC077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692748778"/>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6261F8D2-6A9A-4827-984A-E498291DB50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76">
            <a:extLst xmlns:a="http://schemas.openxmlformats.org/drawingml/2006/main">
              <a:ext uri="{FF2B5EF4-FFF2-40B4-BE49-F238E27FC236}">
                <a16:creationId xmlns:a16="http://schemas.microsoft.com/office/drawing/2014/main" id="{86C8721D-0D6C-426C-B1FF-5AC1511C62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하나의 Repository가 문제에 대응해 진화했다">
            <a:extLst xmlns:a="http://schemas.openxmlformats.org/drawingml/2006/main">
              <a:ext uri="{FF2B5EF4-FFF2-40B4-BE49-F238E27FC236}">
                <a16:creationId xmlns:a16="http://schemas.microsoft.com/office/drawing/2014/main" id="{AD06BE74-B610-4155-B01E-EA9E1CD0795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A38655A7-DBFC-4B00-AB86-00DD48E631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8 / S34 / S47 발표자료 발췌">
            <a:extLst xmlns:a="http://schemas.openxmlformats.org/drawingml/2006/main">
              <a:ext uri="{FF2B5EF4-FFF2-40B4-BE49-F238E27FC236}">
                <a16:creationId xmlns:a16="http://schemas.microsoft.com/office/drawing/2014/main" id="{812D5B7D-1E42-4320-8F40-5DC78FD9FA1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S18 / S34 / S47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0748DC37-2776-4B16-9E0E-DF6DA3217F7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A7613185-7134-401B-A24B-68A178FB969D}"/>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431EE5B6-84FE-4673-AEA6-949C7DEF3C12}"/>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19E6B9FB-CA5E-4119-905E-BB8C740BA929}"/>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98000095-E18D-4185-91E3-50FD09793052}"/>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7D10D2AD-998B-4164-B405-3D3540A05E8B}"/>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9C66AE5-9836-4BA7-BAD1-FA0843B0778D}"/>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DB764165-99AB-487C-AD7B-DDFB76234FC4}"/>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E2399728-3006-4538-8EBF-E0FEE677EE10}"/>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A1F7FF05-59B2-430C-AE2A-87F35A04EB02}"/>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4B463FC0-802A-411B-9B91-CE74D37A5E07}"/>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D70A4E4F-2537-4B0A-B19A-9F0E6FC18458}"/>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0840C4FC-F7E2-4E4A-8C51-93488999BE43}"/>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14B5B2BC-4E5D-4B8F-A028-29398B69489B}"/>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446E0A38-D582-477A-8E79-878D176EBCA1}"/>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0B764EB0-C05F-443D-AB73-8E4D516E3AE8}"/>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2E3AB912-1BDD-4A0A-8393-AC27195D4C0C}"/>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611DD037-8CB0-4E73-B05D-294C6F556979}"/>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83B41801-E536-4216-BFF0-4610E39DDE77}"/>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9025CA9F-A8A6-4A89-A5A4-FB49C4688889}"/>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8F221DC4-1DB0-45DA-A9E3-15B2028256A5}"/>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01B4853B-B308-4394-8498-D6EBEB15A591}"/>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9BBF9AF5-7B5B-42DD-A00B-D9FA4A479B5B}"/>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B6CE4349-252F-4D25-8655-1643A937A5D4}"/>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74FC4930-CAC2-444E-9BD3-08569685AEB2}"/>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A353F99B-CA21-4F74-9320-F718C964BDFA}"/>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31847890-8041-4C38-9B8A-6AF4743E4D0F}"/>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A3C153F7-89AA-4E95-AD92-499AF906CA84}"/>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4738910A-67D7-446E-A3AA-F897C77DC962}"/>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A027DAFC-0A4B-4560-AB67-55887FC1AFA9}"/>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816E1395-66FE-488B-A7B8-3EA25CAC6611}"/>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59327366-310A-4D74-891F-42BAAAECFA53}"/>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1E1CC77E-980A-401A-8CA2-6518F63D5B50}"/>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95E94BEE-283A-46B3-BBF5-43F9F6D9E127}"/>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16C18042-2662-4319-A887-18CF13E818CB}"/>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C9B49415-BD28-45AF-9019-B21209CDB90B}"/>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8B38FFE5-E2E6-4B7D-97FD-0AEFE454E38D}"/>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5E025AE2-9120-4EE8-8D6F-274BA981F8B0}"/>
              </a:ext>
            </a:extLst>
          </p:cNvPr>
          <p:cNvPicPr>
            <a:picLocks xmlns:a="http://schemas.openxmlformats.org/drawingml/2006/main" noChangeAspect="1"/>
          </p:cNvPicPr>
          <p:nvPr/>
        </p:nvPicPr>
        <p:blipFill>
          <a:blip xmlns:r="http://schemas.openxmlformats.org/officeDocument/2006/relationships" xmlns:a="http://schemas.openxmlformats.org/drawingml/2006/main" r:embed="R6a544a6068784aea"/>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B52F1A66-179B-4D70-A293-42FB561B9BBB}"/>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8 · STATE-00 → STATE-00-FIXED">
            <a:extLst xmlns:a="http://schemas.openxmlformats.org/drawingml/2006/main">
              <a:ext uri="{FF2B5EF4-FFF2-40B4-BE49-F238E27FC236}">
                <a16:creationId xmlns:a16="http://schemas.microsoft.com/office/drawing/2014/main" id="{FAD5FF74-D987-47CB-9CF0-D78026CA86C3}"/>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S18 · STATE-00 → STATE-00-FIXED</a:t>
            </a:r>
          </a:p>
        </p:txBody>
      </p:sp>
      <p:pic>
        <p:nvPicPr>
          <p:cNvPr id="46" name="">
            <a:extLst xmlns:a="http://schemas.openxmlformats.org/drawingml/2006/main">
              <a:ext uri="{FF2B5EF4-FFF2-40B4-BE49-F238E27FC236}">
                <a16:creationId xmlns:a16="http://schemas.microsoft.com/office/drawing/2014/main" id="{3A9C2F48-12BE-4003-87B5-1AE29F7E12D0}"/>
              </a:ext>
            </a:extLst>
          </p:cNvPr>
          <p:cNvPicPr>
            <a:picLocks xmlns:a="http://schemas.openxmlformats.org/drawingml/2006/main" noChangeAspect="1"/>
          </p:cNvPicPr>
          <p:nvPr/>
        </p:nvPicPr>
        <p:blipFill>
          <a:blip xmlns:r="http://schemas.openxmlformats.org/officeDocument/2006/relationships" xmlns:a="http://schemas.openxmlformats.org/drawingml/2006/main" r:embed="R3ea1360d7a4c42b3"/>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EDA2DED1-695F-446E-87AD-D6AF7FCFB48F}"/>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34 · STATE-02 → STATE-03">
            <a:extLst xmlns:a="http://schemas.openxmlformats.org/drawingml/2006/main">
              <a:ext uri="{FF2B5EF4-FFF2-40B4-BE49-F238E27FC236}">
                <a16:creationId xmlns:a16="http://schemas.microsoft.com/office/drawing/2014/main" id="{732F72DC-274B-4D41-B770-03DD411425D9}"/>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S34 · STATE-02 → STATE-03</a:t>
            </a:r>
          </a:p>
        </p:txBody>
      </p:sp>
      <p:pic>
        <p:nvPicPr>
          <p:cNvPr id="49" name="">
            <a:extLst xmlns:a="http://schemas.openxmlformats.org/drawingml/2006/main">
              <a:ext uri="{FF2B5EF4-FFF2-40B4-BE49-F238E27FC236}">
                <a16:creationId xmlns:a16="http://schemas.microsoft.com/office/drawing/2014/main" id="{AC0B26D5-24ED-4452-8A64-931A1650701E}"/>
              </a:ext>
            </a:extLst>
          </p:cNvPr>
          <p:cNvPicPr>
            <a:picLocks xmlns:a="http://schemas.openxmlformats.org/drawingml/2006/main" noChangeAspect="1"/>
          </p:cNvPicPr>
          <p:nvPr/>
        </p:nvPicPr>
        <p:blipFill>
          <a:blip xmlns:r="http://schemas.openxmlformats.org/officeDocument/2006/relationships" xmlns:a="http://schemas.openxmlformats.org/drawingml/2006/main" r:embed="Rf6f653b3e1a44a6d"/>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25DAAFBF-88DC-46F3-9DE2-030952F0F649}"/>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47 · STATE-04 → STATE-04-PERF">
            <a:extLst xmlns:a="http://schemas.openxmlformats.org/drawingml/2006/main">
              <a:ext uri="{FF2B5EF4-FFF2-40B4-BE49-F238E27FC236}">
                <a16:creationId xmlns:a16="http://schemas.microsoft.com/office/drawing/2014/main" id="{30BE18DF-8102-4BBA-BA80-222950711508}"/>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S47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1DFB77CA-BF04-48C2-9CAB-1589F1197471}"/>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D64907FD-3D26-4200-B379-98A290C1EF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33406764"/>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501586DE-DA44-4502-83EF-43F67D60506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77">
            <a:extLst xmlns:a="http://schemas.openxmlformats.org/drawingml/2006/main">
              <a:ext uri="{FF2B5EF4-FFF2-40B4-BE49-F238E27FC236}">
                <a16:creationId xmlns:a16="http://schemas.microsoft.com/office/drawing/2014/main" id="{53EE3746-7ED6-494C-B360-3FB5FC4EE33A}"/>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필요성이 입증되지 않은 것은 보류했다">
            <a:extLst xmlns:a="http://schemas.openxmlformats.org/drawingml/2006/main">
              <a:ext uri="{FF2B5EF4-FFF2-40B4-BE49-F238E27FC236}">
                <a16:creationId xmlns:a16="http://schemas.microsoft.com/office/drawing/2014/main" id="{91D63279-CC2C-442C-893A-5AD8DF52C7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CDEC0396-D237-423F-A4CF-658C47C70D6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F7967B82-CB60-49AF-B48E-7FD9B08A911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B0E8953A-90A4-4154-9127-D5A4C0D0921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F8A5DABC-9D13-402F-82AE-B4AB6A953ADA}"/>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9450A16E-0263-421D-B597-A19AA1A751F9}"/>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83DFD739-4B36-441A-B926-6276290632CE}"/>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5CEB047F-66F5-46F7-B74E-BE69C32C3805}"/>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7FDF5A1F-C922-4212-9A90-D9510171F4DC}"/>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341CAD76-2D00-4DB9-9755-5D86099C2523}"/>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BC00F9EE-6AEF-478E-A296-F59F3B4682BE}"/>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422B1D3E-243D-43AC-81B4-02B9F07FE66E}"/>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C30ADDB8-6EB8-4B5E-BD64-66C6E081ED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1976583952"/>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A254B4E5-184F-4903-8A6D-BC1569F9E42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78">
            <a:extLst xmlns:a="http://schemas.openxmlformats.org/drawingml/2006/main">
              <a:ext uri="{FF2B5EF4-FFF2-40B4-BE49-F238E27FC236}">
                <a16:creationId xmlns:a16="http://schemas.microsoft.com/office/drawing/2014/main" id="{C22403DB-785F-4BCE-98D0-3CFE08C693A2}"/>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위임이 늘어도 개발자 책임은 남는다">
            <a:extLst xmlns:a="http://schemas.openxmlformats.org/drawingml/2006/main">
              <a:ext uri="{FF2B5EF4-FFF2-40B4-BE49-F238E27FC236}">
                <a16:creationId xmlns:a16="http://schemas.microsoft.com/office/drawing/2014/main" id="{1AB667BF-B9A7-4191-90E2-360D5C944F8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847356DE-F5EB-4830-A57C-E3F4C9E5509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D12E3C6F-D04A-40D3-84CE-846A519264D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9D5BC15B-05B6-4BC1-BA22-3B4F9E7A6B7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8AE6F4B5-7509-42D2-B78C-B07D99BA5B0B}"/>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D0020EA6-38BC-428D-B341-2A0EC481F773}"/>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5F55F3F6-B443-4609-8DD3-B1F0C34F4A09}"/>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1A904B62-48FF-40BD-A09C-A537DD5498C2}"/>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D84E8FAD-D769-47EA-95FF-7CBA64C0D950}"/>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44A3E9CB-908E-4655-BA2A-A2A8D4427CFD}"/>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9062460B-7DD9-4CC9-B6DA-7509BCA12F7E}"/>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598AE905-ADF3-4EDC-9145-E3060F3816BD}"/>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24B10A34-FCF6-41DE-8A54-E17772A662C3}"/>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DC4AD438-00FA-4540-A079-CEB4B20E7051}"/>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A426B1F2-9EEB-47C0-80DA-DC6116735349}"/>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846C7D98-1280-4962-89B1-F19D953A3C81}"/>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29A8E9AE-1053-4D7A-A557-4630ADCE5DD9}"/>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D7DE7748-AE64-4B0F-80D2-CAC5B5AC30E7}"/>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62FD9165-0D6A-453A-B069-E6D610B92E61}"/>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7BE2DBC1-7918-4913-82A1-93BC2253F4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11992025"/>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9642B7AB-4E3F-4FDB-A956-FD79113C747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79">
            <a:extLst xmlns:a="http://schemas.openxmlformats.org/drawingml/2006/main">
              <a:ext uri="{FF2B5EF4-FFF2-40B4-BE49-F238E27FC236}">
                <a16:creationId xmlns:a16="http://schemas.microsoft.com/office/drawing/2014/main" id="{F3D4B737-3884-4A15-8020-EEB5D53D79F6}"/>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AI-Native Development는&#10;이 교육의 운영 모델">
            <a:extLst xmlns:a="http://schemas.openxmlformats.org/drawingml/2006/main">
              <a:ext uri="{FF2B5EF4-FFF2-40B4-BE49-F238E27FC236}">
                <a16:creationId xmlns:a16="http://schemas.microsoft.com/office/drawing/2014/main" id="{277BB476-66BD-4B4E-B194-4D447BCAB54F}"/>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834B14EB-C0EE-481C-B4B1-0F91FD90C8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4E2A8B95-B0A4-42C0-B238-3A44B6D0D72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D9173D96-F838-4F01-BA3E-1DBB64E28F2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9F21F77C-F1D3-41D5-A98C-5C72DD304464}"/>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B8014585-66FC-42E4-B662-116B85E263E2}"/>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508C6854-B597-444B-A796-5587CF3230A2}"/>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ECD23F43-2F6C-46F9-8E00-BA47679170F7}"/>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15C94F2D-2186-484B-81F0-BFCBAD86592E}"/>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BA9FF880-2854-44B3-947B-9DAF109F89C0}"/>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0533441F-566F-4D27-B20E-9DFBF3EA5DCF}"/>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8C4651C4-74FA-4597-9D89-C322054840C9}"/>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2E1E793D-9446-48D7-A5D3-5DEEF1B5C338}"/>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585BA127-36FB-44D8-B59E-3698352A2383}"/>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B7E3A239-4D35-44D3-9A88-7056EC8F9F6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30175552"/>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3FA621B8-8B9F-4759-A404-0350D0258042}"/>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80">
            <a:extLst xmlns:a="http://schemas.openxmlformats.org/drawingml/2006/main">
              <a:ext uri="{FF2B5EF4-FFF2-40B4-BE49-F238E27FC236}">
                <a16:creationId xmlns:a16="http://schemas.microsoft.com/office/drawing/2014/main" id="{728C15F4-1197-45A1-A68F-1EBDBB8A5178}"/>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어느 Layer에서 마찰이 반복되는가?">
            <a:extLst xmlns:a="http://schemas.openxmlformats.org/drawingml/2006/main">
              <a:ext uri="{FF2B5EF4-FFF2-40B4-BE49-F238E27FC236}">
                <a16:creationId xmlns:a16="http://schemas.microsoft.com/office/drawing/2014/main" id="{6A65C1A1-F409-487B-B670-707A297784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9001B33A-F051-4B53-85D8-D0E3F7CE12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72AFCE6C-BD7E-4490-AD6A-76FDA328704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506C43AB-B6CF-4608-9094-E5422BE621F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93C61B2C-A7AD-486A-8890-C896E4E85325}"/>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31128F16-04DE-4E6A-BAE4-D9885A510D4D}"/>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AF7BC5CD-0493-4E1F-841D-2287AABA77B0}"/>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FB35C8DB-F959-437B-BE7A-5697E5937C6E}"/>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51BA25A3-AD89-4852-9768-E6270C1DC148}"/>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7CEDA26D-C57C-4DFE-BC07-0BAE6B2F07C2}"/>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95A47033-DEC2-48B5-B381-42A5C14811D6}"/>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2D8DBC47-B45F-4868-9DC9-8F92B5691474}"/>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FB2BBEAB-12D4-42AD-B086-E7B6AF4B746B}"/>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C573FEFC-007C-4339-B1B1-D0E89445D24D}"/>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59390E54-96EB-458B-AD99-F13C7668EC05}"/>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919C2863-A9F2-415D-966F-78E533028F1C}"/>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71E0228B-143D-4950-B5F5-06D91D0DC622}"/>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B96B71C4-13FE-4053-9413-8028B49E3481}"/>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AC16581E-E354-4AD6-9F4A-B0AE80E56122}"/>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FE4CE4AC-E2F6-448E-B35C-35EAF6CF9442}"/>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86490135-C7DA-4CCF-B28E-F5EBDD3E46CF}"/>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D89C785D-66C1-4687-BF56-3C76A475123C}"/>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E83F376F-A869-4A8F-AD2C-CF17FB12FBBD}"/>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A7BFE3BF-268E-4E6C-9E1A-402E0349747C}"/>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FA437BE5-C799-489D-8670-9F37DB180BBF}"/>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BFA38D2B-F0BE-4B20-8937-004C721B2CF6}"/>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C73A766A-8C83-4DA6-90F9-83BC263F566B}"/>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190EB82C-3735-4D62-94CF-4D1A81D8CDE3}"/>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EDA7E828-036B-41E9-8566-A8105E409ED6}"/>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2A21357B-0974-4B76-AD09-CF21483032A5}"/>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833D9126-C0A3-4A5D-83B6-14461FBD30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6420327"/>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92ECA851-661E-4BC8-94DE-F7DB7A7D5F4D}"/>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81">
            <a:extLst xmlns:a="http://schemas.openxmlformats.org/drawingml/2006/main">
              <a:ext uri="{FF2B5EF4-FFF2-40B4-BE49-F238E27FC236}">
                <a16:creationId xmlns:a16="http://schemas.microsoft.com/office/drawing/2014/main" id="{2B5D1FCD-E2FC-4306-95F6-426B340E7BE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다음 작은 행동을 개인적으로 고른다">
            <a:extLst xmlns:a="http://schemas.openxmlformats.org/drawingml/2006/main">
              <a:ext uri="{FF2B5EF4-FFF2-40B4-BE49-F238E27FC236}">
                <a16:creationId xmlns:a16="http://schemas.microsoft.com/office/drawing/2014/main" id="{6B890855-BED2-4AB0-AB70-61C801C4DD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22C6BE62-30A5-45DE-BB84-0C73A42FDB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364B70DD-A154-4CCC-A05C-F5E0D819865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7C89387D-9D7A-4C92-81CD-846EFF9A54A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A3DB33F9-ED68-4328-A9F6-2162A456BE2B}"/>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43414181-45F0-42B4-AFEA-71F8B30CA8C1}"/>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213FAA9F-5A9A-4722-8F40-FE90819F1676}"/>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9D1769B7-E4E1-4749-977B-728CF161D669}"/>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A3938C69-E71F-4D60-8B2B-094DBB173D48}"/>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E83C3430-B13C-4F34-8B07-7CA095DF5D97}"/>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977A9F5F-BEB5-4A7A-8FB5-A6C2209FE8E0}"/>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9752A367-85E7-4193-9621-64371DA6184F}"/>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D9364DD1-4E84-46BA-8CD0-2F3FD3DD9793}"/>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0598D3FF-2AFF-4014-9361-6C9DA5C0762D}"/>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71C2B405-BB99-4777-911B-29D6049AB3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2055005590"/>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CFB8F340-ED70-44A0-8B84-F6C1D68405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82">
            <a:extLst xmlns:a="http://schemas.openxmlformats.org/drawingml/2006/main">
              <a:ext uri="{FF2B5EF4-FFF2-40B4-BE49-F238E27FC236}">
                <a16:creationId xmlns:a16="http://schemas.microsoft.com/office/drawing/2014/main" id="{A1F28653-A302-44F8-B0D1-74A59B1C48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Q&amp;A와 교육 마무리">
            <a:extLst xmlns:a="http://schemas.openxmlformats.org/drawingml/2006/main">
              <a:ext uri="{FF2B5EF4-FFF2-40B4-BE49-F238E27FC236}">
                <a16:creationId xmlns:a16="http://schemas.microsoft.com/office/drawing/2014/main" id="{DDE86D2A-8861-475D-963F-97F865EFA7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8EC8DDB0-00BB-4AE6-9645-FDC71465FAE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339FAB04-9C74-42BE-9BA8-B35250D0833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A63514B8-5553-42BF-AC6E-822E31269F9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6E2F8F82-EF29-4E6C-946B-7E6FEBE7DF7C}"/>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DA0F53DC-0C6E-4C82-93B6-E1242D8FB676}"/>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43BE4B22-9A7D-4FD0-B9C5-C296666D194B}"/>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B26CB381-061D-4398-AB02-DC879DAA4E36}"/>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78B79675-5624-4601-9CFD-B3800865CB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46213191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2026-10-21T13:01:59.4080000Z</dcterms:created>
  <dcterms:modified xsi:type="dcterms:W3CDTF">2026-10-21T13:01:59.4090000Z</dcterms:modified>
</coreProperties>
</file>