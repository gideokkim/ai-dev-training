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ce8a13609c945d6" /><Relationship Type="http://schemas.openxmlformats.org/officeDocument/2006/relationships/extended-properties" Target="/docProps/app.xml" Id="R5f158c99ed364e06" /><Relationship Type="http://schemas.openxmlformats.org/officeDocument/2006/relationships/officeDocument" Target="/ppt/presentation.xml" Id="R594b0c6cd84149c3" /></Relationships>
</file>

<file path=ppt/presentation.xml><?xml version="1.0" encoding="utf-8"?>
<p:presentation xmlns:p="http://schemas.openxmlformats.org/presentationml/2006/main">
  <p:sldMasterIdLst>
    <p:sldMasterId xmlns:r="http://schemas.openxmlformats.org/officeDocument/2006/relationships" id="2147483648" r:id="R60e5ba9114294338"/>
  </p:sldMasterIdLst>
  <p:notesMasterIdLst>
    <p:notesMasterId xmlns:r="http://schemas.openxmlformats.org/officeDocument/2006/relationships" r:id="R1afb11474a0b4c15"/>
  </p:notesMasterIdLst>
  <p:sldIdLst>
    <p:sldId xmlns:r="http://schemas.openxmlformats.org/officeDocument/2006/relationships" id="256" r:id="Rdc55fd0cf44e4e43"/>
    <p:sldId xmlns:r="http://schemas.openxmlformats.org/officeDocument/2006/relationships" id="257" r:id="Rb479c142a98d499c"/>
    <p:sldId xmlns:r="http://schemas.openxmlformats.org/officeDocument/2006/relationships" id="258" r:id="R73ee9f431e10470b"/>
    <p:sldId xmlns:r="http://schemas.openxmlformats.org/officeDocument/2006/relationships" id="259" r:id="R7cee988e9a8f4573"/>
    <p:sldId xmlns:r="http://schemas.openxmlformats.org/officeDocument/2006/relationships" id="260" r:id="R4b122e4fa6ee4d7a"/>
    <p:sldId xmlns:r="http://schemas.openxmlformats.org/officeDocument/2006/relationships" id="261" r:id="Rff0177039f2b49a6"/>
    <p:sldId xmlns:r="http://schemas.openxmlformats.org/officeDocument/2006/relationships" id="262" r:id="Rf075e35d0f634a08"/>
    <p:sldId xmlns:r="http://schemas.openxmlformats.org/officeDocument/2006/relationships" id="263" r:id="R553bcc4579704a6d"/>
    <p:sldId xmlns:r="http://schemas.openxmlformats.org/officeDocument/2006/relationships" id="264" r:id="Rb5e0b68e3e8f43eb"/>
    <p:sldId xmlns:r="http://schemas.openxmlformats.org/officeDocument/2006/relationships" id="265" r:id="R4b4cc8b1808246ae"/>
    <p:sldId xmlns:r="http://schemas.openxmlformats.org/officeDocument/2006/relationships" id="266" r:id="Re54a81c1196248ca"/>
    <p:sldId xmlns:r="http://schemas.openxmlformats.org/officeDocument/2006/relationships" id="267" r:id="R641eba9cd0d34a73"/>
    <p:sldId xmlns:r="http://schemas.openxmlformats.org/officeDocument/2006/relationships" id="268" r:id="Rf62870efd6bb421e"/>
    <p:sldId xmlns:r="http://schemas.openxmlformats.org/officeDocument/2006/relationships" id="269" r:id="R1c42722430b84f1a"/>
    <p:sldId xmlns:r="http://schemas.openxmlformats.org/officeDocument/2006/relationships" id="270" r:id="R8cd91b59267a429a"/>
    <p:sldId xmlns:r="http://schemas.openxmlformats.org/officeDocument/2006/relationships" id="271" r:id="R56b0576972154a70"/>
    <p:sldId xmlns:r="http://schemas.openxmlformats.org/officeDocument/2006/relationships" id="272" r:id="R25eea440cfd5417b"/>
    <p:sldId xmlns:r="http://schemas.openxmlformats.org/officeDocument/2006/relationships" id="273" r:id="R628a06a49cc448b2"/>
    <p:sldId xmlns:r="http://schemas.openxmlformats.org/officeDocument/2006/relationships" id="274" r:id="R3a503a135cfd4b07"/>
    <p:sldId xmlns:r="http://schemas.openxmlformats.org/officeDocument/2006/relationships" id="275" r:id="Rd224aa9fb3524307"/>
    <p:sldId xmlns:r="http://schemas.openxmlformats.org/officeDocument/2006/relationships" id="276" r:id="Rc3adea0961034649"/>
    <p:sldId xmlns:r="http://schemas.openxmlformats.org/officeDocument/2006/relationships" id="277" r:id="Rba32e83189204bdf"/>
    <p:sldId xmlns:r="http://schemas.openxmlformats.org/officeDocument/2006/relationships" id="278" r:id="R3d4fb7ed56e04600"/>
    <p:sldId xmlns:r="http://schemas.openxmlformats.org/officeDocument/2006/relationships" id="279" r:id="R1a39371c876144d5"/>
    <p:sldId xmlns:r="http://schemas.openxmlformats.org/officeDocument/2006/relationships" id="280" r:id="Re1680e9621b447b9"/>
    <p:sldId xmlns:r="http://schemas.openxmlformats.org/officeDocument/2006/relationships" id="281" r:id="R7fe6c930e2e049d9"/>
    <p:sldId xmlns:r="http://schemas.openxmlformats.org/officeDocument/2006/relationships" id="282" r:id="R584fb9a3bb4b4692"/>
    <p:sldId xmlns:r="http://schemas.openxmlformats.org/officeDocument/2006/relationships" id="283" r:id="R621cb3de40974576"/>
    <p:sldId xmlns:r="http://schemas.openxmlformats.org/officeDocument/2006/relationships" id="284" r:id="Rb3a0bdfa1ccb404b"/>
    <p:sldId xmlns:r="http://schemas.openxmlformats.org/officeDocument/2006/relationships" id="285" r:id="R36c123e5fef54041"/>
    <p:sldId xmlns:r="http://schemas.openxmlformats.org/officeDocument/2006/relationships" id="286" r:id="R6d23f70a62eb4990"/>
    <p:sldId xmlns:r="http://schemas.openxmlformats.org/officeDocument/2006/relationships" id="287" r:id="R41522ba4e5f64d69"/>
    <p:sldId xmlns:r="http://schemas.openxmlformats.org/officeDocument/2006/relationships" id="288" r:id="R4a909bde9f90486f"/>
    <p:sldId xmlns:r="http://schemas.openxmlformats.org/officeDocument/2006/relationships" id="289" r:id="Recc8e2427ef049dc"/>
    <p:sldId xmlns:r="http://schemas.openxmlformats.org/officeDocument/2006/relationships" id="290" r:id="R0cfddeaf50334cbc"/>
    <p:sldId xmlns:r="http://schemas.openxmlformats.org/officeDocument/2006/relationships" id="291" r:id="Rc5f1deddb4f14763"/>
    <p:sldId xmlns:r="http://schemas.openxmlformats.org/officeDocument/2006/relationships" id="292" r:id="Rd8d72a9163584342"/>
    <p:sldId xmlns:r="http://schemas.openxmlformats.org/officeDocument/2006/relationships" id="293" r:id="Rf7f879772a52424d"/>
    <p:sldId xmlns:r="http://schemas.openxmlformats.org/officeDocument/2006/relationships" id="294" r:id="Rf1ebcbb72e66462d"/>
    <p:sldId xmlns:r="http://schemas.openxmlformats.org/officeDocument/2006/relationships" id="295" r:id="R9cc6df1c20bf468b"/>
    <p:sldId xmlns:r="http://schemas.openxmlformats.org/officeDocument/2006/relationships" id="296" r:id="Rbaa04a9ec3fa4b20"/>
    <p:sldId xmlns:r="http://schemas.openxmlformats.org/officeDocument/2006/relationships" id="297" r:id="R3d3d43c8244a4b79"/>
    <p:sldId xmlns:r="http://schemas.openxmlformats.org/officeDocument/2006/relationships" id="298" r:id="Recb705aceeb44b03"/>
    <p:sldId xmlns:r="http://schemas.openxmlformats.org/officeDocument/2006/relationships" id="299" r:id="Reaee007052004d92"/>
    <p:sldId xmlns:r="http://schemas.openxmlformats.org/officeDocument/2006/relationships" id="300" r:id="R4400af28b5f4428f"/>
    <p:sldId xmlns:r="http://schemas.openxmlformats.org/officeDocument/2006/relationships" id="301" r:id="R316f3da312c042da"/>
    <p:sldId xmlns:r="http://schemas.openxmlformats.org/officeDocument/2006/relationships" id="302" r:id="Rf2cd85bb792b4897"/>
    <p:sldId xmlns:r="http://schemas.openxmlformats.org/officeDocument/2006/relationships" id="303" r:id="R9c852d11a4b645cd"/>
    <p:sldId xmlns:r="http://schemas.openxmlformats.org/officeDocument/2006/relationships" id="304" r:id="R2a86bb5722b54d1a"/>
    <p:sldId xmlns:r="http://schemas.openxmlformats.org/officeDocument/2006/relationships" id="305" r:id="Rda5d42d564b045cd"/>
    <p:sldId xmlns:r="http://schemas.openxmlformats.org/officeDocument/2006/relationships" id="306" r:id="R2d45609044fc4115"/>
    <p:sldId xmlns:r="http://schemas.openxmlformats.org/officeDocument/2006/relationships" id="307" r:id="R179ab1f7d33544d3"/>
    <p:sldId xmlns:r="http://schemas.openxmlformats.org/officeDocument/2006/relationships" id="308" r:id="R870621a050af4fcb"/>
    <p:sldId xmlns:r="http://schemas.openxmlformats.org/officeDocument/2006/relationships" id="309" r:id="Rfa23ca1ce262438a"/>
    <p:sldId xmlns:r="http://schemas.openxmlformats.org/officeDocument/2006/relationships" id="310" r:id="R20fdab3532924823"/>
    <p:sldId xmlns:r="http://schemas.openxmlformats.org/officeDocument/2006/relationships" id="311" r:id="R50384508cf74476e"/>
    <p:sldId xmlns:r="http://schemas.openxmlformats.org/officeDocument/2006/relationships" id="312" r:id="R32c71c909c67411c"/>
    <p:sldId xmlns:r="http://schemas.openxmlformats.org/officeDocument/2006/relationships" id="313" r:id="R469703e4838749ec"/>
    <p:sldId xmlns:r="http://schemas.openxmlformats.org/officeDocument/2006/relationships" id="314" r:id="R4dab08022bf24344"/>
    <p:sldId xmlns:r="http://schemas.openxmlformats.org/officeDocument/2006/relationships" id="315" r:id="Raf589473684043a8"/>
    <p:sldId xmlns:r="http://schemas.openxmlformats.org/officeDocument/2006/relationships" id="316" r:id="R6bbd32ad41b945ed"/>
    <p:sldId xmlns:r="http://schemas.openxmlformats.org/officeDocument/2006/relationships" id="317" r:id="R65e06da5fa884cf5"/>
    <p:sldId xmlns:r="http://schemas.openxmlformats.org/officeDocument/2006/relationships" id="318" r:id="R3e779a7b1a0147dc"/>
    <p:sldId xmlns:r="http://schemas.openxmlformats.org/officeDocument/2006/relationships" id="319" r:id="Rb12b0563b8d9428e"/>
    <p:sldId xmlns:r="http://schemas.openxmlformats.org/officeDocument/2006/relationships" id="320" r:id="R74b2642cee3b425c"/>
    <p:sldId xmlns:r="http://schemas.openxmlformats.org/officeDocument/2006/relationships" id="321" r:id="Rdeb50589bc6d4b23"/>
    <p:sldId xmlns:r="http://schemas.openxmlformats.org/officeDocument/2006/relationships" id="322" r:id="Radd66d70aef8401b"/>
    <p:sldId xmlns:r="http://schemas.openxmlformats.org/officeDocument/2006/relationships" id="323" r:id="Red1557c83f514544"/>
    <p:sldId xmlns:r="http://schemas.openxmlformats.org/officeDocument/2006/relationships" id="324" r:id="R5e6492991e6149bf"/>
    <p:sldId xmlns:r="http://schemas.openxmlformats.org/officeDocument/2006/relationships" id="325" r:id="R5396aba6046c487a"/>
    <p:sldId xmlns:r="http://schemas.openxmlformats.org/officeDocument/2006/relationships" id="326" r:id="R9be8ff7b50944a32"/>
    <p:sldId xmlns:r="http://schemas.openxmlformats.org/officeDocument/2006/relationships" id="327" r:id="R99dbb34d26af4f3a"/>
    <p:sldId xmlns:r="http://schemas.openxmlformats.org/officeDocument/2006/relationships" id="328" r:id="R2491965b964d44b0"/>
    <p:sldId xmlns:r="http://schemas.openxmlformats.org/officeDocument/2006/relationships" id="329" r:id="R1e19d3d6e5db4789"/>
    <p:sldId xmlns:r="http://schemas.openxmlformats.org/officeDocument/2006/relationships" id="330" r:id="R1508842b15c746f6"/>
    <p:sldId xmlns:r="http://schemas.openxmlformats.org/officeDocument/2006/relationships" id="331" r:id="Ra72cb052b18a43ee"/>
    <p:sldId xmlns:r="http://schemas.openxmlformats.org/officeDocument/2006/relationships" id="332" r:id="R70cb4427873f48ab"/>
    <p:sldId xmlns:r="http://schemas.openxmlformats.org/officeDocument/2006/relationships" id="333" r:id="R3b79c5200f594824"/>
    <p:sldId xmlns:r="http://schemas.openxmlformats.org/officeDocument/2006/relationships" id="334" r:id="R6399a7801b6e4107"/>
    <p:sldId xmlns:r="http://schemas.openxmlformats.org/officeDocument/2006/relationships" id="335" r:id="R22749650f537497b"/>
    <p:sldId xmlns:r="http://schemas.openxmlformats.org/officeDocument/2006/relationships" id="336" r:id="Rb692eb2f839549de"/>
    <p:sldId xmlns:r="http://schemas.openxmlformats.org/officeDocument/2006/relationships" id="337" r:id="R8032e946e7fb4200"/>
    <p:sldId xmlns:r="http://schemas.openxmlformats.org/officeDocument/2006/relationships" id="338" r:id="R89f0b7f03c3e4732"/>
    <p:sldId xmlns:r="http://schemas.openxmlformats.org/officeDocument/2006/relationships" id="339" r:id="R9bd3058b20544e50"/>
    <p:sldId xmlns:r="http://schemas.openxmlformats.org/officeDocument/2006/relationships" id="340" r:id="R11f511d9672b4c87"/>
    <p:sldId xmlns:r="http://schemas.openxmlformats.org/officeDocument/2006/relationships" id="341" r:id="Re392a08d03f645cb"/>
    <p:sldId xmlns:r="http://schemas.openxmlformats.org/officeDocument/2006/relationships" id="342" r:id="R75f65a7625a8438f"/>
    <p:sldId xmlns:r="http://schemas.openxmlformats.org/officeDocument/2006/relationships" id="343" r:id="Rbde5d72a410f4c87"/>
    <p:sldId xmlns:r="http://schemas.openxmlformats.org/officeDocument/2006/relationships" id="344" r:id="R89947fa2a793438d"/>
    <p:sldId xmlns:r="http://schemas.openxmlformats.org/officeDocument/2006/relationships" id="345" r:id="Re1fccd072b114314"/>
    <p:sldId xmlns:r="http://schemas.openxmlformats.org/officeDocument/2006/relationships" id="346" r:id="Rbd1ae2ca34344c9d"/>
    <p:sldId xmlns:r="http://schemas.openxmlformats.org/officeDocument/2006/relationships" id="347" r:id="R5b4fc889d9684040"/>
    <p:sldId xmlns:r="http://schemas.openxmlformats.org/officeDocument/2006/relationships" id="348" r:id="R812e6308d5b84a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8ec8bce9b54cd6" /><Relationship Type="http://schemas.openxmlformats.org/officeDocument/2006/relationships/slideMaster" Target="/ppt/slideMasters/slideMaster1.xml" Id="R60e5ba9114294338" /><Relationship Type="http://schemas.openxmlformats.org/officeDocument/2006/relationships/notesMaster" Target="/ppt/notesMasters/notesMaster1.xml" Id="R1afb11474a0b4c15" /><Relationship Type="http://schemas.openxmlformats.org/officeDocument/2006/relationships/presProps" Target="/ppt/presProps.xml" Id="Ref58c6c22c144b96" /><Relationship Type="http://schemas.openxmlformats.org/officeDocument/2006/relationships/tableStyles" Target="/ppt/tableStyles.xml" Id="R279398502e574ba7" /><Relationship Type="http://schemas.openxmlformats.org/officeDocument/2006/relationships/slide" Target="/ppt/slides/slide1.xml" Id="Rdc55fd0cf44e4e43" /><Relationship Type="http://schemas.openxmlformats.org/officeDocument/2006/relationships/slide" Target="/ppt/slides/slide2.xml" Id="Rb479c142a98d499c" /><Relationship Type="http://schemas.openxmlformats.org/officeDocument/2006/relationships/slide" Target="/ppt/slides/slide3.xml" Id="R73ee9f431e10470b" /><Relationship Type="http://schemas.openxmlformats.org/officeDocument/2006/relationships/slide" Target="/ppt/slides/slide4.xml" Id="R7cee988e9a8f4573" /><Relationship Type="http://schemas.openxmlformats.org/officeDocument/2006/relationships/slide" Target="/ppt/slides/slide5.xml" Id="R4b122e4fa6ee4d7a" /><Relationship Type="http://schemas.openxmlformats.org/officeDocument/2006/relationships/slide" Target="/ppt/slides/slide6.xml" Id="Rff0177039f2b49a6" /><Relationship Type="http://schemas.openxmlformats.org/officeDocument/2006/relationships/slide" Target="/ppt/slides/slide7.xml" Id="Rf075e35d0f634a08" /><Relationship Type="http://schemas.openxmlformats.org/officeDocument/2006/relationships/slide" Target="/ppt/slides/slide8.xml" Id="R553bcc4579704a6d" /><Relationship Type="http://schemas.openxmlformats.org/officeDocument/2006/relationships/slide" Target="/ppt/slides/slide9.xml" Id="Rb5e0b68e3e8f43eb" /><Relationship Type="http://schemas.openxmlformats.org/officeDocument/2006/relationships/slide" Target="/ppt/slides/slide10.xml" Id="R4b4cc8b1808246ae" /><Relationship Type="http://schemas.openxmlformats.org/officeDocument/2006/relationships/slide" Target="/ppt/slides/slide11.xml" Id="Re54a81c1196248ca" /><Relationship Type="http://schemas.openxmlformats.org/officeDocument/2006/relationships/slide" Target="/ppt/slides/slide12.xml" Id="R641eba9cd0d34a73" /><Relationship Type="http://schemas.openxmlformats.org/officeDocument/2006/relationships/slide" Target="/ppt/slides/slide13.xml" Id="Rf62870efd6bb421e" /><Relationship Type="http://schemas.openxmlformats.org/officeDocument/2006/relationships/slide" Target="/ppt/slides/slide14.xml" Id="R1c42722430b84f1a" /><Relationship Type="http://schemas.openxmlformats.org/officeDocument/2006/relationships/slide" Target="/ppt/slides/slide15.xml" Id="R8cd91b59267a429a" /><Relationship Type="http://schemas.openxmlformats.org/officeDocument/2006/relationships/slide" Target="/ppt/slides/slide16.xml" Id="R56b0576972154a70" /><Relationship Type="http://schemas.openxmlformats.org/officeDocument/2006/relationships/slide" Target="/ppt/slides/slide17.xml" Id="R25eea440cfd5417b" /><Relationship Type="http://schemas.openxmlformats.org/officeDocument/2006/relationships/slide" Target="/ppt/slides/slide18.xml" Id="R628a06a49cc448b2" /><Relationship Type="http://schemas.openxmlformats.org/officeDocument/2006/relationships/slide" Target="/ppt/slides/slide19.xml" Id="R3a503a135cfd4b07" /><Relationship Type="http://schemas.openxmlformats.org/officeDocument/2006/relationships/slide" Target="/ppt/slides/slide20.xml" Id="Rd224aa9fb3524307" /><Relationship Type="http://schemas.openxmlformats.org/officeDocument/2006/relationships/slide" Target="/ppt/slides/slide21.xml" Id="Rc3adea0961034649" /><Relationship Type="http://schemas.openxmlformats.org/officeDocument/2006/relationships/slide" Target="/ppt/slides/slide22.xml" Id="Rba32e83189204bdf" /><Relationship Type="http://schemas.openxmlformats.org/officeDocument/2006/relationships/slide" Target="/ppt/slides/slide23.xml" Id="R3d4fb7ed56e04600" /><Relationship Type="http://schemas.openxmlformats.org/officeDocument/2006/relationships/slide" Target="/ppt/slides/slide24.xml" Id="R1a39371c876144d5" /><Relationship Type="http://schemas.openxmlformats.org/officeDocument/2006/relationships/slide" Target="/ppt/slides/slide25.xml" Id="Re1680e9621b447b9" /><Relationship Type="http://schemas.openxmlformats.org/officeDocument/2006/relationships/slide" Target="/ppt/slides/slide26.xml" Id="R7fe6c930e2e049d9" /><Relationship Type="http://schemas.openxmlformats.org/officeDocument/2006/relationships/slide" Target="/ppt/slides/slide27.xml" Id="R584fb9a3bb4b4692" /><Relationship Type="http://schemas.openxmlformats.org/officeDocument/2006/relationships/slide" Target="/ppt/slides/slide28.xml" Id="R621cb3de40974576" /><Relationship Type="http://schemas.openxmlformats.org/officeDocument/2006/relationships/slide" Target="/ppt/slides/slide29.xml" Id="Rb3a0bdfa1ccb404b" /><Relationship Type="http://schemas.openxmlformats.org/officeDocument/2006/relationships/slide" Target="/ppt/slides/slide30.xml" Id="R36c123e5fef54041" /><Relationship Type="http://schemas.openxmlformats.org/officeDocument/2006/relationships/slide" Target="/ppt/slides/slide31.xml" Id="R6d23f70a62eb4990" /><Relationship Type="http://schemas.openxmlformats.org/officeDocument/2006/relationships/slide" Target="/ppt/slides/slide32.xml" Id="R41522ba4e5f64d69" /><Relationship Type="http://schemas.openxmlformats.org/officeDocument/2006/relationships/slide" Target="/ppt/slides/slide33.xml" Id="R4a909bde9f90486f" /><Relationship Type="http://schemas.openxmlformats.org/officeDocument/2006/relationships/slide" Target="/ppt/slides/slide34.xml" Id="Recc8e2427ef049dc" /><Relationship Type="http://schemas.openxmlformats.org/officeDocument/2006/relationships/slide" Target="/ppt/slides/slide35.xml" Id="R0cfddeaf50334cbc" /><Relationship Type="http://schemas.openxmlformats.org/officeDocument/2006/relationships/slide" Target="/ppt/slides/slide36.xml" Id="Rc5f1deddb4f14763" /><Relationship Type="http://schemas.openxmlformats.org/officeDocument/2006/relationships/slide" Target="/ppt/slides/slide37.xml" Id="Rd8d72a9163584342" /><Relationship Type="http://schemas.openxmlformats.org/officeDocument/2006/relationships/slide" Target="/ppt/slides/slide38.xml" Id="Rf7f879772a52424d" /><Relationship Type="http://schemas.openxmlformats.org/officeDocument/2006/relationships/slide" Target="/ppt/slides/slide39.xml" Id="Rf1ebcbb72e66462d" /><Relationship Type="http://schemas.openxmlformats.org/officeDocument/2006/relationships/slide" Target="/ppt/slides/slide40.xml" Id="R9cc6df1c20bf468b" /><Relationship Type="http://schemas.openxmlformats.org/officeDocument/2006/relationships/slide" Target="/ppt/slides/slide41.xml" Id="Rbaa04a9ec3fa4b20" /><Relationship Type="http://schemas.openxmlformats.org/officeDocument/2006/relationships/slide" Target="/ppt/slides/slide42.xml" Id="R3d3d43c8244a4b79" /><Relationship Type="http://schemas.openxmlformats.org/officeDocument/2006/relationships/slide" Target="/ppt/slides/slide43.xml" Id="Recb705aceeb44b03" /><Relationship Type="http://schemas.openxmlformats.org/officeDocument/2006/relationships/slide" Target="/ppt/slides/slide44.xml" Id="Reaee007052004d92" /><Relationship Type="http://schemas.openxmlformats.org/officeDocument/2006/relationships/slide" Target="/ppt/slides/slide45.xml" Id="R4400af28b5f4428f" /><Relationship Type="http://schemas.openxmlformats.org/officeDocument/2006/relationships/slide" Target="/ppt/slides/slide46.xml" Id="R316f3da312c042da" /><Relationship Type="http://schemas.openxmlformats.org/officeDocument/2006/relationships/slide" Target="/ppt/slides/slide47.xml" Id="Rf2cd85bb792b4897" /><Relationship Type="http://schemas.openxmlformats.org/officeDocument/2006/relationships/slide" Target="/ppt/slides/slide48.xml" Id="R9c852d11a4b645cd" /><Relationship Type="http://schemas.openxmlformats.org/officeDocument/2006/relationships/slide" Target="/ppt/slides/slide49.xml" Id="R2a86bb5722b54d1a" /><Relationship Type="http://schemas.openxmlformats.org/officeDocument/2006/relationships/slide" Target="/ppt/slides/slide50.xml" Id="Rda5d42d564b045cd" /><Relationship Type="http://schemas.openxmlformats.org/officeDocument/2006/relationships/slide" Target="/ppt/slides/slide51.xml" Id="R2d45609044fc4115" /><Relationship Type="http://schemas.openxmlformats.org/officeDocument/2006/relationships/slide" Target="/ppt/slides/slide52.xml" Id="R179ab1f7d33544d3" /><Relationship Type="http://schemas.openxmlformats.org/officeDocument/2006/relationships/slide" Target="/ppt/slides/slide53.xml" Id="R870621a050af4fcb" /><Relationship Type="http://schemas.openxmlformats.org/officeDocument/2006/relationships/slide" Target="/ppt/slides/slide54.xml" Id="Rfa23ca1ce262438a" /><Relationship Type="http://schemas.openxmlformats.org/officeDocument/2006/relationships/slide" Target="/ppt/slides/slide55.xml" Id="R20fdab3532924823" /><Relationship Type="http://schemas.openxmlformats.org/officeDocument/2006/relationships/slide" Target="/ppt/slides/slide56.xml" Id="R50384508cf74476e" /><Relationship Type="http://schemas.openxmlformats.org/officeDocument/2006/relationships/slide" Target="/ppt/slides/slide57.xml" Id="R32c71c909c67411c" /><Relationship Type="http://schemas.openxmlformats.org/officeDocument/2006/relationships/slide" Target="/ppt/slides/slide58.xml" Id="R469703e4838749ec" /><Relationship Type="http://schemas.openxmlformats.org/officeDocument/2006/relationships/slide" Target="/ppt/slides/slide59.xml" Id="R4dab08022bf24344" /><Relationship Type="http://schemas.openxmlformats.org/officeDocument/2006/relationships/slide" Target="/ppt/slides/slide60.xml" Id="Raf589473684043a8" /><Relationship Type="http://schemas.openxmlformats.org/officeDocument/2006/relationships/slide" Target="/ppt/slides/slide61.xml" Id="R6bbd32ad41b945ed" /><Relationship Type="http://schemas.openxmlformats.org/officeDocument/2006/relationships/slide" Target="/ppt/slides/slide62.xml" Id="R65e06da5fa884cf5" /><Relationship Type="http://schemas.openxmlformats.org/officeDocument/2006/relationships/slide" Target="/ppt/slides/slide63.xml" Id="R3e779a7b1a0147dc" /><Relationship Type="http://schemas.openxmlformats.org/officeDocument/2006/relationships/slide" Target="/ppt/slides/slide64.xml" Id="Rb12b0563b8d9428e" /><Relationship Type="http://schemas.openxmlformats.org/officeDocument/2006/relationships/slide" Target="/ppt/slides/slide65.xml" Id="R74b2642cee3b425c" /><Relationship Type="http://schemas.openxmlformats.org/officeDocument/2006/relationships/slide" Target="/ppt/slides/slide66.xml" Id="Rdeb50589bc6d4b23" /><Relationship Type="http://schemas.openxmlformats.org/officeDocument/2006/relationships/slide" Target="/ppt/slides/slide67.xml" Id="Radd66d70aef8401b" /><Relationship Type="http://schemas.openxmlformats.org/officeDocument/2006/relationships/slide" Target="/ppt/slides/slide68.xml" Id="Red1557c83f514544" /><Relationship Type="http://schemas.openxmlformats.org/officeDocument/2006/relationships/slide" Target="/ppt/slides/slide69.xml" Id="R5e6492991e6149bf" /><Relationship Type="http://schemas.openxmlformats.org/officeDocument/2006/relationships/slide" Target="/ppt/slides/slide70.xml" Id="R5396aba6046c487a" /><Relationship Type="http://schemas.openxmlformats.org/officeDocument/2006/relationships/slide" Target="/ppt/slides/slide71.xml" Id="R9be8ff7b50944a32" /><Relationship Type="http://schemas.openxmlformats.org/officeDocument/2006/relationships/slide" Target="/ppt/slides/slide72.xml" Id="R99dbb34d26af4f3a" /><Relationship Type="http://schemas.openxmlformats.org/officeDocument/2006/relationships/slide" Target="/ppt/slides/slide73.xml" Id="R2491965b964d44b0" /><Relationship Type="http://schemas.openxmlformats.org/officeDocument/2006/relationships/slide" Target="/ppt/slides/slide74.xml" Id="R1e19d3d6e5db4789" /><Relationship Type="http://schemas.openxmlformats.org/officeDocument/2006/relationships/slide" Target="/ppt/slides/slide75.xml" Id="R1508842b15c746f6" /><Relationship Type="http://schemas.openxmlformats.org/officeDocument/2006/relationships/slide" Target="/ppt/slides/slide76.xml" Id="Ra72cb052b18a43ee" /><Relationship Type="http://schemas.openxmlformats.org/officeDocument/2006/relationships/slide" Target="/ppt/slides/slide77.xml" Id="R70cb4427873f48ab" /><Relationship Type="http://schemas.openxmlformats.org/officeDocument/2006/relationships/slide" Target="/ppt/slides/slide78.xml" Id="R3b79c5200f594824" /><Relationship Type="http://schemas.openxmlformats.org/officeDocument/2006/relationships/slide" Target="/ppt/slides/slide79.xml" Id="R6399a7801b6e4107" /><Relationship Type="http://schemas.openxmlformats.org/officeDocument/2006/relationships/slide" Target="/ppt/slides/slide80.xml" Id="R22749650f537497b" /><Relationship Type="http://schemas.openxmlformats.org/officeDocument/2006/relationships/slide" Target="/ppt/slides/slide81.xml" Id="Rb692eb2f839549de" /><Relationship Type="http://schemas.openxmlformats.org/officeDocument/2006/relationships/slide" Target="/ppt/slides/slide82.xml" Id="R8032e946e7fb4200" /><Relationship Type="http://schemas.openxmlformats.org/officeDocument/2006/relationships/slide" Target="/ppt/slides/slide83.xml" Id="R89f0b7f03c3e4732" /><Relationship Type="http://schemas.openxmlformats.org/officeDocument/2006/relationships/slide" Target="/ppt/slides/slide84.xml" Id="R9bd3058b20544e50" /><Relationship Type="http://schemas.openxmlformats.org/officeDocument/2006/relationships/slide" Target="/ppt/slides/slide85.xml" Id="R11f511d9672b4c87" /><Relationship Type="http://schemas.openxmlformats.org/officeDocument/2006/relationships/slide" Target="/ppt/slides/slide86.xml" Id="Re392a08d03f645cb" /><Relationship Type="http://schemas.openxmlformats.org/officeDocument/2006/relationships/slide" Target="/ppt/slides/slide87.xml" Id="R75f65a7625a8438f" /><Relationship Type="http://schemas.openxmlformats.org/officeDocument/2006/relationships/slide" Target="/ppt/slides/slide88.xml" Id="Rbde5d72a410f4c87" /><Relationship Type="http://schemas.openxmlformats.org/officeDocument/2006/relationships/slide" Target="/ppt/slides/slide89.xml" Id="R89947fa2a793438d" /><Relationship Type="http://schemas.openxmlformats.org/officeDocument/2006/relationships/slide" Target="/ppt/slides/slide90.xml" Id="Re1fccd072b114314" /><Relationship Type="http://schemas.openxmlformats.org/officeDocument/2006/relationships/slide" Target="/ppt/slides/slide91.xml" Id="Rbd1ae2ca34344c9d" /><Relationship Type="http://schemas.openxmlformats.org/officeDocument/2006/relationships/slide" Target="/ppt/slides/slide92.xml" Id="R5b4fc889d9684040" /><Relationship Type="http://schemas.openxmlformats.org/officeDocument/2006/relationships/slide" Target="/ppt/slides/slide93.xml" Id="R812e6308d5b84a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79ac98dba545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e80f2c52724453" /><Relationship Type="http://schemas.openxmlformats.org/officeDocument/2006/relationships/notesMaster" Target="/ppt/notesMasters/notesMaster1.xml" Id="R0e34afa99d5e49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d1023f2e404122" /><Relationship Type="http://schemas.openxmlformats.org/officeDocument/2006/relationships/notesMaster" Target="/ppt/notesMasters/notesMaster1.xml" Id="R737057acb81d41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8f62349c374fea" /><Relationship Type="http://schemas.openxmlformats.org/officeDocument/2006/relationships/notesMaster" Target="/ppt/notesMasters/notesMaster1.xml" Id="R58a499ccc4324e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b70b054b5d4026" /><Relationship Type="http://schemas.openxmlformats.org/officeDocument/2006/relationships/notesMaster" Target="/ppt/notesMasters/notesMaster1.xml" Id="R6fff864fae9d42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e44fea0a60436a" /><Relationship Type="http://schemas.openxmlformats.org/officeDocument/2006/relationships/notesMaster" Target="/ppt/notesMasters/notesMaster1.xml" Id="R15a2a6e043ac41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eb9a68c92646fd" /><Relationship Type="http://schemas.openxmlformats.org/officeDocument/2006/relationships/notesMaster" Target="/ppt/notesMasters/notesMaster1.xml" Id="R46755aba2f4f42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0cac6eea1c74b60" /><Relationship Type="http://schemas.openxmlformats.org/officeDocument/2006/relationships/notesMaster" Target="/ppt/notesMasters/notesMaster1.xml" Id="R43c0772d01f14d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0668e3548d4536" /><Relationship Type="http://schemas.openxmlformats.org/officeDocument/2006/relationships/notesMaster" Target="/ppt/notesMasters/notesMaster1.xml" Id="R1dffcdca8129482a" /></Relationships>
</file>

<file path=ppt/notesSlides/_rels/notesSlide9.xml.rels>&#65279;<?xml version="1.0" encoding="utf-8"?><Relationships xmlns="http://schemas.openxmlformats.org/package/2006/relationships"><Relationship Type="http://schemas.openxmlformats.org/officeDocument/2006/relationships/slide" Target="/ppt/slides/slide9.xml" Id="Raa7864d910634ad3" /><Relationship Type="http://schemas.openxmlformats.org/officeDocument/2006/relationships/notesMaster" Target="/ppt/notesMasters/notesMaster1.xml" Id="R2e46efda48e744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edfa332c874549" /><Relationship Type="http://schemas.openxmlformats.org/officeDocument/2006/relationships/notesMaster" Target="/ppt/notesMasters/notesMaster1.xml" Id="Rb61a766f028c48e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17e8ca6ddd1471a" /><Relationship Type="http://schemas.openxmlformats.org/officeDocument/2006/relationships/notesMaster" Target="/ppt/notesMasters/notesMaster1.xml" Id="R8c4ed016a0a143f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3fb4d97cedd4014" /><Relationship Type="http://schemas.openxmlformats.org/officeDocument/2006/relationships/notesMaster" Target="/ppt/notesMasters/notesMaster1.xml" Id="R1aba4c78b82647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321f546f334c23" /><Relationship Type="http://schemas.openxmlformats.org/officeDocument/2006/relationships/notesMaster" Target="/ppt/notesMasters/notesMaster1.xml" Id="R4dfc270d8f5c4c1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858b1da76c40d4" /><Relationship Type="http://schemas.openxmlformats.org/officeDocument/2006/relationships/notesMaster" Target="/ppt/notesMasters/notesMaster1.xml" Id="Red33e8e0ad1e4a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c5fbcaa46c649af" /><Relationship Type="http://schemas.openxmlformats.org/officeDocument/2006/relationships/notesMaster" Target="/ppt/notesMasters/notesMaster1.xml" Id="R9c8a319e66ba477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a3b8dcfea24594" /><Relationship Type="http://schemas.openxmlformats.org/officeDocument/2006/relationships/notesMaster" Target="/ppt/notesMasters/notesMaster1.xml" Id="Ra9728b5518dc420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5c48bc6a94743f7" /><Relationship Type="http://schemas.openxmlformats.org/officeDocument/2006/relationships/notesMaster" Target="/ppt/notesMasters/notesMaster1.xml" Id="Raeb22b469e8a456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cfa52a9d0f46d1" /><Relationship Type="http://schemas.openxmlformats.org/officeDocument/2006/relationships/notesMaster" Target="/ppt/notesMasters/notesMaster1.xml" Id="R9b2ebb002f0b4b2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5702857d334f06" /><Relationship Type="http://schemas.openxmlformats.org/officeDocument/2006/relationships/notesMaster" Target="/ppt/notesMasters/notesMaster1.xml" Id="R94583887f7204a1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58261b80354815" /><Relationship Type="http://schemas.openxmlformats.org/officeDocument/2006/relationships/notesMaster" Target="/ppt/notesMasters/notesMaster1.xml" Id="Rb1d48f7774da44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50d751eb4324445" /><Relationship Type="http://schemas.openxmlformats.org/officeDocument/2006/relationships/notesMaster" Target="/ppt/notesMasters/notesMaster1.xml" Id="R083ea3c4e6ad41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94ca4bd4e4e495e" /><Relationship Type="http://schemas.openxmlformats.org/officeDocument/2006/relationships/notesMaster" Target="/ppt/notesMasters/notesMaster1.xml" Id="R675a0883a43d4e1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b664c5ddcda4918" /><Relationship Type="http://schemas.openxmlformats.org/officeDocument/2006/relationships/notesMaster" Target="/ppt/notesMasters/notesMaster1.xml" Id="Rd9c21e880e6847e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00d6570e4b2446f" /><Relationship Type="http://schemas.openxmlformats.org/officeDocument/2006/relationships/notesMaster" Target="/ppt/notesMasters/notesMaster1.xml" Id="R108b1dc856f34e3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ca5930eeb2a483f" /><Relationship Type="http://schemas.openxmlformats.org/officeDocument/2006/relationships/notesMaster" Target="/ppt/notesMasters/notesMaster1.xml" Id="Reb744075aeea41d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4f04f9f50304066" /><Relationship Type="http://schemas.openxmlformats.org/officeDocument/2006/relationships/notesMaster" Target="/ppt/notesMasters/notesMaster1.xml" Id="Re72c60e1a46d4f4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4e832eee1d84815" /><Relationship Type="http://schemas.openxmlformats.org/officeDocument/2006/relationships/notesMaster" Target="/ppt/notesMasters/notesMaster1.xml" Id="Rac37a29e13d84af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62c502340ed45cf" /><Relationship Type="http://schemas.openxmlformats.org/officeDocument/2006/relationships/notesMaster" Target="/ppt/notesMasters/notesMaster1.xml" Id="Re84a528c96f8460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0bcae5b4ff541e2" /><Relationship Type="http://schemas.openxmlformats.org/officeDocument/2006/relationships/notesMaster" Target="/ppt/notesMasters/notesMaster1.xml" Id="R11da0edf4452462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39374b3f41b428f" /><Relationship Type="http://schemas.openxmlformats.org/officeDocument/2006/relationships/notesMaster" Target="/ppt/notesMasters/notesMaster1.xml" Id="R6a958e616a824ad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a8f039a4994579" /><Relationship Type="http://schemas.openxmlformats.org/officeDocument/2006/relationships/notesMaster" Target="/ppt/notesMasters/notesMaster1.xml" Id="R940dca3d0b6e4e5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6964d82b2d642ce" /><Relationship Type="http://schemas.openxmlformats.org/officeDocument/2006/relationships/notesMaster" Target="/ppt/notesMasters/notesMaster1.xml" Id="R8f74c892a74949d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36690dab1bf4435" /><Relationship Type="http://schemas.openxmlformats.org/officeDocument/2006/relationships/notesMaster" Target="/ppt/notesMasters/notesMaster1.xml" Id="R7f2bcf1d4b3c4b5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55beef62c4e4cfb" /><Relationship Type="http://schemas.openxmlformats.org/officeDocument/2006/relationships/notesMaster" Target="/ppt/notesMasters/notesMaster1.xml" Id="R173b6a622d2c46f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9ddcffb114c48be" /><Relationship Type="http://schemas.openxmlformats.org/officeDocument/2006/relationships/notesMaster" Target="/ppt/notesMasters/notesMaster1.xml" Id="R3ff6623f25124ba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6bf8a2d65fa44cb" /><Relationship Type="http://schemas.openxmlformats.org/officeDocument/2006/relationships/notesMaster" Target="/ppt/notesMasters/notesMaster1.xml" Id="R674ce09f6a7f46c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9f5cc1d1b8949de" /><Relationship Type="http://schemas.openxmlformats.org/officeDocument/2006/relationships/notesMaster" Target="/ppt/notesMasters/notesMaster1.xml" Id="Rfc00cf1d9f36495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59b25705f1e470d" /><Relationship Type="http://schemas.openxmlformats.org/officeDocument/2006/relationships/notesMaster" Target="/ppt/notesMasters/notesMaster1.xml" Id="R2d6fd8e45b8b4d8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2fd34c4c69f44ad" /><Relationship Type="http://schemas.openxmlformats.org/officeDocument/2006/relationships/notesMaster" Target="/ppt/notesMasters/notesMaster1.xml" Id="Rae8c01c0f73e4a6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41d1a7804714eeb" /><Relationship Type="http://schemas.openxmlformats.org/officeDocument/2006/relationships/notesMaster" Target="/ppt/notesMasters/notesMaster1.xml" Id="Rfc360923d08c4cf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0701a4806d1439e" /><Relationship Type="http://schemas.openxmlformats.org/officeDocument/2006/relationships/notesMaster" Target="/ppt/notesMasters/notesMaster1.xml" Id="R6d4058808664445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fdf510c817e4cfa" /><Relationship Type="http://schemas.openxmlformats.org/officeDocument/2006/relationships/notesMaster" Target="/ppt/notesMasters/notesMaster1.xml" Id="R080a56dcebd44c0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df96cf8c9d449e8" /><Relationship Type="http://schemas.openxmlformats.org/officeDocument/2006/relationships/notesMaster" Target="/ppt/notesMasters/notesMaster1.xml" Id="R72dcaf1e5dd9479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d33cd6b06114a8c" /><Relationship Type="http://schemas.openxmlformats.org/officeDocument/2006/relationships/notesMaster" Target="/ppt/notesMasters/notesMaster1.xml" Id="Rdd6d7d2fc47b4bf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e710c597b484fbf" /><Relationship Type="http://schemas.openxmlformats.org/officeDocument/2006/relationships/notesMaster" Target="/ppt/notesMasters/notesMaster1.xml" Id="R4576160d8cdd4a2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7cbba0fc11d4efa" /><Relationship Type="http://schemas.openxmlformats.org/officeDocument/2006/relationships/notesMaster" Target="/ppt/notesMasters/notesMaster1.xml" Id="R6cfaebb07259439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cfd4e9c46cb4b2f" /><Relationship Type="http://schemas.openxmlformats.org/officeDocument/2006/relationships/notesMaster" Target="/ppt/notesMasters/notesMaster1.xml" Id="R4e954216aede4d5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c6f6dba3eb94957" /><Relationship Type="http://schemas.openxmlformats.org/officeDocument/2006/relationships/notesMaster" Target="/ppt/notesMasters/notesMaster1.xml" Id="R6daccedb0908401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b09c2093e6c4212" /><Relationship Type="http://schemas.openxmlformats.org/officeDocument/2006/relationships/notesMaster" Target="/ppt/notesMasters/notesMaster1.xml" Id="Re81edfcb9e08475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8a3ed29892a460f" /><Relationship Type="http://schemas.openxmlformats.org/officeDocument/2006/relationships/notesMaster" Target="/ppt/notesMasters/notesMaster1.xml" Id="R7938d46f61c04d5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994727e944442df" /><Relationship Type="http://schemas.openxmlformats.org/officeDocument/2006/relationships/notesMaster" Target="/ppt/notesMasters/notesMaster1.xml" Id="Rb09f3c06149b4af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3d3bc1153c84db5" /><Relationship Type="http://schemas.openxmlformats.org/officeDocument/2006/relationships/notesMaster" Target="/ppt/notesMasters/notesMaster1.xml" Id="R24b8085f666f4a8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ee58dc0eced495d" /><Relationship Type="http://schemas.openxmlformats.org/officeDocument/2006/relationships/notesMaster" Target="/ppt/notesMasters/notesMaster1.xml" Id="Rea0dcd01c872461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138c70a7fb64bfd" /><Relationship Type="http://schemas.openxmlformats.org/officeDocument/2006/relationships/notesMaster" Target="/ppt/notesMasters/notesMaster1.xml" Id="R9efad220a3594ce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2ce51d33a7b4680" /><Relationship Type="http://schemas.openxmlformats.org/officeDocument/2006/relationships/notesMaster" Target="/ppt/notesMasters/notesMaster1.xml" Id="R7d78e9cb06a840f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dfbd9adb9f8405c" /><Relationship Type="http://schemas.openxmlformats.org/officeDocument/2006/relationships/notesMaster" Target="/ppt/notesMasters/notesMaster1.xml" Id="Ra5e2c4943a8f4b6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82ddd240ed24af7" /><Relationship Type="http://schemas.openxmlformats.org/officeDocument/2006/relationships/notesMaster" Target="/ppt/notesMasters/notesMaster1.xml" Id="Rc9eb53e86f4649c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e53683bd7f64053" /><Relationship Type="http://schemas.openxmlformats.org/officeDocument/2006/relationships/notesMaster" Target="/ppt/notesMasters/notesMaster1.xml" Id="R6b8c4a99f1b8490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368fea9cf2a481f" /><Relationship Type="http://schemas.openxmlformats.org/officeDocument/2006/relationships/notesMaster" Target="/ppt/notesMasters/notesMaster1.xml" Id="R57f5b73632df430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4abebd21dd44955" /><Relationship Type="http://schemas.openxmlformats.org/officeDocument/2006/relationships/notesMaster" Target="/ppt/notesMasters/notesMaster1.xml" Id="R347a90cb88d34b2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a1951cfe4c34de3" /><Relationship Type="http://schemas.openxmlformats.org/officeDocument/2006/relationships/notesMaster" Target="/ppt/notesMasters/notesMaster1.xml" Id="R881ae79277f44a9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f096d1956644c21" /><Relationship Type="http://schemas.openxmlformats.org/officeDocument/2006/relationships/notesMaster" Target="/ppt/notesMasters/notesMaster1.xml" Id="R92c75efd3690430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51cdfd4ceef4773" /><Relationship Type="http://schemas.openxmlformats.org/officeDocument/2006/relationships/notesMaster" Target="/ppt/notesMasters/notesMaster1.xml" Id="Rbe0583722d4449c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2c711d31cff449a" /><Relationship Type="http://schemas.openxmlformats.org/officeDocument/2006/relationships/notesMaster" Target="/ppt/notesMasters/notesMaster1.xml" Id="R4a72b74384c7425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d5eda31844f4c10" /><Relationship Type="http://schemas.openxmlformats.org/officeDocument/2006/relationships/notesMaster" Target="/ppt/notesMasters/notesMaster1.xml" Id="R8ca0c9954446495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f1072741e7214784" /><Relationship Type="http://schemas.openxmlformats.org/officeDocument/2006/relationships/notesMaster" Target="/ppt/notesMasters/notesMaster1.xml" Id="R3418239a984347b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a9093f87eb54f8c" /><Relationship Type="http://schemas.openxmlformats.org/officeDocument/2006/relationships/notesMaster" Target="/ppt/notesMasters/notesMaster1.xml" Id="R5daa0ad65cf5462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404758b328340f9" /><Relationship Type="http://schemas.openxmlformats.org/officeDocument/2006/relationships/notesMaster" Target="/ppt/notesMasters/notesMaster1.xml" Id="Rb5f2fbd902a14cc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30b69d2eea64516" /><Relationship Type="http://schemas.openxmlformats.org/officeDocument/2006/relationships/notesMaster" Target="/ppt/notesMasters/notesMaster1.xml" Id="Rced2d7a887d545c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82da386b7d3496b" /><Relationship Type="http://schemas.openxmlformats.org/officeDocument/2006/relationships/notesMaster" Target="/ppt/notesMasters/notesMaster1.xml" Id="Rb4dc82bca40849b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ed4715efee847f6" /><Relationship Type="http://schemas.openxmlformats.org/officeDocument/2006/relationships/notesMaster" Target="/ppt/notesMasters/notesMaster1.xml" Id="R46444d0625664ac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a2dab7498e84104" /><Relationship Type="http://schemas.openxmlformats.org/officeDocument/2006/relationships/notesMaster" Target="/ppt/notesMasters/notesMaster1.xml" Id="Rcb27579037ce4b4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681e71f2c5e44f9" /><Relationship Type="http://schemas.openxmlformats.org/officeDocument/2006/relationships/notesMaster" Target="/ppt/notesMasters/notesMaster1.xml" Id="Rf0e26628ea6a4f4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e50f3ca888b4d84" /><Relationship Type="http://schemas.openxmlformats.org/officeDocument/2006/relationships/notesMaster" Target="/ppt/notesMasters/notesMaster1.xml" Id="R76cbd2cb2c47485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0632cedbb7e4ec2" /><Relationship Type="http://schemas.openxmlformats.org/officeDocument/2006/relationships/notesMaster" Target="/ppt/notesMasters/notesMaster1.xml" Id="Re1a57b1d7f0d4f4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f3f0092926b4e92" /><Relationship Type="http://schemas.openxmlformats.org/officeDocument/2006/relationships/notesMaster" Target="/ppt/notesMasters/notesMaster1.xml" Id="Re8d1b195b8fc4fe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8227469c7944922" /><Relationship Type="http://schemas.openxmlformats.org/officeDocument/2006/relationships/notesMaster" Target="/ppt/notesMasters/notesMaster1.xml" Id="Rc4125a73689949a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339e21db6a9495c" /><Relationship Type="http://schemas.openxmlformats.org/officeDocument/2006/relationships/notesMaster" Target="/ppt/notesMasters/notesMaster1.xml" Id="Rab1d50b16034473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d708f2152aa40df" /><Relationship Type="http://schemas.openxmlformats.org/officeDocument/2006/relationships/notesMaster" Target="/ppt/notesMasters/notesMaster1.xml" Id="R98116b312d0743f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54dd8456e94476c" /><Relationship Type="http://schemas.openxmlformats.org/officeDocument/2006/relationships/notesMaster" Target="/ppt/notesMasters/notesMaster1.xml" Id="R6ce6f2467914403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2ddfab5f5164603" /><Relationship Type="http://schemas.openxmlformats.org/officeDocument/2006/relationships/notesMaster" Target="/ppt/notesMasters/notesMaster1.xml" Id="R8eda7a79c17f47d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5f365ab7e2d42a6" /><Relationship Type="http://schemas.openxmlformats.org/officeDocument/2006/relationships/notesMaster" Target="/ppt/notesMasters/notesMaster1.xml" Id="R13310f4351c3469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90217970f7bf4f5a" /><Relationship Type="http://schemas.openxmlformats.org/officeDocument/2006/relationships/notesMaster" Target="/ppt/notesMasters/notesMaster1.xml" Id="Rbda2f29bdebc4ca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3b0919b38a546e3" /><Relationship Type="http://schemas.openxmlformats.org/officeDocument/2006/relationships/notesMaster" Target="/ppt/notesMasters/notesMaster1.xml" Id="R8b99b4efac5d4dd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2dc38ae930d4b74" /><Relationship Type="http://schemas.openxmlformats.org/officeDocument/2006/relationships/notesMaster" Target="/ppt/notesMasters/notesMaster1.xml" Id="R63f3a6fb9a4a41e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d8b053226a147f1" /><Relationship Type="http://schemas.openxmlformats.org/officeDocument/2006/relationships/notesMaster" Target="/ppt/notesMasters/notesMaster1.xml" Id="Rf20d97bc8d2e483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64f02d3e3bf94d21" /><Relationship Type="http://schemas.openxmlformats.org/officeDocument/2006/relationships/notesMaster" Target="/ppt/notesMasters/notesMaster1.xml" Id="Rc17219c84e3a4ac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e46c689ab13d4d8c" /><Relationship Type="http://schemas.openxmlformats.org/officeDocument/2006/relationships/notesMaster" Target="/ppt/notesMasters/notesMaster1.xml" Id="R8dfd35026fd840e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9519d8570ee44fe" /><Relationship Type="http://schemas.openxmlformats.org/officeDocument/2006/relationships/notesMaster" Target="/ppt/notesMasters/notesMaster1.xml" Id="R9550dd4300d44a1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d0d53485d4fa441f" /><Relationship Type="http://schemas.openxmlformats.org/officeDocument/2006/relationships/notesMaster" Target="/ppt/notesMasters/notesMaster1.xml" Id="R22f593b962f1446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d770a89fa2c44e1" /><Relationship Type="http://schemas.openxmlformats.org/officeDocument/2006/relationships/notesMaster" Target="/ppt/notesMasters/notesMaster1.xml" Id="R516608350e2a4dd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6305617976334cef" /><Relationship Type="http://schemas.openxmlformats.org/officeDocument/2006/relationships/notesMaster" Target="/ppt/notesMasters/notesMaster1.xml" Id="R13771e037f5d460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ca020e66bc646d7" /><Relationship Type="http://schemas.openxmlformats.org/officeDocument/2006/relationships/notesMaster" Target="/ppt/notesMasters/notesMaster1.xml" Id="R298b243514ee4b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4092e68b8c4e3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224d2ba0c8408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b9fbe2093334b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d7198960364a4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f3840f1d4d4c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5e6d0d6e33d42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8298F7-B8FF-4C19-AA63-BA3EE0207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428D25C-BE44-4D38-9973-E2040221FE1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CE4595F-7E5F-4D4C-B159-891EC39C739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890B5B-828C-4F21-9270-86B88D7F29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7BB70FB-7B0C-449B-83F7-D80E02E6CB0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D497F0E-9B97-4F54-95EE-83FA92DFA4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B2BDE04-750C-417E-A451-A76FEFC0EA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75D33E-65DB-446F-9DA8-17981CF47A1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3AA300-F596-427B-86C6-5501540779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812817-8173-403D-946B-0C699551B1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6cb7e83acb4668" /><Relationship Type="http://schemas.openxmlformats.org/officeDocument/2006/relationships/slideLayout" Target="/ppt/slideLayouts/slideLayout1.xml" Id="R1c6bcb747a3d4b67" /><Relationship Type="http://schemas.openxmlformats.org/officeDocument/2006/relationships/slideLayout" Target="/ppt/slideLayouts/slideLayout2.xml" Id="Ra81c85d68244478b" /><Relationship Type="http://schemas.openxmlformats.org/officeDocument/2006/relationships/slideLayout" Target="/ppt/slideLayouts/slideLayout3.xml" Id="Rbb016cc2f75746ba" /><Relationship Type="http://schemas.openxmlformats.org/officeDocument/2006/relationships/slideLayout" Target="/ppt/slideLayouts/slideLayout4.xml" Id="Ra5ccaa70697c4643" /><Relationship Type="http://schemas.openxmlformats.org/officeDocument/2006/relationships/slideLayout" Target="/ppt/slideLayouts/slideLayout5.xml" Id="R3815147cabd84fd4" /><Relationship Type="http://schemas.openxmlformats.org/officeDocument/2006/relationships/slideLayout" Target="/ppt/slideLayouts/slideLayout6.xml" Id="R937a3e2a6a5045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6bcb747a3d4b67"/>
    <p:sldLayoutId xmlns:r="http://schemas.openxmlformats.org/officeDocument/2006/relationships" id="2147483650" r:id="Ra81c85d68244478b"/>
    <p:sldLayoutId xmlns:r="http://schemas.openxmlformats.org/officeDocument/2006/relationships" id="2147483651" r:id="Rbb016cc2f75746ba"/>
    <p:sldLayoutId xmlns:r="http://schemas.openxmlformats.org/officeDocument/2006/relationships" id="2147483652" r:id="Ra5ccaa70697c4643"/>
    <p:sldLayoutId xmlns:r="http://schemas.openxmlformats.org/officeDocument/2006/relationships" id="2147483653" r:id="R3815147cabd84fd4"/>
    <p:sldLayoutId xmlns:r="http://schemas.openxmlformats.org/officeDocument/2006/relationships" id="2147483654" r:id="R937a3e2a6a5045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5f98f29f1aa4e86" /><Relationship Type="http://schemas.openxmlformats.org/officeDocument/2006/relationships/image" Target="/ppt/media/image.png" Id="R299935fb0dcf4078" /><Relationship Type="http://schemas.openxmlformats.org/officeDocument/2006/relationships/notesSlide" Target="/ppt/notesSlides/notesSlide1.xml" Id="Raed634306849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b75bacd9f2b4076" /><Relationship Type="http://schemas.openxmlformats.org/officeDocument/2006/relationships/notesSlide" Target="/ppt/notesSlides/notesSlide2.xml" Id="Rbc46562c979b4e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a5a061b7a78438c" /><Relationship Type="http://schemas.openxmlformats.org/officeDocument/2006/relationships/notesSlide" Target="/ppt/notesSlides/notesSlide3.xml" Id="Rf038862c952c4d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8a09d5abf7d4ed0" /><Relationship Type="http://schemas.openxmlformats.org/officeDocument/2006/relationships/image" Target="/ppt/media/image2.png" Id="Rb0da083da8ec4fe5" /><Relationship Type="http://schemas.openxmlformats.org/officeDocument/2006/relationships/notesSlide" Target="/ppt/notesSlides/notesSlide4.xml" Id="Re4a00cfb6d034d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0374189d3c41c7" /><Relationship Type="http://schemas.openxmlformats.org/officeDocument/2006/relationships/notesSlide" Target="/ppt/notesSlides/notesSlide5.xml" Id="R69a1a27b33574a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45d2a825ded40f3" /><Relationship Type="http://schemas.openxmlformats.org/officeDocument/2006/relationships/notesSlide" Target="/ppt/notesSlides/notesSlide6.xml" Id="Rd8a5545c59da4d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145386cae34bd9" /><Relationship Type="http://schemas.openxmlformats.org/officeDocument/2006/relationships/image" Target="/ppt/media/image3.png" Id="Rdcaf44c658984d1c" /><Relationship Type="http://schemas.openxmlformats.org/officeDocument/2006/relationships/notesSlide" Target="/ppt/notesSlides/notesSlide7.xml" Id="R8d76868271594a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b26b68efcc2455e" /><Relationship Type="http://schemas.openxmlformats.org/officeDocument/2006/relationships/notesSlide" Target="/ppt/notesSlides/notesSlide8.xml" Id="R1fae7a84ac1c46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d81b9da12f44ef1" /><Relationship Type="http://schemas.openxmlformats.org/officeDocument/2006/relationships/image" Target="/ppt/media/image4.png" Id="R63b01f8956694093" /><Relationship Type="http://schemas.openxmlformats.org/officeDocument/2006/relationships/image" Target="/ppt/media/image5.png" Id="Ra21abf3817f54c43" /><Relationship Type="http://schemas.openxmlformats.org/officeDocument/2006/relationships/image" Target="/ppt/media/image6.png" Id="Rb144a67e27c844f8" /><Relationship Type="http://schemas.openxmlformats.org/officeDocument/2006/relationships/notesSlide" Target="/ppt/notesSlides/notesSlide9.xml" Id="R4adae14f9d7344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fa18f27958e4b90" /><Relationship Type="http://schemas.openxmlformats.org/officeDocument/2006/relationships/notesSlide" Target="/ppt/notesSlides/notesSlide10.xml" Id="Rb033dd7e2e6a46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282dc6a8c864139" /><Relationship Type="http://schemas.openxmlformats.org/officeDocument/2006/relationships/image" Target="/ppt/media/image7.png" Id="Rf91af494be6d4bdd" /><Relationship Type="http://schemas.openxmlformats.org/officeDocument/2006/relationships/image" Target="/ppt/media/image8.png" Id="R8f7cbbaf0cd84644" /><Relationship Type="http://schemas.openxmlformats.org/officeDocument/2006/relationships/image" Target="/ppt/media/image9.png" Id="R224a03c86c624bbc" /><Relationship Type="http://schemas.openxmlformats.org/officeDocument/2006/relationships/notesSlide" Target="/ppt/notesSlides/notesSlide11.xml" Id="R8d6ba233e0b4445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c5d05c74b8847aa" /><Relationship Type="http://schemas.openxmlformats.org/officeDocument/2006/relationships/image" Target="/ppt/media/image10.png" Id="Re7269a9c65584084" /><Relationship Type="http://schemas.openxmlformats.org/officeDocument/2006/relationships/notesSlide" Target="/ppt/notesSlides/notesSlide12.xml" Id="R024f2d3d5ea84fd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e44224923b24917" /><Relationship Type="http://schemas.openxmlformats.org/officeDocument/2006/relationships/image" Target="/ppt/media/image11.png" Id="R73e82821a6e442ba" /><Relationship Type="http://schemas.openxmlformats.org/officeDocument/2006/relationships/notesSlide" Target="/ppt/notesSlides/notesSlide13.xml" Id="Re0163b6de22d4c7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f348fe274084039" /><Relationship Type="http://schemas.openxmlformats.org/officeDocument/2006/relationships/notesSlide" Target="/ppt/notesSlides/notesSlide14.xml" Id="Rb9f57dfb3d4e4f6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5dd9c7180004df8" /><Relationship Type="http://schemas.openxmlformats.org/officeDocument/2006/relationships/notesSlide" Target="/ppt/notesSlides/notesSlide15.xml" Id="R1e199894ebee450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edf10ca9bfa4080" /><Relationship Type="http://schemas.openxmlformats.org/officeDocument/2006/relationships/notesSlide" Target="/ppt/notesSlides/notesSlide16.xml" Id="R8cdf0cd643e8494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545de584e8a4ea7" /><Relationship Type="http://schemas.openxmlformats.org/officeDocument/2006/relationships/notesSlide" Target="/ppt/notesSlides/notesSlide17.xml" Id="R6ad0249ef95d4d3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71c7f9921b040dc" /><Relationship Type="http://schemas.openxmlformats.org/officeDocument/2006/relationships/notesSlide" Target="/ppt/notesSlides/notesSlide18.xml" Id="R727807dabb0c479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57be70c0c654733" /><Relationship Type="http://schemas.openxmlformats.org/officeDocument/2006/relationships/notesSlide" Target="/ppt/notesSlides/notesSlide19.xml" Id="Rc6b4f13d2a694d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e259b62e8684999" /><Relationship Type="http://schemas.openxmlformats.org/officeDocument/2006/relationships/notesSlide" Target="/ppt/notesSlides/notesSlide20.xml" Id="Rb09505e5d5554e3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273b07b5a454de3" /><Relationship Type="http://schemas.openxmlformats.org/officeDocument/2006/relationships/notesSlide" Target="/ppt/notesSlides/notesSlide21.xml" Id="Ra11b5b2c6c1e492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b1753d20781444f" /><Relationship Type="http://schemas.openxmlformats.org/officeDocument/2006/relationships/notesSlide" Target="/ppt/notesSlides/notesSlide22.xml" Id="R4c5c7a13483849b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06d064e75774373" /><Relationship Type="http://schemas.openxmlformats.org/officeDocument/2006/relationships/notesSlide" Target="/ppt/notesSlides/notesSlide23.xml" Id="R7873be96577245c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be44acced384f22" /><Relationship Type="http://schemas.openxmlformats.org/officeDocument/2006/relationships/notesSlide" Target="/ppt/notesSlides/notesSlide24.xml" Id="R3684f164a5a2437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2190adab8304179" /><Relationship Type="http://schemas.openxmlformats.org/officeDocument/2006/relationships/notesSlide" Target="/ppt/notesSlides/notesSlide25.xml" Id="R3cb6233a01534d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864b2b69c01489d" /><Relationship Type="http://schemas.openxmlformats.org/officeDocument/2006/relationships/notesSlide" Target="/ppt/notesSlides/notesSlide26.xml" Id="R81078b960276475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43110d22ae2433f" /><Relationship Type="http://schemas.openxmlformats.org/officeDocument/2006/relationships/notesSlide" Target="/ppt/notesSlides/notesSlide27.xml" Id="Re0eb2f1f89d042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fb35776b93748f6" /><Relationship Type="http://schemas.openxmlformats.org/officeDocument/2006/relationships/notesSlide" Target="/ppt/notesSlides/notesSlide28.xml" Id="Rf0254e8b916645c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ad6b730bf6e465d" /><Relationship Type="http://schemas.openxmlformats.org/officeDocument/2006/relationships/notesSlide" Target="/ppt/notesSlides/notesSlide29.xml" Id="Rf2e1456d44a4482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e9cc80971a14ee5" /><Relationship Type="http://schemas.openxmlformats.org/officeDocument/2006/relationships/notesSlide" Target="/ppt/notesSlides/notesSlide30.xml" Id="Re2e157468163499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3d93bca67e64d8c" /><Relationship Type="http://schemas.openxmlformats.org/officeDocument/2006/relationships/notesSlide" Target="/ppt/notesSlides/notesSlide31.xml" Id="Radaca98b1b1e44a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6858ec7aee843dd" /><Relationship Type="http://schemas.openxmlformats.org/officeDocument/2006/relationships/notesSlide" Target="/ppt/notesSlides/notesSlide32.xml" Id="R88c2a83f75234c8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c75d731c9a04af3" /><Relationship Type="http://schemas.openxmlformats.org/officeDocument/2006/relationships/notesSlide" Target="/ppt/notesSlides/notesSlide33.xml" Id="R43030a808bb8429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dc5c31c8eba4f59" /><Relationship Type="http://schemas.openxmlformats.org/officeDocument/2006/relationships/notesSlide" Target="/ppt/notesSlides/notesSlide34.xml" Id="Ra4975cd7774b4c9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2388fdd7c484a74" /><Relationship Type="http://schemas.openxmlformats.org/officeDocument/2006/relationships/image" Target="/ppt/media/image12.png" Id="R9b4966bcb9d64018" /><Relationship Type="http://schemas.openxmlformats.org/officeDocument/2006/relationships/image" Target="/ppt/media/image13.png" Id="Rfe139a4d03d04f31" /><Relationship Type="http://schemas.openxmlformats.org/officeDocument/2006/relationships/notesSlide" Target="/ppt/notesSlides/notesSlide35.xml" Id="Rc9839edec4924bb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971732e46de4d65" /><Relationship Type="http://schemas.openxmlformats.org/officeDocument/2006/relationships/image" Target="/ppt/media/image14.png" Id="R54375600bb69472d" /><Relationship Type="http://schemas.openxmlformats.org/officeDocument/2006/relationships/notesSlide" Target="/ppt/notesSlides/notesSlide36.xml" Id="Rb243c84b1d384ec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a78c6e29e964b0f" /><Relationship Type="http://schemas.openxmlformats.org/officeDocument/2006/relationships/notesSlide" Target="/ppt/notesSlides/notesSlide37.xml" Id="R0527d912c80d482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c13b3c7876c4501" /><Relationship Type="http://schemas.openxmlformats.org/officeDocument/2006/relationships/notesSlide" Target="/ppt/notesSlides/notesSlide38.xml" Id="R9c8c2efcd66345b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b08c805b2a7410c" /><Relationship Type="http://schemas.openxmlformats.org/officeDocument/2006/relationships/notesSlide" Target="/ppt/notesSlides/notesSlide39.xml" Id="Rfc767c0cd7d4473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bdab10683da442f" /><Relationship Type="http://schemas.openxmlformats.org/officeDocument/2006/relationships/notesSlide" Target="/ppt/notesSlides/notesSlide40.xml" Id="R137a9f562ee54d8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bb9f7e64d3d42ff" /><Relationship Type="http://schemas.openxmlformats.org/officeDocument/2006/relationships/notesSlide" Target="/ppt/notesSlides/notesSlide41.xml" Id="R18428802f9a0456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d2d97ca49fa48e1" /><Relationship Type="http://schemas.openxmlformats.org/officeDocument/2006/relationships/notesSlide" Target="/ppt/notesSlides/notesSlide42.xml" Id="R9802ffbe38bd486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a0ad797010014dfa" /><Relationship Type="http://schemas.openxmlformats.org/officeDocument/2006/relationships/notesSlide" Target="/ppt/notesSlides/notesSlide43.xml" Id="R04c9225ce4ec4b0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0bc642927e74782" /><Relationship Type="http://schemas.openxmlformats.org/officeDocument/2006/relationships/notesSlide" Target="/ppt/notesSlides/notesSlide44.xml" Id="R5d99c8d1128c45d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e75cc758ca5439f" /><Relationship Type="http://schemas.openxmlformats.org/officeDocument/2006/relationships/notesSlide" Target="/ppt/notesSlides/notesSlide45.xml" Id="Rbf7e691315ca4ae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2fa5fff9fed4270" /><Relationship Type="http://schemas.openxmlformats.org/officeDocument/2006/relationships/notesSlide" Target="/ppt/notesSlides/notesSlide46.xml" Id="Reae15c1f98c5453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983837cb27745ea" /><Relationship Type="http://schemas.openxmlformats.org/officeDocument/2006/relationships/notesSlide" Target="/ppt/notesSlides/notesSlide47.xml" Id="Rebd1edd06ef1441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9bbd267e1e94b1d" /><Relationship Type="http://schemas.openxmlformats.org/officeDocument/2006/relationships/notesSlide" Target="/ppt/notesSlides/notesSlide48.xml" Id="Rb70e4a5c215b48c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9c3f93773234c94" /><Relationship Type="http://schemas.openxmlformats.org/officeDocument/2006/relationships/notesSlide" Target="/ppt/notesSlides/notesSlide49.xml" Id="R2f3cec9f4c774b7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9eea2f1b130440ec" /><Relationship Type="http://schemas.openxmlformats.org/officeDocument/2006/relationships/image" Target="/ppt/media/image15.png" Id="R6fd38218749a4d35" /><Relationship Type="http://schemas.openxmlformats.org/officeDocument/2006/relationships/image" Target="/ppt/media/image16.png" Id="Rc2d65dad61e14d86" /><Relationship Type="http://schemas.openxmlformats.org/officeDocument/2006/relationships/notesSlide" Target="/ppt/notesSlides/notesSlide50.xml" Id="Ra2f6cde39aa3429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58b8d9b3a14441b" /><Relationship Type="http://schemas.openxmlformats.org/officeDocument/2006/relationships/notesSlide" Target="/ppt/notesSlides/notesSlide51.xml" Id="R9f39478d600041f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cb190c248ed34a21" /><Relationship Type="http://schemas.openxmlformats.org/officeDocument/2006/relationships/notesSlide" Target="/ppt/notesSlides/notesSlide52.xml" Id="Ra95935248977488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41366edf56c46d7" /><Relationship Type="http://schemas.openxmlformats.org/officeDocument/2006/relationships/notesSlide" Target="/ppt/notesSlides/notesSlide53.xml" Id="R5563abd63c5f481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d1384735046480d" /><Relationship Type="http://schemas.openxmlformats.org/officeDocument/2006/relationships/notesSlide" Target="/ppt/notesSlides/notesSlide54.xml" Id="R845dbfc6785a411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197eb37418c54f5a" /><Relationship Type="http://schemas.openxmlformats.org/officeDocument/2006/relationships/notesSlide" Target="/ppt/notesSlides/notesSlide55.xml" Id="R4d7cbdca34c148d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be0f331ffa34952" /><Relationship Type="http://schemas.openxmlformats.org/officeDocument/2006/relationships/notesSlide" Target="/ppt/notesSlides/notesSlide56.xml" Id="R5e859bd8f5bb417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18f24b4e0b74586" /><Relationship Type="http://schemas.openxmlformats.org/officeDocument/2006/relationships/notesSlide" Target="/ppt/notesSlides/notesSlide57.xml" Id="Re80ecb885f78473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087d9703a714de9" /><Relationship Type="http://schemas.openxmlformats.org/officeDocument/2006/relationships/chart" Target="/ppt/slides/charts/chart1.xml" Id="R6917f98d2a03413e" /><Relationship Type="http://schemas.openxmlformats.org/officeDocument/2006/relationships/notesSlide" Target="/ppt/notesSlides/notesSlide58.xml" Id="Readabe3859b84c0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920a75a5d11494b" /><Relationship Type="http://schemas.openxmlformats.org/officeDocument/2006/relationships/notesSlide" Target="/ppt/notesSlides/notesSlide59.xml" Id="R3306a286402748b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2b95812817b46eb" /><Relationship Type="http://schemas.openxmlformats.org/officeDocument/2006/relationships/notesSlide" Target="/ppt/notesSlides/notesSlide60.xml" Id="R60471dbf1d3d41f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0114ac74ebf455c" /><Relationship Type="http://schemas.openxmlformats.org/officeDocument/2006/relationships/notesSlide" Target="/ppt/notesSlides/notesSlide61.xml" Id="Rd0302f49769c42c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f609359b6def4c30" /><Relationship Type="http://schemas.openxmlformats.org/officeDocument/2006/relationships/notesSlide" Target="/ppt/notesSlides/notesSlide62.xml" Id="R218ba187dc98459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7703081b053419a" /><Relationship Type="http://schemas.openxmlformats.org/officeDocument/2006/relationships/notesSlide" Target="/ppt/notesSlides/notesSlide63.xml" Id="R8003202dd600476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c6a04b733a4407b" /><Relationship Type="http://schemas.openxmlformats.org/officeDocument/2006/relationships/notesSlide" Target="/ppt/notesSlides/notesSlide64.xml" Id="R457e2d9d5230402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6feb0cdd50444f6" /><Relationship Type="http://schemas.openxmlformats.org/officeDocument/2006/relationships/notesSlide" Target="/ppt/notesSlides/notesSlide65.xml" Id="Rea56287e65674c5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d5efe55264841de" /><Relationship Type="http://schemas.openxmlformats.org/officeDocument/2006/relationships/image" Target="/ppt/media/image17.png" Id="Rcf9205338f9d45c2" /><Relationship Type="http://schemas.openxmlformats.org/officeDocument/2006/relationships/notesSlide" Target="/ppt/notesSlides/notesSlide66.xml" Id="Rda5d0b91612340b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a7453aa7dbd4326" /><Relationship Type="http://schemas.openxmlformats.org/officeDocument/2006/relationships/notesSlide" Target="/ppt/notesSlides/notesSlide67.xml" Id="Rd6172f7e9d9f4de6"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2fa40581957b46f0" /><Relationship Type="http://schemas.openxmlformats.org/officeDocument/2006/relationships/notesSlide" Target="/ppt/notesSlides/notesSlide68.xml" Id="R39f6c623474b42d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24a1065f3ba493a" /><Relationship Type="http://schemas.openxmlformats.org/officeDocument/2006/relationships/notesSlide" Target="/ppt/notesSlides/notesSlide69.xml" Id="R9f07c5d7f9f94b0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9e87e0fa193a4013" /><Relationship Type="http://schemas.openxmlformats.org/officeDocument/2006/relationships/notesSlide" Target="/ppt/notesSlides/notesSlide70.xml" Id="Rd82b4f59078948c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34d10d85b604fa4" /><Relationship Type="http://schemas.openxmlformats.org/officeDocument/2006/relationships/notesSlide" Target="/ppt/notesSlides/notesSlide71.xml" Id="Rf1cb91134a3740d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04578db4f7564659" /><Relationship Type="http://schemas.openxmlformats.org/officeDocument/2006/relationships/notesSlide" Target="/ppt/notesSlides/notesSlide72.xml" Id="Rbf81e8ec45ac45f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11f2e7f90f504be6" /><Relationship Type="http://schemas.openxmlformats.org/officeDocument/2006/relationships/notesSlide" Target="/ppt/notesSlides/notesSlide73.xml" Id="Re5cc73beb90b4cb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9f6d22630da14011" /><Relationship Type="http://schemas.openxmlformats.org/officeDocument/2006/relationships/notesSlide" Target="/ppt/notesSlides/notesSlide74.xml" Id="R10a3bdef44cf469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1647c204fb964a33" /><Relationship Type="http://schemas.openxmlformats.org/officeDocument/2006/relationships/notesSlide" Target="/ppt/notesSlides/notesSlide75.xml" Id="R733306183fdd49b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38f03ac4051401d" /><Relationship Type="http://schemas.openxmlformats.org/officeDocument/2006/relationships/notesSlide" Target="/ppt/notesSlides/notesSlide76.xml" Id="R26dbe6a772c0443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1e85d9fe3864df5" /><Relationship Type="http://schemas.openxmlformats.org/officeDocument/2006/relationships/notesSlide" Target="/ppt/notesSlides/notesSlide77.xml" Id="Rc9365aec6cd14dd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4437bb689c84448" /><Relationship Type="http://schemas.openxmlformats.org/officeDocument/2006/relationships/notesSlide" Target="/ppt/notesSlides/notesSlide78.xml" Id="Rbfadf5ac30024a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e79d068f64cb4ce5" /><Relationship Type="http://schemas.openxmlformats.org/officeDocument/2006/relationships/notesSlide" Target="/ppt/notesSlides/notesSlide79.xml" Id="R7107347ad0dd42b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c7fcf27ddc694b77" /><Relationship Type="http://schemas.openxmlformats.org/officeDocument/2006/relationships/notesSlide" Target="/ppt/notesSlides/notesSlide80.xml" Id="R29f4da09759c4f9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b3af41492ecd402e" /><Relationship Type="http://schemas.openxmlformats.org/officeDocument/2006/relationships/notesSlide" Target="/ppt/notesSlides/notesSlide81.xml" Id="Rca1d908801de4ea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5258e4aacc514404" /><Relationship Type="http://schemas.openxmlformats.org/officeDocument/2006/relationships/notesSlide" Target="/ppt/notesSlides/notesSlide82.xml" Id="Ra8ac402121bf4f5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ba8936aae6724346" /><Relationship Type="http://schemas.openxmlformats.org/officeDocument/2006/relationships/notesSlide" Target="/ppt/notesSlides/notesSlide83.xml" Id="Re02a394a40c849a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446e0e3d1d7d41aa" /><Relationship Type="http://schemas.openxmlformats.org/officeDocument/2006/relationships/notesSlide" Target="/ppt/notesSlides/notesSlide84.xml" Id="R4e414bff8cd544a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c2ca209a0edc4061" /><Relationship Type="http://schemas.openxmlformats.org/officeDocument/2006/relationships/image" Target="/ppt/media/image18.png" Id="R8e18896566d24e7e" /><Relationship Type="http://schemas.openxmlformats.org/officeDocument/2006/relationships/notesSlide" Target="/ppt/notesSlides/notesSlide85.xml" Id="Rf4f54adaa45a4a8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2a21113393df4849" /><Relationship Type="http://schemas.openxmlformats.org/officeDocument/2006/relationships/notesSlide" Target="/ppt/notesSlides/notesSlide86.xml" Id="R89c53f37ac534c9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7e905da867a74066" /><Relationship Type="http://schemas.openxmlformats.org/officeDocument/2006/relationships/image" Target="/ppt/media/image19.png" Id="Ra81fd2ef3781443e" /><Relationship Type="http://schemas.openxmlformats.org/officeDocument/2006/relationships/image" Target="/ppt/media/image20.png" Id="Rbd59b522d31e467d" /><Relationship Type="http://schemas.openxmlformats.org/officeDocument/2006/relationships/image" Target="/ppt/media/image21.png" Id="R151a1fd587fe4f74" /><Relationship Type="http://schemas.openxmlformats.org/officeDocument/2006/relationships/notesSlide" Target="/ppt/notesSlides/notesSlide87.xml" Id="Rfc94e19b95b74cb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464c63d377164117" /><Relationship Type="http://schemas.openxmlformats.org/officeDocument/2006/relationships/notesSlide" Target="/ppt/notesSlides/notesSlide88.xml" Id="R0ce89e79facc438d"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56a7f501042b41c7" /><Relationship Type="http://schemas.openxmlformats.org/officeDocument/2006/relationships/notesSlide" Target="/ppt/notesSlides/notesSlide89.xml" Id="R2e14332c7348456e"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7c1b0101bfa643f2" /><Relationship Type="http://schemas.openxmlformats.org/officeDocument/2006/relationships/notesSlide" Target="/ppt/notesSlides/notesSlide90.xml" Id="R1c55ac4a3731439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e432ed2c2bfa403a" /><Relationship Type="http://schemas.openxmlformats.org/officeDocument/2006/relationships/notesSlide" Target="/ppt/notesSlides/notesSlide91.xml" Id="R8c3aaed54bd24609"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81483af95634495e" /><Relationship Type="http://schemas.openxmlformats.org/officeDocument/2006/relationships/notesSlide" Target="/ppt/notesSlides/notesSlide92.xml" Id="R42d775666b0a415d"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f1fd8c722c6542a2" /><Relationship Type="http://schemas.openxmlformats.org/officeDocument/2006/relationships/notesSlide" Target="/ppt/notesSlides/notesSlide93.xml" Id="R170d8d8983bb4db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38479A-6B2B-4434-A9FF-ED8F409A53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842E63B-F02F-4368-B21D-7AB2B18225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03633497-5844-43CF-A2A6-5F0DE2AA95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E0548E6-0539-4556-B0C0-A75D97C9C1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C4B3D7A0-E52F-4F77-A274-2515CE020E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CC2B0E9-2E34-4FC6-93CC-895DCAB1F3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921528F-71D9-4A16-8AEA-89FC88A9707D}"/>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704E4C47-26EE-45C5-924B-AFC7E822522D}"/>
              </a:ext>
            </a:extLst>
          </p:cNvPr>
          <p:cNvPicPr>
            <a:picLocks xmlns:a="http://schemas.openxmlformats.org/drawingml/2006/main" noChangeAspect="1"/>
          </p:cNvPicPr>
          <p:nvPr/>
        </p:nvPicPr>
        <p:blipFill>
          <a:blip xmlns:r="http://schemas.openxmlformats.org/officeDocument/2006/relationships" xmlns:a="http://schemas.openxmlformats.org/drawingml/2006/main" r:embed="R299935fb0dcf4078"/>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1C2D56CB-996E-4601-B44B-11BB57F8D2C5}"/>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D8BED0D-E5FD-4DF7-9F2F-90D761ABA34B}"/>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9B8B6FA-F08A-4B36-87A5-D52399DF2C5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B40CEC0F-4D64-478B-AFAA-AB6C035CA3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979431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7DCE34E-B123-444F-9859-6DE168E8A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FB51DAA-E34A-4B5E-8171-3B0B9FC2FA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3585292F-6895-4ABB-849C-B579BC01C2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8AB82D6D-54ED-4424-9628-B283C31718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4D5AB1E9-F448-4180-972C-3DB8CFA911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FCCA7C60-6EB2-492A-BC46-D6C4B8214D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2273A244-DD2A-4C69-9F85-0D90CAE5A71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7248622-5F6D-4813-83D1-2618260AC1C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51E36AC-33C8-4774-B294-98C7535CAAD0}"/>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83F8BA7-70EA-46B7-B32A-5E5FDDF35BF7}"/>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E9A6A6-430D-4BCE-88FE-ACE53695C58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9A7D0A98-302F-439D-B39F-6854232930C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B74B16C4-217E-4AC0-91D7-D67F062A198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7DB876BE-F5BC-414F-86D8-74CE8FA0E8D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8633907-37FD-4548-815D-ADB5B0ED3BD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6C405D86-9448-42D1-ABDD-B7772FD36BB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9495DD7-F3C3-49C9-9614-DEDA27B1E9E0}"/>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200E23E8-D717-4D45-BA11-30DD3C6947F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B7E8D49E-4E81-4855-8AC5-7D366A1E42EA}"/>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36EE8066-DA12-44D7-8CD8-C7A233FAD09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1825B15-EA07-45F9-8312-91FC0B14A67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BBCEE1C5-BAA1-4BE7-A67C-F73D32D09EF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B0F4AB84-B1EC-4C91-B5F0-0BC6B5A7C937}"/>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9B8AF2AA-293A-44A9-B02C-9214F53622D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1C56578-4BF0-4D9C-8EDA-14EB647A37E4}"/>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C64F0D3-E9DC-4BE1-BE82-85326FB0C78A}"/>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414A57E3-8276-447B-9DEA-D78FA2B07265}"/>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954973E-6EFA-492D-9E83-78FE438565C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4EFC6FF5-0D96-4989-B957-F1055EF3BB88}"/>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B87C0289-CED6-4172-ABB5-DDFAECAA68B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E0B1EB93-4B4D-4F62-B901-348191FABC6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5CC9D33-7ABB-45F3-99D6-95663CF1DB3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B5FA0BD-11D8-4817-AC68-C3DC5A9F5801}"/>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FED2A4C-EC90-4886-B88A-BB35717A8AC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57295E5-02FA-4B40-BD0A-36B0F5C7B8F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E8DD667-EC42-4BEB-8DD3-E0C3FD646BB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3091E6F8-2FDF-447B-A0E8-7E1F26489F46}"/>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B097B58-A123-4416-B18F-D9F0FB48F7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8702375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6BBF43C6-CB52-4D28-9572-749B844FD9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E073F3B-F3CB-4CF0-9EA0-C046DB6EF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CBC63808-1D46-471F-8C5A-95B113AEE0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85E4E496-90E8-4603-9243-133A43D557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A5DF6CAB-CAAC-48BD-A30C-106971615D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0BE214D-876F-4C3C-BDDA-BA7025EF1A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3FB7604-ABEF-4B45-82D4-F2AC22055F9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9C21E8C-733A-4E4D-B44C-BE62BFA99483}"/>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AF9304E5-2216-4B56-8E3D-71D26E01CA4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22B33EA5-F082-420E-B41C-CFFA312F5EF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69567CA9-BF49-4744-B651-7201B047389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945FA3C0-B747-4EC7-A184-8ECF0BA5A6C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D335C5F-A08E-4A51-973E-D8AD837C4894}"/>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B08C2FA3-1053-480C-B68A-56C04E3E642D}"/>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064C9CA-F635-4CE4-B299-78240E07EE61}"/>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40F5E9B-D330-48C6-AB84-56321F4ACD0B}"/>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EDEECE6E-EC5A-48A3-845E-61AB3A40F8A7}"/>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0D1801C-8667-46E5-ADCF-3AF6061BFF28}"/>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901B659A-FDBF-48FC-9A0C-25F97C14D39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E295877A-2FF1-4CED-A26D-4CA0FA7571F7}"/>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4B43EDD-BDBF-4D47-9A05-27152FAB88DF}"/>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F8D2F2B-7F74-46F9-B2F4-2DDA5207BC5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2E1D5F6D-BCC9-4115-A6E9-41A300BAF4D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DB77CB7E-0599-4A98-9B26-CD14369E8BE4}"/>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7C5C6411-5815-4629-A0D4-D856AE2F2E95}"/>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0CA50D68-BB44-4C2E-98C1-25C9A62D1D00}"/>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F1898A54-3B67-4DAB-84CF-33E96F4E3BD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B012EEE-3854-4C7A-BC0D-AADD8319458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A1F0DB4D-DEE5-4EB9-A4E7-57A1640B0598}"/>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C6311B35-5AFB-4D2C-B038-48956D51E81F}"/>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BA4BDF3-FF00-45D2-8704-4AE59AE33B1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3A84DD4-B2F3-4186-A694-E2FA7271A165}"/>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ED975D4-ED4F-40B4-9B3C-23F9253EA5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69559973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62823378-7599-4360-B07F-C018DE2942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2A69D31-F959-4AB4-BCB8-E9F7E182B3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304EB873-E73D-4B7C-9B15-C6E8C341E3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E07C5254-83FD-49FD-8723-61C595C8EF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889D21F-9913-43AA-BA6A-7E526F7490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FFC2B6D-E15F-4C76-9F7A-A9CD580416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F32EAA16-6D52-447D-81BB-32CD77ADE9E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C1DEBE10-D380-4E4F-9899-C8313A0FD8B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4EBBE98A-5E2B-47B0-8C22-A7F26334C7F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0404593-7B41-40E2-B0EA-B6AEB8730AB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3382AD32-8A80-42F3-AF5F-9FAB7DDE8672}"/>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6F2BF4D0-7E5D-4652-8D5A-6B6DA88DA9CD}"/>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35296C70-A815-447A-AB1A-F1AC656EBFB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B4352AA6-565B-48D5-968B-F2EC3CE193B6}"/>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B878BEF-83D7-437A-A24D-1CA441459B8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C2D5A33-54E2-438B-BA19-165F36626793}"/>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28D189C7-B182-4E37-92DC-B48BE8D88479}"/>
              </a:ext>
            </a:extLst>
          </p:cNvPr>
          <p:cNvPicPr>
            <a:picLocks xmlns:a="http://schemas.openxmlformats.org/drawingml/2006/main" noChangeAspect="1"/>
          </p:cNvPicPr>
          <p:nvPr/>
        </p:nvPicPr>
        <p:blipFill>
          <a:blip xmlns:r="http://schemas.openxmlformats.org/officeDocument/2006/relationships" xmlns:a="http://schemas.openxmlformats.org/drawingml/2006/main" r:embed="Rb0da083da8ec4fe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7187C188-2BF8-4A90-9F76-417315FF8FEB}"/>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FD7EE243-2AE8-486B-95A9-E43E8E984A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2065425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0CFBE06F-9314-4B03-AD47-8D39CA5540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E8F64D4A-B7F6-45CF-AE5C-CC2EC5B195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E92D0759-BAF1-4FFC-B971-EABB49CAE1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FB491E8E-35FC-4D67-A71E-FB0CE42518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77F37D7C-AA63-407C-8C8C-3707B83C23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11B3B174-A1D8-4D3B-B581-3CF221FAE4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78521D15-1098-4AE3-9A03-AFA7B0DD1FA4}"/>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4EEBDF36-7AE4-4E91-9FE0-AC948C3170F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EB061E97-CADB-4F9A-A028-7AFB6EF06C7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7AD0B65E-9047-41E0-B6B1-03B96C6B2B8E}"/>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673D3EB0-4F20-4D43-A074-529AF282E57F}"/>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6B4E70D7-106F-4603-923D-9BEA127D0E2C}"/>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D7C3E432-1228-4AA1-8F34-35CB499DAC85}"/>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789C821-4F8D-4CEF-AD79-B52274C2B300}"/>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81043677-EE5E-4191-ADE0-4D37D749F2B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589D798D-B143-4FD7-8B4F-C6E38ADDACF8}"/>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F0DDF192-6D3C-4EC9-8084-55114E023126}"/>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467E9984-C6EF-4893-8CF5-B70638A745D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95A8819-F18E-4167-B0C3-412AF0711325}"/>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F63E39EC-9F94-495F-8558-6B9F2F2D88B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6EA50347-760D-4D52-A25A-57600A33BA74}"/>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019D44CD-269B-4425-8A8D-C6A863878F6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CA5DEDBC-36F6-4AB0-949B-CEDFF453C930}"/>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05B408FD-24A3-4E9D-AE6E-709081B3E452}"/>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006D908E-6229-460F-A1D0-084AB004FC21}"/>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9B43CBC2-6439-457F-8648-3F18606C576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F3C327E8-CF97-4C1E-A87C-3B45A2B27A2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4B0B7EC3-F39F-4940-AADC-E1A952E2C77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D4AF03E4-178C-4712-B47F-8D4E86563D0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0F730AB-0053-4A0E-BE0C-119B033A8FF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E2300057-5DFE-46CC-88B2-8E67472B97B4}"/>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8F97AFD-E9B7-49F1-B709-D0A7F239ADD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595375A1-07B2-4FA7-A494-3A99F7E64D6F}"/>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332768EB-3C1D-4C58-A876-6955B94DBFA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B5A601D7-983C-42AD-A157-1AAF2F85B3F0}"/>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9C62768-0529-435A-842B-694E6D992A61}"/>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282EEF9B-F8D0-4AFA-8713-322D7FAFF65A}"/>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63331790-A344-4E4A-86D6-031328F68853}"/>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937C8BFC-78B8-4721-8597-2FC3D9CACB05}"/>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AFA81BB5-B9D7-4CDB-878C-B1A1A0E62862}"/>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B3F84F88-C1A9-402F-8676-FF4D9592777F}"/>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57C9D9C-EA3D-4B80-AA6B-CD84B4D60FA2}"/>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6E34C7B3-3D23-4585-8192-9FB68B2355A4}"/>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2A88732E-D745-48C4-85D7-3A92F7B22F76}"/>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CC6B4927-91F8-4FE7-9E52-C7CBEB341D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6652124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E95DD95B-B88E-4FED-AF54-6916FA9B50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F4F9E32C-6FA7-4EDD-8576-D528DE63B4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E28DB11B-7474-4A05-9776-EDB15F556B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F1A7CFB0-5290-4B9C-A7CA-7707D65050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84AE52E4-5906-4FB7-B2CF-99477AB3B2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49E50865-89EC-4BDF-B5B9-62680533F9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2127C991-C281-45E1-BE93-E5161AB3608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A49460A2-D86F-4753-95E1-CF84575B9B56}"/>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9A296432-AB05-457E-8545-7EC0EACE0011}"/>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7576C081-4C4B-4671-AE36-6185327FA265}"/>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47E995D-7590-4B96-AF4D-A99C23C6EA9F}"/>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5523B53D-4ED8-431D-A131-743CBB154957}"/>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82FC1A9A-3C69-4551-A156-EE9E9C05803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F69BD9C9-A425-4A62-AE69-4EE82211A293}"/>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FE2F0952-A843-4DED-8C9A-7A2E9C6AF489}"/>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FEEAA0A-5778-4A93-9909-93B2A6467B8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45E88FB-9C36-4CDD-A618-215E91E6D39B}"/>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DECFAE6F-4407-4D42-BF36-A0F3A91BAF55}"/>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EEC4CAD0-0B7B-4271-8C0B-0EB32A43C3E7}"/>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C22BC633-FCF9-456C-A74A-790E89B40A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591578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FFA31FA4-6E52-450C-81C5-EEDBAE7173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8B28F52-E4F7-496D-B0C3-4DA177CE13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B918D922-DD90-4BD4-870B-486D4836098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B62B879F-75AB-49CD-AB3A-F1F16EC27A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39D0E93A-1BAD-46A7-8AA1-1A5208D970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0DFBE5CE-DF9C-4964-BA88-7360448BA3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DCFB367-33B7-447F-BE72-BF8460A72DC6}"/>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0786B4B1-2DAA-461A-8C14-5A91904353C7}"/>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39065685-AE6F-4D0C-A277-7EA748BAD368}"/>
              </a:ext>
            </a:extLst>
          </p:cNvPr>
          <p:cNvPicPr>
            <a:picLocks xmlns:a="http://schemas.openxmlformats.org/drawingml/2006/main" noChangeAspect="1"/>
          </p:cNvPicPr>
          <p:nvPr/>
        </p:nvPicPr>
        <p:blipFill>
          <a:blip xmlns:r="http://schemas.openxmlformats.org/officeDocument/2006/relationships" xmlns:a="http://schemas.openxmlformats.org/drawingml/2006/main" r:embed="Rdcaf44c658984d1c"/>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C50909FC-CC2C-4608-AA60-701E22042339}"/>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8891E632-D98C-4AEE-839A-CDC9CAF9CF81}"/>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70246094-7601-4684-ABF4-47B80C7B012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F547EBC4-4C2E-4912-8B00-BB89D3F4CE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1247161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74A9B906-678F-4207-AD4B-8328F479F4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068D4369-55C2-4F09-8F0D-1ECE330EE0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4427800A-7178-4B8F-9D2C-668BA3B77B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4355CC3D-C7E6-459E-B178-01683441C2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43997B1E-8E9D-4F13-A37D-75592FF616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B511CE57-6E37-4F60-AB8B-8CDA40379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5F90CF20-555A-456F-83F5-5033839855F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68FE05F-47F0-481D-828C-D38252E8000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C66831E-9733-4D05-B9EE-167267D601F2}"/>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CACBEC7-6C3F-4531-8A53-A838C8618175}"/>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A82AE00-BE85-46A6-9E19-73F5D11A0480}"/>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413BF08-CB94-42B2-8FC5-A3D869B3E1B6}"/>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746336E-B90E-4C74-9994-D660A64F329E}"/>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1A7FEDA-4257-4503-A350-98B75B4C9FE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7FDB5266-02A2-42B6-ADBD-29E39551D70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37F9F3E-2160-450A-9042-BDF829AD06D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AFDC78B1-7050-4543-AA6A-91D38E2AD54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5584E5A-0FF4-4BAE-8E49-1CF0F97CC84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28F44E8-9BC7-4653-BCB8-72DABAECA1B1}"/>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9973C36E-A068-4951-8A0B-36B24CDD0474}"/>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FA899D3C-A306-4129-A099-7197721B1B44}"/>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159A735-1E4E-4B2C-8BA3-D6B34CEFA023}"/>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2C8421C2-075D-4A78-9DB3-B953393B139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17A753BF-DD7C-430D-BBAA-73F335D875CE}"/>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CDEBF03E-4D5D-431D-A335-EE0A016FC49F}"/>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877D433D-002C-4B36-91A7-310947ABE644}"/>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12C7F59-E67D-434F-A65B-C271D5A2A462}"/>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2193696F-CA49-40A6-B8AD-CBA29E6D8B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9949216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6C463B7-BE3A-410C-A02B-CF0407C37E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B669268F-C2A5-49AD-BD79-F3D9BCC302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4FAFAFF5-A31E-4065-B318-6E846A482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1EC5C35-FA18-4459-B415-BC206ED119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08FD5EB-BEE8-4A96-A0D8-302EE01FF8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B813B4FE-15EB-477A-BC48-143BB4CAC5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ECAF9A59-8596-4C70-A02E-CF461A66085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CF63258C-3660-4BA4-9298-5A7B63A4890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4248E13F-B1B9-4CBC-BE2E-B3F38D9C78B8}"/>
              </a:ext>
            </a:extLst>
          </p:cNvPr>
          <p:cNvPicPr>
            <a:picLocks xmlns:a="http://schemas.openxmlformats.org/drawingml/2006/main" noChangeAspect="1"/>
          </p:cNvPicPr>
          <p:nvPr/>
        </p:nvPicPr>
        <p:blipFill>
          <a:blip xmlns:r="http://schemas.openxmlformats.org/officeDocument/2006/relationships" xmlns:a="http://schemas.openxmlformats.org/drawingml/2006/main" r:embed="R63b01f895669409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3DB955C7-7182-4054-8F8E-AC6CF4EE8D8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788511A-21AF-4B1C-A2EA-366F92A6A416}"/>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3FDCF59-D847-444D-B466-E518F8C63003}"/>
              </a:ext>
            </a:extLst>
          </p:cNvPr>
          <p:cNvPicPr>
            <a:picLocks xmlns:a="http://schemas.openxmlformats.org/drawingml/2006/main" noChangeAspect="1"/>
          </p:cNvPicPr>
          <p:nvPr/>
        </p:nvPicPr>
        <p:blipFill>
          <a:blip xmlns:r="http://schemas.openxmlformats.org/officeDocument/2006/relationships" xmlns:a="http://schemas.openxmlformats.org/drawingml/2006/main" r:embed="Ra21abf3817f54c43"/>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4EB89DB-BA70-4A3C-9C2A-16C1705E15D5}"/>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D5BADB40-4584-4E3F-8BD0-2554DB7159D9}"/>
              </a:ext>
            </a:extLst>
          </p:cNvPr>
          <p:cNvPicPr>
            <a:picLocks xmlns:a="http://schemas.openxmlformats.org/drawingml/2006/main" noChangeAspect="1"/>
          </p:cNvPicPr>
          <p:nvPr/>
        </p:nvPicPr>
        <p:blipFill>
          <a:blip xmlns:r="http://schemas.openxmlformats.org/officeDocument/2006/relationships" xmlns:a="http://schemas.openxmlformats.org/drawingml/2006/main" r:embed="Rb144a67e27c844f8"/>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FD1D4AAB-0491-46C2-BBFF-A800FA04AFD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DB2C0F6-33D0-4467-8A21-A456E9193E8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47CF22F7-2A71-46D1-B565-BC9FE9ED2CD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DCE5F71F-7DDE-4105-ADA8-5BBAF70FC370}"/>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5F4F52F2-6C37-4358-AD6F-F87D57C932FF}"/>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CB02A7C8-5E14-4432-8649-88C2C2EB5CEF}"/>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6C88E185-3AFE-4F12-9FA6-0007475C9D71}"/>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AF857D34-C776-4AF8-AA95-A4CEC31F40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8586992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9DF529A6-DCDF-4F3D-9B5F-D14C01CE5B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2302FF4B-7838-4BA9-BAD8-BB93722FD0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5DA1B4FB-F32D-4522-9A02-2C298368A0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216B389A-10E5-44E1-913E-E75FAF6ACD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71FC5B83-6123-4516-BB90-014F520BA7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34BA2C34-A536-48BE-9F89-5D2AF71CE1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B63205E-A03D-490B-AA1D-34D0DA8E2E3A}"/>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CBEE508D-AF4D-465F-9BF6-F44AF19408EE}"/>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777F61D2-48A4-41D5-90A5-8EF0396C4205}"/>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349C8440-32F9-41D7-B613-29532E9063D6}"/>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0423DC8C-FE3F-4C4A-BDDB-6AB63BF37706}"/>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31DDAA3-97D0-446D-976E-83EF6378D4DD}"/>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B940AD9D-BC5B-4C3F-B0C5-4B9BE210192C}"/>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BF5C3EB-7872-490B-8954-99470954F220}"/>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C0F9D41E-320F-433A-9DF2-8685992BE90D}"/>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CBA2A166-CA07-4C8D-8E03-BF833837DF7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E1527C1C-32FC-4DF2-93D1-A9968473A6B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62C309DE-B1CA-47AA-A987-8A39FD8EB8B8}"/>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D81394F-3598-42D0-8F57-0E3FF8C79BA0}"/>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5691CC95-0F41-428D-8D2A-E9B324E6349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3DAA404D-5833-46BD-BB43-650715FA6CDF}"/>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EEC4DB69-879B-41A7-B04B-789611158B4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EF21226-487B-4580-A958-F14B6617CD9F}"/>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5085F35E-9939-4A84-B616-9D902A8807F6}"/>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CE6E519-59FE-49B3-BB25-21149D937A47}"/>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3B86C19-C3E2-4953-9DB4-70544B5AB9F2}"/>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C1709F22-42B4-4BCB-B611-6A8A58DA757D}"/>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44985E1F-D385-4351-842E-674EC6D2CF3D}"/>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B0554A9-EB86-4977-90D2-B31C39474923}"/>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E11FBBA-4366-4287-A121-47198841440E}"/>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43F19FDC-DD17-4F3E-9102-5E7B5DDD4F89}"/>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30B49EF7-776B-4F84-BC1A-446AF06FB4FA}"/>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7E147FC3-CB3F-4ACB-9CF0-0107AAEC4E0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2B79117-159A-456F-A3B9-0D89457703A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B77E4AF3-985B-405E-9965-96F20774C845}"/>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2591DC1-171E-435D-A4F5-D4CB0D4686A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C08AF667-BA3B-48B7-8333-A1F37CC3D25C}"/>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AA03465B-50CC-4983-B4CC-515AF17CC8F4}"/>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10D86F22-F615-462C-9611-7ACC00D125D6}"/>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00D97E5-51D3-4948-9821-1CF34E8F3491}"/>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A8E65D5-3D4B-4F3E-9D5F-25D51CF9CD16}"/>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DA7950C-80C4-4E47-90A2-0B864E359FA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7BF6BDED-E79E-44AB-B8B7-FD84A4C20892}"/>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4C25CD69-7436-48FA-A5D4-5077CFAB5F3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F50B342-B094-4087-A52C-D823337EC93F}"/>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C1783EAE-50F4-4309-8AA5-8B59DB066A3A}"/>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972AD06-0549-4E14-B6B7-EB146D3FAE3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D4986D0-F2EE-40F9-97A6-7BCF823E101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A2AB63A-422C-4A24-B4D2-B6CDE601322B}"/>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BC4F0CF-C596-4A12-8710-CB4D7A6DB0C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5818E8F-D380-4E68-A1ED-76743FA2B70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BFBC7DD5-F96B-4DBE-8B0E-5D2D3AFC5E86}"/>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E17B5B7-4208-4AA1-B6C1-D829EA1DB3B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EF1A4253-C6C7-4C01-932D-68C7B2B9216D}"/>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889DB8D-93A2-432C-A225-153524904C00}"/>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5A01D3C9-933B-4E25-B6D4-0F5746DE2C87}"/>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048AB803-9860-4438-B2B4-50005D16DCAA}"/>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B3216C3-D114-4006-A10A-3B0247BE7467}"/>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B5E2C7A1-5E2D-40BC-9E84-11935D20089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C341A06-AF26-4B09-BD93-070BC7340CA0}"/>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32E9DDF7-9458-4536-A007-591C287251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0401285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CF51D34-20F7-43AF-998B-99BA1DB26D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DA09B1C3-3E9F-48B9-972C-6A5FC6CA38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A0924A17-077B-4B7A-8A65-96A9E4E675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877D1A0-CC11-4A18-B629-E4E24CB934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1D2D36C-2971-49C1-A14E-65598E559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845ACC0F-B3CF-402E-80A9-E852FB6848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48E6CC45-5FC9-4CAF-B6BE-869DF811110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F426E942-81E1-4D1A-8A1B-01001DE00A0A}"/>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4ED1F8E-60A6-4875-9009-B9DA7DCFB53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8313B62-44F5-4B39-8BDB-2EC276EE02D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F0F4B68F-E2FB-4455-8C2F-8361EF97C341}"/>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7CD4866-688E-4D92-A436-9DDA860DA9B4}"/>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5C1B523-7E58-481D-A0A1-11DA67318E8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504547-F464-414E-9651-43CEB11B28F1}"/>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C6BD4AA-843F-466F-B5B8-F5136E39F124}"/>
              </a:ext>
            </a:extLst>
          </p:cNvPr>
          <p:cNvPicPr>
            <a:picLocks xmlns:a="http://schemas.openxmlformats.org/drawingml/2006/main" noChangeAspect="1"/>
          </p:cNvPicPr>
          <p:nvPr/>
        </p:nvPicPr>
        <p:blipFill>
          <a:blip xmlns:r="http://schemas.openxmlformats.org/officeDocument/2006/relationships" xmlns:a="http://schemas.openxmlformats.org/drawingml/2006/main" r:embed="Rf91af494be6d4bdd"/>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45F300F-E2E1-4A65-9569-0B58E49AF60A}"/>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AE439C0-BE9D-4E8F-AAE5-E76C9947DA79}"/>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4DFF7EB-1929-43DE-B744-1381F677FB14}"/>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842D36D-B09F-4A44-87A1-331606257EF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84D245F-372A-4802-832B-86BA67569EA8}"/>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8E884BEC-3CA8-44AD-8DCF-B1CBB0C17A4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718D2CE5-1235-4A92-A78A-2F02F13F611B}"/>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2E5E65B1-9F4C-4162-BEBC-357F32EB6E8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6559A4BA-B85F-4938-AF8C-2501A0B9030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470D5BFD-E4AD-41F4-B656-3071BF2E6C31}"/>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3F0391C3-C11F-4E07-913C-48DA22614CE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8A795AA-4C85-437E-B361-08CB012ABF5E}"/>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6AF3BF5-7772-46AE-86D3-46AF819D8989}"/>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B9FAF74-F338-48D0-B8AE-D42B2877D87C}"/>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343B6832-9BA3-4F37-BF65-79D3BFCFEF0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AE92597-CA2F-420E-A232-EFE0DDCD1FBB}"/>
              </a:ext>
            </a:extLst>
          </p:cNvPr>
          <p:cNvPicPr>
            <a:picLocks xmlns:a="http://schemas.openxmlformats.org/drawingml/2006/main" noChangeAspect="1"/>
          </p:cNvPicPr>
          <p:nvPr/>
        </p:nvPicPr>
        <p:blipFill>
          <a:blip xmlns:r="http://schemas.openxmlformats.org/officeDocument/2006/relationships" xmlns:a="http://schemas.openxmlformats.org/drawingml/2006/main" r:embed="R8f7cbbaf0cd84644"/>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524948E-9A8C-4261-A59D-1F3FA64F18C9}"/>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51B857E2-A95E-4012-808A-E5F3BEA6462D}"/>
              </a:ext>
            </a:extLst>
          </p:cNvPr>
          <p:cNvPicPr>
            <a:picLocks xmlns:a="http://schemas.openxmlformats.org/drawingml/2006/main" noChangeAspect="1"/>
          </p:cNvPicPr>
          <p:nvPr/>
        </p:nvPicPr>
        <p:blipFill>
          <a:blip xmlns:r="http://schemas.openxmlformats.org/officeDocument/2006/relationships" xmlns:a="http://schemas.openxmlformats.org/drawingml/2006/main" r:embed="R224a03c86c624bb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48B060D7-3BAF-4FCE-B041-0556B49B70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9503605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EAD9578C-B50A-4D48-B926-02B4389121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6B9E340-A59B-493D-A89C-9CC65E1984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99778BA0-64ED-4FC9-840F-29C99FF5BF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CA1C9A9F-595C-4352-BB4F-8739E71DE1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5D699790-C785-40C0-A670-FAE4F06BB4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A615DB5-39E2-472A-AE55-E7CD5BAC78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8DA50251-B7B6-4C56-B039-5A82E7362715}"/>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E95EA59-C68E-4A92-96C6-6CCD416BE34E}"/>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2D4CE49-FEE9-4BAB-A17F-7627F6735852}"/>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FE8C943-EA79-4C89-95CB-7ED209F9073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4E90E21-235A-41B9-8481-A81FF4F48C09}"/>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9B4FF46-5C2C-400B-82D6-0501BB31DC23}"/>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DBF723E1-06A7-4C2E-BF6A-63A09A5A702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61EBFB5-908C-4100-A202-62B1F01CA661}"/>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ECE16F7-0CFE-41B1-8E2E-DEBA1F948711}"/>
              </a:ext>
            </a:extLst>
          </p:cNvPr>
          <p:cNvPicPr>
            <a:picLocks xmlns:a="http://schemas.openxmlformats.org/drawingml/2006/main" noChangeAspect="1"/>
          </p:cNvPicPr>
          <p:nvPr/>
        </p:nvPicPr>
        <p:blipFill>
          <a:blip xmlns:r="http://schemas.openxmlformats.org/officeDocument/2006/relationships" xmlns:a="http://schemas.openxmlformats.org/drawingml/2006/main" r:embed="Re7269a9c6558408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BE6D59B3-69C9-4468-945B-702380D6674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38C9422-4A52-4844-9E79-851BBEF6A382}"/>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DC9D61D1-FB66-4A8C-98B1-C4F7CB811AA3}"/>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02F64B49-175A-4BC8-A7DE-12360231948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1490FD1A-5CED-4F32-81EB-C71CD8FE4B5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9BCBA209-F896-49A0-9536-37335382DAC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818675D5-EC1E-402E-B38A-09BE5B63A2AA}"/>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F9DC296-950B-4119-883D-35B420EE5BA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90EF0D7A-A12F-444B-BA30-5823FF6193C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D772D23-85D4-4251-997B-27E6D68DE83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611289F-7F80-40F9-A7E3-22CDED5F41A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5321A334-3EF4-480B-B426-9EAFEDB4A90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9D8DD714-044A-4BBB-A5A6-77985AED3BAF}"/>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77637B57-64F0-4A5B-BE02-FC77BAFA0651}"/>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93087E36-0779-428E-9542-4208D6D7A01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ABF6A6A-2AFF-4DC9-AA50-F5C0D91F858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85CF59B-163D-4AB0-BF17-822651BC710B}"/>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B0EDD59E-2DFE-470C-8657-20C8C713C3E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2671B956-6368-4892-97F4-201F844C10A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470F10A-6DD1-44D5-B0F3-F3BCFA5B4D4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86B22D0E-266A-4576-AF4C-CFCEC11058CB}"/>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A39F430-CD88-421E-9940-9AEEB8B400FC}"/>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F7C2A22F-0515-4931-A74B-D8CD34E79691}"/>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5EC4003D-A835-47D0-815F-6D617D25A7A0}"/>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7DD7B92-2539-4F64-9269-FF1DF0859D7A}"/>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916D6E3-5DAA-4F9F-945E-6C6B9D7557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961692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BB2A3D1-557E-4CE8-939E-CC4A99B748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4C70F0F1-8E61-4AB1-8341-BCE0C7B7EA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D5CA01E1-71F8-4A19-ADA5-13D6CB762A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52023CC4-51E3-4591-B9EE-63A04D936A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576E98ED-A749-4D1A-A6CB-A4E91603A0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58A8E7D5-75F5-4F6B-9B19-10FEDA0B88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F5D67464-BD40-443F-AB63-94B7DDF2A40F}"/>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90AF1C8B-5DE9-4706-8F2B-DC7118ECE56C}"/>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3D922F3E-32B2-4B6C-B33A-E8C994B8ACDC}"/>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3866804-0F0C-4EBF-B7BA-200D98F3A334}"/>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D457451-597A-4C73-8842-B8DD39DBCF3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5CC4EAC3-DC3C-4A67-AD48-D11AD57F5300}"/>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28280484-B42E-4291-97C9-406FEFB45CA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B82FD8F-A37B-43C0-B037-244798D01C4C}"/>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2EC7B8B4-3474-4975-B715-E58F72E945E5}"/>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2F3E6E88-3D85-4942-8EBA-006403DCC81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A4CCF734-1CA5-4874-AE4C-8BD098297D4B}"/>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74805F71-468D-4DA5-833B-2DF391B7F60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7E8D0DF-FE2B-418C-B9D0-5CE1D1ACCC6F}"/>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10B88B0-B84D-42A0-9037-B962A0789D90}"/>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5103F9C9-AF63-475E-B670-E0F4F3B47888}"/>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43B4DB62-5527-47AA-A26F-4590A9AF805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7602645-A2FC-427D-9B81-AB218AC6B474}"/>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E34403A2-7CAF-49E7-A028-4D0EF48794F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EFABE480-48DD-4549-A2E2-8A2A3CF29E0B}"/>
              </a:ext>
            </a:extLst>
          </p:cNvPr>
          <p:cNvPicPr>
            <a:picLocks xmlns:a="http://schemas.openxmlformats.org/drawingml/2006/main" noChangeAspect="1"/>
          </p:cNvPicPr>
          <p:nvPr/>
        </p:nvPicPr>
        <p:blipFill>
          <a:blip xmlns:r="http://schemas.openxmlformats.org/officeDocument/2006/relationships" xmlns:a="http://schemas.openxmlformats.org/drawingml/2006/main" r:embed="R73e82821a6e442ba"/>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8BDA84F8-AF94-4A19-BDB3-5F24544F8EF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7926EBC-AD6E-411B-801D-E4C6A539B141}"/>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9FE10D2-5F65-4F67-8D07-C47B16D2C98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BF10C19-5124-4490-97F2-EFCDBCE14251}"/>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F25488E8-79B9-498E-BD5C-645135327EF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C275EEB2-8C15-436C-81EF-026BA48ED44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FFD03E64-146B-4269-BFE3-989E673C2FD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2DA8700-9381-4D1D-AA42-759420D0723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74F1BAB8-5A42-4937-9F83-960029C721A5}"/>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7E78B73C-4E02-47EF-8538-22D548652C88}"/>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5BA55CB-4AAA-45D7-ADBF-CD6B601F08E5}"/>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F4CBE36-F982-4BC6-AD56-06529A9C7D00}"/>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190BD9F1-9370-44A0-ADD2-EADB0A167E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E419A66-F9C9-46BF-821F-EE423EDA93CF}"/>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544D7F7-D65D-4648-8586-036DFB250DD0}"/>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FD143742-672B-495B-B5A2-2E8403B759D6}"/>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44002F3B-0CFC-4C11-A967-6C06A5CCDE9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2871E616-5154-43FF-BC85-B2B28AA3382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13E8DF6-4FD2-4D68-8EEE-AECC7CC1092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BB4A4C8-4D97-4B4A-85B1-FCD79E53F1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300035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1FDA547-75CF-4447-BEF6-D3AA28063F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541D1DF8-B2D6-4C43-B359-71FF804635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76BAD484-1CB9-47C6-BF27-138242E83D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29DE38AB-95C6-4181-908A-D6C1C52B62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5C6453A9-A1A2-4F7D-999D-A13349AAA6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0DD1DFC-DE99-4D1B-952B-7572A4E97A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F8B92BD5-9562-4010-A601-EB3981BF6876}"/>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072C529-D32A-48B8-8D53-5609A922CA2F}"/>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153A7C75-3839-4BDB-9DF4-37E732451F97}"/>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3DF86CBB-8B8E-4F2C-982F-02EAA3AAD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832CB09-8E6F-4E2D-8EFA-C005B401DDAD}"/>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29719CA-0BC3-4F99-BF9D-D339810E9A1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41ADDC3D-9EBE-48A1-BACE-3C9C1D937BF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DF7D107-6F1E-4BCF-BB02-AA3414A91305}"/>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661111DA-4FCA-4DC8-9D87-9B07959F889D}"/>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6043933D-C414-4115-8AE1-6AC53AD9877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E1FE3B37-BD7D-49B5-A4BA-7481096FE1D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CDB58614-42CF-4D71-BF78-5DF2814FB43D}"/>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515BD7D-CA63-4C4F-BC1A-9510FE80CD6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9E63372-57FD-4CA9-8E96-D01EF2245664}"/>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7F4DB74D-8669-4574-A590-07B1C663227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896C050-F82D-47E3-A0B7-3B6836F77A6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91159F87-F5AF-4A40-8591-817DFBAED2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70884699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4F5FDE2C-8513-4E0C-A1C1-082208356E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EBFE002D-16D4-4151-ACD6-88E1877831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CBB87268-C415-4CAE-9E0D-723E53B740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4D954EE6-DF03-4CC1-B42F-CF35A02EDF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FA92051-5FCC-4D01-AE99-C81C7C4044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39799CF9-4D15-4AD4-B898-FEA705857F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52FED5B8-F018-4C99-9E67-C98D5E7570C8}"/>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4BAB9A43-D078-455F-BB74-738E7F6C83C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25063EE-2B21-491A-BED5-7ED02582DD7B}"/>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49C3D-90BF-4D35-B06A-C1ED60BF7BF3}"/>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7C09A04F-B4F8-4859-A2EB-E525BFA7880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B9ED725-E789-4CEC-B5DC-00913C6BB30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CCE73D47-E734-43A5-A235-70F3BAB3D7AF}"/>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48B49595-1C5E-4644-BF5D-783F4B36C7CD}"/>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1126D33D-106E-4DA9-952B-24644A446AB5}"/>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D918553-8481-41BE-84F4-226378287E48}"/>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815374C-4CAB-4783-BC74-B18DDE0A60C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4203A8CC-ECA5-42E3-A357-0D9C47361EEA}"/>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F45704A2-499D-45BA-B2B7-A31D45ED333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173721FC-7967-4B82-9D3B-E6FAE6856D5C}"/>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0E6AA45-22C1-443C-AA0E-811100933BC8}"/>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B7B84FCD-A6DF-416A-AF58-6AB02CDDBA1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2088FE4-7E94-4A84-B27B-B10A94598BF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9826EF44-0CFD-4B2C-AFF2-E8855DE87AB0}"/>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322FA615-9BA5-4EC4-A8F4-580C6B9732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438100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55A6EAA9-A7B1-4A1D-8B78-647A58952D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068C27E0-C2C7-40DB-BCC7-8EADE85B04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1F094AA8-6DA6-4A32-A792-73A259B2A5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A377CD33-57E7-4E40-8BA2-5464C660F2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0252ADE-354B-447C-8B3A-8C0143BB6E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CBC22961-9B55-4CEA-95EE-FC201505BF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2C2D2516-1B25-4B0B-9241-90C1E2E3EC6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A3D95CAE-AD6D-4316-A654-FEAF57DAE09F}"/>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42C1FB56-CDAC-4AB3-B45A-0C6EF00EFC1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ECBC342-C02A-43EC-99FA-AC32C7746459}"/>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1178E924-D596-44A7-AF60-3011FDDB7B55}"/>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F0CD56BA-4BD9-41D7-860B-EC6F51988629}"/>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4192156-C899-499A-A38E-D0BA956B1177}"/>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0E799EB-38CC-4CF3-A7A9-0A3D388C6428}"/>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409BD0E-F45D-492D-9042-0D58470404C2}"/>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45ABBA7-2337-429D-A01E-6B675C46210D}"/>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33CC8D67-3161-40FD-9F0C-D6CB2786875F}"/>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0CF0F395-C5C1-4171-A6B8-077E17CD2D25}"/>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FE11071-1732-4F5B-A665-A382340B5231}"/>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0868F490-BEE1-4566-977A-D3E86AEFF51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0DD0EE7F-B4AF-406B-9855-3E75AF3C34FE}"/>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33125E2-1ACE-41EE-9490-868F7344FB40}"/>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096B6403-8EFF-4D33-BA34-ACB8A3F56849}"/>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405F0E21-AB36-44D9-8CD4-45D67F4B6A04}"/>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82444DB-C9CB-4FF5-9FB3-24C6A6A5ADB0}"/>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994E619E-41E7-4113-B050-CBE16922A3F7}"/>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A6B19CA7-2C04-4000-868B-A47E32B097E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079AD22-0D42-47B5-BB16-378407E3642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B40591BE-5D06-4CE5-924A-FC3E46EB98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11497099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B17611ED-3BF7-4454-9739-8C23BCB4EF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FE29FACC-1199-4A3C-BD24-3F5245D6D3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914AEC69-AC6F-4302-8E54-F296E71375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FD2D3BDE-E63C-432A-BD8F-51F0CB361B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BA7DFE71-A436-4E50-8884-1BE258462F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E3DF837F-A6C1-4752-B0AB-8EF54E650D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FC26098-F208-425E-B080-A7B6C22A830F}"/>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6451C93A-4977-4F1D-B442-B9A3177DF268}"/>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C292529-B4B5-479C-9FA4-49B5FCD428FD}"/>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64D5A69F-939E-4BFB-92B3-9E161F53C7B0}"/>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85CCF3A-8B95-47AC-8DFC-7F0ED5E2D584}"/>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44D11110-0E47-4EE1-914E-3D8EDEA658E3}"/>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62C0589E-9CAE-4C79-B248-7B23A7643936}"/>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3C59AAA2-D5E2-4286-8247-1DA69779026C}"/>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96B4611-679C-40B9-B22E-3DABA307B06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1757E015-A233-49D9-9BB8-FFD843A48B4E}"/>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BAB4FC0-020A-42CC-90BC-03528C332D0B}"/>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01020B8-7007-44CE-BDC5-32CBFEEA3FD4}"/>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6B898736-3249-49E9-9CAB-B027EEF348B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44A79765-CF49-4A50-BF0A-392250A72658}"/>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4114B6A3-7C1F-4910-B1A7-0AC52F1861F3}"/>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62DEED63-34AA-4831-847A-F2A6DB3B3F38}"/>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4559D4D-0627-4A83-BAF6-84D732E2578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352052D-744F-4F47-A9D1-350B0DCBAA35}"/>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9818DC71-A274-4C7E-AC07-E9E8C2F56BD8}"/>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ACAAB8BF-D121-4621-910C-5595CBF025CF}"/>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66E69854-5D81-4BE7-BDC8-927E617BFBF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0D3D6E74-5B47-4975-9412-402F363EE9D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3B66C50B-D162-435D-976A-7178C49020AF}"/>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7DD5053E-DE9E-438B-9265-40655A3853E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D27DA78D-2475-4776-ADD9-A572BA82D3EC}"/>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966E777E-3BE7-49C7-9657-BC8F615A99CB}"/>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1939CC58-1E3C-4BEA-95EB-AFCBB19A8EB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7E263271-39D4-4FCE-A80F-0082200743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8151295"/>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8D136D0D-D678-4A1F-960A-A178E832FD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4288FF23-FFDB-41C4-87E1-C25694B4CC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55E22A29-05F4-445E-943B-E6BFF8E71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DDD48A4-D985-48A8-A341-958FAC90F8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69A6C7AD-3F98-4154-AF79-C3E9A302FF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E74072F-7881-40FD-9326-742BBC1A26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3BD2E44E-3AEB-4115-8312-E34E02DB5818}"/>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7894AE53-C676-4A83-B08E-3AAE6D7E59E9}"/>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2EEEAB0-F6C2-443E-8C39-4C6E13730ADF}"/>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C8AAE6-4FC6-4065-B1D4-B3BA424027A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0B7134A9-6679-4952-A85A-36742AD2104E}"/>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4D766C3-E72B-412D-808D-D9B6B84A2447}"/>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590A174-FA25-4113-9283-5E90A8AC2FE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4598251F-D95F-4CA0-8E62-E7EC173B705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4A1D645F-A198-46B3-8C6B-FADCCE5CDB9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AF8D349-9ACB-4CFE-9E2E-E3500496000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C9D826CD-0511-4E04-BED7-75BEAEEDB73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C98C5B8F-B904-4462-BAE9-D58BBDC701B7}"/>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D920264E-74BF-4E1A-9724-E5A403BE6C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331912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C43F1BFE-5F5B-4FE8-998D-801C86EB80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8D90E022-E38F-4351-8A49-56020BC20C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95FF8279-45DD-4212-A5BA-EF38953F58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CF51471-BEA4-4E31-8C9C-F8A58297A2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44E893FD-3B5F-4382-ABF8-5DD1B41CC5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92EFF0CC-9D1E-4826-ABB1-F7B35D12FE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55A680C8-E44F-4DC0-9CE1-9E0616A88338}"/>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69FEAC1-4DA5-4050-BC69-9B6F1BDCE1C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22A1B45-F47E-4A65-8C0E-D851C3C49598}"/>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2BD09D10-C6E9-4E44-8F03-8CECB0BA9999}"/>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2CC05959-266A-4101-B802-1552BA75D084}"/>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2DC718F8-D0DD-4CC0-A983-ED5254B6B88E}"/>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19DA7277-B28E-4CA9-8EDC-FCB253F110D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258C6E8F-D437-40EC-924B-5E69CF48DD51}"/>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401F2929-D1A2-45BE-AE05-6C170E1F187C}"/>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80D4518D-AD83-4C0E-9394-DC7FEFB211D4}"/>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50B817E6-BD14-4518-94D5-E96EAB33560C}"/>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449A1B2-1F19-422D-8053-6E32E797FDAA}"/>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AF83575C-8EA0-4AC1-BBB5-8F6716FE365F}"/>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123D1B0C-BA39-4329-A10B-A42F1AAB877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01D60644-4EDE-4E8E-9319-6640C476CE5A}"/>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98339E7A-4C48-4E0E-A8C5-1D421E32A29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CFCF950E-8274-4083-B1A2-8624E92E6A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3745023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2305EF82-FB54-4B12-82D6-2D4A6F66D0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F49F1E6F-8C33-47E6-B097-F81CC6E677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77504B9C-CBA3-4C50-85B3-1A2D7A4B63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6FEF56BC-7FA8-40BF-8A0A-F943F16869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9506A49-6E2A-45EF-982B-87F476ADE1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23401EF-19E4-4AF5-93AF-E6847C4C9B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980B0D75-5FAA-4184-ACC3-11803C9E34C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802AADE1-D433-4CC3-96E6-4BA0A823FC60}"/>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5516118-4511-4FAD-98BE-52DB97F4B8B9}"/>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BBE90ADB-461D-4BE0-B4E5-49979012278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47F20A77-C2B6-4DB7-A4F2-08F32CA4AF0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4C7B254-15A7-45E9-B67A-D833B8481F36}"/>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5F1DF294-D625-4D8B-9227-34EC0B1F76F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FCD8BA9F-6435-49CA-BC21-F4FF4038FBB6}"/>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3B443FB-8E00-41D1-A41D-F29EF2563634}"/>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9930B25-6ED1-4592-B799-9FA35F854AC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001D1ECD-DCE1-4558-B572-DEC7B906BE2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56BFEE23-5DDF-408D-95CA-6A13162E3E9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A934A277-B4E7-45BF-94DC-21ACDD69972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BD0CB2CB-55EA-4499-B28F-AF7F2005EE6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A1FAA1EA-EA0A-4BE9-9789-56E1907ECF6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EBB715D4-1174-47AE-B603-961EDB45FEE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F82F0091-75C3-43F4-9081-3C89776E1C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62211625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02A0D753-445B-4775-8DC8-B76DA2E139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90DC7113-95B5-4C5C-9C3B-22FC36DFBC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7EC63084-7219-4F85-9BA0-1B0CF3533A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B0C948D-AFD0-41FF-8306-60D1029377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E564298B-0A31-4CC5-AE19-A0FA79EBAF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D53BCFB5-9479-49E8-A6E7-73B185BA43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3D0450A0-FBDD-45BD-9679-E6834A6D7472}"/>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4EA212A1-44B8-4B62-B560-1A74DBA0AD1C}"/>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DCD4EBE-8F66-4582-A759-82F454C68CE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2DCB4DB-A527-42EB-AC04-17E439058DA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9F1864AE-F0A1-42EC-A265-8EEF56BBC379}"/>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1B44A2B4-AE53-46CB-93C2-5026F30E0255}"/>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EB4BDFE-88D0-40CC-942A-4BD166EA729D}"/>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4F58134F-6204-4676-A8D7-F0CAC7C3369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C49853B8-166E-4743-8B59-1827E34D7FFB}"/>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C1E30222-3B17-48E5-86B4-EA2ED4E4E053}"/>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7EA78AB9-A59E-4125-9B83-69D208AAFBB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25428C47-D05E-45CD-A37F-8B9267EE261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73A27C9-618C-4971-AFEA-EECBAC6D5E13}"/>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137ACA94-4C7E-425C-8D20-2D8619ECB688}"/>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2F3FD33F-257C-401B-89E8-69463EB6FB1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5B2185AB-1BD3-4084-B9A4-14AB0F095849}"/>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E8ED18C-0DC8-4CF5-9135-5ACA006E898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59A633D1-75AE-4B8C-B559-CEEE92165360}"/>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1D6255E9-777F-4D2B-A6CF-A70FC44B5579}"/>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34C0CF87-A63A-41E0-821F-2DF2BC200B7F}"/>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C9A1F8BC-FF67-4FF1-A6FA-A0690309EF8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6D41CA2D-EC0F-4DE0-821F-FBC253F1950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CDE7E3B-54EF-4B2C-8A4A-C378349394F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A7531E1-DAA8-4919-BBC9-31AE46D4E68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1FCD3DB-F181-42BE-8178-866D00672CD1}"/>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36C74C5B-621A-45A9-BEFE-810809113A08}"/>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65603754-81F9-4D64-86CB-A2CCF6E6A78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5DA1B6C-41D3-411C-9E9D-14879B4AF25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D442EC0-E45E-447B-91BE-62F349CF91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AE0489F9-5B68-4CA9-8414-CD823949574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06018D23-4C5E-4F83-86EE-53DFC7B4B6F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0FF2832C-741E-492F-A924-E1EDB3B6540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37C38680-78C6-42D8-8752-50DA36062AFD}"/>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2046876A-B22B-4D4C-AA1A-1AFA7C7ACDB7}"/>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2E531E1B-DA71-4899-8B53-95021AC1DD68}"/>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6B69F224-0B5A-47C8-B456-FBCCC67E435D}"/>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C062A83-AD82-4DCE-9715-442FECC3087A}"/>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4671E038-DDDD-4A6C-80E4-8C39196307BF}"/>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82CAE9E7-CC06-449F-9DAB-7B66263D93C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A57B2E07-FCB8-4FD1-91CF-CA02BA2584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8691731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24CB1A92-3FEE-4301-BC73-C1ED04661E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0A3797CA-80AE-473D-97AE-AF5225B1A1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A71FE9CC-C7F7-43D7-9772-53F8AFC925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6788B7AA-8AB9-4900-A4A7-E6C3C107D3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DF0C887-BEE1-4162-9201-660006335E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A2944042-C565-46E3-A244-670E6232D1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013156B1-57A7-4EF3-86FC-309342BAA5F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E2AF026-FA89-4407-B2D0-B74E3F7EEE0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356B8959-AD5C-4A6C-8300-3ACB0B0CDE2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888323E-EAD5-4C94-8997-79953B796AB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B6F384C-D62C-4474-8604-F5DF302C554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37C327F-F586-42BA-A634-AB0230763DF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0F109F82-D7A2-4D42-B4C2-41BE463AB0B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93A0EB52-1E47-4B5E-823D-9A1CAAD965A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1DBB31DD-87B4-49C2-8072-6502E95BCBC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7E41ECD-FDA4-4E7B-86E7-51D258CCD18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E464B1B-95CB-41C5-8F21-F96201CA27D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2C91BF03-B08A-43CA-A07B-CAD833DD1FE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F61BEDE2-8FD6-49FE-B82A-6B7EA44831A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20CD55D2-22F5-4CA2-92B9-340F82FD35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554E019-5FDB-4A5C-A8E3-7A898EFE7E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02366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7E040C27-A75C-4775-8D0E-5334E12B7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F11D98F2-A6BE-4C06-8FFE-73D3D2547D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5DD9E7AD-12BE-4A12-98B5-2C71AE4960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710E9453-4A3F-471C-825B-D4512886DD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8F11743-14CA-448E-9B43-F2AC0D1B9E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5EAD426-D6E8-4928-9A33-FD5272FB94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77A615D6-1AB8-4D81-8085-F8DBFA4100C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3309A3E-0671-4F67-B6FC-93012EA8BBA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DCAD6ABF-E9C7-4ED2-943D-34AE2B59B6B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DF2D0538-A649-4E2E-A017-1878FCB8F0E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4AC552E-A3B4-4D30-989A-251E0276058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0FA58EB-4161-4F00-80BC-606ED02B9C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07A6C1A9-61F4-48EF-A935-1D3B00D5B78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49AD16F3-A5B6-43CB-BC5B-FCE95AE6589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0CF1C22-8F42-4142-B2CE-C06B9900F01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FFEE4E90-513F-4DD8-BDDC-60D908D825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12D2DA4D-3DCD-4B2D-8A0D-BE0CBD523D8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DDADB33-BBAD-4AD4-895A-9F9A5FFC33B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B8F39150-083B-4B65-84FD-CABAE29363A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EBAE4437-C69A-4069-82DD-1BDA18C3FC3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5EA298BB-8CCE-42F6-972D-C035077FDF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680991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125E08C2-B9B1-4C64-8AEA-85A79619C6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BEA1CC59-6D9F-4391-BAB9-3E4E5D8EA5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2658DA5E-AF78-4B7F-ADD0-0B83D19A9A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DFBE1522-3538-4F22-8DAC-7767634755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A42494DE-D189-471F-A39B-869B70F10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BC8C60A0-06AA-4497-9E4D-389912D3A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2D3F0106-DB36-414C-BDD0-8E70F1FB472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661CCBF-D2FE-436D-A79B-65A4F1D2AA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1878EA4-3CB1-4348-98EB-80BDCF506C6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1555D296-846D-4F0D-B2FC-57493E6A7BE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0209A26-E639-4004-B97C-7423D71A319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727BE31-C3A5-4319-B673-05CC51F7D87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C072442F-36FA-4682-B585-10AAA440A49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5C435769-9AEF-4FE1-AD76-213B7651D51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174BF1C9-E7D6-48FE-A36E-0BCD301B40E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ED7F185E-BD60-4B13-B118-E5E09BDC440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2BEDE7F1-80F0-4006-BB09-92DC418E5A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EB94AA7-D23B-46DF-9AE6-471AFBA67BC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265C812C-008D-4DAB-AF0E-AF9E3BFE8A1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E79D8568-6286-4214-9998-A3CCF2F31C8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39A6CD2B-DDB8-4946-9DBC-7D1CB56F3F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8758445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6B76ACD2-634B-436A-80D1-15AC910631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C2C18689-4410-4DC8-86BD-28FFAF11C7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C886C50C-D75B-4559-AEBF-86AB2BBAC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575131E3-E74E-4A3E-8971-8F0B679813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1C2F2F4A-993E-46E2-B037-65ECDEB028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DC698030-4F0C-4F71-9DF8-EFF0CE0738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45532A6B-9642-45BF-9005-B9B9060F964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4A59C84-F157-4A4A-92C6-95EA50C7218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85B0BBE6-1648-454F-8906-AE83DE96F23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D8E0D634-9BF0-4883-99BD-610440C60F9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58D3A07-E41C-4877-95A4-BE5ADF64FB7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7569EE0-C313-4722-B4B0-45D05495603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F1A8328-2135-4E83-80CE-5C98DBF7A52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268E9E3-3673-49A0-BB81-29B63B7420B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646943D-7E4C-4CF3-9B3C-298BD7F4C77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40F63AE1-9DD6-4D12-B689-9235F7729BA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864E28-CBA6-4D62-A1B8-D03E340BC35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EBCFD2E3-648E-4E89-9ECB-7A4205FE75C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545C002E-2588-4541-BFB0-DA086EDD9BA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149DCBC7-C1E9-4214-A962-5CF2602D6E6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1AA3CED4-281E-4061-A119-2C0039BCBD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595946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AD8D3DD6-5FC8-4D3B-9E17-72AE76576A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3B44B35A-1756-4D6A-A4B9-1D0F58D51F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C8BDC47E-C5C2-43D3-A7A9-02A9FB9D37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8D5A71C0-A0DE-451B-AD9C-514D08FE57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D6375766-C503-48F8-8F86-BE16C9D27C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4307D4EE-C485-4C0E-AD67-FA2FA721BD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D737011-D134-4F22-9F60-FAB393A33A0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5CC3186-4CBA-4F46-A5F6-779ED9560A8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8068421-69E7-4FC2-8479-FA22A608730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779D60AB-6263-41AB-B5AD-257C31249C3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74C2A06-E0AC-43A3-9EE8-936167AFE7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8C64EFF-9743-4A70-AEA0-2F49AC5E49F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2373F424-816E-40B1-AED1-F023B1E6E7D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6A173438-094D-4917-A518-0F08CE88DDF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886C6568-9696-4FCE-8C49-3E8BCE7EB28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547D07C7-D9B0-4D77-9C72-289B9A41245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A1E886B-9F34-47AD-A895-2E91ACC0F6C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E8B10A8F-020B-4465-91B1-D41C903AC61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F76FD08C-AAD1-4E52-977F-9797E9FF352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99A75866-23D1-48AF-9F73-2416864A8B9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461F467B-2393-4D47-8C1C-AF54B081CB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12154519"/>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39750A6-3B78-4F70-A94F-23A953A036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7E0F89EE-9F78-4E1D-B969-20BAB32036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2C66D754-A8D8-4B7D-A7CD-C7DD63AAB7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56CE648B-F132-4E91-961E-80C9F49617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DE3B7A82-3763-40FA-BA54-ADC61C4339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3D13F52-5FBE-419C-BC18-A37D08B758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59665FF0-475D-4292-8C97-A5A3C129080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131BD4C-1119-49AB-9CA7-41E1942CA49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CFD2BE9E-4EFC-4EF8-811C-488CD99DBBC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77086EDC-2425-4DFF-8697-54A1B80491C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5C756A-73A4-47D4-8C3F-B6AA33A128C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E57A73B-8F54-4F4B-8C1E-5A88E7A8E6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276D707F-3582-4EC5-8577-27473816BDB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8295C68C-771E-4F49-B7CA-2ED451EF199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C8A7241C-5819-4011-B91F-94AD51F8089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AE3363DC-9E6F-4E3C-A82A-4D62B415957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343EB2CC-41C3-488D-B08E-92F9ED112DA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41A56B48-9960-4D39-B886-0F80BDFCE1B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AA87A585-2D11-402A-9F38-F34B0C2645B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1CA91FAF-2557-4876-9DB1-4127535D980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4FE8CF55-E69D-49E3-9CAB-4AE897D820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9240914"/>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DEE7FAF8-CE25-4215-9D43-9E5832AF5C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6B6337F7-20BF-41A2-A98B-1CE5EB3F17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3A6D1FE8-0C65-4E3B-A6A9-1A47C1C81C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C8E682F-04FA-4C12-A15D-0A6645C33A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8620B9E-4D4A-4BB2-B8B5-3A3E2441A5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1E7840BD-7E67-4A02-9829-20F5462C73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6BBAEE6C-18F5-4C12-ABE6-62B10269E1B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A6ACF02-784C-4016-AAB2-2A9656A70BE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4CD68D05-413A-4E14-B7EF-A220B961681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7A9F436-5795-4952-A18C-497E50E277B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DFF60E3-AAB4-400B-8923-9A86BCB3E8F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DA96CE7-EB28-4DE5-BECF-083C87A1D84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5E01D9C3-63DB-4F9B-B04C-FCF432A833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959589B6-16A7-4E25-9F9D-AC7EE3B0328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2BDF421-E202-4F49-9F03-5F4205B81B8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CDEF95EC-0FEC-4704-BF4E-BA3A596DAF0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BFD56CAC-DA68-4827-9DEA-9C29044AA4C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D820AFD-BCC8-44F6-8271-5DCF7CD5C1F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6762C082-BAD2-49FF-ABB5-49FBE76FB8F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AB059598-0AE5-4B36-A241-679DEE349B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E8C2A75A-6D4F-4AA5-B9D4-FAA86CFC33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11181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8A32F84B-FC7E-4489-BFE2-363333893C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E7FD3840-DD46-4A0F-94B9-8381CD5814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1B103274-8C06-458C-BAE8-29C3929EE8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33CDB98B-DE31-4E48-A126-192BFAE872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DCFFD37B-7E97-4226-A4C4-1B960D20AA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D389E9E-1B91-4D34-AC42-1DAB1084F2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63FDCF8C-A382-423F-A80A-509610D6A12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89694F1-679E-43EB-BA72-4FBAD23F111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EA5A3698-2A75-4A50-87C6-AA780E0F90D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C1A35BA9-C6B7-4859-8FBF-41B543DF843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8EB0100-FCBD-46BD-B5DB-1B9B0C123B8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815A934-63CF-47DF-8BE8-E30BC8D6E08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2830EEC-4B61-4D64-A0F8-8FC440D1543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BB4E95D-52F2-47FC-B61C-4EA2D7BA795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0C8996C3-B057-497A-9ABB-7C39E24809C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4A137C33-7E4D-42F1-B7DE-3EAA1671664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CB47509-7E61-4A9D-81BC-8B4C6830A17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A9247051-D82A-4AC7-902E-ED9C2C9E5BA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C648655C-CBDD-4A4F-810D-89C0CECE41E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A8FAEFD4-08DF-4B00-9749-3887A6E6335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CC3946C3-9CBD-4F1D-8207-45B0C62DA7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7993085"/>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0C8AE0D6-8D3C-4D16-AD4A-9B6AE78C59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0A11AC33-AD11-4AEC-95E2-0FB5C370F1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B439E237-F2B2-4D47-9D05-EF52264272F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069E0CB-1D30-486B-AF36-DE62154AB7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F2F1739-6FBE-406F-8969-6590587590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A156CA83-33FE-46F8-BBAE-2236B99D0E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73C2BFDD-21F6-4DB5-8258-6D7168AE820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9AD04D5F-FBE5-4C34-8732-6DD9773061F5}"/>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DD172845-3944-4A1E-881B-9F9830CA44D7}"/>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7116066-AF0D-4E0D-98C6-BA094A28B11F}"/>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BF2D7B-7EA7-46A1-8178-8B21E0BE205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32DC7BB-ABD0-4508-A21C-6C16C91FB1C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C398C388-89F0-44BC-AB46-C99C95805D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81514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E858CC04-2C45-4A48-9FAB-9096000625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5C4F6812-E5FD-4556-AB2D-78C555BFF0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0D7F98A5-09EE-4A92-856B-E1E02CF3EE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1DEF750-813E-4BA9-B1BB-03CC992E2C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7BFE5CB-03C6-4A5E-809E-F1B6EEA928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D9999AD-77FA-457C-A809-D98F6D7A92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D71EF061-D4DA-4392-A59D-1149371E11FB}"/>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52AB35D-3E6A-4F5F-9DD5-7940196190B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B17333BF-BD6F-45DA-984D-4E60C9B43B9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DEF6F7E5-A83D-4D4A-BD8A-922C15AAD59B}"/>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4C106C13-0512-4321-A868-669A8FE0CF0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039052F-77DE-4FC8-9FD2-8CBBC61F45CB}"/>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EAD21FD-80BD-426E-A58E-64680254FAF9}"/>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C5F23FAC-6BEF-4121-8447-14FCD084521A}"/>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24AEA4AC-1F5E-4587-B132-A4DD32B21681}"/>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D0B9DA54-8DD7-45AB-85E9-42FB1314FFF6}"/>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E332B1AD-F06C-41E8-BEB9-5CB257519C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935500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A533A53-FE9E-43CD-A2CF-1A8E972A9A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48BF7459-EAC3-463F-8FCA-BB82F7D406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07D7396F-0F33-43D6-9A34-730E02A981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28F87279-97FB-4B22-86A0-2F8BC19545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EC073724-E631-486C-98EC-271946EC3F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4E2CC2E-8154-43AD-838B-CA5BE40BE9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3E779BCC-9EF3-4216-83E0-5B7D812F7B9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B192FE6-1CE7-4C01-B136-B4B3FE06377C}"/>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EC1521B-F239-4F90-839A-166D7008158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E312708-B63C-4BAD-828C-2A1360D14EAF}"/>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C47D312-6CBC-4194-A7B8-0B1D4CFB160B}"/>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7BA8C85-CE0C-4CD3-BE45-0BC3AF02348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7C6089E-9C7D-4C20-A4F8-16257B0ADCFC}"/>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11CE1788-6DB6-4A8D-BDC0-B6C8FD85ECB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4AAC7BE-97AE-4A87-9C9D-94ECD9CD2248}"/>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92CE92D-F2DA-477A-83C3-9081FABE45C4}"/>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1798868-63A0-4822-A782-D63D55E6477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E02A598-0927-4518-9022-21FEC251DA0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CCBD881-2C2B-473A-B554-D9B1F476807D}"/>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46CF85D-C60E-408D-9B26-53405598549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3BE0E18-A249-4AD2-9A5E-9ED3F7C9CDA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087D83E-CD13-4941-BBC8-53B8F7D4C6F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0D7BB8B-D764-464F-81BD-6B1D7093AC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996088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9A73CBE6-B154-4814-BB2C-68D49F3FDF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2C1FC249-46F6-466E-AF66-19FF787A74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E2D4578C-A95F-4779-A943-926AE35939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85F1031C-741E-4189-85C5-FDD7F459A1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AA127B4-4EDF-431E-97BF-C59C063248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16DE5BB-7F6E-4877-A955-E531D64BC2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D137FEF4-04DC-44B0-AEFC-8DF6CC43278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B85E4DE1-C965-4EDF-9F65-9D420FEF4C04}"/>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96CFEFC8-BF2B-4056-9A50-343B599DB4E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B926789-BF95-49BC-843E-A1C67B642B7A}"/>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324A1072-31A8-4500-B19B-76D80AB5E1D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B4E63A47-1668-4768-B5F0-DB6B5D73F26E}"/>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215568D-8B01-41C5-BC16-F566EB56A0C0}"/>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C0DB9555-8097-4771-A912-8B4239A8E09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46D82EA-3692-4C07-985B-7926BEC1BCC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93B30EC-AAD9-4E50-8297-D9B91CB97AB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9F98DEA2-8D37-4B37-AD1F-4059165B9DD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145D136-9579-4903-B544-2317F9E4256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31595B0A-C948-423A-BED4-657BD6ED6D78}"/>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4F7016C4-C6FA-459E-8173-A2C7389770E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A21C993-BF85-4C03-B4C2-BC0C271F3607}"/>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522776C-C7C3-4472-BBD3-7E333DF5D1A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08EC995A-8447-4E63-B65A-DC2D650C9B1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DA63852-7C8A-4159-86A5-1636C7AEB1C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BB2506D5-818B-459B-A9E9-7F7FE699AE65}"/>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24A218C0-DDD3-4210-8749-BD5D7FFA0B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930369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83187641-E977-406F-AA74-1A3F508ED1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AB0589F3-9DAD-4D0B-A0C1-038B31D295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FB00E3FC-95F0-4A39-8C72-D822A11124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D095EC02-7308-4615-B80D-C17EA0033A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BE213B75-68E6-4A10-9414-76BF4A729C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1F40E63E-677D-49FA-93F6-6D8A777D2D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3D02EA59-9992-44B0-A94F-0A4A1DBA8276}"/>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89F01D2-B2D2-4110-9B41-B0D385BEB845}"/>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13C79685-7DE8-4CD4-B27D-5039B098829C}"/>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256BB400-1826-4E6D-8913-FE3B38893DAD}"/>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8F25A38-F6DB-4FE3-9F8D-D03FDE4B7F99}"/>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EEE910F0-A541-48FF-8F5B-BBC91E19960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5CFB473-0E92-4E82-9713-C415260FBF9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1A059948-0CC9-4383-B9E2-A68780254AF5}"/>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D677F9F-A687-4AAC-BA6A-3B23079F88C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22A9E62-9AE0-4449-BE48-4D3992B94C6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5EDAC2B2-B5D3-4A88-A5F0-97A8A0436E8A}"/>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BEAA680-3415-4E6F-BA3F-F1BCA55FF0C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209D4303-0CF6-4DAC-8A04-207EC0FE952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D669B04C-AF70-4725-B0B4-B9ED3802E8F5}"/>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902F358E-003A-41C2-B241-D855FB443A5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C56AD051-E24C-4480-A370-6DCFA506BA21}"/>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BE054D8-3510-4217-A469-8D41AFB04BEB}"/>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FD8C1CA-433C-4783-B08D-16EF45BBCFDD}"/>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A855003-81F6-4756-9FAD-2BADF0CFF6AE}"/>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9A148CE-8C57-4AFF-9D06-B2CA45797C81}"/>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047AA7C8-2E7A-47A6-B0A6-CE6E730EA254}"/>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058755D-C36C-439D-A452-B50592C7F3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484804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B3A0526-7293-4EA4-AE8A-A1D654AEE1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B91792E0-A572-42F4-9CA9-1ED84843A6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2363CD89-A654-40D6-989D-B21B2B1783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5CB8692-6F74-46A7-8B94-1E176DF1B1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D7CE6927-46C4-4093-BD57-8A7F22B45A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79578818-79CD-4ADF-92DB-287E09E92E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664C18A2-F1C1-4B9B-86FA-89CE4B54C260}"/>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0606F57-926B-413B-BC24-2980052D7D6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AF174F61-D322-484A-9BE7-EA43A400BD1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9053F66C-C4ED-4DF2-997A-77FB81D22460}"/>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DBD8D11A-9FD1-4B26-B569-F1436E1CC93E}"/>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066A8D78-BF3C-4978-9D29-9CBE70AD00C8}"/>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20CC39C4-DDBD-4761-9F14-9C2386A506EF}"/>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642A04D-5295-499A-81CE-FE8AE6B308F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FAEB41F8-29D2-4053-872A-297CA93EA7F7}"/>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CAB07DEC-E07D-4762-893D-D4B9FE16077F}"/>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7FC11C1-2D44-474F-8FF8-11671501FBC0}"/>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23830CE-C429-4BB3-ADBB-D4F3F9E25526}"/>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A14409FA-6107-4D72-A678-50DD2F2D6663}"/>
              </a:ext>
            </a:extLst>
          </p:cNvPr>
          <p:cNvPicPr>
            <a:picLocks xmlns:a="http://schemas.openxmlformats.org/drawingml/2006/main" noChangeAspect="1"/>
          </p:cNvPicPr>
          <p:nvPr/>
        </p:nvPicPr>
        <p:blipFill>
          <a:blip xmlns:r="http://schemas.openxmlformats.org/officeDocument/2006/relationships" xmlns:a="http://schemas.openxmlformats.org/drawingml/2006/main" r:embed="R9b4966bcb9d6401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30CFC878-DEE5-4A44-BFFF-99941C7E3B4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C60607D-F7B0-4D9A-BE2C-815514BC420B}"/>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9400171-2304-4C2E-89F5-CDFF0A7E9BB5}"/>
              </a:ext>
            </a:extLst>
          </p:cNvPr>
          <p:cNvPicPr>
            <a:picLocks xmlns:a="http://schemas.openxmlformats.org/drawingml/2006/main" noChangeAspect="1"/>
          </p:cNvPicPr>
          <p:nvPr/>
        </p:nvPicPr>
        <p:blipFill>
          <a:blip xmlns:r="http://schemas.openxmlformats.org/officeDocument/2006/relationships" xmlns:a="http://schemas.openxmlformats.org/drawingml/2006/main" r:embed="Rfe139a4d03d04f3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D634328B-C702-4517-ABB9-3D107884BCE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CCD4357F-E0E6-4C8E-AF17-9F08105BC01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9BD7FD-3CF8-4798-99EC-D36686924D0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F3076819-5A51-4BEE-9C29-EB797FDD0A6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33DC0D61-756D-472E-BF21-89E5BFF1745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F72DD17-313A-4BD4-BFB7-46724BEC14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695759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48790901-8E02-45CF-9B41-5DA8F96422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6F2F234-B270-4348-8B16-B10CA83BC6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20E75216-E7DB-483E-83AF-0485A243E4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193E047-EADC-4657-BEDA-D296AD8140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2796B5C2-0DFE-4B30-AC82-F7074B673A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AB2CE24-2EED-4B26-A5C2-A7575EA459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9FC09645-2A0D-46CB-BEE3-F560FF300A5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7A8342ED-3311-4AE9-A4E1-730722BDFFF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6FF3ACD-1641-49FA-8C30-01FA7B16A43A}"/>
              </a:ext>
            </a:extLst>
          </p:cNvPr>
          <p:cNvPicPr>
            <a:picLocks xmlns:a="http://schemas.openxmlformats.org/drawingml/2006/main" noChangeAspect="1"/>
          </p:cNvPicPr>
          <p:nvPr/>
        </p:nvPicPr>
        <p:blipFill>
          <a:blip xmlns:r="http://schemas.openxmlformats.org/officeDocument/2006/relationships" xmlns:a="http://schemas.openxmlformats.org/drawingml/2006/main" r:embed="R54375600bb69472d"/>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B1DBCFB-6B22-4774-8538-BA02FCF144E5}"/>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088B21F-5D1D-4B30-89A2-EB5CDEE063F6}"/>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2F0E9A04-9C1C-4F5B-9ABC-FFA0EC37EEB6}"/>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3048B7AE-FB04-49FF-8FA9-9DC75E58418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E4BBD2F-B723-4848-964C-76EE51AFD83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8D2E793D-7E79-45FF-9325-67C0F83B8CB2}"/>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C7A2DAD-B023-495F-9971-EE4F25F73B7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838F95BE-5CBD-4F48-9205-670D20D35CA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1A9D5D85-64E5-4A77-893E-64144E3637A6}"/>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517C8B92-F4B8-4822-80FA-73D142D6A08F}"/>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5836E84D-E695-460A-8314-7E5E6581A2B8}"/>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EF5E07C-3897-4DE4-B97A-B05050C890F0}"/>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B8ED597-5C82-4C71-9889-0901B827876C}"/>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97C21B46-E162-41FE-AA43-C6119AD9E0CC}"/>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659B1B7-72B5-4BDF-8C09-34229706B00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5DFF16AB-4910-49AD-A1B1-DDE24C6552A8}"/>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B9510617-EE75-40CA-9153-084A611CBA93}"/>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91BD11F2-BBF1-4256-9592-A74669D6828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CDF7EC4-B3E4-4EBD-9709-ECA92237F410}"/>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88A83503-DA3B-446A-B330-E8EB10B230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967884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ECC7563-9B63-489D-9767-9302B4AD5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7932AC0B-C98A-4388-9323-E64A49C280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0F2970D-AC91-4F9A-9FFA-A9D6BD3361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C33A3535-BBCA-41B8-B6D2-A06B916880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2F5C9CC-B394-42F4-A01D-900C94310D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3B376620-943B-4CCA-84E6-434E4D7788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C5EF323-525D-4FB4-893D-014B0447883C}"/>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042BF01-3571-4B96-A93A-834496980274}"/>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BFA4EC1F-0F0A-4674-B0E7-AF42799F8B6F}"/>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5ECE57C0-FCD1-4103-B42F-B529958029F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7E77E57-2635-480E-AD6F-2CFB09F88795}"/>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E9A9869-E3A3-42B8-AFF9-24763EEE4A1B}"/>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7E7F65AA-5287-4C2A-ACE6-F53A33AD924F}"/>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7FCDC00-D820-4564-A00E-47E9FD89A9B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9251223D-9AB6-460D-A49B-1790742A5C78}"/>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24315A15-6693-43C9-8005-222F2F9F9C66}"/>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0E5F97C-98D7-45DD-BA04-610A997CD148}"/>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7A9E2637-D330-4BFD-B3D2-676B2B035F49}"/>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4534482E-C50E-4153-AB52-5483A70E299C}"/>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8968BAFD-A533-4B79-835B-19564D3E24B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07CD1E2-AE76-478A-90C2-D94FC53AE10E}"/>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C8E666F-9AC1-4F03-8D87-D270E42C81E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BB594A3-7EE0-4FC1-836F-06D85FD11A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6994759"/>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AC984E4A-D2DB-4154-AE84-9B46327B5F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0C955E16-9F65-41FB-9686-81AEB94BE8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EEF10FD5-E450-4BB6-92EE-0374BD3E05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7FBB1F4-1B1A-4DE2-99C8-0A63A8526D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C51DCD21-90FF-4CC9-BF49-003F8BB1EE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E9C4DC43-923D-4E12-824D-151D45316B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BFBC6098-0BB9-405F-BD5F-73DF81E6E5A9}"/>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8B25ECA5-09E0-44CC-9999-EF3BC019C1C3}"/>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3A98D56A-E837-45E0-B47E-18A3D0D98F59}"/>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94053ABD-CAA6-4AAF-A495-9CF4D489FA1D}"/>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ED0B1274-477F-4F56-9953-2C5C695DFE1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7E4363B4-F6A6-4BAC-B5DE-E795E89E25D2}"/>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112A1935-52F7-452F-862C-8ED55E15B98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F45887C4-14CD-4F54-B5B5-31DBC98DC279}"/>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6C460B9B-C2D9-4613-AC03-2BB5751DD0A4}"/>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06AFA031-FB40-4BFD-B5F4-8312592F028B}"/>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D9F623F4-D6D1-4773-8B39-B2F7B63225E5}"/>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798F857B-3B89-4C8A-9F13-26B5A5BF90EB}"/>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7F4EF078-FB69-4BE9-985C-185ED81FD745}"/>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ACD32C3D-9093-49FD-9609-B29FC80C6192}"/>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0A431BB-C9D7-4C52-AA5E-E593CCD7BBF2}"/>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F302897A-A868-4C86-8F7B-1E8C10A96904}"/>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9E4D4FD9-3A60-467D-B932-56490D29D88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E014410C-7C6B-4746-B32E-787C296D109E}"/>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CCDE203B-60D8-4B28-AECE-A979F5700321}"/>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46180E14-808C-4A02-87E7-CA4BF2B3F472}"/>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A734F8B1-F6DC-4A68-B029-31910A2D5331}"/>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0CBD7BC6-74DB-4A75-9586-E0590BDC2BC3}"/>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90BD115-4C84-4C62-8DBF-C49D0510E0FB}"/>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21F6F9DD-FD83-421F-BFBC-3E6D5137E1FD}"/>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22C6DADB-3A17-433B-92B2-06F6911C5F8F}"/>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CDD7928C-608B-420D-95B4-8BD8F7384A18}"/>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BC680E3F-2389-40BE-89E0-44F3B184C346}"/>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676C06E6-6135-4C22-851D-3486A0A9E671}"/>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B5BDBAF8-6A43-4293-9B83-6B63B0600196}"/>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7E508A2D-A167-4A37-AD6A-E2C36424A11C}"/>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8AB7727C-AA3F-4D5B-B0E3-B6E596F87144}"/>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E381078-63B0-4BED-912F-699C0D132E33}"/>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7D94FBF-FC2F-4D14-8C08-B66DE7C9F5D2}"/>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429E860D-507A-4AFD-ABFD-99501D3C64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727111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DD7B37C8-5325-4A22-AFF8-CEE7C8BC42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2258992D-250E-4C44-8DC8-7BC93741EB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4A9A1623-34C8-4FC4-A6E7-45DCE72E7D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A32FFBF-1F9E-48B5-8828-8394191304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8CE42AD9-772F-4D3B-A59D-DE0833AAE8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57D2B918-CE3C-46DF-91FB-85CD88B032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CE827114-3ECD-40E5-9EF3-7F047B703D32}"/>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605D157-C727-4D47-9E41-E7DE6AEEA7DE}"/>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085CB265-E6B7-4CBF-BCD9-E55D05BA8CAF}"/>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67752916-29BF-4669-AADB-C09625F9E745}"/>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B7DDF9CC-7E06-43AB-AA78-B603C51166AA}"/>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19007BC-D353-4574-8EA0-43B6DADB666B}"/>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EA0E1014-D303-4D40-A5AB-68D7175265F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D374B6F-DE13-49F4-A1D5-C48BC162287A}"/>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8A10454-C599-4247-978C-28A354E098A7}"/>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C8A668F9-93A1-44FA-A5C5-45E038109B1D}"/>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4142EABE-4A7D-42E7-AE2C-369198BB9B08}"/>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75073F4B-D765-4901-AEC2-1DC95BB374A0}"/>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9A49571-E950-4F0B-8020-2969767558FF}"/>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1588DCEC-3A7D-4B85-A820-F167C0EA777D}"/>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B02E585-1F5A-428F-8DE8-D42536807E1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2F6D67F4-5289-4A31-956B-FF7C44D769B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D0AE7EC7-0BCF-4EF7-A385-75F8DC20025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0DDE1439-0737-4EE0-AB15-194FF131D9A8}"/>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4E9F321-572B-4E36-8D21-5F4BBF1F8923}"/>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BC008AE-432C-47A3-B9D9-A0C77D8BC62A}"/>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F68B8C8-3135-4174-BDAE-7760960FD81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C6931CA-EC8D-4623-B0EB-2789306F0E7F}"/>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890DED5D-26B0-4D99-BB9A-C1A851AFA796}"/>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424240BA-6066-4E07-852D-421A5395741F}"/>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58C7C63F-F1A9-438D-B9EC-FA955EF5401B}"/>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B89F6513-C9CB-4CCF-BE4E-22F907DD3C6D}"/>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E1D5392B-470D-47B1-9EF3-935E4C7DD0CC}"/>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2872A1AE-7E74-432E-8826-8EE26501B958}"/>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ADA30E11-6FC0-4A12-A7B7-80DCC0F0E066}"/>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64E49855-0252-435E-B61F-613DD739B9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384214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AF4678B-5DB9-4694-9FBE-93F2B5693C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8ABBA60C-DDFD-41EE-8585-8BAECB9551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C0BF1CF9-94D7-495F-94F5-8B88A6DDD4F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92BC28B6-1D0C-4EE4-BEA0-41E8E4C018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5CC971FC-0C6D-4084-B0A1-08F61EC4E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9CCA4EA-DAEF-41CC-862C-F75BB3F1BE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7CE6AB7A-D237-4EE3-A6BE-5ACC9C1721C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916DB586-FC0B-42A4-94C0-723D7274CE5F}"/>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5044D80C-991D-4641-AFDF-1220CBDF9238}"/>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8788A932-A949-40D8-8B00-C497CCC2A1C9}"/>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126C370F-1CE9-4164-93B8-7872FC721476}"/>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EA360D-9338-47C6-9678-BF9C31B9C0D9}"/>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C5E02AD1-4BCD-46C2-92B0-B3082EACDF5D}"/>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63BEEE8-C6AC-4C7A-A10D-82DBB547AFE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60260BFB-CE68-47D8-B8A7-F4DED47EB20D}"/>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CE06F756-C0D5-4514-9409-245D09285024}"/>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897D5CF7-D9DA-47EC-9C39-CFCDA5958B73}"/>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80A4B3C-4B51-43D5-B8AF-A0D107FF7E9D}"/>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769F893F-8651-432A-B4FD-4C1155D82CCA}"/>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F6348B12-3ED8-4EB8-AECC-4D0977375DD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ECBFFFA7-AC69-48C8-A7A8-10F8DC7DE2BF}"/>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724D8C9C-D391-4859-93F0-73FD233B9093}"/>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940E210B-700E-408D-9923-13970A9401B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79DA2FD-ECE8-4427-90EA-AA28D6F58AB8}"/>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473A1397-0622-4BFA-8FBB-87081A35C61E}"/>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D20965E4-E6AA-4924-88B2-F1B86EEAF4F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665F59B-8213-4689-AEC5-7A7BD930051B}"/>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D6FECD46-71C1-49ED-9056-40E53EAAAB52}"/>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6565627B-9118-41F9-9290-599999F731E2}"/>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AAF6D96C-8113-4D36-A198-29129FC9BCC4}"/>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0C17693-8F0F-4EDE-A044-95FF3D31E831}"/>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30B1A962-6008-4580-8D1A-EE26566DC9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239084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C05B7892-7F6C-4EB0-B06A-771BB52458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FBDB30EE-1FE0-4C3F-AC27-B587F8B8D1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697EC7A4-0E2D-43D9-8BAF-FFF346BE16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9D63DBF0-7D39-4C85-BF13-DD086C6570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0894C87C-C95F-4C7D-A990-2583B65F64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DA111946-4B3B-4266-A20D-22A9F96D32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950782B4-1C08-42EF-99F3-315E913A7E16}"/>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BE4BEC0-A164-42D8-B4D1-6E7C2441FB18}"/>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651CBA3A-AA55-4427-87B0-74135B7F984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072E0DD-85BF-4B2B-AFDE-7E4E21501F18}"/>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5C5872E3-C79D-44B9-ABD8-4328A1BC66CD}"/>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F6E525F-4135-4F5A-9177-A6126DFD6084}"/>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A74548EC-526B-4FD1-91C6-034646614A7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7B1DA7DE-9276-498A-9243-75B97F8AF09D}"/>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65F06AB-8FD4-4AAF-A43C-E1A3B9E04F6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9CA23DE1-EF8B-48F3-8052-13E07FB2D951}"/>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4C7B805-58F7-4AB9-A8E3-6A708776E54B}"/>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C014C105-9A7A-4323-9AA2-472DF6337F10}"/>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F295025A-4FEE-48FF-96C8-0BB5C3A022D0}"/>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3B749A36-3435-449A-808A-A6C22DBA508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7088AEBA-0E62-453F-9F42-AC4E077F8C9F}"/>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8232705-08D0-47EE-A015-0D6D9BED1BA6}"/>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D19ADE57-7B05-4332-9DD1-196E28B3C044}"/>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C7871F03-B131-4DF0-8E31-15BD8A551181}"/>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40712BDA-2C18-4034-A432-7BFF23E809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880762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8505E75A-317C-4190-8BB3-9B214C4D43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05A5569A-4D67-46E1-983D-AB6BEB878F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5DCBC343-5E83-4697-ACFC-561FEB21B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4BBC85FE-E301-4817-96A3-39824892FE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58E6C693-3E12-4F9C-9857-8B5E2511A7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F46CDC4E-F43A-4919-956C-047C296697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75E3F68-9AFA-436F-B0B9-E87AFBB42F2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57EBBB1-38A4-4D67-9515-AA665F493557}"/>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2F551D58-D9B5-4999-9683-D7428F6F7E9D}"/>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1F6652D8-D7E9-4958-9EDF-D1AF33D07175}"/>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2F369472-4324-4791-938F-84225F05B33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18009FDD-EB66-417E-8BDE-B4C18918A7E7}"/>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5F877FE0-3144-4923-85DF-E12B81F9E0E1}"/>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A2B4DBA7-90E4-458D-A6AE-AD61BAA92B49}"/>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7832732E-FA80-4F66-A4A6-47C1EF65B8CC}"/>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6562E01D-9019-4B9A-B5C6-5A589C6DBBA7}"/>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21B115ED-D560-48F4-B832-106614875DD9}"/>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4EC6CEF9-3201-4D85-9375-8C1837CB8FF4}"/>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EB71B77D-67E6-4261-B132-AC70933522EC}"/>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D0201D14-4E06-4843-994F-DFD6B058369D}"/>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7590F0DB-FDB2-4575-AA5C-33275AC6B44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A10D6680-2D13-458D-B7C8-F11455CAEB02}"/>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BDB65427-E67E-418F-A197-EDFDB90E206E}"/>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2FF14990-B189-4E70-927A-30819F498C02}"/>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B9C1A433-A428-492E-97DC-55E5D5983BF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AD77467-DD74-40E4-B622-725CA078829D}"/>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6A627761-8C1D-49E5-A210-07E289217F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8A63A9EC-A138-4D61-BB5F-C3FAD1B1C0E6}"/>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CC03E54-0069-46D2-85F2-850D69FD28B5}"/>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4DF6DCE4-18AE-4AB5-B3D7-AC2D463F9C83}"/>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760AD74C-6650-4C78-A882-DD916AAB38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719650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4077A366-BB89-417E-BE8C-C724AEF60D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B2BF8282-8FCE-44F5-8517-93B0DF2858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2F655FAA-0C61-4C00-9647-4797CA3292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61D59D83-D458-4850-BFE8-252879492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522B46EF-3892-4369-BA31-2AA4BF71BF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59DC708B-D420-44EC-B996-7D20CC720C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B8901E0F-80E0-44CF-A6A4-6CB7634372E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6B1138E2-C768-4C63-9625-0688BB0FDFDE}"/>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16A32E3-27B1-43D6-B587-FB226F11518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CA91431-BFD8-4C4C-9720-AF837FC07E43}"/>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BDCE907B-A3D3-45CF-A997-D246A335FCCD}"/>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5E9743C2-59AB-4819-8F03-8F90EA0E1E9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3652D19E-B6B8-4AB5-9C08-464891A190D8}"/>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78FE1D4F-D9FD-49CD-AAE0-DD42A056BEB3}"/>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261A02F1-53C5-489C-BEC2-49317186CAA0}"/>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EA6BDD37-DFE5-493B-93C5-EB36DEAF9428}"/>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006A4A6-7A0E-47D1-8BD7-ECF3D5FB47B5}"/>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30523AE-9709-4FC5-89FF-CF1F5606F1C1}"/>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5BF242D2-9A01-4C7D-B70A-B5FAAB30EF2E}"/>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AF9294E-1860-435B-9A01-316982CFBBD9}"/>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9ED10A32-71F7-4100-B2A0-6834EE067379}"/>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92CCC14-ECB8-40E7-95DC-47241D7CC5D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7287136F-6DF3-4AAD-96BF-386FF41B7013}"/>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A73FED1F-FC4E-44A4-ACF1-51E4439800AA}"/>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B87081D-46CE-45CF-BFB1-E1331BC68F36}"/>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A82A76DA-329B-4942-A5D3-E52616C09E54}"/>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0972F8CC-59EC-4E12-96CF-F30C552A5BDC}"/>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8D9B2CED-AD22-4209-8EC8-8803F4E69B0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9ACA9A-0F61-4071-BD80-0E8CCBEE85BB}"/>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63F4A34F-EA60-42A7-BD8F-33E4B2A870E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DD63C9BE-AFC5-44ED-B01B-52770A284DE1}"/>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E3EC101-6374-4770-9412-1F59D69DE3E3}"/>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36EC534-935B-4259-B81F-797AC53A974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A5067B74-1E15-4DE7-A4E7-4128DBC4602C}"/>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7955F54-2FB8-4602-B462-7C358678E257}"/>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A8B83F7-D2E5-4530-9080-20B942D389E6}"/>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4676D35-5DEB-46B0-B4AA-9A32608F9715}"/>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B442CC67-A8D9-40C0-B8A4-44A071C65FB6}"/>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574244D7-9927-4727-B9E3-131B85251E9D}"/>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CACC926E-1463-491E-BDF3-D7F4C3A61287}"/>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BC1ACFC8-C729-4B8B-8338-B71C0C14BA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2029178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34F0B5C-C7D8-4AAB-9E73-808894DB58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06A53E67-52A2-425D-8566-8217A0677E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05A3CF67-E280-42DF-B860-74F299EA07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0C6A4D9-7AEC-4A52-A73C-B1E4575CD0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28DEF43C-3873-4407-88F3-860686037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27283B1-EF97-4A38-BB40-01F0CC629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43B2D12D-4D85-4A55-A3D4-FFF0F69988B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C831E9E6-DB86-44E6-96D7-FCD0DC0B4CF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A4D4E658-4BFB-477C-AC10-9365719408CE}"/>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CAC5E6B3-6222-436B-A493-ED1C8952E72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5536943A-93B5-4FAF-89BC-CDE084F78EE8}"/>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535AFE86-B0E9-4599-B261-31F63116110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270EA26A-2C18-43B2-8EB7-0E88AC44A9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BA53B96-3940-4356-AC95-0B7AFA15A13C}"/>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8C48920-A63C-4E68-8F9F-292FF93BCAC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D5935CD5-DDF1-4472-81AB-8E5B97B414AA}"/>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114E6D16-1676-4503-8965-13C425CF5FF2}"/>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03D112E-2F36-43DB-9272-90AE7DD5657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E90ED8C5-5F35-4A7B-AA38-B3EB6D3A456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C2E5018E-6255-4EA9-A7B9-E8C0EB9EFE9F}"/>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67BCA32-BD44-460C-ADAB-3153BE0F8AD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785FF50B-5366-4811-A9CB-4D599664AE7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4676A153-BA83-4860-A044-19CD46CA6A24}"/>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13759388-EB56-4A7B-AF8C-9A56138FE3ED}"/>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F2575CF2-696C-471E-ACA8-E2041C661001}"/>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5D1DAC38-3E45-48E2-B2DA-CF82B009A50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345ED5-08A7-4591-AD01-DE92B29EE86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FCEADADD-8358-46D7-92C0-3446AB44D265}"/>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618052FB-FBEB-44F6-8A87-9A1E928C74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4608172"/>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C6293EB-8D56-42A4-9D2C-25CF9CFA4B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4A566947-5169-40E7-A8A2-92A980FE44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2435446C-20DD-40A8-90C6-4DC3BF3D2A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EDB2C19-9C46-44F3-9B24-542FBB24F8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E5F61A7F-21B1-4187-927E-ADF842C9E4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F1CA02FD-5250-4A1B-8FF4-8FC42072D9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D071476D-52B9-4955-96CF-A44AA215497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5C4913-BF44-4ED2-B59C-3F3BE69D439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1F82F2D4-27E3-4DAF-A892-9F25087A7E49}"/>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0FF5B8A8-151C-4166-A8EF-11F61DE23ED8}"/>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C6481735-8195-4158-BDDD-28032EDDE851}"/>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EE3C9D36-5350-4E57-9452-5908A72CFFC0}"/>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875E26-AD54-4126-A2DF-8EB0F9601AE4}"/>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A5235388-227B-4E58-95DC-56F24A320DED}"/>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58B835CC-942C-47E2-8E8F-0CB4C0621096}"/>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F93F84CB-588E-4C1F-8D24-E3E2D099C1D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8D4E89F3-7C46-49AB-A1D2-F86FCC1A2366}"/>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F742C826-FC53-488A-8942-522DCE0F4150}"/>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0B77754-FF3B-4334-B9E4-1A6E05904F1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4C0B1A1F-0E8C-462D-B0A8-55AF330E7742}"/>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A416B414-5E5B-4F34-A705-D00B0E7DC237}"/>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FF4359AF-17C4-4CDD-8E08-F8FD90C3D489}"/>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DD055D00-B66B-4755-82C1-7F694BC37F8B}"/>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A9A093FA-B176-4F6B-AD44-63827014A8F8}"/>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9447AA1-8B99-4789-B190-4D60127E8FBF}"/>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1947BB49-AE8E-4FAC-959B-93A5A6EB8F82}"/>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AA0155B6-0376-42F8-966D-502FB0E7DC3C}"/>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D4F4797C-5328-49B6-AB06-18FC70D2AD3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54146706-7B40-4165-BC75-3D89FB92D0D0}"/>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DCC67E1C-553D-48CF-9951-0FA18F760458}"/>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85C512A2-08D6-44FF-A22F-7BC741783E33}"/>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5E2374-0477-4611-A9FF-6BD8A3F535CD}"/>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C399AAD7-60A3-4BD4-9CFE-73D38C37D173}"/>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337BA762-5043-4452-A9B1-4FA2C4B5727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603C671-BDB1-4236-86E4-F9AE51BB19B3}"/>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321A2DB2-B589-4921-97DA-5E4CAA825700}"/>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7AF1AE56-E4B6-425B-9385-8C6774F7D31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5451A1D4-5EE2-450A-BB78-D9B5959F8EC2}"/>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5912F982-97D2-4805-9172-901DD4EC22B9}"/>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6862ABE-3310-4B01-82FF-1058B5BEE1F4}"/>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8B76122-3F64-4E11-93CB-0EBCA41F8501}"/>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122C5622-AFEA-4272-BDD2-7FD9484C91E1}"/>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67EDFE45-6615-448A-B3B8-D900CAB84E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7884745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C815300F-50ED-4796-8EA6-E64EAB5170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121D91FB-0F99-4417-BF30-2A33726601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C39A4FCF-DBE5-470F-B525-EEFE0983E5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F6A9CA2-D5B3-4D21-8C38-FB171835CA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F3A4EE7A-DD51-4FEB-AEEB-D3417D4047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23B89B23-D117-435E-A016-981402B834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4BB712C0-7D57-44FB-B528-5145F4797268}"/>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01A2420-E8B7-4243-A3EF-99D8345F8695}"/>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6468092F-3265-4E97-AD02-E5B7723C2BB8}"/>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558B6766-D3C1-49FB-B219-A154729098A1}"/>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7CC119A1-8FFC-4B41-B0D1-10B12CD7B6FF}"/>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565EA325-8E3E-4350-8CBF-7AC33369830A}"/>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D0A875DC-F2E8-466B-83EB-97E6577D669D}"/>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777AEAE8-7771-4D48-8656-FD2D6784D0CC}"/>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EE5FD48A-6984-4B1C-B7AB-82D702E4ECA4}"/>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52A5DD93-5E4E-49AD-B902-971589121CCD}"/>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1FBB26AA-3AE1-4003-8013-5019057B519E}"/>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7971956B-3D71-41DF-9084-4CE523A9AF08}"/>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F6E93979-BAE5-489E-B5B3-687F445D056C}"/>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A54A57E9-50B8-4801-B3AC-017491DC946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6EF5930C-EC36-40DF-90E1-033D26CB5456}"/>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3EA585F-1BF1-4504-AAC4-125D9725E6B2}"/>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AEE54631-1700-442A-9F77-57036A9BF660}"/>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3E932E57-09CA-4399-A339-679045593322}"/>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03955935-A8BC-4010-8A63-5CBD8A2D55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0419284"/>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6FF0EBEA-3DAD-473F-86AF-F59C204E51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95DDD056-4E0C-4200-9475-329457390E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AB56633C-6224-4AF7-B17A-E4C469BE5C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74128337-F494-46B9-8B78-C900C72C41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3FD82268-66C3-4A5B-9765-A42ABDC53E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3C08C61A-8C46-4787-B1A0-2529E4D3B7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21C1FBDA-7B5C-490B-8674-8084DC0AA43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25781C9A-9A9E-494E-AC5D-9D3656D5A546}"/>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43A91CED-E265-4511-A90E-CD79613F648F}"/>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96A631BF-73AE-4A35-B067-E3006E803EAA}"/>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EB03517-27BA-4A43-81D3-432D2B0FF534}"/>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CFCC1866-EEFC-4089-A770-5A7615AF6476}"/>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3CEEED02-7691-4148-B5B1-220EB17CCD8F}"/>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43C24DF1-024E-40AE-A6C4-4C553948CF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365929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AE5ECFEF-9CC2-4D0F-B7E5-CBB1FC31F1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36CE1C12-C96C-47B4-A11D-664FD33B04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68F4D304-652F-4EEE-8A7D-30AE6634ED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3BC151CF-4C29-42F5-ACB4-5A18BE5095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C4C8C656-D85F-4120-B469-7A306467B3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8DA7F9B0-5E17-43C9-BB70-DF725BE692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3CECF0E0-A2D4-46DC-8123-EA7AF8B02244}"/>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254D73F2-D70E-4A10-92DB-24D925493E72}"/>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5E647D8-1CF9-470E-ACF5-92D0AE545C09}"/>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D123CF32-D0EB-445E-A513-E2968E77A9CB}"/>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6D458915-A1A9-4C9E-BAF4-60D48D6D0B2B}"/>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624E7856-A0E3-4134-A875-F2256B584931}"/>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4D0FB4B7-8BFD-4D61-AA93-327920230603}"/>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7B015E42-A892-49DB-9CD5-83C395E11629}"/>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548BCAD0-974E-4138-AB3D-0D871ADCEFF0}"/>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D91E7411-A2EF-445F-90F4-25E0F785AB60}"/>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6404A851-128C-46D4-BA72-0D9B8FAA380B}"/>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2EF35287-7789-499B-9DC8-82C654AEF521}"/>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7F86E52B-2129-4497-A768-A719B2EB5D18}"/>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2AA01D11-1CAB-41FD-B50C-9B7D212E8E84}"/>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1F65B22A-6204-406D-8900-198550603189}"/>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90028C1C-138B-4463-A311-54318C39B798}"/>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1632A941-6C5D-4BA0-AF83-67CF478FD5C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21232A8-8A44-4441-8DE0-4BB688AE3C0D}"/>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3FA6F5F0-B8DC-4C7C-9AA1-39D54ACBA2AB}"/>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15B2A3EC-FF17-4C0F-8C60-F10AA1726FC6}"/>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9B7B04B9-EE59-4650-9116-57ACF8266A44}"/>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C619EC4-7826-4E3B-9B31-A4648B05EE82}"/>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2D1C8E0C-7861-4DCA-9494-17F3812933BC}"/>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BC205188-D37A-47B0-9E2D-95EFB1F8843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496A03D-8F11-4608-B811-9B38765B10E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AF82319-27F3-4306-A93F-820AC3036C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465992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9F67E15F-441E-41FC-8459-697BE738F2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97D9E1C3-D2BE-4BF8-8B65-0558027DF0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BF082D33-A747-455A-98EF-C2C9641CF0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5863F18-5150-49F8-A0F5-4016277821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8B051ECA-79E1-41D9-B3C0-13C6295FA4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DFA9C5F-C9FF-4BE3-BDA1-2527488A5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61C746B-3176-4071-8CCA-66ECCC331CE0}"/>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1C839CCD-8063-4C5C-B9E1-76523FE43C74}"/>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0A465FE6-7FB9-4EBD-A32D-26CCDD6A93C9}"/>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D671B04-6852-4EC5-A64D-55961DD3F75E}"/>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09BF55CE-3151-4C52-A543-E23BEA5B4C1F}"/>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223DF120-CD52-4CB1-8D80-B8DB935E82CD}"/>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3132EFD-2C3B-47C1-A326-28D97C1BE40D}"/>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6ACDF312-4333-4B0D-AF88-AF4827CB9D0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1E823409-9E77-410D-831D-B4C2A3900AED}"/>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0C141994-D202-4642-AD45-B0B7634D2F9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8D39B792-C28A-4DD7-B192-AAB7AEBE0532}"/>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7A08A1BE-4F55-46D3-8CC2-6AFFC3984974}"/>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7BC5AB6C-82C4-4AEB-8DF5-E1E8171CDCF7}"/>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054624BC-F8B6-4D1A-971F-9A1B620FFECA}"/>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88834E2-EB40-4A4B-98B5-24B48588F06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B968C47-5A06-4FC5-8396-927418BA06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24306406"/>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9B40A9E2-6C15-42B6-A143-336F4AB2E3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4CBD1816-C9B4-498A-82D8-1BCE6C0948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721F75CF-83FF-4F64-A909-850275719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FFBA889-01DA-44AD-BD87-536F766651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E704A91D-452A-47E0-A60F-AB9F579D2D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9725B45-553E-4370-8C9B-510E1A2706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3553BAAC-4E25-4F4D-8DAA-CF054EA7D9E6}"/>
              </a:ext>
            </a:extLst>
          </p:cNvPr>
          <p:cNvPicPr>
            <a:picLocks xmlns:a="http://schemas.openxmlformats.org/drawingml/2006/main" noChangeAspect="1"/>
          </p:cNvPicPr>
          <p:nvPr/>
        </p:nvPicPr>
        <p:blipFill>
          <a:blip xmlns:r="http://schemas.openxmlformats.org/officeDocument/2006/relationships" xmlns:a="http://schemas.openxmlformats.org/drawingml/2006/main" r:embed="R6fd38218749a4d35"/>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9E657DF-E0EC-4691-B37A-CA8A89D81AAE}"/>
              </a:ext>
            </a:extLst>
          </p:cNvPr>
          <p:cNvPicPr>
            <a:picLocks xmlns:a="http://schemas.openxmlformats.org/drawingml/2006/main" noChangeAspect="1"/>
          </p:cNvPicPr>
          <p:nvPr/>
        </p:nvPicPr>
        <p:blipFill>
          <a:blip xmlns:r="http://schemas.openxmlformats.org/officeDocument/2006/relationships" xmlns:a="http://schemas.openxmlformats.org/drawingml/2006/main" r:embed="Rc2d65dad61e14d86"/>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C6AC71E-A677-45E0-9653-F43257AEE8D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16B5FD26-5400-48C7-A9F1-C375FC24D6A9}"/>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87B5A7B7-4922-46B5-94AA-18E346F5A192}"/>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1540E9B-4F3E-40AE-B9AA-D8FFC35C26C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0DCB9675-E9C8-4DAE-87C2-55402CF8EBF1}"/>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92400785-2CA6-4E52-A06F-BC9B91BB6DD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685743F-3469-43DE-8ED7-75286DEC2645}"/>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0A27F10-41E6-45A6-A449-EC4839ACA3A9}"/>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79E761D8-51D6-4E27-B5BF-6F706A0F2808}"/>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5017471-7233-431E-920D-8EA386781ECB}"/>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C4B11E3-09E2-41EA-95FE-AD11F3A7947F}"/>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1C82D687-3262-410E-AC15-3EBDA04BF94A}"/>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57E1E95D-C418-4D16-8936-4B2AC9DE323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C81C2988-B7F4-4779-B3E1-7F6B7436177E}"/>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00B04F23-363A-4AFE-B2C2-B7200F883F22}"/>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5B268186-6C06-48F9-B221-D664508A1950}"/>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376F9089-FD05-4778-A50E-A4C18B326797}"/>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BD5661BC-EF69-4F75-BDF4-303C0B9C7F9F}"/>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E6504BEF-7458-4BA7-9093-5085C7B1B57B}"/>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E017F67F-D797-41F0-ADEE-AAB8AA7FEAFE}"/>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9B75CE-DD7D-411D-B91C-BC02C2E719A9}"/>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23461A7-5DA6-4B2F-8BAC-13FE6DC711AD}"/>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61E30CD6-9C2D-4C7F-BFA1-53C6EA0BD860}"/>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27B2E621-8AD1-4847-B2BD-2085FDCD8148}"/>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851EE10D-26E8-4728-A315-6AF9CC87CC1C}"/>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8B3A4154-B286-4C4E-A2B1-A2E2081766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97279160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DBE420C8-BCA9-4CE5-AEDF-B99ACC4383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9E998455-564F-4337-8C3A-B96A12669B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CF166F89-C515-4FB9-9787-5F69A92A38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2A9D712-4BD7-45C7-903F-DA56FC13AC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6D07B581-799B-46B0-8730-CCF16FFAE9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64D604D5-BADC-4A7A-86EF-44A6D3FED2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4DDA9703-E3EB-4F52-A96D-AD8FB889A4E6}"/>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36CA8459-B9A1-4D20-8AF2-1988EC9C5A76}"/>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22EE7E86-FD69-4EED-A63E-D96842A073AD}"/>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2A5D6ABB-1651-4417-B284-1E11E442FD60}"/>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70571AF6-4C60-4AEB-B7E8-2B386F2B5030}"/>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1072A3D-AFD7-4208-8ADF-79ACE72DCAB2}"/>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8DDF43B9-9390-4B81-B5C3-FB240F502C6F}"/>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5F7D0B2F-2786-4EB5-A397-5BDE1FEB97EA}"/>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E37AA32A-B764-4324-BC43-4F179F5374BB}"/>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02681F53-EC1E-4FEF-A0F2-AFFC90523ED1}"/>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5A5B1D9-C922-4127-BA61-061BC3959569}"/>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4E82F14-BA87-4F32-8225-48F8D5057E01}"/>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763F4D35-F3EB-4C76-B669-9EDA7FEFA06A}"/>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F5BA5F3E-9DFB-498C-AEF9-EFDAEF43B1EF}"/>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71EC148A-91A8-4F3E-844C-CD6A27FB5B7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BE026FE2-8296-4889-9CB8-C80FC619E9C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CEAAAF7-1DC6-4130-B003-F7AEC0751F49}"/>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E2F433A-D588-44EF-8EAB-D7D27AFF2E83}"/>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842F134-C408-4E93-83DA-58886276A2DE}"/>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7C96F8AE-9A26-4AC9-BC57-DF7CB54BF898}"/>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A1C4F91E-930B-47E5-BD33-454E0916104D}"/>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7E616F67-5F87-4D6F-B554-76F6192995F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88F57B3-77C0-4ABD-8D70-748F4923EEB0}"/>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EEF36420-ACDC-4C38-96D7-5D13A401942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AB36EA8-6F39-4BC2-A0F6-2D8CAFA5CBB8}"/>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53272D9-41D9-4F4E-A07D-2A0A48D8282A}"/>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0D112844-194D-47EC-83AD-1002520A23CE}"/>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F8D9E31-ABF1-4A91-A723-575E1D69785F}"/>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ABC7F8B-0981-46FE-ACF3-9053C4F0F684}"/>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2324E444-C185-4F5B-8737-56C2B8AB047E}"/>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3DCF0A30-9E6F-4471-8EB7-BD7007DB21E3}"/>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00FF74CF-EA96-466A-80D5-6AE395737B51}"/>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907FE839-2E4C-4B0C-BE4A-2C0B6B49D069}"/>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59D24E54-D5E3-4E72-8E7B-DBF170F685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2521984"/>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F7D6DEFC-CB23-4E10-8E99-45EA47FF63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9636FB85-1F45-4DF2-B2AE-E88E227F16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E2B20AFF-473E-42DE-96BF-B6352F77BB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D343259B-1EBD-4B2C-BB5D-0372BAD31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DAD0F4A2-F82F-442B-8137-F35696AB8A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60B5E7AF-E163-4E3B-B1B5-6C3794F504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EFD05000-9878-4DB1-8804-70B22AD2668B}"/>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5774AED1-F095-4431-B713-67AF0924C75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617DFEE-870B-4B3E-9267-4C2C46FE5FCE}"/>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B05383DC-2E15-4F3B-AA1D-9E5DF7B29A57}"/>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2AB0F3-30A7-4341-919B-2AD6726540A3}"/>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3B6C798C-EDCD-4D14-BAD2-B9CBEC2C42A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DBE1DC0E-2085-4D59-BE9E-DACB2FAA3E1C}"/>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BBCF787A-9837-4970-8BEA-100371ED426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D1574A22-9973-4839-BFFB-DF9152146513}"/>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20A5AF2B-163B-4B52-96A1-935C4E99DD21}"/>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C10169E0-D64D-477D-BFF7-3A785EB8E6C7}"/>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B7DE50A4-3F1A-425B-99F3-D598AEA344C2}"/>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7D8D715C-F471-45DA-B014-EA88B112B07B}"/>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9FCE033B-376D-4B78-BB72-7E299408C89A}"/>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C7C3718F-B360-48FA-8F75-EDFE7DB0486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BE55E686-EDDD-4D01-AEC1-220E4124E3E7}"/>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A09A5235-D3B9-4761-8CA2-EFB367DE22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9666770"/>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6FBE39DC-9193-464B-B045-723C2D85D3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CD74C3A2-898A-414C-95A2-29F5FA4D82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E6B09913-E903-4F2A-A2A2-093A63A0D1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D5F238D-D3D8-441B-A1C3-C7AE607706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D1B75C5D-D7A6-4CDD-A913-477765DFE1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A044C7F-867F-4CB2-ACED-F115A4593C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69EFE66A-A9A7-4FE9-A090-50714FECB3E4}"/>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CD025879-060C-4984-8F36-0782481FB90B}"/>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B039D1C6-8E79-495E-8805-37A0E08225F9}"/>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A8E539EA-AC29-4881-896E-3F91F91C028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7CC3E203-79A4-4EF0-AB71-AE77966BA088}"/>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8B005C84-0F61-4FB4-ADAC-B7100E2DAAB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3AB37E00-7DF6-4DD1-9F8C-F3185FCA81ED}"/>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819C0E0-5DC8-47DB-BDA4-DF3B99450454}"/>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E008E452-154B-4C58-A333-3F7533981CB4}"/>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EA961915-6C73-4517-BA9B-96194EF4EE4D}"/>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A75F376B-2CC6-4B6D-A6A2-773F77DD1637}"/>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DA7C852D-D608-48A3-8188-224CFA10C3DD}"/>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89D96362-7629-48A9-BB68-8AA79916526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0E968E1E-4DA7-4468-84EC-3A1599458459}"/>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E3F86FC7-EAB7-425B-A177-0D9010E17204}"/>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109EB15E-E822-4137-80E8-7A9DD4EF8A0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AFCB3DF4-3B82-4EDF-8C55-8DD07D76D6FC}"/>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908ED13-D3F6-4334-A44B-C559047024E0}"/>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5BE6EE86-0AAB-493B-9C79-077C360BE3C2}"/>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06264438-56F7-4502-A218-1273D6F463C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B2190063-77C8-47CA-A4B7-17B950CBD8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5661029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C9C0581-1EAE-492B-9E11-6DA1FFEA35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C6C30E6F-44C6-4375-AB49-966E3090A6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FA98959B-8E0C-4EC8-B724-7EFAA21ACD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3542A1F9-C374-489B-8C3B-0E2566BE99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F913A459-D2DA-4793-B7AB-D32559822C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C0728981-055B-486D-B599-51F5E45668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AE092906-1939-4FD3-9EA6-9707AA58E146}"/>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F96A74A-17DC-44EF-96B3-A109AE0FEDB3}"/>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A384F5EE-2BCB-496A-8BE7-57E5FB77B5BB}"/>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5B298CC4-3BB7-4120-B723-BB5C4A1C2B76}"/>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46570F7-A312-4EA7-95D0-9A4714A15D94}"/>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4D4DDD08-5C0C-4E93-8101-FC43AAB9F799}"/>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5D357113-11E5-49E3-9AE8-292298785554}"/>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841069A8-705C-4E46-AAE3-C46598319685}"/>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C44EF6EC-BA16-4F2D-84D6-88724234C45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FB127E6C-BDB6-406E-A834-5EC3B85D1C6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D4E38E6-E487-4B73-873D-39DD487EBCD6}"/>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2F22CFA6-2A12-48B5-B73E-D6EE7158EF9B}"/>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CA11A97-8E76-4186-BA13-159BAF880479}"/>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9AD8EF8-2C71-4F8F-8A9A-8634CC4FAB00}"/>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EC3658F8-3348-4979-8A61-51AE2931A0A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2A405BA7-E5BD-43C0-8B68-0C5509BC31AD}"/>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BE3D1454-7F13-473F-B503-E49DF56EEF8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80BE72A2-3A0C-4F23-855F-7019BA97F61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072065B3-0F71-4D92-9E81-BA0B1620615F}"/>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A467EB6-4488-4A6E-BCB7-9E97C0123C1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636B4931-0B3C-4AFD-BCE3-749C6D585C17}"/>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89C90B3-AAD3-49D7-A906-346AD02D125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ADE5BE00-1FBC-4292-88C5-0EE891E60E67}"/>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C8E0A682-4782-42F3-B6FE-47E79B3DDF8A}"/>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EDB8427-B6DD-49CB-A20E-34C31069619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4CF6939-930C-4CDF-8EA9-AA113EB2DB4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CF24E85C-4184-4241-8699-68DF19BAF8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8977967"/>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DDE56FA4-23CA-448C-9DC4-3225E89ECA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B629D4F1-799B-480F-A356-0F6D691D95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7105140D-D5FB-4309-84E4-02DBE3988C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71A4095E-B83B-4CE7-8E0A-4FBC77D72E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CEECDDD-78A7-400A-81BC-A572CA79A5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5182F140-13BA-4EE9-83DE-360137BDF8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0C73F07B-A844-4403-808E-D118C2CB9CF9}"/>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6D397A15-A6DE-451C-B244-8D9030BC2EE4}"/>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A938D690-4A8B-465A-9E4E-F8DF4A45C0E6}"/>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2B156EBA-BB1B-49F0-A7C6-D406715AB9D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BDEDC05F-FF26-4206-B83E-3B43522C0FA3}"/>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2AF8FDC-CFC4-43E0-B0C9-6C79FFD185C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3567407-793D-4E94-94AE-BA1BC1EC2710}"/>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6A881228-5E7A-4CA5-9139-C94F399C57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5642381"/>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BD3CDA8C-4A67-4608-B15B-4955DEE8DC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1A57DAD2-0550-482A-8402-397932FAE6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74497AA4-8942-42B7-ABAB-DFB58DEE29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610F3987-D255-4B90-B96E-28C64CC12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EEF4C6DC-573E-46FC-A88D-F676F8932C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14662874-ED49-4933-91F8-7C57B3009E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1DA6408E-047A-402F-8C1B-1528C7FE022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DF87D0B8-ED18-4241-BA0A-83892E149655}"/>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ABBD8FAD-7166-41F1-92AB-AFC554E9C108}"/>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2D130989-AE64-4EDE-A581-F43CFEB3B56E}"/>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5B70228A-63DC-499F-9715-2F38239B6B9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5E2F49BE-2868-4911-B60F-77A13AF3DFF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2376079A-2DFD-47F5-8B1C-5352FC613AD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873EBA91-0DEA-4D8B-A8D1-268D2A05AC55}"/>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50D3741D-8E8E-442C-B1C9-B1B3E3CC59D8}"/>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C7DF0B86-1703-40E5-8B29-F91A1B66FC56}"/>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99D1F813-E488-4A72-95AF-AC2BBBC96F3D}"/>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00AD7CBD-F7CB-4F79-AF82-13D9699D0F7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DCB7C9DC-FA0D-4258-89CF-DA283942BCC1}"/>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04C2A2E-E60A-4B73-AF5A-234A6BA722B3}"/>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1982AC67-5671-49C1-80FF-A15BB34165E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A8C2AB62-116A-47B1-8A03-CF6B84C62E62}"/>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E9CA4E6E-A2DB-479C-82BD-809DC36128A1}"/>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10CA2AB-2706-489F-A30B-649F60451CD8}"/>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09D132E9-9E86-4704-A641-3A7CBF90447F}"/>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46475F6-A00E-411B-9614-1C3E0BFE5C54}"/>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BC5748DF-C263-4718-A780-B367D293D80B}"/>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B3A44DBF-3D25-4488-87E5-3C16690233D6}"/>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E0B38E13-D45C-4F3D-B3FB-A37C4FE9E60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1E5B51E3-D38C-4514-9643-DB36B0E47E95}"/>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03EB43C-06C3-457A-AC0B-4FA03CCFD5B1}"/>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0C584531-E3AC-459A-9CCD-DDC99E0CE94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E85C9984-C016-481F-9D97-C57F634A7770}"/>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9B3D37CB-C7A1-43B4-8A64-41A7599CA2F6}"/>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8E9F1D7A-5903-4D4C-B707-34D6612DD8D9}"/>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E8BDB1C3-89D1-4631-B6C1-C711B3DFD375}"/>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AA7A3A3B-7B5D-4DE2-9DD6-846ABF7225F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C8808B8D-341B-4D39-A276-3361B27DA76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C85F9505-DDE2-498C-8E67-EC0A423A6030}"/>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2106CE66-DAA9-42E1-BDB6-2AB174C14C57}"/>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84139203-63A8-4D78-9C13-C8E8413D8B8D}"/>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F56683AF-5805-440F-AA7E-AD2E4228ABAA}"/>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20F7D1D1-D0C7-4955-8F75-0EBFA21B7AE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0F5AF744-7D17-4376-A964-E93BEF135B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54101068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68F3FA42-79F4-4DB9-8DF1-42302C084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0B67E563-606E-4904-8996-F4D8454F90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BC9485EE-E150-459F-8095-E4282A30A2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E2FD7AF0-9DCF-49B9-AB65-0CC5BFF2D8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C6C47A00-822A-4EEE-AA46-16EE64EF97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7207421-2B04-48B6-B505-AD8D3D127A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3005910C-2D2E-45A3-9710-F25C34E40C8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D17110B-5B95-4F0A-861D-69251B7C540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8FF3564-77F0-4ECC-BCFB-C182C81905BF}"/>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F9A19B7B-3FBB-4C8D-AE8F-A0983169F744}"/>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2CB15DA3-2302-419C-843C-8DF39B4F1321}"/>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31773033-36FD-4F63-BE96-A296CCF2BEA7}"/>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98DE01B5-C31C-40FA-851D-AC1696E24BE7}"/>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E7A22954-A909-4D67-BF6C-81D9CBEA6871}"/>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AFD7FB3A-12F9-4D94-B15D-5F6C939BB8E7}"/>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BF54D8F7-E9DF-4C70-A6B6-F588A17DAFB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E6362A21-A128-4545-9C40-1FAA952AB4E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B8F48FF-CD38-43E1-AE20-7FF157F4E948}"/>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E1722143-2152-4AEE-9B66-C3AB80D78A88}"/>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D587D06D-29CE-47EF-892A-EB85361ECCD1}"/>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E35F60CE-EA6E-49DB-BCC9-57E1CE125503}"/>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88BB1B69-534A-4E02-94CE-A9116BCC1019}"/>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F9ED062-B72B-4889-9CA6-44541B0E21AD}"/>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952670E7-7445-4567-AE04-E565F067189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E7DDDE17-1027-4BA7-AA61-085CE8899207}"/>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9858A408-EB1D-4195-9F20-55385DFBE64F}"/>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421B4D27-28DD-41D3-AEB8-2D7C49AE567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BDE0F4B5-8FE9-455F-A43E-667ABB7AE4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799040C8-34DF-466B-B380-6E4E0A66992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1BAB50-F252-429C-A09E-4311E4C38472}"/>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FD697504-78B5-46CE-AEEC-82167383EFD8}"/>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4F6EB27A-DA6D-4AEF-AD3E-45AFF460D102}"/>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25AC63C9-1127-42E1-BC79-8E28412F1C61}"/>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D1BF51E7-5B5C-4172-A579-F356C53A41DC}"/>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9BEA9961-BB6C-4FF9-BAF3-F0CFFF27937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59F070BB-1CA3-4573-95A3-26139BE6DBFC}"/>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E558B29C-800E-4322-8FF9-85F9112EA865}"/>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53CEDB7F-2542-46DE-8323-1144BADA281D}"/>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35DD08E-78CD-4295-8644-1CA6897A79F0}"/>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8A6DC92A-B1B5-4F52-8281-5A9FCBDC57B3}"/>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E9D1779-68AC-48E7-90D5-68536867F501}"/>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57111F07-02A6-4634-82F3-D69E8A78780C}"/>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AAD4E869-F7C2-484A-8B41-CD9500940B85}"/>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D38C07D1-98D3-4702-9477-5A57D22710FE}"/>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533A9FE8-0BC4-4805-A9A3-5DFAFD73309C}"/>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E2FFA2C1-7806-40B9-B739-13AEAFA00F6C}"/>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6DA57D3D-CBD5-4A64-B90A-0C8851DE7DA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755B5820-8450-465A-B516-13937745617B}"/>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72949CF7-2AD8-40FE-8CCC-81BBE45E546C}"/>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DF6CBC3B-B7E3-4E82-B9F1-609A98A3707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9CE1EED3-FF11-494E-A5E5-02084F119DFE}"/>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C3FE26E6-0237-4712-84F5-28907A44D2FB}"/>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C9036144-3F20-4709-881B-B76B2B17CDEB}"/>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FEA19A00-82B3-4724-85CB-150AA8AE581D}"/>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959E2A25-581F-4073-AAB6-F76C8C3F60D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4B24D235-9F07-46E4-910D-32789AA53C1D}"/>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AEAED1F9-470F-4680-A5CA-CFD23DCE53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98453715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73E9E51E-4FB2-42E4-9274-A8DC02D50D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0604C815-0FC2-448B-926F-A332F5A5B6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E6D618BD-031B-466B-900B-5CF62FA4DA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252790E-F637-4448-AF70-BBA2925809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BB547D3-5B01-4F89-84CC-0442BB2CA6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37A280B2-A40B-421E-8111-CC099FEB2F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5DDC2AD8-A986-44AA-B3DF-D81D406F935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EC98C640-96D9-4BA8-86AF-71F3AC9161DA}"/>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E756D074-1F6B-4B71-9362-B927220BBDCE}"/>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B5C9555F-BCEA-45FD-9700-DFD3B1AF7DA6}"/>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6CE26D83-1050-4BF4-8E2C-1BADDA71DEDD}"/>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8E29B0-A60B-46AF-819F-5382B7E47367}"/>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5FA4835E-2E1E-4254-A6D4-ECAF84552380}"/>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FD41C70E-6893-4316-B666-E35A8A0E80F1}"/>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6917f98d2a03413e"/>
          </a:graphicData>
        </a:graphic>
      </p:graphicFrame>
      <p:sp>
        <p:nvSpPr>
          <p:cNvPr id="15" name="Python 할당 피크">
            <a:extLst xmlns:a="http://schemas.openxmlformats.org/drawingml/2006/main">
              <a:ext uri="{FF2B5EF4-FFF2-40B4-BE49-F238E27FC236}">
                <a16:creationId xmlns:a16="http://schemas.microsoft.com/office/drawing/2014/main" id="{78ADD933-3AC3-47B7-8D2E-4A6F71BF07B7}"/>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A3E98710-DDB5-4750-A746-FD58A909B33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16D8D0BF-33CA-4091-A03E-48961EE596E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42BB2F08-263C-43F3-B6FF-7FB0B0E720E8}"/>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7A16C548-01E7-484F-BE9D-345F3E6D5CA5}"/>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770A42E2-3B29-4023-8BD2-F322D022012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EE306381-4C5C-4DDD-8DAC-16E79DFE510A}"/>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1AF2E3CF-8227-4F7B-A822-F3047F01633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45E93624-5155-416F-849D-C35E0E0233AA}"/>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F580582D-7B8A-4F64-AAB8-14039B29C85C}"/>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C3A6099F-6A60-4DA1-8BEC-3F54F6A3FE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283091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BB5270BD-FEE9-4F21-8972-653A96940F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97F7A455-2D01-4684-B134-52F1F531CB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EF30A727-537D-4946-8EB3-B9F9ED01E2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4B89F3CA-D0BB-4D5E-99DD-08FBFECA16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2BEE0C67-F0E3-440C-8ED6-0DDBD6FB17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A3B22922-3892-4C86-98F1-A4450A3A75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A2D8591C-1A10-4965-A1F4-115FE28342E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01B4D59A-8ECB-449F-998A-1D47ABA58926}"/>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3AE7226-A153-4D56-8ED2-65329B9E034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C0EC2493-9156-4221-92BB-9584F5E3CA6C}"/>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09D26FC-E641-4C2E-9418-45D6367805B4}"/>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1C64B100-5EC8-4017-B842-8ACB726728BE}"/>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E01EFA65-091C-48F7-B847-0A9E2F270555}"/>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9B52BB06-9898-41F6-AC55-78F0D097256E}"/>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C219BFE-1FF2-4F72-A5C0-BA0C7038E624}"/>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B7891323-8C6D-4BF7-8ABF-76E732D6EB9A}"/>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34F7C9C-72DB-4710-968D-7AA31AA0658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D66A2283-60BF-4EF3-9422-05819CC1E102}"/>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EDCBB567-5766-42AD-8DCE-ABB7BBA21404}"/>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58E0174B-31E6-419D-BA13-A69894B54F7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50CC63CB-A688-44DD-8BC5-8455E211A5D3}"/>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CE6A2700-3C4E-469E-ACC9-A83CAC6AF03C}"/>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7960D45-5BE9-44A4-B96D-A2F73BC687FF}"/>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A99B8374-5291-4045-A2CA-578D12CE0E2A}"/>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24611FAC-10DD-435A-9C9C-A8076231362D}"/>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75D1D37D-3F73-4DFF-B2D4-1BBC4AD02CC0}"/>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788CFB89-8F7D-4ACD-B520-A3628A1FFE8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5921E058-C7B9-4FC7-AE94-178BFD6FF7A5}"/>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DFE9057-99A0-4F66-BDDC-2DAF2AB9482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53C03579-0F88-4559-9BEF-2504F3118123}"/>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95D12509-E27D-4AA0-8FC1-35FE2D7D95C2}"/>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7DEFBE8E-A405-4100-AC4F-0D5A58929833}"/>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2F76D6E5-3770-480E-8161-4A366149BDE3}"/>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70132290-9667-4DF0-AC35-24F2272F4FD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F67AC606-85D5-404E-B2E8-B8FE498C33D1}"/>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55A900D-77AC-4014-A215-092DDA484F39}"/>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E192D84E-DEC3-4B8C-BB78-F6EAA8C1747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8914A618-ABD1-4D42-BB52-F813FCD2A87F}"/>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1019188-E3C8-4F3B-843C-5D31A64FF129}"/>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10D71F15-8598-46DF-8101-E098E53E0511}"/>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41737DF-6538-44F5-95B7-FAB0DF94A454}"/>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02EDCEAC-8316-4295-84EA-E17C53C33D83}"/>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4355B844-D863-4FB4-AF4B-11F6814FCB0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56BB673B-2253-4DE8-97F3-F1CE9C9B34A3}"/>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696147D-AB68-45F2-9D90-2385C1539E0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315CBFF7-63A0-4569-B8C6-BC423ED8B786}"/>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C45950C4-7DF9-4A76-BA9D-F77639BF10F6}"/>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ED09E350-286C-46B6-A543-F4422215A8C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1866A8BB-1C99-48B3-8EF5-35CDE237E3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500845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52BD2336-7120-4553-94FD-F151D5BBD5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4D99D3A5-2260-43A8-8688-0A1FE5EB95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B2FF83A4-490E-4274-9908-ACB369623E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3089C2F4-91FE-47E4-B7A5-E4B856C4B4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5CA893D8-2603-4FCF-B455-07FB2A0A44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DA023F7B-EEF8-4A3D-B259-1080038F2B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B072A6AA-5839-453E-835A-59DCA4BDD75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67AF6BB3-B8AA-42BC-B36E-87A38ED4A5DA}"/>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CA68A9E9-5710-4748-893A-B89CD956C7CF}"/>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041A0D2-2FE6-47E1-B6A1-E7AE6AD55D77}"/>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EB609965-9530-499E-B336-498926E69FE7}"/>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54B328-0B6E-4D18-B2C4-36D19DCCEF7C}"/>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A351BEF4-8BB9-47D8-AC02-5297CEA71F92}"/>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05CCE0C5-CF54-467E-94CA-3DEFAEADE079}"/>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FDDD7C5E-C2A1-4110-8521-5506B7FB4DC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C8A28D25-1FFA-4994-A38B-61E97141E137}"/>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895D5BEB-417D-4D2D-A802-1B62576AC000}"/>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22CC0888-E42C-4159-AC97-BD4233CA445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572679DB-E60A-4583-968F-3C32D8F5BFD1}"/>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AEB6B275-D3C1-4416-A0CC-D1052470780C}"/>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DBD36E3F-4C40-4B9E-BA18-42F7BAED08DE}"/>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369EC00-1850-415E-AC40-A23559FB2224}"/>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902DCC06-580B-43DB-99C0-D919A8340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1268910"/>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E6324FA3-FCC2-4CE2-ADDB-9806BEC8EB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C0206576-8482-43EC-A256-350DE1B1F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6993F7E9-C30F-4DCB-9226-B037674164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FCA57165-5E89-4131-BE32-EBCDE1DB74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B9DAF9FD-D665-4489-98CB-7D8F726428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D21B1230-3AD6-46A3-85B8-69405F65BF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427BBF5F-52C3-4EB7-9B89-A0A09D3A959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C4C3CF40-628E-457B-B664-F296FD8A0986}"/>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3B4E38C5-411C-46A3-85F3-BB130D2BBDF7}"/>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D99D54F-CD9D-4F22-B457-2E6857670D98}"/>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1325D1AB-F90F-4926-AA5E-BC7BE95F98D6}"/>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96127C46-E8B6-4EB0-B065-0D6D1F3432DC}"/>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39650A3-C869-4ABF-BE46-D08296D2F53C}"/>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96131451-4920-4B62-8D91-93048428DBD8}"/>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1D2B2939-B498-42C2-9B03-DDE7DFA6D563}"/>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D2CDED59-CA1F-4AC0-8DD8-1820064E6DA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FC8A2FF3-444E-4A54-A9D1-6B0D27FBF5DA}"/>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F9998AEC-C758-4D3A-91E0-7936215891A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96A122D-4047-4EAE-BCE8-4FF3AAFC654D}"/>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F7D14801-5265-4EA4-98B9-BCB16ED93412}"/>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7DD99FB9-86F8-472C-B5EA-32A29472E2F9}"/>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6BCDB560-B0EE-48F1-AE3C-D900A953CB77}"/>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2B05692C-1F47-4A53-92C7-CA689BCC14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175163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745C9247-3463-4B0F-AB17-5AB154972E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D001EFE4-51BA-4252-BF81-0462CB2507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EFFB87B6-7261-43D6-9604-1B64B7FEA7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1170117E-F8D6-455B-89CD-964A11D3B2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07ECE4B8-2AB0-42AD-A089-EA3431CA4E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42B52B0C-1F47-41E9-9306-5A1F7742D7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97384AF9-406C-4476-B01A-E7B222C21F8C}"/>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FA80699E-9E34-4C92-851E-2067111348E3}"/>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CF3BF76D-2072-428A-B37A-CC55D7A34CC3}"/>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FF72CE99-D9E3-49D5-A901-64EB8D546295}"/>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9B0FFA4C-FAC0-47BA-8B0A-C54E92435319}"/>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190C5595-C722-4CF8-A36C-AC5F9A4FE111}"/>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3A3CE5A0-133C-458A-8EC8-135E6D7D1C67}"/>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6BBC0367-1678-4560-AA49-4136DE93577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6DB52AFA-637F-49FF-AC3F-EFA03B2784C1}"/>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51A7D4B-5E1C-4054-8163-EBCDF134C4D3}"/>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18074661-3818-4556-9A21-F51EC0F5027E}"/>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FAC7E139-0DEA-4B55-9C4C-F8FE7AE03A80}"/>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CC7DFB0-D91F-4580-B682-B2AE5DF2A7CF}"/>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94669AED-E7E0-44E4-AE8B-5B31E24638A2}"/>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34CC893C-EEDB-4704-B971-78D2814DC00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45C5B66-D73C-4244-B96B-7D966D9D9817}"/>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9442E917-1533-4CE6-87E1-0A7AF79D3B3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6227118E-A539-4203-B31C-E4ED1903E355}"/>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D6B2C4CF-AE22-437E-B72A-AAA5A94A773C}"/>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4BDE9B06-4890-42F4-9758-4D9ED78A6EEA}"/>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EE0738EA-7310-496F-AC91-A42CB473AEDE}"/>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4E4AD603-95B6-486B-B3C2-1398503B9EFF}"/>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459CAE79-5CFD-40A2-9502-50297A6915A8}"/>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C8D7232F-E7E7-4B03-8CFE-401A2E09D430}"/>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BAC1EFB3-3974-4A48-B30B-179C9D333BF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E8AD6D92-E9E7-42EE-A284-CD7F395C6D07}"/>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EC79FFF2-7991-4A90-BF76-C46CDD406681}"/>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B9BBCE49-71FB-4CAB-8DC3-7A5335E7C193}"/>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EE0CE184-7A4B-4EF6-BC1E-4445907BAB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543703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D4AA141C-C5EE-479E-8D52-F87F478116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C38FC363-B430-4E3B-8A02-6F9FA50B62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62EAAE82-DE89-4E02-BB8D-5420DB0A8A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F0075977-CC0C-470F-8BBE-3346DCEA9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C06DF292-6968-4948-BCA6-D75A4B691D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7804B8BC-DF83-491F-8C5E-9778E129AA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055398EC-161B-472C-B34A-A8DE158ACEBC}"/>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7CA32BB1-617C-4FA7-A63C-5140045131D1}"/>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D19378DA-9320-4424-A8CC-4DCEF6F1E594}"/>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AC7E79A3-0A3C-4E6E-A0E9-656C4028A530}"/>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08F0F98F-17BF-400D-9979-95A4052EC3B7}"/>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4B28BCB0-1541-4E6F-A286-670ED94A508D}"/>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3D72746A-2149-4C87-9372-B8FDC7FFD17E}"/>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D0946D81-DE9B-4B05-AAC9-038DC65AAC93}"/>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7BAD4B95-6F41-4168-8835-A046185D899B}"/>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CF2A2EF8-CE38-4E2B-B76A-95F25956B822}"/>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F2CF7982-1A62-4530-8D7B-1A3D85B10DB5}"/>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6E3F31A1-E8DD-4C6A-9202-D56FB8ECC67D}"/>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0FCE6487-BDDA-4E10-B34C-C557CB62B433}"/>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0F2F18FE-A1DE-4C56-BB15-6B1944B0C9A6}"/>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BC08B201-4B8D-4839-979C-AF6C467B829A}"/>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54127CBC-8A0A-4A4E-9250-AB148248E782}"/>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F395676B-CE3F-41A9-BF9E-D141BE3A428B}"/>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DC666CF4-5790-4C6A-8327-7A03E26882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4034591"/>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82525FAF-DE9D-48EC-94F4-8501D6772A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79EF8DA1-E232-48C4-B6F7-CC4484091D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89FDE829-A2C0-4319-A334-B3E645E6CF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A2E377A4-5B2B-4478-922E-D602194FDB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5A60BADA-03A0-4B7B-9844-9208999CDC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173D913D-AE3A-4E9D-B9E3-3CD6883B3E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2EA01C1D-8C1C-424C-8861-2FB8FBB42664}"/>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AF35EB31-96BE-4DEC-9EB2-43D8BA733704}"/>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AD5C05AD-34CA-4C81-A747-9FE3D919A544}"/>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08A2B5E8-B45B-4429-A6F4-C1AE3E58FD3C}"/>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7B09DD97-2ED0-439B-8CD8-ACE4A89C84D7}"/>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6BFDE2DE-1120-43B6-BE8D-29025D53EBBB}"/>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11F43A8-332A-485D-8DE9-2BFBD3A5AE3C}"/>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DD0B5B0E-61C9-47AB-8499-56E137BE1326}"/>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AD100410-786A-431E-9F95-B1C621BD0C72}"/>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F67D7A99-7877-4B05-9D8E-F30CDDE656A9}"/>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2676F6D-D2F6-4146-8EEC-6591A2A10C60}"/>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D0C07136-2934-4C84-8642-90932144BDC8}"/>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B93C0E75-F6AD-4E41-A06C-396181DC5FB4}"/>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CC1237BD-6876-4587-B3CA-03704AB50DEB}"/>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ED1BF273-1D73-4905-B9B3-6DF5B356C7B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DF189C38-4238-4147-AA5A-0E62217FE0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600443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9FF6CF49-00A7-466F-9192-78CAC1A92C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D749ED9E-8202-48E4-8F01-C07D784965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B6DA555A-9F71-4FE1-9658-3101B5893B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6B8CC29E-AC4A-4EAF-91CE-B179849351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8C54A41-7298-4F10-A160-D60ED4E024C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9368BBA6-FB2B-4E65-9086-974AC5611B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DB4E0C76-BD47-41BC-89F2-822167B1BB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F6D6F4C5-0F8F-401C-8802-101C463CDE36}"/>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AA2BABA4-52A1-421E-8E3C-8FC5FE681F35}"/>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D1E3208C-4910-4CD3-9482-C1A39B30CB24}"/>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CADC5328-FAD0-4355-9CD4-E8D4C482E533}"/>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16B976E7-DD8B-4A24-9D60-DF8EB9392CC5}"/>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16D8B7FD-CDD9-429D-81F2-69B6056B3AA7}"/>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9001DFF4-F3A2-4FC4-98D7-4D13688E6877}"/>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5C731A02-A286-44DC-9C89-BCF42C44E090}"/>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53FF5086-A728-460D-889C-C5E67F377771}"/>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E0DE049D-02AE-48AD-A61B-E75ABECABF0E}"/>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7AF6DC1B-4335-45F6-AA15-72FD3BAF86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00445026"/>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7FEFF8FE-7CD1-40B5-984D-8F35BF015A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F3B30154-D273-4FD2-AD3C-39FA9FAF12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E80B8D27-F34A-4DA4-90D4-BF4FB770E4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2C51AC09-9113-4C24-9B8E-133D52EC4B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0A1471F4-6572-4778-983C-87A71F7727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0CDD7962-F9C0-426F-8101-59EFBD14F7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A5C836FE-E38C-43C4-842A-85A77109DBDC}"/>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9B3ABA67-6277-4076-B393-189F72F28C52}"/>
              </a:ext>
            </a:extLst>
          </p:cNvPr>
          <p:cNvPicPr>
            <a:picLocks xmlns:a="http://schemas.openxmlformats.org/drawingml/2006/main" noChangeAspect="1"/>
          </p:cNvPicPr>
          <p:nvPr/>
        </p:nvPicPr>
        <p:blipFill>
          <a:blip xmlns:r="http://schemas.openxmlformats.org/officeDocument/2006/relationships" xmlns:a="http://schemas.openxmlformats.org/drawingml/2006/main" r:embed="Rcf9205338f9d45c2"/>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FECEDEB2-B5C5-4683-B04A-0AA4273D685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300723A5-C9BC-448C-AF07-208855F049A6}"/>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96CD4CA3-A595-47F1-A4B1-10D08C5E657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477AB34F-66E1-4845-89BA-5521E7A08160}"/>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15FF83E5-C848-480C-986B-1040F2E96B39}"/>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D893B7E8-E7FD-4B46-AEA0-623120F08860}"/>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2CCB36BE-A1AF-4E40-946E-C059D24237CF}"/>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CDF29988-2E25-4D56-A7B6-B6EE643A7C03}"/>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E450B416-D00B-45FF-9897-345A58C42E23}"/>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0C85E5D3-E9C6-42EC-9BA9-63F68D03ADC5}"/>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B4A82852-C2D9-46C6-9ED4-00E1F6684193}"/>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FB4B0250-5C22-410D-B672-ECB995F035A6}"/>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3087B08B-1A94-4CE4-9FA0-1DB5E347B7E2}"/>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DCFE0EF0-04A2-439C-B7B9-6A95F90179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634624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60C92B96-D853-4751-B2ED-E2245A4F52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B03C6C5B-2DEE-4776-83B1-53A72CEDAD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5D24CCB3-3258-4A3C-B224-E5DC28DAED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0AFE580B-CAC8-4741-A58F-B1A066A04C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E3639EAF-AA68-44D1-A56F-BA2312AE05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127234AB-9855-4A51-97DB-1140846D63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015A9649-FF0F-41C5-81E3-D34C064D840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CB925B51-A223-4EE6-8E6E-C9C0CC353A26}"/>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F2E2CC03-1253-4F2E-9600-7AFA1FFCB24B}"/>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52E3122B-E4A8-4340-ADEA-F6761F148F3F}"/>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99438387-5B0F-4C11-AD0B-F0006FED14BE}"/>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1E961DBC-D0C0-4520-BFDC-8DCF405D6763}"/>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B24CF509-3C7F-479D-AE5E-5B332ACD491E}"/>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00C86A25-84EA-485F-A5EF-B1CB7CAEFB32}"/>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E247A41-F27F-458F-B7B3-A776345A5D05}"/>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6E5FA44D-FF60-4B0E-870E-A5A73AA82092}"/>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F33A07F2-6DB3-4B05-9146-8A785F72DC84}"/>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9DCFF3FC-0253-462F-91B5-19C0B0B9982E}"/>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76216C04-4B03-4F46-BFDA-B2ED4C891F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083847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614E92F3-19E9-40AC-9F99-F1D0831E40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C24F8747-C206-4B7F-94A8-4847CC32CA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41AF0340-E3E5-494B-A833-74E675B902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359D617B-3D31-4CBC-962D-BA693E9F6D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644F936F-BD07-41B4-A6F3-71F464CA35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CC5067BF-C703-4152-8B9B-7AB5C0A66B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0D484725-4C9F-4FCD-847C-30775047F81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119B215D-020E-49FA-BC58-FAB98F5D22E0}"/>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82AD135D-72B3-4F0E-907F-C577F74E310B}"/>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1C088243-CD9B-41DA-BCB4-2DBD587BDF71}"/>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7F740A64-0A8E-47F1-BF9A-82624D0E7D76}"/>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487BF83C-5433-4F7B-986F-5F3D8083A019}"/>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4F0B2CD-6C1C-4B76-AE3B-67B0E375AE2E}"/>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3548E148-3312-40F7-8389-EFF32AD64A10}"/>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58A480EA-C875-4ED6-B057-78E9FF511BE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AD30C3A4-FC42-4255-81DE-4C1869B7FCB5}"/>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D50D8A59-5DCA-434A-8D3D-38A01B6FB3C1}"/>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F0F750FE-78A5-4EB5-98D9-3AF001EC6E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861762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64E3E50A-1507-4486-B6ED-DF60A63854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A8DE56F9-D171-45B5-99E2-407192AAA7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A55BD455-A557-4279-86EF-529C7F3479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EE4C09D2-1D8A-4E7E-97ED-5C4D1A1481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EF378787-745B-4E95-8360-142B42293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99B51B4-C9A9-47EF-8737-A8DD65859B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A8BA12E8-9178-46BD-A542-B845A83E07CC}"/>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E30ACD8A-F8E3-4B59-83F9-600E49816C0C}"/>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4D84B5E-65BE-4F0B-A05A-C8287791C702}"/>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D894042A-6849-4F77-B4A9-AD153CB7C55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ED98C72-651E-49EA-8254-F7F73C29E02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4A131432-E14C-440C-8DBB-631A3A4E51FA}"/>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9F049BAD-FAC6-4769-9060-4FC93D83E164}"/>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2F4CCE54-0C32-413A-A5FE-B18E0BFFF771}"/>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DC92C59B-EE40-4332-B44F-442F8AB58A2B}"/>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C52E8833-16D3-4113-91E3-5FB73EEF5C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781181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51850E0-DDB3-404A-8A80-59895E43199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F1506773-0565-4AF2-BD76-81687CBF90F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8DDF82BB-0A5C-4F66-8C4F-E556EF53A2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50DE08BB-C200-4BC2-86C3-80908229996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D9002AD3-C71E-40A4-A949-C615E43426A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B4D3A62-D04C-4221-ABA4-6B621F666B49}"/>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DA397B68-4519-45B1-8095-431A41A8D871}"/>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564A098-5816-4965-8461-7D556787873D}"/>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2055D389-3B20-4161-B9CD-0C073B9BE7FE}"/>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218A597-C64F-4561-9B41-49614FFD8FD5}"/>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94B27EE-9441-4024-B1C9-FFDEBA4425A5}"/>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0FAFD289-EB74-4757-ADB4-37170D9732CC}"/>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D6E0ED04-BEB0-4E0D-8CD1-3BCB92FF2D5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6DE84CD0-AA27-4A34-A4CB-19EDC5ECC6E8}"/>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6F2A9019-A9B3-4748-9B7A-203C99B26E4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F734A84C-1B37-4C97-A439-97C05242DE7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0F4839B0-1623-435B-B28E-D09E48BC8EC8}"/>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0E190E1D-1CC2-4E1B-9CA1-0C3A1B7C8F3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B4233C80-2256-46A3-BAA6-1C3DFC738D3D}"/>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DF22BDB9-5296-4470-AAE2-EA7E897F4910}"/>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6A8A6F99-E4C1-4B68-A070-5DB074DC85E2}"/>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5961A559-4FB7-4A19-9099-F529C0C02E9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58EA1F1-19A1-4EE3-8685-C79479FF79F8}"/>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E6AB0CB9-6611-4E93-8612-E10B7788E96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0D080F7B-69C9-46BA-A7E7-7FCE5054C95B}"/>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B91706D4-5472-47FF-822D-369C9047EE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961380B8-6DD9-4CFB-A8DA-C22FD7769A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45B592C2-A4A7-4867-AE80-6411375A64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3498DD2E-B58B-471A-9A59-436F71FF2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1941844"/>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6104A4DD-A008-4AF4-860C-AD29E21A8A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FF85B17A-A74E-46A8-9F8F-00EB006D0F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6DA31E1D-9135-43EC-BC7F-A467170BBC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2FC86213-EA8E-4148-8449-3C20F1FB08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8AC50CD-8C3D-4BD4-B5AA-62855D043C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7F7DCF5A-6745-4D0F-8176-0C1C17B73B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1F75C60B-99C9-4E34-AC82-D272CDD9CEF7}"/>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C62759AB-B296-4FD7-B8F0-EB4CB98A1D56}"/>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748E08B-5030-48D6-B10F-BE1FB9FF349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A75FDD32-4BBD-4AA6-9F6A-5D006FAB71E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76518C4-EE0F-49AD-B122-571C24304ED9}"/>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9F0A315B-BA25-4E0A-82BB-517ADF4CA5FD}"/>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CEC64185-00E5-485E-8FE7-CF1E4B1C439A}"/>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2996DE80-E16A-479B-96CA-10147845F572}"/>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AD9AEF5C-B0E3-4349-8485-A101418877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2245979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76BD9C90-6031-4EC4-8249-37A6EFEC38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D6FF1294-BECD-4C18-A608-15F07FF990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E223BF0A-1703-4582-A292-6665CCB20C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6E2316D6-6229-4AF0-9264-1C303C4FAB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8195E788-03CE-488C-A389-EE98EF494B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7C3157A5-FF8F-4A53-B3D3-C2522266F7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50813B55-D0BD-4D22-8509-0FB54934ABBB}"/>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5FEC055F-AB8E-46BB-BA17-6C453A36DAAE}"/>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E493E2CA-4C73-43BA-9246-8272EBA80028}"/>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8FA8B5EC-3491-4483-AC28-401FC5547D5A}"/>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9F039208-FEA0-4972-BDFD-9B699BB3FFEA}"/>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6E6DBBEB-99C8-4AC9-805B-F53E86BA57CE}"/>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63389B7-F7C3-431F-B0E0-5AC1189AD5ED}"/>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5E2274DD-D4A7-4443-B07B-E67EEC9A871A}"/>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D8E50C4D-7CFC-4A4B-BD17-DD1989EFDE31}"/>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E7C1350B-7921-496A-925C-B0F759D35BC2}"/>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6A73C79A-5B47-46D6-A232-85F22CD7D314}"/>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11CBE166-A48A-482F-AC3A-B3C38719FB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0480203"/>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E45A6A7D-2513-4776-A795-AEFFF0EB48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1C8F1F7C-A798-4AC5-B9A0-77FD9B51C0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224852E4-B184-4468-90F6-54301A3C57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D0CF2C2E-686C-4C1D-B532-A0E5277327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C09C69E5-4C8B-499A-8052-9C3F83FD6B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93744660-08CE-4F4F-905C-41561A0DC8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EF1CC5AA-777E-4CD0-B4A4-C36C5CA203ED}"/>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D11C141B-C79E-40E6-9090-EEF95117C738}"/>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56C56009-30AC-42B6-8361-43F9A92515B5}"/>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02DDA2C6-8D0B-4142-856E-63EC2452A53D}"/>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6F395790-5116-4879-86B5-29F5D45F06C0}"/>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22A59544-FA54-4336-9C2F-C9D795AE7F07}"/>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859E6393-6E77-4DE2-9633-D9B1D939ACF4}"/>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93A9DE7B-098E-49E2-BCED-1073CAEADC1E}"/>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DE697E81-F9A9-45B2-AC31-21A11A47E2BF}"/>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C036EAF0-7CF6-4162-B1C6-3B735A051738}"/>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BB0A48B2-1ACF-480B-8C00-1C9EE5FC4C05}"/>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1A0F50BE-B68C-48EE-9B8C-9C4FC6D04AAA}"/>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6D409118-8E1E-4242-B45B-26EFF0A2E38A}"/>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0EBD1B68-FAB8-4CFE-8C90-54B9663768D5}"/>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0CE7F60D-D2B8-4BA3-B814-2341FC6B9EAB}"/>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4A252DBB-4E1F-4BF1-86D0-F6B6BEBE4C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56294691"/>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44287EF7-0F4B-48DA-BD4F-38A3E08360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23DB0540-0702-44BF-8A4F-A5E0D3B6C0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FE7CB62A-4832-460F-BDA3-B4C8D584EE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93D3FBEF-C625-4D1A-BA39-7F9404F9EC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8B72CB93-F4F1-4A2A-A210-C9B5102D41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04EDB2C0-2EDE-4A12-B4E5-18302193DF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A73ED82C-53CC-44EC-A4B9-DDAF6BC358AB}"/>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4239241A-830F-49BF-8A1C-19136C6D065E}"/>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E590B765-84D9-4BED-8066-939E349FBEEF}"/>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0D90601-54A9-457D-88DC-F7085173CA78}"/>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687043A2-A34B-4354-ADCD-4336AF20AACD}"/>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40D6AB09-6B65-4A39-9CD0-03C37E75752E}"/>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CC052974-0D13-46AE-BCFA-91530937980A}"/>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38DCE56A-CD54-4D74-9D96-05AB253698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245182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5C69FBCC-8E34-4C28-977E-3B833B1DC0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8BB66D3D-3712-4A8A-B881-70E60B021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DE28DAD6-0DCC-464A-82E1-45340245BC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249E2D19-4655-439D-A3CF-4858B69E6B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95928F55-FFF7-428B-A214-D7B752176A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A7F63ADB-CB25-46DD-99B6-7F3976857A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90BAC44C-013D-4BDC-8F88-2A7D898BCA49}"/>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DC217A8B-801A-44FE-BFFF-3E6792BD844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D73614F9-5F97-496A-B8C4-278EE922961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0A50CA20-30DB-4B64-8E18-9B0765B9F6D7}"/>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038229A8-704D-4D9D-98C2-E844E25F11BC}"/>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AFF01509-025C-4646-8634-2EAAC2013676}"/>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08A222A3-BE60-4D26-9E8D-61FF891CA918}"/>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B1F27CA1-340F-48B2-ADE9-F608031451CE}"/>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5BCB1B84-24DA-4B4E-BCF1-3146D42DC060}"/>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C872FC4-AF52-4544-87B1-0AFB3B45F0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2107856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0F47C58-8001-4F72-8CD5-916B598AD6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1BFC8BCF-FB22-40D0-95A8-06B5049893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624BCC41-30A3-48E7-99F0-1B55581E40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790CC720-D308-4DF0-ACDD-C2D0D2DDE9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B205B712-3A92-4CD8-9E7D-D34DF587B6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54FF962-8F56-4318-A71E-E812FECE12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FD79BBA5-8686-4693-A05E-74CBB7B24008}"/>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7D51DE2D-0B4D-4A70-B4DC-FB379CF70064}"/>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640E3EBA-B865-4795-8D7C-86E86845DF0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B8DF520-E998-41AC-B7EE-5AA6B9474342}"/>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482DADB-4B04-4466-A1F4-FD798C3588E3}"/>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B64C55B3-9086-44FA-B406-0EB2E4D2EEDB}"/>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487062A2-93B1-4EBA-A5AA-624118095B2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24E6126F-87B1-4A01-BEC8-3D9EC13EED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653091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41B2B2E4-A6B3-4A25-BA3A-A34AE01EE97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DCF55F32-A7AC-451E-9369-34555DAD879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F2CA804F-AD4E-455F-84B1-B363A0AB70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0BAFCCD8-3299-4571-B8A6-F2CA42CC13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5D15BF9D-2584-420F-96A0-D194687AC9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EE689FB6-AA80-42D7-AF98-0CFC486B2C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F140AB63-D9FA-4E76-AB3A-155EEDC3B4C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ECDEB082-65B8-45DD-B0D4-0F77D549B9A6}"/>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DE2AA5FC-4F6D-4A57-90A3-FB9A89EF3258}"/>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C5DA5DAB-1EF9-4316-900D-3FE978D6AD58}"/>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C2032EC-6C78-43BB-AEFE-641471A80F5C}"/>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4DCDFD31-0DBD-4CE2-9ABD-6D60F7E781F4}"/>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D916E91F-72A1-4E52-AA37-7771137D33D9}"/>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C974406D-90D2-494D-AE5D-C96398F2FEFF}"/>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BBD90304-0132-4F1B-A505-3D057437CE40}"/>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0BF7E544-A3C2-4BAA-AFF5-81037334AD00}"/>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E1124554-307D-41B5-91C0-39A90D5D8CCC}"/>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4FD916AE-5ED8-445A-8B8B-42AB8861B57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C7070A94-1119-479A-9DDE-2012DA2DC85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C36CB679-0BFF-4168-B55B-100AA8E06CF4}"/>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B7402F2C-6E86-408B-87E5-5A4C5C147E65}"/>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920CBA05-C7D3-4D6D-8963-C8845A54EB05}"/>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2ED3551C-EEFC-4B3C-ACF9-D299AD10E81B}"/>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C3B37D80-720A-448B-B141-3797FE6F2917}"/>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E845A065-FEB2-4AFE-B940-1CC07200E417}"/>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B0012C1D-ED19-44BD-A49A-61F825184133}"/>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F2E14A4D-D4E4-4D77-8CFA-798EAA6F1087}"/>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C306FA42-796D-499A-B217-3DB0861DBF37}"/>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1107BE37-DA22-4758-AD58-4025BD6524D2}"/>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52F9F901-6BF8-4916-BDB6-B712CDEF92BE}"/>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9F97995E-35B2-4CBA-9EB7-8856DCE2C547}"/>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1396A13A-B6B5-4B26-8F6C-107253995F04}"/>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D004230E-C1AE-47C8-B4BA-34E7B8254EDE}"/>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805164E9-A63E-4A24-B979-F2F0BE9C208F}"/>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210BEDD7-44B2-4585-A0DF-C24C6E0EF2C1}"/>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B7BD7B12-370A-4374-AD96-3963572AA5A3}"/>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04395AA0-DCC5-492C-B78F-6092A3643F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74207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AF0AED77-28CE-4BE3-A863-0747B31298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A330DDA8-F6B9-4160-AA52-CB65A166CD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BDF3E12B-70B9-48A4-B98E-A3578DA0455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A463C031-32DC-4FCA-8340-410D01256E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8FCA055C-BF1E-437F-9350-927952AD94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53D90EE2-BAE4-4504-955F-1CE9F4A0E0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7FD4B874-333C-4F9A-9290-3D1592046F2E}"/>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FF125791-34BE-4BF9-9A1B-A6652DCA9E77}"/>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5DD1EAD-50A8-4D4E-8ABC-873E58E59EE6}"/>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B14CEF4A-06CC-4878-8DAB-ED60C01D7D66}"/>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4D2F37B7-ADF1-4B96-9437-2B0A3C7EDF3A}"/>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5F12BE7E-1838-4E08-BB8E-0BCC7180882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50035414-D881-4BE4-82E8-87D69A2CB895}"/>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F3B4EF3F-E5EB-4602-AAF0-3915C56989A3}"/>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7F96F447-BACE-417B-8EDC-E645BCDEB77F}"/>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EDB4BFD8-EB96-4250-AA0F-ED3AF582042F}"/>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CE14549C-A7C7-42D6-99F5-BE2636FEDAAA}"/>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D631D63-2611-47A9-B14F-4C73C73F2A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522767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69CF4B63-A77C-4D42-BCD6-DA71E204F51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356E2658-A9B5-441A-8B83-E74EE20E82A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2C6D3B12-3709-4FDD-A378-C911799A923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EDBD5DB8-2436-4EB0-BFE8-532847F955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BE624154-9505-4023-93FD-68D05B6604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84026F6D-A14C-4ADF-92A8-2161A8C292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74906968-1603-4DFB-A494-99476C5EF92C}"/>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31127F66-D85F-41B5-9EB2-AF7D2F297FD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55921F8-095E-45C3-AAA3-68D34C0EC233}"/>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EBADBB58-E630-496B-A45B-A973111673B9}"/>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D8A3ECC1-756A-4306-8F52-8627DDFAD910}"/>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5E39D45-7853-4AAD-B4BA-656DC7F8C407}"/>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6C9BFCFC-9F03-4D65-B3A2-7F992E38B4D9}"/>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B5477E4E-841F-444A-9463-AF5CEF70B284}"/>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249B3E04-BACB-4AEC-98FE-A23E651B59C4}"/>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8A13CA8-B041-4EC3-ADFF-0116E71E35B1}"/>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69268C64-3EEA-45D5-BEFC-CF051AEA94B9}"/>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D24537AD-AA58-420B-A80E-7F024D1A9A28}"/>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F76DFE21-BBEC-4876-A389-BF9B4A2B36AE}"/>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D937F672-04FF-4DB4-A0C7-591F0B25C31A}"/>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90BC33FF-7032-43A8-8915-1B58BA76DE6C}"/>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9630596A-5690-420A-9D63-62FA148002FC}"/>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D62D00BE-6C6E-4B86-8D43-BC0147C08632}"/>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D498B2BC-5D54-43CC-A257-A800417415A7}"/>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85CB1EE2-2A8C-478D-9E9A-642475D32709}"/>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45CC5FF0-73C4-4F1D-ABB2-925CE63D974E}"/>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FD9B3AC-3A29-459A-B2A5-E5EB28EAE75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18FBAE7A-63E2-4E65-B2AC-00AB35BE6284}"/>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0E6CDF0C-95E5-4D28-B968-5F8754FC4338}"/>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5B63E464-EE79-4A01-BEB7-B4519DF4D97F}"/>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6A6B8DF-F800-42FD-8BBD-4951AEC5CBF8}"/>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305A842B-27C6-445F-BB78-694116F69A96}"/>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867C1028-DE1E-4998-BA15-B31DC664A8DE}"/>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25522BF6-7621-4664-967A-183A5F9ED941}"/>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6CC945E6-1456-46D6-9153-2EFD9E613E2B}"/>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4E40C674-146F-48EE-ADE3-F4EEEB6F25BF}"/>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8E0F912A-E4BE-4403-A7AF-F8D3A0B6A2ED}"/>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BDEE6145-03C7-43D5-A3AF-A85DDFE82F6C}"/>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FD033683-7EBB-4298-B778-5E7F602F1AD0}"/>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FE293A38-4EC7-4A81-85AE-314706D05786}"/>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1247444B-8B47-492A-80DC-4A69F61CD665}"/>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459D3E57-62DD-4E55-9988-2427236DC3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62E4B197-F389-45C4-A04E-C680B449A7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8005049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08714167-774A-4929-BAFC-D9C32AACB27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F34547CA-6A89-4BB8-89D8-7DB68154858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6E4CBFCB-91F2-48CC-B4F7-8310B136CB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175B549F-CCC3-4815-8BE6-0A3DBAA730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421402C-F40F-4C97-8B7E-AADD170126F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6899D66D-69AF-4E86-8370-3912EEC20E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ACF89115-3C72-4409-990E-83B764C475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EC7D8212-93DD-4E19-9159-7DA79662AEF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6107C125-EA79-40DF-A108-0A34AC373A02}"/>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509E3B47-61F6-4F6B-BC9F-31FD667434AC}"/>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A56D977C-8DAB-41C8-9823-72D81CCFE19A}"/>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61E65D30-BE7A-43CD-84CE-9EE5A5112EC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63A97CFA-DD4A-41E0-9145-981DB9E752BE}"/>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A6AB4F20-B43A-47F6-8BB0-7F9E63980294}"/>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21E7A9CE-D52F-4F6B-AD51-977AD925979B}"/>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94967621-AC4A-44D3-BD19-BB423CFBB35E}"/>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591B60A6-6396-4837-BF34-EB27F0C04688}"/>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E1B4964B-9123-4D55-B177-6B494B086319}"/>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D54C9C6D-1575-43A0-B424-966CD666FD5B}"/>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17066B2A-CD56-4A25-B803-61D9917D5B12}"/>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CCE2A5F4-F218-4F1E-875E-DF88BF77D2CD}"/>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42E9BD94-ABDE-4875-88F3-42E821E6AF49}"/>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C9BF90E0-A63F-461F-A444-61AEB84123B2}"/>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1DF52E85-79D2-470F-ABB3-6890A0510A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32549569"/>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08E5E10C-E424-4FDD-A3C5-A6FBB6DA680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3C356933-CAAD-4ACB-A4A7-F4188620DCF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E64CAD11-9AAE-428A-BFE4-3447AF3573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5A1CDB70-1293-4821-8AB1-9E2673812F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08075A9-62AA-4F28-A576-BD6F67C8A51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1C6FB7F5-83CB-4880-AE56-59F8A99389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DED604C1-81B9-46B4-828E-419388271B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142707D0-2A64-4523-8ED1-CF40ACE7BBB7}"/>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FA5F5BB0-ABD9-4F8F-B36A-F0E711E81808}"/>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CEF91D96-81EA-47D8-A962-4FD16F288E81}"/>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56AD85D8-5021-44B3-912F-EE9C1A226822}"/>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91CA63BD-1130-42E0-B779-3DF07806F40E}"/>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67D29FF6-3809-4E92-A56D-BC8B8F45B096}"/>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6AE7E9E2-0E5A-4A80-8A8D-2B0FB2879686}"/>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14C6D09-2C8E-4183-AC13-C4617AB4FBCF}"/>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37EF9388-EFAC-41DF-8F7D-18FF4FBFC5C1}"/>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EBC4A86F-2DFD-428C-92CA-BDC57623FAAC}"/>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2459A028-283C-4A6C-B334-3CEB8D394C7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263DC1C0-B241-4336-97CE-0AF5CE4461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4887749"/>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A989523D-6300-46F5-9A08-E224E06CF80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E797BC31-8C48-4C7E-93EC-5A8DC1787F8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523DEE26-1158-44E0-95A0-4CBD881003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FB5E59E9-9C80-498E-B74F-4CCD30E578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DF9186F-60E6-4F6E-95DE-DE21B4FAB94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7F3A60E-E318-4774-B9D6-9C43395A7A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569670D9-1C59-41EA-A646-B8EFC234F2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3F38970C-A978-48E7-A924-7F17DFF7674F}"/>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F9393EB0-1AA0-4AE8-9896-2B387D5C1F24}"/>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D9028CA1-DC0B-4535-9100-9E62C4236BED}"/>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AA21DEE6-6F28-4846-A8CB-D1ABED4A7888}"/>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2CB4156A-0754-410D-8D4E-2CA025A4F5F6}"/>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4C199608-1061-47F6-A208-D85EE618FA3F}"/>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74ED4DE-7758-4147-B2DD-F800722C6EF4}"/>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31C79F34-44B0-4FF7-A3BB-9AD6F8C9AEF5}"/>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661C9D08-9181-478B-BD66-BC8BB1D7DE4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6974635E-571B-4D8A-A9E9-70736F7B8826}"/>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F114539-F07A-4596-8F84-4071374BB0B0}"/>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073BC579-0651-436D-B107-77F7090B7377}"/>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2E516C50-79F8-4CAB-8F4A-2D4B6B58317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3EF5CB87-732B-427C-B3A2-E2726E92EF8E}"/>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E07709FE-4C15-423C-BE9F-A377924F5E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85824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591CCF75-0FF8-448E-8C7D-114F73E8E5C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C706DE41-8BFE-4FEF-ABEB-8FAE701F906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65CB8F55-C9BB-4EE8-AFE2-E259D76027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FDD486F1-E528-494D-89B3-3F6AFCDD41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76182E5-2959-4A62-A180-67609BBA822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F33D742C-117D-41EA-A323-A7ECC1433D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13D7F0C3-C176-4750-87BA-A9010AE596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8600DB27-1AE7-4482-8201-285316EB7794}"/>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B4BA278-A60C-4B79-B11C-B4EBD4A7687D}"/>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8832C064-3944-4694-98A2-C5CA1A653FF4}"/>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C2712B5C-6F6D-46F8-AD22-9FA3C23B8709}"/>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6DC10A9D-ED9A-424E-9CFD-C9179441A095}"/>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3B03301F-1058-42B1-A5FA-8F0ABFA494BB}"/>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E07E68AB-F272-4ADD-B9B4-FBA8CA446C3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EA18229F-0345-4897-9AA1-C43CBFC27543}"/>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8C8EF8B0-1D00-4B28-ADE1-E4718C22D6F1}"/>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14AF86D-5F38-46E4-9079-7B203776D04C}"/>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10175A3D-37D8-4866-8D50-15A9AF0CA807}"/>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8F887225-A160-45DB-AAEF-E60DA181D2C0}"/>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889FF975-5784-413A-B57E-3D008F00FA91}"/>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28DF1B38-2654-4C72-8E40-1B5073F142ED}"/>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4C49BB1-585B-4C16-BFB2-EF48EA1E3E24}"/>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097656E7-9EF3-4EB9-BC2F-C3C99F431DCA}"/>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C9C19C91-E71F-4B74-BA08-3F1CD17791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05436640"/>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0DEDAC03-2E33-4C5B-AE41-8AD8B720AE2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C69095DC-758C-4303-A4AC-ADCC525AF6F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DEAEB518-FFDA-4EF0-9371-47B387EE28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CBCD4553-1EFD-4A04-9C3F-3FE19801CA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39B88FE-1761-4547-95D2-37282C96EB0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F6E69896-4B7A-46F6-96F9-35198FA4B6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45BBFB4A-ED0C-4A94-914F-29A4E90130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6AB90246-B6B4-4F86-8C29-A3373B887694}"/>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B2E76430-799D-465D-A15C-CA641AC9BF70}"/>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5DF6D791-D9DB-4583-AF89-B3F821781F4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3AD04638-36A4-41F0-92CE-1A750A0EDE54}"/>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A056FA7C-FC48-464F-89FD-8E73F61DDB3E}"/>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747D0777-1C4B-4A63-A895-72598187147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4880BCB9-1887-44DE-B5BA-1464ECC58A6D}"/>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451855C1-19AE-4CFF-AFED-B6B785EEDCD9}"/>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8966327-6C34-47A7-841E-033E193AA2BC}"/>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C7EEB661-2F48-42CA-9BBE-6C944C2CDBCF}"/>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611AD0C2-DE15-45DF-9382-7251B6DAB49F}"/>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73C4D0C4-7133-4692-9A55-7EFBA95657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7111959"/>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7108F3C8-7BA6-4742-B2B4-D569D50947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92F92B0C-9E3A-42FE-805C-C33B5AC59E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8ABEBB18-7D18-4816-B0E6-F87E4772498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18644175-9A70-441E-8373-06C3DD1454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B69808B0-6677-4793-A794-DA14C9094F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C01408E9-776A-4D64-8EA5-2C2C5C07CC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945A181D-5255-4200-8841-FF1A6E364C91}"/>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C34A1799-F622-4DD2-99C9-E4AD51E68F50}"/>
              </a:ext>
            </a:extLst>
          </p:cNvPr>
          <p:cNvPicPr>
            <a:picLocks xmlns:a="http://schemas.openxmlformats.org/drawingml/2006/main" noChangeAspect="1"/>
          </p:cNvPicPr>
          <p:nvPr/>
        </p:nvPicPr>
        <p:blipFill>
          <a:blip xmlns:r="http://schemas.openxmlformats.org/officeDocument/2006/relationships" xmlns:a="http://schemas.openxmlformats.org/drawingml/2006/main" r:embed="R8e18896566d24e7e"/>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13DC3794-6397-4711-8A6E-4240DE9B0E89}"/>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B9064A46-BF9C-4823-AADD-C3960BEF89B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5CF0E95E-792F-4E5F-8B2A-9AA71461C752}"/>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42A0D811-717C-4A5B-A229-6ADA7614F72B}"/>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94560F54-33A1-4D90-B222-D6A4F7F5011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350CA07F-CB1E-4078-9121-08324C34EF47}"/>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9EFDE7A6-8BED-4CC2-BF98-1E12FCCACB59}"/>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9DF736F6-DF83-4CA8-8FDE-D89A9E18574A}"/>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DD30DA12-8C3A-461D-8B08-2BF96F42A328}"/>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15A68E06-6A85-4512-9ACF-727915DF9716}"/>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D15117B2-6978-47CF-877C-5C79B4385636}"/>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E4A866BC-65FE-44D2-B93B-76605318A42A}"/>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D93E4D31-90EA-40B7-BECA-78E9A88BFE12}"/>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FC8CE354-AF46-4014-ABD1-0F7386C35619}"/>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BB399D66-13DA-4EB7-9BFE-E9B05272EE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28568864"/>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2DF5E08D-3DBD-4237-A1E2-3D37FFFEC08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1C12C429-5106-4EB7-BF6A-CE448DD4DFC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CE57E616-C30F-4877-B846-3C7D695A26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F21B4C34-A462-4AAB-AE16-73E5BAE42F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3A20607-4841-4A5C-8F7A-1F2DEA914C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7F38D19F-4E1B-465B-92C8-DED9E5D72E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7AD796B-A92D-49A5-BF10-E0C8F298216B}"/>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E4E748B4-54E9-4E10-8E65-3E8353B123B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CB42CB4-9937-4C22-AA6B-4AAC27A23465}"/>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BE8469C-BDAD-4397-B85A-C7F6C00444F4}"/>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D2BDA5FE-3132-44B3-BBB6-AEC6254D3ED8}"/>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FF3EE13-5B25-4B5B-A122-126761953407}"/>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4848E717-146E-4AA7-B90D-B34ACFFBB55C}"/>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658B279D-13B4-46D4-8253-1C460230EBAB}"/>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4C4458D-2503-4B6E-98D9-514F0F26DECE}"/>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71CFD51-BA8F-4B90-92A1-5C6AF95EAA8E}"/>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30A2549-2429-4064-B97A-C08CB171FA0C}"/>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B4E13D38-9801-4C8A-B743-85D56BA2EFFF}"/>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40ACD3D4-6F9B-4305-B346-3990761ABD87}"/>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00E80914-5882-4FBA-89DC-45CA6D76771D}"/>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E26B29B-613E-47C5-9FE8-4C35300545F4}"/>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158AFAF5-6F3C-4CF9-99C1-8DD6DF89484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034CB3C7-34F2-4110-82D9-A1D556186A9F}"/>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66712C27-8AD3-446C-BE85-0A13C902C6C4}"/>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A76C8BD4-4366-4905-B07D-D34E2A91D618}"/>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BD774EB-F593-4A15-B921-452CE7F98676}"/>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896E8179-10B0-4588-8DC4-783817EC4500}"/>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B80469E0-B1DD-4E8F-A7F4-65F50415AAFC}"/>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10B20778-B7AC-4EC8-8DE8-C8DB24DC4AB4}"/>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43C84D3-5F5C-4387-AE04-C19570DB80A7}"/>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BE8244D0-F8F9-49EC-A544-F40B9EA7E61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E7468729-21CE-4328-AD10-E680ACA7602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F9DA4415-182A-4518-AF17-0FA8232E64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01136702"/>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505CF0B7-C9BA-4711-89C9-DE3DE234A9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B1AAF757-A5F8-45FD-B928-82007702C5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4624286F-2D21-4F8C-97A7-999ED70F6F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AA3E0553-F52F-47F0-B4C4-FF50E3DE4B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F3A85038-A970-41AE-B988-4ADE47287F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86C034FD-495D-4C4F-B9C1-3CBFADBB38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ED636EE6-A668-4089-965E-94CB6FFCB2B4}"/>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5B0D6218-4A0C-4969-980D-0FD857A30E99}"/>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C315DBEB-0002-4B79-8973-4F5FB19D1DAB}"/>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282D22F7-24A8-4AC6-9A07-7FC1DF2C46BD}"/>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CC05B1D1-B952-4641-B924-4242159547EF}"/>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D9103F2-6296-4F10-9753-5E4C798D6261}"/>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E7A47037-AAD0-46DB-B1AB-DBDA91681C39}"/>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FF5226D2-104A-4735-B7C6-D9A6B910CEB2}"/>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44FFB13F-5E80-4433-A70A-5FF5A2D4E2FD}"/>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3657F726-273D-4E59-BCF2-6FF9998452A6}"/>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E20D11B-D91A-4978-B04E-07D5C7E94D53}"/>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EB7B2570-4606-4835-B365-066C43C58199}"/>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D02B9A9A-EBEB-49EA-A4B5-AAC92856009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10981242-22E0-4CBB-8972-0590D703BA12}"/>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B1F1325D-5925-43FB-B611-BD0BA663197F}"/>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C3C1F70-856E-4CC7-BE63-146D54595B10}"/>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0D78296F-4D4F-4915-A296-7C9D13AE5521}"/>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01D3325C-C68B-4930-9FF3-465B0997C124}"/>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03463A18-6096-4147-A183-1C544E923D1D}"/>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367C988E-C0FF-4A33-9752-0D6A9A49D326}"/>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991339B2-90D6-4028-B06B-000EC084C55B}"/>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2F10DDA7-2F77-46D9-8828-63ABEAD629C7}"/>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D93F2DEE-2D92-4ABF-AB70-D4274FB38BE3}"/>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049588D2-5C09-45DC-B402-A83A2C0CE1D2}"/>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E99122F-3EF5-47D1-9A1E-C63EDCB07CC4}"/>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FCC215EB-3780-4ADC-9A74-9E561853AABD}"/>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6B37164B-6720-4399-8617-71D10B3ED4CE}"/>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C11E9CA8-92ED-48E5-AD90-115D74FFC16B}"/>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865B2252-40F4-4A68-8840-4CD8458791E8}"/>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5150136-0374-464B-85C9-BDBBF7EB6C62}"/>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887CD0D6-CDCB-434F-9FC1-A06031BC0F35}"/>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2FAC12C4-4964-4EAF-88FB-1E7990D3AFDB}"/>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C58B9499-484E-45CE-847C-F2D386DAA05C}"/>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77347A6D-1627-48A2-BA0B-9A162156685F}"/>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97C097F-7637-42CD-AB25-75E6B4D669D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71D5413E-0E06-43BE-966F-66320B94F651}"/>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5AB58093-CEC1-4F57-BC6C-5AD7CD2D69A9}"/>
              </a:ext>
            </a:extLst>
          </p:cNvPr>
          <p:cNvPicPr>
            <a:picLocks xmlns:a="http://schemas.openxmlformats.org/drawingml/2006/main" noChangeAspect="1"/>
          </p:cNvPicPr>
          <p:nvPr/>
        </p:nvPicPr>
        <p:blipFill>
          <a:blip xmlns:r="http://schemas.openxmlformats.org/officeDocument/2006/relationships" xmlns:a="http://schemas.openxmlformats.org/drawingml/2006/main" r:embed="Ra81fd2ef3781443e"/>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EA7BC3EE-E9B2-4B2C-8CAE-91C77D01C090}"/>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819CA3DA-444A-4385-B245-C0C64C8E54A7}"/>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4F8A5638-4E45-4C76-BE59-5153895F078D}"/>
              </a:ext>
            </a:extLst>
          </p:cNvPr>
          <p:cNvPicPr>
            <a:picLocks xmlns:a="http://schemas.openxmlformats.org/drawingml/2006/main" noChangeAspect="1"/>
          </p:cNvPicPr>
          <p:nvPr/>
        </p:nvPicPr>
        <p:blipFill>
          <a:blip xmlns:r="http://schemas.openxmlformats.org/officeDocument/2006/relationships" xmlns:a="http://schemas.openxmlformats.org/drawingml/2006/main" r:embed="Rbd59b522d31e467d"/>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EB622A21-773A-4E4D-97C4-D26B6F77E7E0}"/>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A5FD0390-5D56-4489-9A2F-9FBB19F95F7E}"/>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DF3B21AF-E9F3-4D33-9AC4-4A5793DE8147}"/>
              </a:ext>
            </a:extLst>
          </p:cNvPr>
          <p:cNvPicPr>
            <a:picLocks xmlns:a="http://schemas.openxmlformats.org/drawingml/2006/main" noChangeAspect="1"/>
          </p:cNvPicPr>
          <p:nvPr/>
        </p:nvPicPr>
        <p:blipFill>
          <a:blip xmlns:r="http://schemas.openxmlformats.org/officeDocument/2006/relationships" xmlns:a="http://schemas.openxmlformats.org/drawingml/2006/main" r:embed="R151a1fd587fe4f74"/>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473662C2-8966-4979-A409-8562EC1621F7}"/>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0DC67BFB-376B-48A0-BCB0-6E5D469564EA}"/>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59BBB034-4A0E-4C0D-B02C-37029DDCEAD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C2A93E79-13DB-4FE8-8E5D-2C50E2D740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4498698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FF33C436-3F17-4307-9DA0-913A399BF81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69E8C6ED-459A-4605-8722-49B463D0D20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E26495D6-5600-46FD-B643-D158036A14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AEBD63D1-4960-4C9F-8949-690F2AE28C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29DE6A69-732B-4E95-B6D0-9604CFF475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0451DA70-07DF-4380-9060-C29B70683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0A7621A1-74BF-41FB-832B-69D01DEB9AED}"/>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6197400C-0A41-46DD-87C3-F876597DF279}"/>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4458986-015D-4312-BF28-C26E18CA0C42}"/>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9B9C0FD1-5D8F-4DE7-964E-FC29C7F20E7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4470EDA-7B4C-4300-B207-8C42B3807528}"/>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ADCCF804-A237-4105-91FD-EDDCA4840695}"/>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5C0F31E7-3C66-46D4-A653-6C848707E8A0}"/>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C26846EE-83DC-419A-A8A8-5089EC408AF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E7076862-E528-402D-866C-662BF1EB8A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02461392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44BFCD2-0B15-44A4-8E61-6B805C1659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8AD3E912-FEF4-44B4-A329-BBCE8C3F495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7C4777D8-809E-4F7A-B2F8-18F4839477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91B9197F-404A-4D87-A23E-71EDE37D42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C0863F4C-EA75-4DE0-AB86-A23EFA5E5C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882539E-61F6-4FB0-994E-30236C4CB3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50EF8C1-5688-4413-8048-5F77F6FBE20D}"/>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183C364A-FE23-4BA1-BF51-48396EC0CDB8}"/>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6E2F7BFF-69BB-450E-AFDD-B07E8121D4F7}"/>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89E0DB2E-F142-464B-8CC5-DF28BFC68655}"/>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0E68F4FB-BFDB-4D8F-9A5A-003298767CE7}"/>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5D97F3D1-3E3B-4E69-895B-5DFEE3A10BD0}"/>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53B8DA5A-9423-4E9F-A9BD-90DD61BE3CA3}"/>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A8D7E1F9-85E0-4661-81A3-D07DBD04B9AE}"/>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BC5BA6A1-CECF-4544-AFB1-F3A738779AAE}"/>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4CC02B2F-A606-455F-8BE8-C65BBC7573A2}"/>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F47980E0-195C-4BED-B6E8-62B3DD429088}"/>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FE21822A-3D9E-44C9-ABB1-3587B28AE0E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53CB9AC4-D9DB-4D81-B35F-C1174EA5A46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D68926B7-C302-4E51-8313-641675FF82A3}"/>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291D7BBC-6F98-4CEE-83BD-DB8502E92E3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B16903C4-F208-4345-9553-2209D6FAF4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968288231"/>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82B9F96B-6019-4A5F-8FAD-B5A46584CCB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C86BA01F-0ED3-4FCE-A985-5722CF6F12F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A34C9808-7E35-472D-8D93-451402B5F0B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A1B5E1D7-929F-4AE5-BFD6-52601725FC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9559D65B-6209-4499-AADF-655140B7B1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E363AC0-C21D-4BB6-AAD2-16EAEDA41B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C87A690C-BE6B-49FB-B5DB-42ABDC457C36}"/>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660A26AD-DCFC-47E1-B1F1-247E004A6FB5}"/>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219C1BD5-FD8A-4852-90BA-6911F00DC112}"/>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4A5CD99F-BD72-47AA-A4C6-C0E59E443034}"/>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859D4F07-92D6-412D-A589-911A70367AEF}"/>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27599CD8-5F44-4DB5-9AE4-3D8067C2DD4F}"/>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7F38E162-2EA0-43FC-98D8-BDE771CACBAF}"/>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1BEB3F9F-ACE8-4578-B52C-A0D36007C65F}"/>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CE7BEC19-CB5E-4C21-9664-2C5B80613466}"/>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60CE5BB8-81E8-4655-B544-BBB9F406DE94}"/>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4058EE93-B7EB-4972-8C37-A6874F9C16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4188920"/>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5E14F04F-C9DF-43B9-B610-929BECE2C14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0A30699D-2098-4F61-8E31-C70B9DBC3F3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C5BB0B8F-5FA6-4AEB-B7D2-0F4AEF8CBF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DB0EE8F8-4F9F-4C8C-ACA3-21280D077C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B0B073C-3A1C-4F46-B28C-22C4E46A6D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0B745B31-A50F-459C-A8E4-7B25852631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B91B246D-0D77-4E90-B4D2-50F32E2E2530}"/>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FD01C1BC-1D52-4122-976F-24341CBBC245}"/>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DF01919-9B3C-4487-A9BC-55EC2CDAAF89}"/>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02AB433A-F752-4328-96C4-0F87C9FAAF60}"/>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3D68DFD9-1C93-4A70-9D87-3B9807178F39}"/>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1E0140FB-F89F-4F8A-8696-D1456DCCE7E4}"/>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845A5D52-184C-46B5-B8E6-0B4D9DA80515}"/>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EE7CE63-9F8C-4DB9-8FEC-090E4B00D6BD}"/>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D497CC46-D064-4217-965D-8BFBEA82068D}"/>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74F6A51E-7C9A-4B4F-ADBF-673D5B9BE2FB}"/>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555849A1-3FE4-44AD-A833-1598AA0321B6}"/>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BD2A0319-489F-469A-9000-A3F2EE6FAAF2}"/>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7193246-EA0D-4FB7-9A45-D19EFE9DC35F}"/>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922FA141-38E3-4CB1-BFE3-A30FA6A9D60C}"/>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661982E7-5858-48FB-AEF3-F0B2BB45FF1F}"/>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0FA74737-5797-4345-A37F-AE085B769F9D}"/>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C952471F-CE43-485B-BE49-36AA77DEE98A}"/>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114F2FBF-B2CE-4FC5-8137-33F40C173CA6}"/>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773B2D8-1141-4332-8A84-BF2339E9F61C}"/>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9A73D2D2-1E25-4970-A8EE-0C9764BA2082}"/>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F1772076-CFA0-44F4-807E-7EEE170A044E}"/>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43005C4D-6A0F-4856-A0A1-CE8F46A2369B}"/>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25C5C09-DFAC-4DCF-A48F-13F042433610}"/>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BB1A4A3-E862-418B-8A41-2B080407E707}"/>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6F77F42E-551E-4CA1-86D6-BD05F85ACE22}"/>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8E4C8D64-05FC-448D-A5EB-F9D782423514}"/>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91E4AF60-58E6-47CB-A109-D78BF9B139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4902578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9C6C249D-4935-471A-A2E4-B29660E9458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0459B521-FC0B-4807-A978-8D81D95A8F4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9F6ED3C7-02BE-46C6-8ED9-3235E921C9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563805EF-329D-4F10-97C0-AEBFD39836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70D40FFE-9085-4D70-8B92-5CB319AC49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B90EB808-A020-4314-A638-2E6666B32A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959FCD83-0717-4447-8B4D-689AB9D792E5}"/>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4F42AC87-80A4-4C83-80E9-74BB50380B0B}"/>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952788F4-62C0-4476-955B-3C523BE75BF0}"/>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4199575D-38A3-42A4-A5CD-D7230427A545}"/>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26CCC1B0-5F57-48CB-8405-79C53CFC0400}"/>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28AD6C2-841A-4516-9FA8-0824D02A80C7}"/>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A43C5885-1335-4441-B8CB-B858E26A3C4C}"/>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E4EF2E55-1A69-46E3-8505-6ECF520C52E0}"/>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68F4C6B8-09E0-4778-9288-74FB39A9A81A}"/>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65AFB934-AFF6-4B4A-977E-CF6A287EF001}"/>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6AE8AC37-617B-4BC6-A884-5AEBB098E6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897699197"/>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12EB61A4-BEE0-4CDC-854A-0A76710315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689CC82F-3AD3-429D-93BD-A0D1FD1AF6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A04CD089-E185-4F84-8C5A-E865F067F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99259581-BBCC-49B0-9638-58C8ED5E4F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99C6FB9-9B17-4894-9CF4-8FFF536450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150E2BD1-13CB-48C7-8669-0D103DD235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CBA1F3FE-2EDC-4B52-B2B8-D303B6FADA7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FD4DB02-7C07-4F5D-98F3-891E60657B4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9BBF87EA-2D18-4BD2-BEC7-9DE9FFD8BA76}"/>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213376C7-A746-4108-8DBE-513E50D4C6DC}"/>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BFB37285-996A-4B02-A3AB-C6DA44A13F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310845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2026-10-23T06:26:10.3840000Z</dcterms:created>
  <dcterms:modified xsi:type="dcterms:W3CDTF">2026-10-23T06:26:10.3840000Z</dcterms:modified>
</coreProperties>
</file>