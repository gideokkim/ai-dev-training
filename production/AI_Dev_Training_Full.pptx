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slides/charts/chart1.xml" ContentType="application/vnd.openxmlformats-officedocument.drawingml.chart+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719416a5fde4e02" /><Relationship Type="http://schemas.openxmlformats.org/officeDocument/2006/relationships/extended-properties" Target="/docProps/app.xml" Id="Rad8cb315286a4677" /><Relationship Type="http://schemas.openxmlformats.org/officeDocument/2006/relationships/officeDocument" Target="/ppt/presentation.xml" Id="R7435f44610334d8d" /></Relationships>
</file>

<file path=ppt/presentation.xml><?xml version="1.0" encoding="utf-8"?>
<p:presentation xmlns:p="http://schemas.openxmlformats.org/presentationml/2006/main">
  <p:sldMasterIdLst>
    <p:sldMasterId xmlns:r="http://schemas.openxmlformats.org/officeDocument/2006/relationships" id="2147483648" r:id="R0d868d3819ff450a"/>
  </p:sldMasterIdLst>
  <p:notesMasterIdLst>
    <p:notesMasterId xmlns:r="http://schemas.openxmlformats.org/officeDocument/2006/relationships" r:id="Re9e9682be3a14be0"/>
  </p:notesMasterIdLst>
  <p:sldIdLst>
    <p:sldId xmlns:r="http://schemas.openxmlformats.org/officeDocument/2006/relationships" id="256" r:id="R499a80dd974e4fa6"/>
    <p:sldId xmlns:r="http://schemas.openxmlformats.org/officeDocument/2006/relationships" id="257" r:id="Rf99fdc536afb4157"/>
    <p:sldId xmlns:r="http://schemas.openxmlformats.org/officeDocument/2006/relationships" id="258" r:id="R7fcc7a43bb024c84"/>
    <p:sldId xmlns:r="http://schemas.openxmlformats.org/officeDocument/2006/relationships" id="259" r:id="R96a4cd5af08346c4"/>
    <p:sldId xmlns:r="http://schemas.openxmlformats.org/officeDocument/2006/relationships" id="260" r:id="R38e846b595544b3f"/>
    <p:sldId xmlns:r="http://schemas.openxmlformats.org/officeDocument/2006/relationships" id="261" r:id="Ref2f97e9ddae4738"/>
    <p:sldId xmlns:r="http://schemas.openxmlformats.org/officeDocument/2006/relationships" id="262" r:id="R5e19911fea684946"/>
    <p:sldId xmlns:r="http://schemas.openxmlformats.org/officeDocument/2006/relationships" id="263" r:id="R00c109a866554268"/>
    <p:sldId xmlns:r="http://schemas.openxmlformats.org/officeDocument/2006/relationships" id="264" r:id="R7bf0862c4217455b"/>
    <p:sldId xmlns:r="http://schemas.openxmlformats.org/officeDocument/2006/relationships" id="265" r:id="R78393ea1a35e44eb"/>
    <p:sldId xmlns:r="http://schemas.openxmlformats.org/officeDocument/2006/relationships" id="266" r:id="R370e526ebae446b4"/>
    <p:sldId xmlns:r="http://schemas.openxmlformats.org/officeDocument/2006/relationships" id="267" r:id="Rce01a671c5fb49fd"/>
    <p:sldId xmlns:r="http://schemas.openxmlformats.org/officeDocument/2006/relationships" id="268" r:id="Ra86e735f154447d5"/>
    <p:sldId xmlns:r="http://schemas.openxmlformats.org/officeDocument/2006/relationships" id="269" r:id="R9af51d812e6b4110"/>
    <p:sldId xmlns:r="http://schemas.openxmlformats.org/officeDocument/2006/relationships" id="270" r:id="R4646d18e4e024d58"/>
    <p:sldId xmlns:r="http://schemas.openxmlformats.org/officeDocument/2006/relationships" id="271" r:id="R55c6d7d6e5b343c8"/>
    <p:sldId xmlns:r="http://schemas.openxmlformats.org/officeDocument/2006/relationships" id="272" r:id="Re54666d3860c4014"/>
    <p:sldId xmlns:r="http://schemas.openxmlformats.org/officeDocument/2006/relationships" id="273" r:id="Rbb201ca5762d4312"/>
    <p:sldId xmlns:r="http://schemas.openxmlformats.org/officeDocument/2006/relationships" id="274" r:id="R3c48116175cc459c"/>
    <p:sldId xmlns:r="http://schemas.openxmlformats.org/officeDocument/2006/relationships" id="275" r:id="R19a4631c42494bfd"/>
    <p:sldId xmlns:r="http://schemas.openxmlformats.org/officeDocument/2006/relationships" id="276" r:id="Rb43b7d75456644be"/>
    <p:sldId xmlns:r="http://schemas.openxmlformats.org/officeDocument/2006/relationships" id="277" r:id="R17acefc4d9e94757"/>
    <p:sldId xmlns:r="http://schemas.openxmlformats.org/officeDocument/2006/relationships" id="278" r:id="R7bcfe6d3460546ed"/>
    <p:sldId xmlns:r="http://schemas.openxmlformats.org/officeDocument/2006/relationships" id="279" r:id="Rae401ef1c7e54d8e"/>
    <p:sldId xmlns:r="http://schemas.openxmlformats.org/officeDocument/2006/relationships" id="280" r:id="R6ba5dcede7424934"/>
    <p:sldId xmlns:r="http://schemas.openxmlformats.org/officeDocument/2006/relationships" id="281" r:id="R087b7e71d47f49ee"/>
    <p:sldId xmlns:r="http://schemas.openxmlformats.org/officeDocument/2006/relationships" id="282" r:id="Rb65f2120d89b4d6f"/>
    <p:sldId xmlns:r="http://schemas.openxmlformats.org/officeDocument/2006/relationships" id="283" r:id="R3c133a909c1a404d"/>
    <p:sldId xmlns:r="http://schemas.openxmlformats.org/officeDocument/2006/relationships" id="284" r:id="Rfd1af577588b4939"/>
    <p:sldId xmlns:r="http://schemas.openxmlformats.org/officeDocument/2006/relationships" id="285" r:id="R92c675a519dd4a75"/>
    <p:sldId xmlns:r="http://schemas.openxmlformats.org/officeDocument/2006/relationships" id="286" r:id="R753b180cbc3b49c8"/>
    <p:sldId xmlns:r="http://schemas.openxmlformats.org/officeDocument/2006/relationships" id="287" r:id="R88f5b224854d4d3c"/>
    <p:sldId xmlns:r="http://schemas.openxmlformats.org/officeDocument/2006/relationships" id="288" r:id="Rcd1fab6614c749a3"/>
    <p:sldId xmlns:r="http://schemas.openxmlformats.org/officeDocument/2006/relationships" id="289" r:id="R42a9db74a7fa43b1"/>
    <p:sldId xmlns:r="http://schemas.openxmlformats.org/officeDocument/2006/relationships" id="290" r:id="R4c458c49c5224468"/>
    <p:sldId xmlns:r="http://schemas.openxmlformats.org/officeDocument/2006/relationships" id="291" r:id="Rd448620aea55475d"/>
    <p:sldId xmlns:r="http://schemas.openxmlformats.org/officeDocument/2006/relationships" id="292" r:id="Ra2d78ee76eb74118"/>
    <p:sldId xmlns:r="http://schemas.openxmlformats.org/officeDocument/2006/relationships" id="293" r:id="R68153d735811482a"/>
    <p:sldId xmlns:r="http://schemas.openxmlformats.org/officeDocument/2006/relationships" id="294" r:id="R723d130b0e47479e"/>
    <p:sldId xmlns:r="http://schemas.openxmlformats.org/officeDocument/2006/relationships" id="295" r:id="R10ea680365374951"/>
    <p:sldId xmlns:r="http://schemas.openxmlformats.org/officeDocument/2006/relationships" id="296" r:id="R30fa5866b8b54cf5"/>
    <p:sldId xmlns:r="http://schemas.openxmlformats.org/officeDocument/2006/relationships" id="297" r:id="R2e668f8027f949e3"/>
    <p:sldId xmlns:r="http://schemas.openxmlformats.org/officeDocument/2006/relationships" id="298" r:id="R23c5a49162ba4288"/>
    <p:sldId xmlns:r="http://schemas.openxmlformats.org/officeDocument/2006/relationships" id="299" r:id="Rcb5b619223c84e82"/>
    <p:sldId xmlns:r="http://schemas.openxmlformats.org/officeDocument/2006/relationships" id="300" r:id="Ra32eac82e22a40a2"/>
    <p:sldId xmlns:r="http://schemas.openxmlformats.org/officeDocument/2006/relationships" id="301" r:id="R0606248606af4f15"/>
    <p:sldId xmlns:r="http://schemas.openxmlformats.org/officeDocument/2006/relationships" id="302" r:id="R708227af1cf747c3"/>
    <p:sldId xmlns:r="http://schemas.openxmlformats.org/officeDocument/2006/relationships" id="303" r:id="Rf411b0d035ec4dd5"/>
    <p:sldId xmlns:r="http://schemas.openxmlformats.org/officeDocument/2006/relationships" id="304" r:id="R7cc8e9c033404d06"/>
    <p:sldId xmlns:r="http://schemas.openxmlformats.org/officeDocument/2006/relationships" id="305" r:id="R32922e61c64f4f27"/>
    <p:sldId xmlns:r="http://schemas.openxmlformats.org/officeDocument/2006/relationships" id="306" r:id="R4f1ca59ff9904be2"/>
    <p:sldId xmlns:r="http://schemas.openxmlformats.org/officeDocument/2006/relationships" id="307" r:id="R4110477016054f89"/>
    <p:sldId xmlns:r="http://schemas.openxmlformats.org/officeDocument/2006/relationships" id="308" r:id="Rab2b9382b0194047"/>
    <p:sldId xmlns:r="http://schemas.openxmlformats.org/officeDocument/2006/relationships" id="309" r:id="R853bdec3c067401e"/>
    <p:sldId xmlns:r="http://schemas.openxmlformats.org/officeDocument/2006/relationships" id="310" r:id="Rf3eb3b8a03bc42f7"/>
    <p:sldId xmlns:r="http://schemas.openxmlformats.org/officeDocument/2006/relationships" id="311" r:id="Rf57f3b479b5d4082"/>
    <p:sldId xmlns:r="http://schemas.openxmlformats.org/officeDocument/2006/relationships" id="312" r:id="Rae9a2599c7aa4e4f"/>
    <p:sldId xmlns:r="http://schemas.openxmlformats.org/officeDocument/2006/relationships" id="313" r:id="R1be65a94884c4b84"/>
    <p:sldId xmlns:r="http://schemas.openxmlformats.org/officeDocument/2006/relationships" id="314" r:id="R9e4439ffbdfc45b1"/>
    <p:sldId xmlns:r="http://schemas.openxmlformats.org/officeDocument/2006/relationships" id="315" r:id="Reb50e7d00fac4a64"/>
    <p:sldId xmlns:r="http://schemas.openxmlformats.org/officeDocument/2006/relationships" id="316" r:id="R4f35969a8887407d"/>
    <p:sldId xmlns:r="http://schemas.openxmlformats.org/officeDocument/2006/relationships" id="317" r:id="Rd2673c81a61841ea"/>
    <p:sldId xmlns:r="http://schemas.openxmlformats.org/officeDocument/2006/relationships" id="318" r:id="Ra8e33fa957fa4c1d"/>
    <p:sldId xmlns:r="http://schemas.openxmlformats.org/officeDocument/2006/relationships" id="319" r:id="Rb869fe5451dc4a9b"/>
    <p:sldId xmlns:r="http://schemas.openxmlformats.org/officeDocument/2006/relationships" id="320" r:id="R9febe3056ac74c07"/>
    <p:sldId xmlns:r="http://schemas.openxmlformats.org/officeDocument/2006/relationships" id="321" r:id="R6d37b249403e436b"/>
    <p:sldId xmlns:r="http://schemas.openxmlformats.org/officeDocument/2006/relationships" id="322" r:id="R2241b55069c7482c"/>
    <p:sldId xmlns:r="http://schemas.openxmlformats.org/officeDocument/2006/relationships" id="323" r:id="R3cded9c1238946d7"/>
    <p:sldId xmlns:r="http://schemas.openxmlformats.org/officeDocument/2006/relationships" id="324" r:id="R6857aa5b92954c7c"/>
    <p:sldId xmlns:r="http://schemas.openxmlformats.org/officeDocument/2006/relationships" id="325" r:id="R74fcd59531d74473"/>
    <p:sldId xmlns:r="http://schemas.openxmlformats.org/officeDocument/2006/relationships" id="326" r:id="R3825f11449a64468"/>
    <p:sldId xmlns:r="http://schemas.openxmlformats.org/officeDocument/2006/relationships" id="327" r:id="R0e780691bd4b4897"/>
    <p:sldId xmlns:r="http://schemas.openxmlformats.org/officeDocument/2006/relationships" id="328" r:id="R3a66a479e96f47ec"/>
    <p:sldId xmlns:r="http://schemas.openxmlformats.org/officeDocument/2006/relationships" id="329" r:id="R6692b80eaf0c4e12"/>
    <p:sldId xmlns:r="http://schemas.openxmlformats.org/officeDocument/2006/relationships" id="330" r:id="R6200438cec564748"/>
    <p:sldId xmlns:r="http://schemas.openxmlformats.org/officeDocument/2006/relationships" id="331" r:id="Ra074729c3b0c4b1f"/>
    <p:sldId xmlns:r="http://schemas.openxmlformats.org/officeDocument/2006/relationships" id="332" r:id="R6dc32d1e73cc486e"/>
    <p:sldId xmlns:r="http://schemas.openxmlformats.org/officeDocument/2006/relationships" id="333" r:id="R93f31707ea8f445f"/>
    <p:sldId xmlns:r="http://schemas.openxmlformats.org/officeDocument/2006/relationships" id="334" r:id="R277db7a315dc4e9c"/>
    <p:sldId xmlns:r="http://schemas.openxmlformats.org/officeDocument/2006/relationships" id="335" r:id="Re47c1a54825f4afc"/>
    <p:sldId xmlns:r="http://schemas.openxmlformats.org/officeDocument/2006/relationships" id="336" r:id="Re786a110c190419d"/>
    <p:sldId xmlns:r="http://schemas.openxmlformats.org/officeDocument/2006/relationships" id="337" r:id="R1fd4acc1987d467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c32d4000a7146f3" /><Relationship Type="http://schemas.openxmlformats.org/officeDocument/2006/relationships/slideMaster" Target="/ppt/slideMasters/slideMaster1.xml" Id="R0d868d3819ff450a" /><Relationship Type="http://schemas.openxmlformats.org/officeDocument/2006/relationships/notesMaster" Target="/ppt/notesMasters/notesMaster1.xml" Id="Re9e9682be3a14be0" /><Relationship Type="http://schemas.openxmlformats.org/officeDocument/2006/relationships/presProps" Target="/ppt/presProps.xml" Id="Ra1f9985a98644838" /><Relationship Type="http://schemas.openxmlformats.org/officeDocument/2006/relationships/tableStyles" Target="/ppt/tableStyles.xml" Id="R1981e36dc49742a3" /><Relationship Type="http://schemas.openxmlformats.org/officeDocument/2006/relationships/slide" Target="/ppt/slides/slide1.xml" Id="R499a80dd974e4fa6" /><Relationship Type="http://schemas.openxmlformats.org/officeDocument/2006/relationships/slide" Target="/ppt/slides/slide2.xml" Id="Rf99fdc536afb4157" /><Relationship Type="http://schemas.openxmlformats.org/officeDocument/2006/relationships/slide" Target="/ppt/slides/slide3.xml" Id="R7fcc7a43bb024c84" /><Relationship Type="http://schemas.openxmlformats.org/officeDocument/2006/relationships/slide" Target="/ppt/slides/slide4.xml" Id="R96a4cd5af08346c4" /><Relationship Type="http://schemas.openxmlformats.org/officeDocument/2006/relationships/slide" Target="/ppt/slides/slide5.xml" Id="R38e846b595544b3f" /><Relationship Type="http://schemas.openxmlformats.org/officeDocument/2006/relationships/slide" Target="/ppt/slides/slide6.xml" Id="Ref2f97e9ddae4738" /><Relationship Type="http://schemas.openxmlformats.org/officeDocument/2006/relationships/slide" Target="/ppt/slides/slide7.xml" Id="R5e19911fea684946" /><Relationship Type="http://schemas.openxmlformats.org/officeDocument/2006/relationships/slide" Target="/ppt/slides/slide8.xml" Id="R00c109a866554268" /><Relationship Type="http://schemas.openxmlformats.org/officeDocument/2006/relationships/slide" Target="/ppt/slides/slide9.xml" Id="R7bf0862c4217455b" /><Relationship Type="http://schemas.openxmlformats.org/officeDocument/2006/relationships/slide" Target="/ppt/slides/slide10.xml" Id="R78393ea1a35e44eb" /><Relationship Type="http://schemas.openxmlformats.org/officeDocument/2006/relationships/slide" Target="/ppt/slides/slide11.xml" Id="R370e526ebae446b4" /><Relationship Type="http://schemas.openxmlformats.org/officeDocument/2006/relationships/slide" Target="/ppt/slides/slide12.xml" Id="Rce01a671c5fb49fd" /><Relationship Type="http://schemas.openxmlformats.org/officeDocument/2006/relationships/slide" Target="/ppt/slides/slide13.xml" Id="Ra86e735f154447d5" /><Relationship Type="http://schemas.openxmlformats.org/officeDocument/2006/relationships/slide" Target="/ppt/slides/slide14.xml" Id="R9af51d812e6b4110" /><Relationship Type="http://schemas.openxmlformats.org/officeDocument/2006/relationships/slide" Target="/ppt/slides/slide15.xml" Id="R4646d18e4e024d58" /><Relationship Type="http://schemas.openxmlformats.org/officeDocument/2006/relationships/slide" Target="/ppt/slides/slide16.xml" Id="R55c6d7d6e5b343c8" /><Relationship Type="http://schemas.openxmlformats.org/officeDocument/2006/relationships/slide" Target="/ppt/slides/slide17.xml" Id="Re54666d3860c4014" /><Relationship Type="http://schemas.openxmlformats.org/officeDocument/2006/relationships/slide" Target="/ppt/slides/slide18.xml" Id="Rbb201ca5762d4312" /><Relationship Type="http://schemas.openxmlformats.org/officeDocument/2006/relationships/slide" Target="/ppt/slides/slide19.xml" Id="R3c48116175cc459c" /><Relationship Type="http://schemas.openxmlformats.org/officeDocument/2006/relationships/slide" Target="/ppt/slides/slide20.xml" Id="R19a4631c42494bfd" /><Relationship Type="http://schemas.openxmlformats.org/officeDocument/2006/relationships/slide" Target="/ppt/slides/slide21.xml" Id="Rb43b7d75456644be" /><Relationship Type="http://schemas.openxmlformats.org/officeDocument/2006/relationships/slide" Target="/ppt/slides/slide22.xml" Id="R17acefc4d9e94757" /><Relationship Type="http://schemas.openxmlformats.org/officeDocument/2006/relationships/slide" Target="/ppt/slides/slide23.xml" Id="R7bcfe6d3460546ed" /><Relationship Type="http://schemas.openxmlformats.org/officeDocument/2006/relationships/slide" Target="/ppt/slides/slide24.xml" Id="Rae401ef1c7e54d8e" /><Relationship Type="http://schemas.openxmlformats.org/officeDocument/2006/relationships/slide" Target="/ppt/slides/slide25.xml" Id="R6ba5dcede7424934" /><Relationship Type="http://schemas.openxmlformats.org/officeDocument/2006/relationships/slide" Target="/ppt/slides/slide26.xml" Id="R087b7e71d47f49ee" /><Relationship Type="http://schemas.openxmlformats.org/officeDocument/2006/relationships/slide" Target="/ppt/slides/slide27.xml" Id="Rb65f2120d89b4d6f" /><Relationship Type="http://schemas.openxmlformats.org/officeDocument/2006/relationships/slide" Target="/ppt/slides/slide28.xml" Id="R3c133a909c1a404d" /><Relationship Type="http://schemas.openxmlformats.org/officeDocument/2006/relationships/slide" Target="/ppt/slides/slide29.xml" Id="Rfd1af577588b4939" /><Relationship Type="http://schemas.openxmlformats.org/officeDocument/2006/relationships/slide" Target="/ppt/slides/slide30.xml" Id="R92c675a519dd4a75" /><Relationship Type="http://schemas.openxmlformats.org/officeDocument/2006/relationships/slide" Target="/ppt/slides/slide31.xml" Id="R753b180cbc3b49c8" /><Relationship Type="http://schemas.openxmlformats.org/officeDocument/2006/relationships/slide" Target="/ppt/slides/slide32.xml" Id="R88f5b224854d4d3c" /><Relationship Type="http://schemas.openxmlformats.org/officeDocument/2006/relationships/slide" Target="/ppt/slides/slide33.xml" Id="Rcd1fab6614c749a3" /><Relationship Type="http://schemas.openxmlformats.org/officeDocument/2006/relationships/slide" Target="/ppt/slides/slide34.xml" Id="R42a9db74a7fa43b1" /><Relationship Type="http://schemas.openxmlformats.org/officeDocument/2006/relationships/slide" Target="/ppt/slides/slide35.xml" Id="R4c458c49c5224468" /><Relationship Type="http://schemas.openxmlformats.org/officeDocument/2006/relationships/slide" Target="/ppt/slides/slide36.xml" Id="Rd448620aea55475d" /><Relationship Type="http://schemas.openxmlformats.org/officeDocument/2006/relationships/slide" Target="/ppt/slides/slide37.xml" Id="Ra2d78ee76eb74118" /><Relationship Type="http://schemas.openxmlformats.org/officeDocument/2006/relationships/slide" Target="/ppt/slides/slide38.xml" Id="R68153d735811482a" /><Relationship Type="http://schemas.openxmlformats.org/officeDocument/2006/relationships/slide" Target="/ppt/slides/slide39.xml" Id="R723d130b0e47479e" /><Relationship Type="http://schemas.openxmlformats.org/officeDocument/2006/relationships/slide" Target="/ppt/slides/slide40.xml" Id="R10ea680365374951" /><Relationship Type="http://schemas.openxmlformats.org/officeDocument/2006/relationships/slide" Target="/ppt/slides/slide41.xml" Id="R30fa5866b8b54cf5" /><Relationship Type="http://schemas.openxmlformats.org/officeDocument/2006/relationships/slide" Target="/ppt/slides/slide42.xml" Id="R2e668f8027f949e3" /><Relationship Type="http://schemas.openxmlformats.org/officeDocument/2006/relationships/slide" Target="/ppt/slides/slide43.xml" Id="R23c5a49162ba4288" /><Relationship Type="http://schemas.openxmlformats.org/officeDocument/2006/relationships/slide" Target="/ppt/slides/slide44.xml" Id="Rcb5b619223c84e82" /><Relationship Type="http://schemas.openxmlformats.org/officeDocument/2006/relationships/slide" Target="/ppt/slides/slide45.xml" Id="Ra32eac82e22a40a2" /><Relationship Type="http://schemas.openxmlformats.org/officeDocument/2006/relationships/slide" Target="/ppt/slides/slide46.xml" Id="R0606248606af4f15" /><Relationship Type="http://schemas.openxmlformats.org/officeDocument/2006/relationships/slide" Target="/ppt/slides/slide47.xml" Id="R708227af1cf747c3" /><Relationship Type="http://schemas.openxmlformats.org/officeDocument/2006/relationships/slide" Target="/ppt/slides/slide48.xml" Id="Rf411b0d035ec4dd5" /><Relationship Type="http://schemas.openxmlformats.org/officeDocument/2006/relationships/slide" Target="/ppt/slides/slide49.xml" Id="R7cc8e9c033404d06" /><Relationship Type="http://schemas.openxmlformats.org/officeDocument/2006/relationships/slide" Target="/ppt/slides/slide50.xml" Id="R32922e61c64f4f27" /><Relationship Type="http://schemas.openxmlformats.org/officeDocument/2006/relationships/slide" Target="/ppt/slides/slide51.xml" Id="R4f1ca59ff9904be2" /><Relationship Type="http://schemas.openxmlformats.org/officeDocument/2006/relationships/slide" Target="/ppt/slides/slide52.xml" Id="R4110477016054f89" /><Relationship Type="http://schemas.openxmlformats.org/officeDocument/2006/relationships/slide" Target="/ppt/slides/slide53.xml" Id="Rab2b9382b0194047" /><Relationship Type="http://schemas.openxmlformats.org/officeDocument/2006/relationships/slide" Target="/ppt/slides/slide54.xml" Id="R853bdec3c067401e" /><Relationship Type="http://schemas.openxmlformats.org/officeDocument/2006/relationships/slide" Target="/ppt/slides/slide55.xml" Id="Rf3eb3b8a03bc42f7" /><Relationship Type="http://schemas.openxmlformats.org/officeDocument/2006/relationships/slide" Target="/ppt/slides/slide56.xml" Id="Rf57f3b479b5d4082" /><Relationship Type="http://schemas.openxmlformats.org/officeDocument/2006/relationships/slide" Target="/ppt/slides/slide57.xml" Id="Rae9a2599c7aa4e4f" /><Relationship Type="http://schemas.openxmlformats.org/officeDocument/2006/relationships/slide" Target="/ppt/slides/slide58.xml" Id="R1be65a94884c4b84" /><Relationship Type="http://schemas.openxmlformats.org/officeDocument/2006/relationships/slide" Target="/ppt/slides/slide59.xml" Id="R9e4439ffbdfc45b1" /><Relationship Type="http://schemas.openxmlformats.org/officeDocument/2006/relationships/slide" Target="/ppt/slides/slide60.xml" Id="Reb50e7d00fac4a64" /><Relationship Type="http://schemas.openxmlformats.org/officeDocument/2006/relationships/slide" Target="/ppt/slides/slide61.xml" Id="R4f35969a8887407d" /><Relationship Type="http://schemas.openxmlformats.org/officeDocument/2006/relationships/slide" Target="/ppt/slides/slide62.xml" Id="Rd2673c81a61841ea" /><Relationship Type="http://schemas.openxmlformats.org/officeDocument/2006/relationships/slide" Target="/ppt/slides/slide63.xml" Id="Ra8e33fa957fa4c1d" /><Relationship Type="http://schemas.openxmlformats.org/officeDocument/2006/relationships/slide" Target="/ppt/slides/slide64.xml" Id="Rb869fe5451dc4a9b" /><Relationship Type="http://schemas.openxmlformats.org/officeDocument/2006/relationships/slide" Target="/ppt/slides/slide65.xml" Id="R9febe3056ac74c07" /><Relationship Type="http://schemas.openxmlformats.org/officeDocument/2006/relationships/slide" Target="/ppt/slides/slide66.xml" Id="R6d37b249403e436b" /><Relationship Type="http://schemas.openxmlformats.org/officeDocument/2006/relationships/slide" Target="/ppt/slides/slide67.xml" Id="R2241b55069c7482c" /><Relationship Type="http://schemas.openxmlformats.org/officeDocument/2006/relationships/slide" Target="/ppt/slides/slide68.xml" Id="R3cded9c1238946d7" /><Relationship Type="http://schemas.openxmlformats.org/officeDocument/2006/relationships/slide" Target="/ppt/slides/slide69.xml" Id="R6857aa5b92954c7c" /><Relationship Type="http://schemas.openxmlformats.org/officeDocument/2006/relationships/slide" Target="/ppt/slides/slide70.xml" Id="R74fcd59531d74473" /><Relationship Type="http://schemas.openxmlformats.org/officeDocument/2006/relationships/slide" Target="/ppt/slides/slide71.xml" Id="R3825f11449a64468" /><Relationship Type="http://schemas.openxmlformats.org/officeDocument/2006/relationships/slide" Target="/ppt/slides/slide72.xml" Id="R0e780691bd4b4897" /><Relationship Type="http://schemas.openxmlformats.org/officeDocument/2006/relationships/slide" Target="/ppt/slides/slide73.xml" Id="R3a66a479e96f47ec" /><Relationship Type="http://schemas.openxmlformats.org/officeDocument/2006/relationships/slide" Target="/ppt/slides/slide74.xml" Id="R6692b80eaf0c4e12" /><Relationship Type="http://schemas.openxmlformats.org/officeDocument/2006/relationships/slide" Target="/ppt/slides/slide75.xml" Id="R6200438cec564748" /><Relationship Type="http://schemas.openxmlformats.org/officeDocument/2006/relationships/slide" Target="/ppt/slides/slide76.xml" Id="Ra074729c3b0c4b1f" /><Relationship Type="http://schemas.openxmlformats.org/officeDocument/2006/relationships/slide" Target="/ppt/slides/slide77.xml" Id="R6dc32d1e73cc486e" /><Relationship Type="http://schemas.openxmlformats.org/officeDocument/2006/relationships/slide" Target="/ppt/slides/slide78.xml" Id="R93f31707ea8f445f" /><Relationship Type="http://schemas.openxmlformats.org/officeDocument/2006/relationships/slide" Target="/ppt/slides/slide79.xml" Id="R277db7a315dc4e9c" /><Relationship Type="http://schemas.openxmlformats.org/officeDocument/2006/relationships/slide" Target="/ppt/slides/slide80.xml" Id="Re47c1a54825f4afc" /><Relationship Type="http://schemas.openxmlformats.org/officeDocument/2006/relationships/slide" Target="/ppt/slides/slide81.xml" Id="Re786a110c190419d" /><Relationship Type="http://schemas.openxmlformats.org/officeDocument/2006/relationships/slide" Target="/ppt/slides/slide82.xml" Id="R1fd4acc1987d467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584bdd3b8ea463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0a0ccdc24148e7" /><Relationship Type="http://schemas.openxmlformats.org/officeDocument/2006/relationships/notesMaster" Target="/ppt/notesMasters/notesMaster1.xml" Id="R6bb9c5cdd8b04fa6" /></Relationships>
</file>

<file path=ppt/notesSlides/_rels/notesSlide2.xml.rels>&#65279;<?xml version="1.0" encoding="utf-8"?><Relationships xmlns="http://schemas.openxmlformats.org/package/2006/relationships"><Relationship Type="http://schemas.openxmlformats.org/officeDocument/2006/relationships/slide" Target="/ppt/slides/slide2.xml" Id="R5b831ccb5550485a" /><Relationship Type="http://schemas.openxmlformats.org/officeDocument/2006/relationships/notesMaster" Target="/ppt/notesMasters/notesMaster1.xml" Id="R3d16e854bb624215" /></Relationships>
</file>

<file path=ppt/notesSlides/_rels/notesSlide3.xml.rels>&#65279;<?xml version="1.0" encoding="utf-8"?><Relationships xmlns="http://schemas.openxmlformats.org/package/2006/relationships"><Relationship Type="http://schemas.openxmlformats.org/officeDocument/2006/relationships/slide" Target="/ppt/slides/slide3.xml" Id="R2b2cc70940554fd0" /><Relationship Type="http://schemas.openxmlformats.org/officeDocument/2006/relationships/notesMaster" Target="/ppt/notesMasters/notesMaster1.xml" Id="R612f70526fc041d8" /></Relationships>
</file>

<file path=ppt/notesSlides/_rels/notesSlide4.xml.rels>&#65279;<?xml version="1.0" encoding="utf-8"?><Relationships xmlns="http://schemas.openxmlformats.org/package/2006/relationships"><Relationship Type="http://schemas.openxmlformats.org/officeDocument/2006/relationships/slide" Target="/ppt/slides/slide4.xml" Id="R9ecb89d515a24c7a" /><Relationship Type="http://schemas.openxmlformats.org/officeDocument/2006/relationships/notesMaster" Target="/ppt/notesMasters/notesMaster1.xml" Id="Rb95a55f3768e4199" /></Relationships>
</file>

<file path=ppt/notesSlides/_rels/notesSlide5.xml.rels>&#65279;<?xml version="1.0" encoding="utf-8"?><Relationships xmlns="http://schemas.openxmlformats.org/package/2006/relationships"><Relationship Type="http://schemas.openxmlformats.org/officeDocument/2006/relationships/slide" Target="/ppt/slides/slide5.xml" Id="R35b61b1ca13742f8" /><Relationship Type="http://schemas.openxmlformats.org/officeDocument/2006/relationships/notesMaster" Target="/ppt/notesMasters/notesMaster1.xml" Id="Rc6c54b3fbab843f2" /></Relationships>
</file>

<file path=ppt/notesSlides/_rels/notesSlide6.xml.rels>&#65279;<?xml version="1.0" encoding="utf-8"?><Relationships xmlns="http://schemas.openxmlformats.org/package/2006/relationships"><Relationship Type="http://schemas.openxmlformats.org/officeDocument/2006/relationships/slide" Target="/ppt/slides/slide6.xml" Id="R24437a862a314f8e" /><Relationship Type="http://schemas.openxmlformats.org/officeDocument/2006/relationships/notesMaster" Target="/ppt/notesMasters/notesMaster1.xml" Id="R7adeefb4b8644f60" /></Relationships>
</file>

<file path=ppt/notesSlides/_rels/notesSlide7.xml.rels>&#65279;<?xml version="1.0" encoding="utf-8"?><Relationships xmlns="http://schemas.openxmlformats.org/package/2006/relationships"><Relationship Type="http://schemas.openxmlformats.org/officeDocument/2006/relationships/slide" Target="/ppt/slides/slide7.xml" Id="Rfcb18b6c674d4006" /><Relationship Type="http://schemas.openxmlformats.org/officeDocument/2006/relationships/notesMaster" Target="/ppt/notesMasters/notesMaster1.xml" Id="Re2340a3a4b6e4107" /></Relationships>
</file>

<file path=ppt/notesSlides/_rels/notesSlide8.xml.rels>&#65279;<?xml version="1.0" encoding="utf-8"?><Relationships xmlns="http://schemas.openxmlformats.org/package/2006/relationships"><Relationship Type="http://schemas.openxmlformats.org/officeDocument/2006/relationships/slide" Target="/ppt/slides/slide8.xml" Id="R029b916bb5fe4025" /><Relationship Type="http://schemas.openxmlformats.org/officeDocument/2006/relationships/notesMaster" Target="/ppt/notesMasters/notesMaster1.xml" Id="R48b8e323cb5b48fe" /></Relationships>
</file>

<file path=ppt/notesSlides/_rels/notesSlide9.xml.rels>&#65279;<?xml version="1.0" encoding="utf-8"?><Relationships xmlns="http://schemas.openxmlformats.org/package/2006/relationships"><Relationship Type="http://schemas.openxmlformats.org/officeDocument/2006/relationships/slide" Target="/ppt/slides/slide9.xml" Id="R5f4a75f83bbb4499" /><Relationship Type="http://schemas.openxmlformats.org/officeDocument/2006/relationships/notesMaster" Target="/ppt/notesMasters/notesMaster1.xml" Id="R33e2341b37274e4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3d25a985c5b46e9" /><Relationship Type="http://schemas.openxmlformats.org/officeDocument/2006/relationships/notesMaster" Target="/ppt/notesMasters/notesMaster1.xml" Id="Re046b1562e85413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b8d3f9d0f164bd8" /><Relationship Type="http://schemas.openxmlformats.org/officeDocument/2006/relationships/notesMaster" Target="/ppt/notesMasters/notesMaster1.xml" Id="R76fb308ab273499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a07cfec37bb4c54" /><Relationship Type="http://schemas.openxmlformats.org/officeDocument/2006/relationships/notesMaster" Target="/ppt/notesMasters/notesMaster1.xml" Id="Rbd1f16c4587a45c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94e903a344e4710" /><Relationship Type="http://schemas.openxmlformats.org/officeDocument/2006/relationships/notesMaster" Target="/ppt/notesMasters/notesMaster1.xml" Id="R89c1201481ca4a8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5307531c3be498f" /><Relationship Type="http://schemas.openxmlformats.org/officeDocument/2006/relationships/notesMaster" Target="/ppt/notesMasters/notesMaster1.xml" Id="Re818c0a3fedd4e1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be0314e1b754eba" /><Relationship Type="http://schemas.openxmlformats.org/officeDocument/2006/relationships/notesMaster" Target="/ppt/notesMasters/notesMaster1.xml" Id="R1a3e6e494ad740b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4f5f1c216ff45cf" /><Relationship Type="http://schemas.openxmlformats.org/officeDocument/2006/relationships/notesMaster" Target="/ppt/notesMasters/notesMaster1.xml" Id="R672ddb8458164c2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437a3f608e94528" /><Relationship Type="http://schemas.openxmlformats.org/officeDocument/2006/relationships/notesMaster" Target="/ppt/notesMasters/notesMaster1.xml" Id="R1512292b5ebe4d3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e09770259da4539" /><Relationship Type="http://schemas.openxmlformats.org/officeDocument/2006/relationships/notesMaster" Target="/ppt/notesMasters/notesMaster1.xml" Id="R39cc148219a74a7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d0a021e93ae49d6" /><Relationship Type="http://schemas.openxmlformats.org/officeDocument/2006/relationships/notesMaster" Target="/ppt/notesMasters/notesMaster1.xml" Id="R90d4dbba06c04e6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e55f80d7ab24701" /><Relationship Type="http://schemas.openxmlformats.org/officeDocument/2006/relationships/notesMaster" Target="/ppt/notesMasters/notesMaster1.xml" Id="R533d8f56e7f2461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27a608779bf4a3e" /><Relationship Type="http://schemas.openxmlformats.org/officeDocument/2006/relationships/notesMaster" Target="/ppt/notesMasters/notesMaster1.xml" Id="R84499426fb85404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6b8ea3817054ee5" /><Relationship Type="http://schemas.openxmlformats.org/officeDocument/2006/relationships/notesMaster" Target="/ppt/notesMasters/notesMaster1.xml" Id="Re17c06b22f554c2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4635b6df73d48d9" /><Relationship Type="http://schemas.openxmlformats.org/officeDocument/2006/relationships/notesMaster" Target="/ppt/notesMasters/notesMaster1.xml" Id="Rdedf49cf907d4e1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f474451ab18487a" /><Relationship Type="http://schemas.openxmlformats.org/officeDocument/2006/relationships/notesMaster" Target="/ppt/notesMasters/notesMaster1.xml" Id="Rfc8fdf4f9dc94ff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b294749711b40fd" /><Relationship Type="http://schemas.openxmlformats.org/officeDocument/2006/relationships/notesMaster" Target="/ppt/notesMasters/notesMaster1.xml" Id="R6707ace3556c4f7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fc0232917e94241" /><Relationship Type="http://schemas.openxmlformats.org/officeDocument/2006/relationships/notesMaster" Target="/ppt/notesMasters/notesMaster1.xml" Id="R39912b811a0e498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f6154c73dd04acb" /><Relationship Type="http://schemas.openxmlformats.org/officeDocument/2006/relationships/notesMaster" Target="/ppt/notesMasters/notesMaster1.xml" Id="R4c9653803bd7425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def28e89ae44f2e" /><Relationship Type="http://schemas.openxmlformats.org/officeDocument/2006/relationships/notesMaster" Target="/ppt/notesMasters/notesMaster1.xml" Id="R94945b3cb564448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a948a5570cd4d37" /><Relationship Type="http://schemas.openxmlformats.org/officeDocument/2006/relationships/notesMaster" Target="/ppt/notesMasters/notesMaster1.xml" Id="R15241a024622493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aff0d0d10154986" /><Relationship Type="http://schemas.openxmlformats.org/officeDocument/2006/relationships/notesMaster" Target="/ppt/notesMasters/notesMaster1.xml" Id="Ra63f3ee43b864af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5fe1593483d4e20" /><Relationship Type="http://schemas.openxmlformats.org/officeDocument/2006/relationships/notesMaster" Target="/ppt/notesMasters/notesMaster1.xml" Id="R1ea36ea487234eb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50b0292b3994754" /><Relationship Type="http://schemas.openxmlformats.org/officeDocument/2006/relationships/notesMaster" Target="/ppt/notesMasters/notesMaster1.xml" Id="R0322d3f27916406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66a88aa614e4346" /><Relationship Type="http://schemas.openxmlformats.org/officeDocument/2006/relationships/notesMaster" Target="/ppt/notesMasters/notesMaster1.xml" Id="R58c6fe50313745e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5c6718472b44f5e" /><Relationship Type="http://schemas.openxmlformats.org/officeDocument/2006/relationships/notesMaster" Target="/ppt/notesMasters/notesMaster1.xml" Id="R262f8f264e9e425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2310999bb45405f" /><Relationship Type="http://schemas.openxmlformats.org/officeDocument/2006/relationships/notesMaster" Target="/ppt/notesMasters/notesMaster1.xml" Id="Rb72bdb79eefe41b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c3a30f31e9424100" /><Relationship Type="http://schemas.openxmlformats.org/officeDocument/2006/relationships/notesMaster" Target="/ppt/notesMasters/notesMaster1.xml" Id="R84f53ee3c4644bb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c12873b0d5d41ad" /><Relationship Type="http://schemas.openxmlformats.org/officeDocument/2006/relationships/notesMaster" Target="/ppt/notesMasters/notesMaster1.xml" Id="R8b59104748aa49a2"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eded9eb3922648ec" /><Relationship Type="http://schemas.openxmlformats.org/officeDocument/2006/relationships/notesMaster" Target="/ppt/notesMasters/notesMaster1.xml" Id="R87ad9733d92f472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c8d03c700da49a2" /><Relationship Type="http://schemas.openxmlformats.org/officeDocument/2006/relationships/notesMaster" Target="/ppt/notesMasters/notesMaster1.xml" Id="R0ece9e1cccb5476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bc86848438e4b70" /><Relationship Type="http://schemas.openxmlformats.org/officeDocument/2006/relationships/notesMaster" Target="/ppt/notesMasters/notesMaster1.xml" Id="R5a20a341821d4507"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7356070b115640ce" /><Relationship Type="http://schemas.openxmlformats.org/officeDocument/2006/relationships/notesMaster" Target="/ppt/notesMasters/notesMaster1.xml" Id="R185b39174b9b4bd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7bf72e8594f64123" /><Relationship Type="http://schemas.openxmlformats.org/officeDocument/2006/relationships/notesMaster" Target="/ppt/notesMasters/notesMaster1.xml" Id="R1603f79882c4428b"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acbbd22072c4ca8" /><Relationship Type="http://schemas.openxmlformats.org/officeDocument/2006/relationships/notesMaster" Target="/ppt/notesMasters/notesMaster1.xml" Id="R90711b5471d6454e"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33c986235cad4769" /><Relationship Type="http://schemas.openxmlformats.org/officeDocument/2006/relationships/notesMaster" Target="/ppt/notesMasters/notesMaster1.xml" Id="Rc2b07f2dc15a44eb"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f297f180f1494682" /><Relationship Type="http://schemas.openxmlformats.org/officeDocument/2006/relationships/notesMaster" Target="/ppt/notesMasters/notesMaster1.xml" Id="R13506977a333428e"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5b2c232a81604bd4" /><Relationship Type="http://schemas.openxmlformats.org/officeDocument/2006/relationships/notesMaster" Target="/ppt/notesMasters/notesMaster1.xml" Id="R0de6ff8ec73e4162"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24a2e73db6342ce" /><Relationship Type="http://schemas.openxmlformats.org/officeDocument/2006/relationships/notesMaster" Target="/ppt/notesMasters/notesMaster1.xml" Id="R56f88dec9ced46fe"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95cd3afd67da4520" /><Relationship Type="http://schemas.openxmlformats.org/officeDocument/2006/relationships/notesMaster" Target="/ppt/notesMasters/notesMaster1.xml" Id="Rc3200a8412ba4f2c"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fec029f9d1294416" /><Relationship Type="http://schemas.openxmlformats.org/officeDocument/2006/relationships/notesMaster" Target="/ppt/notesMasters/notesMaster1.xml" Id="Rcb50692f953c4ed8"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3e0b9f71d15c4875" /><Relationship Type="http://schemas.openxmlformats.org/officeDocument/2006/relationships/notesMaster" Target="/ppt/notesMasters/notesMaster1.xml" Id="Ra8a0d5d40fc54ed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972dcb42f825453a" /><Relationship Type="http://schemas.openxmlformats.org/officeDocument/2006/relationships/notesMaster" Target="/ppt/notesMasters/notesMaster1.xml" Id="R41716a1add014194"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f4ee098ba5d24f5a" /><Relationship Type="http://schemas.openxmlformats.org/officeDocument/2006/relationships/notesMaster" Target="/ppt/notesMasters/notesMaster1.xml" Id="R13177f449c3e488e"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8dc20b7f68f54106" /><Relationship Type="http://schemas.openxmlformats.org/officeDocument/2006/relationships/notesMaster" Target="/ppt/notesMasters/notesMaster1.xml" Id="Rfe8ecc7386f04e04"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3c88e4cb492a4679" /><Relationship Type="http://schemas.openxmlformats.org/officeDocument/2006/relationships/notesMaster" Target="/ppt/notesMasters/notesMaster1.xml" Id="Rb3081d8eacbb497d"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2db5a72d0261470b" /><Relationship Type="http://schemas.openxmlformats.org/officeDocument/2006/relationships/notesMaster" Target="/ppt/notesMasters/notesMaster1.xml" Id="R83ff91c06a034f2d"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458e3fd983f2450d" /><Relationship Type="http://schemas.openxmlformats.org/officeDocument/2006/relationships/notesMaster" Target="/ppt/notesMasters/notesMaster1.xml" Id="R782432baf09a43be"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e460a3fdb7104132" /><Relationship Type="http://schemas.openxmlformats.org/officeDocument/2006/relationships/notesMaster" Target="/ppt/notesMasters/notesMaster1.xml" Id="Rbc0b790bb2444239"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eb59a37e75a4416c" /><Relationship Type="http://schemas.openxmlformats.org/officeDocument/2006/relationships/notesMaster" Target="/ppt/notesMasters/notesMaster1.xml" Id="Reeb6db325d4442c7"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36336c8d9f3a4cdd" /><Relationship Type="http://schemas.openxmlformats.org/officeDocument/2006/relationships/notesMaster" Target="/ppt/notesMasters/notesMaster1.xml" Id="Rfbcd6ccc2d884057"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82946b5531554750" /><Relationship Type="http://schemas.openxmlformats.org/officeDocument/2006/relationships/notesMaster" Target="/ppt/notesMasters/notesMaster1.xml" Id="R32611998c5d246a1"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e85fa3630350403b" /><Relationship Type="http://schemas.openxmlformats.org/officeDocument/2006/relationships/notesMaster" Target="/ppt/notesMasters/notesMaster1.xml" Id="Ra1085ce8016547a8"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049e256b86cc4d28" /><Relationship Type="http://schemas.openxmlformats.org/officeDocument/2006/relationships/notesMaster" Target="/ppt/notesMasters/notesMaster1.xml" Id="Rce58a7880d02426c"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ccae9dbb70eb4aef" /><Relationship Type="http://schemas.openxmlformats.org/officeDocument/2006/relationships/notesMaster" Target="/ppt/notesMasters/notesMaster1.xml" Id="R8c2a9644bc2c4a11"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dd634f9a90884475" /><Relationship Type="http://schemas.openxmlformats.org/officeDocument/2006/relationships/notesMaster" Target="/ppt/notesMasters/notesMaster1.xml" Id="R1d93f1d55a5f4814"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3aabb2db643b4b32" /><Relationship Type="http://schemas.openxmlformats.org/officeDocument/2006/relationships/notesMaster" Target="/ppt/notesMasters/notesMaster1.xml" Id="Re7d44f1193424fd1"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d9dff78e7d1d45e9" /><Relationship Type="http://schemas.openxmlformats.org/officeDocument/2006/relationships/notesMaster" Target="/ppt/notesMasters/notesMaster1.xml" Id="R628bb7fe4e404cd5"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0ff6ee302c624e61" /><Relationship Type="http://schemas.openxmlformats.org/officeDocument/2006/relationships/notesMaster" Target="/ppt/notesMasters/notesMaster1.xml" Id="R9ca7b3924be84266"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3c3a35c756374a9b" /><Relationship Type="http://schemas.openxmlformats.org/officeDocument/2006/relationships/notesMaster" Target="/ppt/notesMasters/notesMaster1.xml" Id="Ra63a403ad6f44fdc"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c79f962effc742d9" /><Relationship Type="http://schemas.openxmlformats.org/officeDocument/2006/relationships/notesMaster" Target="/ppt/notesMasters/notesMaster1.xml" Id="Rd4b252d044c74282"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b5babff9168a460b" /><Relationship Type="http://schemas.openxmlformats.org/officeDocument/2006/relationships/notesMaster" Target="/ppt/notesMasters/notesMaster1.xml" Id="R8f995c2fc10743d4"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d23e99e6c444e67" /><Relationship Type="http://schemas.openxmlformats.org/officeDocument/2006/relationships/notesMaster" Target="/ppt/notesMasters/notesMaster1.xml" Id="R1fd5f7747a4d43a1"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3b0780899b914b16" /><Relationship Type="http://schemas.openxmlformats.org/officeDocument/2006/relationships/notesMaster" Target="/ppt/notesMasters/notesMaster1.xml" Id="Rc5ae0acc71784f66"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69eaf3dbadec4447" /><Relationship Type="http://schemas.openxmlformats.org/officeDocument/2006/relationships/notesMaster" Target="/ppt/notesMasters/notesMaster1.xml" Id="R7b20754b7da04cfb"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c65295f18de2420d" /><Relationship Type="http://schemas.openxmlformats.org/officeDocument/2006/relationships/notesMaster" Target="/ppt/notesMasters/notesMaster1.xml" Id="R6d9f35ac99a640f9"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9e181d2da025489c" /><Relationship Type="http://schemas.openxmlformats.org/officeDocument/2006/relationships/notesMaster" Target="/ppt/notesMasters/notesMaster1.xml" Id="R649e0376942f4cc0"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a8b351789e544d16" /><Relationship Type="http://schemas.openxmlformats.org/officeDocument/2006/relationships/notesMaster" Target="/ppt/notesMasters/notesMaster1.xml" Id="R1f8be68586ca40d1"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19a80f7d210642f9" /><Relationship Type="http://schemas.openxmlformats.org/officeDocument/2006/relationships/notesMaster" Target="/ppt/notesMasters/notesMaster1.xml" Id="Rd04082b7f8f44b7b"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62b4742e2e534129" /><Relationship Type="http://schemas.openxmlformats.org/officeDocument/2006/relationships/notesMaster" Target="/ppt/notesMasters/notesMaster1.xml" Id="Rf19747bee9a246c8"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4a1f1dad870e4751" /><Relationship Type="http://schemas.openxmlformats.org/officeDocument/2006/relationships/notesMaster" Target="/ppt/notesMasters/notesMaster1.xml" Id="Rebfe7fe3f2774045"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6f8c9fbd747e4b27" /><Relationship Type="http://schemas.openxmlformats.org/officeDocument/2006/relationships/notesMaster" Target="/ppt/notesMasters/notesMaster1.xml" Id="Ra764a58f670048c0"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6d1f20d7379b4005" /><Relationship Type="http://schemas.openxmlformats.org/officeDocument/2006/relationships/notesMaster" Target="/ppt/notesMasters/notesMaster1.xml" Id="Rb6ab57d7619b47b9"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50fd5df5c4c84005" /><Relationship Type="http://schemas.openxmlformats.org/officeDocument/2006/relationships/notesMaster" Target="/ppt/notesMasters/notesMaster1.xml" Id="R76360e7c55254d6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먼저 무엇을 하는지 보자</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먼저 무엇을 하는지 보자</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이 한 번의 관찰에서는 재현, 조사, 계획, 수정, 검증 순서를 확인할 수 있다.</a:t>
            </a:r>
          </a:p>
          <a:p xmlns:a="http://schemas.openxmlformats.org/drawingml/2006/main">
            <a:r>
              <a:t/>
            </a:r>
          </a:p>
          <a:p xmlns:a="http://schemas.openxmlformats.org/drawingml/2006/main">
            <a:r>
              <a:t>Opening Question: “실제로 전달한 Process·Verification 지시와 기록된 행동이 연결되는가?”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“여기까지는 교육용 요청 예시였다. 이제 실제로 전달한 지시와 기록된 작업 과정을 보겠다”고 S16과 구분한다. 좌측은 TRIAL-002 실제 Prompt의 핵심 지시 발췌·번역이며 당시 입력창 Screenshot이나 전체 원문이 아니다.</a:t>
            </a:r>
          </a:p>
          <a:p xmlns:a="http://schemas.openxmlformats.org/drawingml/2006/main">
            <a:r>
              <a:t>2. (0:30–1:35) 좌측 01–05와 우측 같은 번호를 순서대로 짚는다. Process의 먼저 실패 재현, 관련 구현·호출 경로 조사, 수정 전 짧은 계획 알림과 승인 대기 없이 계속, 필요한 코드만 변경이 관찰 기준이다. Verification은 관련 테스트 묶음·프로젝트 전체 테스트, 가능한 CLI 샘플 실행, 변경 내용 확인과 정확한 근거 보고다. 절차 자체를 새로 가르치기보다 요청한 내용과 외부 행동을 대응시킬 기준으로 읽는다. 아직 결과·통과 수치는 공개하지 않는다.</a:t>
            </a:r>
          </a:p>
          <a:p xmlns:a="http://schemas.openxmlformats.org/drawingml/2006/main">
            <a:r>
              <a:t>3. (1:35–2:00) 조사·보존 조건·최소 변경 요청이 실제 diff와 어떻게 연결됐는지 S18에서 확인하겠다고 넘긴다. 번호 대응이 내부 사고나 Prompt 단독 인과성의 증거는 아니라고 구분한다.</a:t>
            </a:r>
          </a:p>
          <a:p xmlns:a="http://schemas.openxmlformats.org/drawingml/2006/main">
            <a:r>
              <a:t/>
            </a:r>
          </a:p>
          <a:p xmlns:a="http://schemas.openxmlformats.org/drawingml/2006/main">
            <a:r>
              <a:t>Evidence / Source: BEAT-006, TRIAL-002, INV-MATURITY-011, DEC-0039. OBSERVED_PRODUCT; one historical Codex CLI run only. Actual Prompt and visible actions: `plan/DEMO_MATRIX.md`, TRIAL-002 / Prompt used, Investigation and visible plan checkpoint, Implementation, Verification. 좌측은 핵심 지시의 발췌·번역이며 S16의 교육용 Prompt가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TRIAL-002는 2026-09-28 macOS Codex CLI 0.154.0의 단일 실행 기록이다. 핵심 지시와 기록에서 관찰한 외부 행동을 대응시킨다. 내부 사고, 지시의 단독 인과성, 결정론적 준수, Prompt 우월성, Desktop, 계정, 반복성 또는 다른 모델을 증명하지 않는다. 지면에서 생략한 상태 태그·격리·미커밋 보존 등 전체 제약은 원본 Prompt에 유지한다.</a:t>
            </a:r>
          </a:p>
          <a:p xmlns:a="http://schemas.openxmlformats.org/drawingml/2006/main">
            <a:r>
              <a:t/>
            </a:r>
          </a:p>
          <a:p xmlns:a="http://schemas.openxmlformats.org/drawingml/2006/main">
            <a:r>
              <a:t>Beginner Explanation: 왼쪽 지시와 같은 번호의 외부 행동을 대조한다. 여기서 조사·확인은 새 절차 수업이 아니라 실제 요청의 Process·Verification을 확인할 기준이다.</a:t>
            </a:r>
          </a:p>
          <a:p xmlns:a="http://schemas.openxmlformats.org/drawingml/2006/main">
            <a:r>
              <a:t/>
            </a:r>
          </a:p>
          <a:p xmlns:a="http://schemas.openxmlformats.org/drawingml/2006/main">
            <a:r>
              <a:t>Advanced Insight: Compare requested instructions with observable recorded events. Matching the two does not expose hidden reasoning or establish Prompt-only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RECORD-BASED WATCH. Lecture 2분 동안 실제 Prompt의 핵심 지시 발췌·번역과 01–05 관찰 기준만 대조한다. S18에서 조사·계획·수정, S19에서 검증 근거를 확인한다. 현재 Desktop surface, 실제 입력창 캡처 또는 새 실행을 보여 주지 않는다.</a:t>
            </a:r>
          </a:p>
          <a:p xmlns:a="http://schemas.openxmlformats.org/drawingml/2006/main">
            <a:r>
              <a:t/>
            </a:r>
          </a:p>
          <a:p xmlns:a="http://schemas.openxmlformats.org/drawingml/2006/main">
            <a:r>
              <a:t>Audience Interaction: 같은 번호의 Prompt 지시와 관찰 기준을 차례로 따라오게 한다. 실습·응답을 요구하지 않는다.</a:t>
            </a:r>
          </a:p>
          <a:p xmlns:a="http://schemas.openxmlformats.org/drawingml/2006/main">
            <a:r>
              <a:t/>
            </a:r>
          </a:p>
          <a:p xmlns:a="http://schemas.openxmlformats.org/drawingml/2006/main">
            <a:r>
              <a:t>Transition: “요청한 조사와 보존 조건은 실제 04 수정에 어떻게 반영됐을까?”를 묻고 S18에서 02 조사·03 계획과 실제 diff를 대조한다.</a:t>
            </a:r>
          </a:p>
          <a:p xmlns:a="http://schemas.openxmlformats.org/drawingml/2006/main">
            <a:r>
              <a:t/>
            </a:r>
          </a:p>
          <a:p xmlns:a="http://schemas.openxmlformats.org/drawingml/2006/main">
            <a:r>
              <a:t>Time Management: Lecture2분 안에 실제 Prompt 발췌·번역과 번호 대응을 확인한다. Process·Verification을 새 작업 절차 강의로 펼치지 않고 결과·수치는 S18–S19에 남긴다.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S55에서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그 확인 명령과 보존 조건이 다음 작업에도 필요할지 생각하며 S22로 연결한다.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S55에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“이렇게 요청할 검사와 보존 조건을 정했지만, 테스트 명령과 같은 조건을 다음 작업에도 다시 쓰게 됩니다. 이번 Task에만 필요한 정보일까요?”라고 S22로 연결한다.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이번 Task인가, 계속 유지할 Project 정보인가?</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S23에서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S23으로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S22 또는 `production/preview/act1/S22.png`를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반복하는 설명을 두 범주로 나누기</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S24의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S24의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다른 Task에 같은 설명이 반복된다</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S24 또는 `production/preview/act2/S24.png`다.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작은 Project Context의 첫 기록</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S26로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S26의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S25 및 `production/preview/act2/S25.png`에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S26 handoff. 명령어 옵션별 설명은 생략한다.</a:t>
            </a:r>
          </a:p>
          <a:p xmlns:a="http://schemas.openxmlformats.org/drawingml/2006/main">
            <a:r>
              <a:t/>
            </a:r>
          </a:p>
          <a:p xmlns:a="http://schemas.openxmlformats.org/drawingml/2006/main">
            <a:r>
              <a:t>Fallback: LOCAL STATIC ARTIFACT — 발표 기본 경로는 `production/ACT_2.pptx`의 S25 또는 `production/preview/act2/S25.png`다.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한 번의 사용에서 확인된 것</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한 번의 사용에서 확인된 것</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In the recorded TRIAL-003 run, the agent inspected `AGENTS.md` and used the documented test command that was absent from the Task Prompt.</a:t>
            </a:r>
          </a:p>
          <a:p xmlns:a="http://schemas.openxmlformats.org/drawingml/2006/main">
            <a:r>
              <a:t/>
            </a:r>
          </a:p>
          <a:p xmlns:a="http://schemas.openxmlformats.org/drawingml/2006/main">
            <a:r>
              <a:t>Opening Question: “Prompt에 없던 test command는 어디서 왔을까?”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요청에는 README-only 범위가 있었지만 전체 테스트 명령은 없었다고 짚는다.</a:t>
            </a:r>
          </a:p>
          <a:p xmlns:a="http://schemas.openxmlformats.org/drawingml/2006/main">
            <a:r>
              <a:t>2. (1:00–3:00) 가운데 AGENTS.md 접근과 기록된 테스트 명령 사용을 오른쪽 11/11 PASS 기록에 연결한다. 화면은 Trial 기록을 요약한 설명 구조다.</a:t>
            </a:r>
          </a:p>
          <a:p xmlns:a="http://schemas.openxmlformats.org/drawingml/2006/main">
            <a:r>
              <a:t>3. (3:00–4:00) Personal/global Skills도 실행됐으므로 AGENTS.md 단독 효과를 분리할 수 없다고 밝힌다. README-only 범위는 요청에도 있었다고 마무리한다.</a:t>
            </a:r>
          </a:p>
          <a:p xmlns:a="http://schemas.openxmlformats.org/drawingml/2006/main">
            <a:r>
              <a:t/>
            </a:r>
          </a:p>
          <a:p xmlns:a="http://schemas.openxmlformats.org/drawingml/2006/main">
            <a:r>
              <a:t>Evidence / Source: TRIAL-003, STATE-01, DEMO-02. OBSERVED_PRODUCT; one recorded CLI run. Personal/global Skills also ran.</a:t>
            </a:r>
          </a:p>
          <a:p xmlns:a="http://schemas.openxmlformats.org/drawingml/2006/main">
            <a:r>
              <a:t/>
            </a:r>
          </a:p>
          <a:p xmlns:a="http://schemas.openxmlformats.org/drawingml/2006/main">
            <a:r>
              <a:t>Claim Boundary: This run does not isolate an independent causal effect of `AGENTS.md`, establish general superiority, or show that repository guidance alone determined file scope.</a:t>
            </a:r>
          </a:p>
          <a:p xmlns:a="http://schemas.openxmlformats.org/drawingml/2006/main">
            <a:r>
              <a:t/>
            </a:r>
          </a:p>
          <a:p xmlns:a="http://schemas.openxmlformats.org/drawingml/2006/main">
            <a:r>
              <a:t>Beginner Explanation: The record shows one example where a Project test command was available outside the current Prompt and was used.</a:t>
            </a:r>
          </a:p>
          <a:p xmlns:a="http://schemas.openxmlformats.org/drawingml/2006/main">
            <a:r>
              <a:t/>
            </a:r>
          </a:p>
          <a:p xmlns:a="http://schemas.openxmlformats.org/drawingml/2006/main">
            <a:r>
              <a:t>Advanced Insight: Keep the observed action, other active instructions, and Task scope separate when interpreting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Present the captured/reconstructed Trial record. Do not represent it as a current Desktop run or a live screenshot. HYBRID activation is UNVERIFIED.</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Use three minutes for the recorded sequence and one minute for the causal boundary. Do not elaborate on unrelated Trial details.</a:t>
            </a:r>
          </a:p>
          <a:p xmlns:a="http://schemas.openxmlformats.org/drawingml/2006/main">
            <a:r>
              <a:t/>
            </a:r>
          </a:p>
          <a:p xmlns:a="http://schemas.openxmlformats.org/drawingml/2006/main">
            <a:r>
              <a:t>Fallback: LOCAL STATIC ARTIFACT — 발표 기본 경로는 `production/ACT_2.pptx`의 S26 또는 `production/preview/act2/S26.png`다.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Task Prompt와 Project Context</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‘이번 작업이 끝나면?’이라는 질문으로 정보의 수명을 비교한다.</a:t>
            </a:r>
          </a:p>
          <a:p xmlns:a="http://schemas.openxmlformats.org/drawingml/2006/main">
            <a:r>
              <a:t>2. (1:00–4:00) 왼쪽 crop 수정과 README-only 범위, 오른쪽 테스트 명령과 근거 기반 의존성 정책을 연결한다. Prompt는 현재 목표를 표현하는 데 계속 필요하다.</a:t>
            </a:r>
          </a:p>
          <a:p xmlns:a="http://schemas.openxmlformats.org/drawingml/2006/main">
            <a:r>
              <a:t>3. (4:00–5:00) 어떤 사실이 다음 Task에도 유효한지 질문한다. C++에서도 공통 제약과 이번 알고리즘 변경 조건의 범위가 다를 수 있다는 짧은 예만 든다.</a:t>
            </a:r>
          </a:p>
          <a:p xmlns:a="http://schemas.openxmlformats.org/drawingml/2006/main">
            <a:r>
              <a:t/>
            </a:r>
          </a:p>
          <a:p xmlns:a="http://schemas.openxmlformats.org/drawingml/2006/main">
            <a:r>
              <a:t>화면 진행: S26에서 본 기록을 회수한 뒤 두 열의 수명을 비교한다. 왼쪽은 다음 작업에서 바뀔 목표, 오른쪽은 여러 작업에서 다시 참고할 사실이다. S23의 분류 질문을 처음부터 반복하지 않는다.</a:t>
            </a:r>
          </a:p>
          <a:p xmlns:a="http://schemas.openxmlformats.org/drawingml/2006/main">
            <a:r>
              <a:t/>
            </a:r>
          </a:p>
          <a:p xmlns:a="http://schemas.openxmlformats.org/drawingml/2006/main">
            <a:r>
              <a:t>Evidence / Source: BEAT-009–010, TRANS-003, CLM-0003, CLM-0005. TEACHING_MODEL / CONCEPTUAL; examples summarize S24–S26.</a:t>
            </a:r>
          </a:p>
          <a:p xmlns:a="http://schemas.openxmlformats.org/drawingml/2006/main">
            <a:r>
              <a:t/>
            </a:r>
          </a:p>
          <a:p xmlns:a="http://schemas.openxmlformats.org/drawingml/2006/main">
            <a:r>
              <a:t>Claim Boundary: This is a teaching model for scope and lifetime, not a formal OpenAI taxonomy or proof that one layer is always better.</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발표 기본 경로는 `production/ACT_2.pptx`의 S27 또는 `production/preview/act2/S27.png`다.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정확한 정보도 계속 늘어난다</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S28 또는 `production/preview/act2/S28.png`다.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정확하지만 이번 Task에는 불필요한 정보</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S29 또는 `production/preview/act2/S29.png`다.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정보의 범위와 제공 시점</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S30 또는 `production/preview/act2/S30.png`다.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Long Context 연구가 말해주는 범위</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S31 또는 `production/preview/act2/S31.png`다.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필요한 상세 정보로 가는 길</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Core Context에서 상세 정보로 가는 길</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S32의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S34.</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S34.</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정보를 지우지 않고 위치를 나누기</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S34 또는 `production/preview/act2/S34.png`다.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서로 다른 두 Task가 무엇을 읽을까?</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Crop Task에서 관찰한 접근</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Task별 접근은 달랐지만 완벽하지는 않다</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S37 또는 `production/preview/act2/S37.png`다.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지식은 정리됐지만 절차는 반복된다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서로 다른 Performance Task, 반복되는 절차</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production/preview/act3/S39.png와 production/preview/full/S39.png다.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Project 사실과 작업 절차는 다르다</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S40 또는 `production/preview/act3/S40.png`다.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Task, Context, Workflow의 역할</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S40의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42에서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S41 또는 `production/preview/act3/S41.png`다.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반복 절차를 Skill로 옮길 수 있을까?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43에서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S42 또는 `production/preview/act3/S42.png`다.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Skill을 어떻게 발견하고 호출할까?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S43 또는 `production/preview/act3/S43.png`다.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절차의 책임이 Prompt에서 Repository로 이동</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S44 또는 `production/preview/act3/S44.png`다.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답을 담지 않는 Workflow</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S45 또는 `production/preview/act3/S45.png`다.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측정으로 후보를 고르다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S47의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S47에서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S46 또는 `production/preview/act3/S46.png`다.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Working Harness Success</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S47 및 `production/preview/act3/S47.png`의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S47 또는 `production/preview/act3/S47.png`다.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이 작업에 Subagent가 필요했을까?</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Subagent를 고려할 조건</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무엇이 다시 찾기 어려운 지식인가?</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Memory는 재발견 비용으로 판단</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Minimum Effective Harness</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53–55에서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Harness는 작업 환경 설계다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55에서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Repository 밖의 환경도 결과에 영향을 준다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S54 또는 `production/preview/act3/S54.png`의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Engineering Pattern은 C++에도 전이된다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production/preview/act3/S55.png와 production/preview/full/S55.png다.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필요한 구조부터 질문하기</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여기까지는 잘 동작했다</a:t>
            </a:r>
          </a:p>
          <a:p xmlns:a="http://schemas.openxmlformats.org/drawingml/2006/main">
            <a:r>
              <a:t/>
            </a:r>
          </a:p>
          <a:p xmlns:a="http://schemas.openxmlformats.org/drawingml/2006/main">
            <a:r>
              <a:t>**Slide ID:**</a:t>
            </a:r>
          </a:p>
          <a:p xmlns:a="http://schemas.openxmlformats.org/drawingml/2006/main">
            <a:r>
              <a:t>S57</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S58으로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S57와 production/preview/act4/S57.png를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개념 사례: Project와 Workflow는 현재 맞다</a:t>
            </a:r>
          </a:p>
          <a:p xmlns:a="http://schemas.openxmlformats.org/drawingml/2006/main">
            <a:r>
              <a:t/>
            </a:r>
          </a:p>
          <a:p xmlns:a="http://schemas.openxmlformats.org/drawingml/2006/main">
            <a:r>
              <a:t>**Slide ID:**</a:t>
            </a:r>
          </a:p>
          <a:p xmlns:a="http://schemas.openxmlformats.org/drawingml/2006/main">
            <a:r>
              <a:t>S58</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S57의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S58와 production/preview/act4/S58.png를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Project는 바뀌고 Workflow는 남았다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S59와 production/preview/act4/S59.png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S60로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S59와 production/preview/act4/S59.png를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Task 해결과 System 문제는 다르다</a:t>
            </a:r>
          </a:p>
          <a:p xmlns:a="http://schemas.openxmlformats.org/drawingml/2006/main">
            <a:r>
              <a:t/>
            </a:r>
          </a:p>
          <a:p xmlns:a="http://schemas.openxmlformats.org/drawingml/2006/main">
            <a:r>
              <a:t>**Slide ID:**</a:t>
            </a:r>
          </a:p>
          <a:p xmlns:a="http://schemas.openxmlformats.org/drawingml/2006/main">
            <a:r>
              <a:t>S60</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S60와 production/preview/act4/S60.png를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원인에 맞는 Layer를 고르기</a:t>
            </a:r>
          </a:p>
          <a:p xmlns:a="http://schemas.openxmlformats.org/drawingml/2006/main">
            <a:r>
              <a:t/>
            </a:r>
          </a:p>
          <a:p xmlns:a="http://schemas.openxmlformats.org/drawingml/2006/main">
            <a:r>
              <a:t>**Slide ID:**</a:t>
            </a:r>
          </a:p>
          <a:p xmlns:a="http://schemas.openxmlformats.org/drawingml/2006/main">
            <a:r>
              <a:t>S61</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S62으로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S61와 production/preview/act4/S61.png를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실패 지점과 원인 Layer 구분하기</a:t>
            </a:r>
          </a:p>
          <a:p xmlns:a="http://schemas.openxmlformats.org/drawingml/2006/main">
            <a:r>
              <a:t/>
            </a:r>
          </a:p>
          <a:p xmlns:a="http://schemas.openxmlformats.org/drawingml/2006/main">
            <a:r>
              <a:t>**Slide ID:**</a:t>
            </a:r>
          </a:p>
          <a:p xmlns:a="http://schemas.openxmlformats.org/drawingml/2006/main">
            <a:r>
              <a:t>S62</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S61의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S63에서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S62와 production/preview/act4/S62.png를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먼저 관찰하고, 그다음 가설을 세운다</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S63와 production/preview/act4/S63.png를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Cause가 지지하는 최소 변경</a:t>
            </a:r>
          </a:p>
          <a:p xmlns:a="http://schemas.openxmlformats.org/drawingml/2006/main">
            <a:r>
              <a:t/>
            </a:r>
          </a:p>
          <a:p xmlns:a="http://schemas.openxmlformats.org/drawingml/2006/main">
            <a:r>
              <a:t>**Slide ID:**</a:t>
            </a:r>
          </a:p>
          <a:p xmlns:a="http://schemas.openxmlformats.org/drawingml/2006/main">
            <a:r>
              <a:t>S64</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S64와 production/preview/act4/S64.png를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Task의 재실행만으로 충분할까?</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대표 작업으로 변경 범위를 확인하기</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Harness도 특정 실패에 맞춰 과적합될 수 있다</a:t>
            </a:r>
          </a:p>
          <a:p xmlns:a="http://schemas.openxmlformats.org/drawingml/2006/main">
            <a:r>
              <a:t/>
            </a:r>
          </a:p>
          <a:p xmlns:a="http://schemas.openxmlformats.org/drawingml/2006/main">
            <a:r>
              <a:t>**Slide ID:**</a:t>
            </a:r>
          </a:p>
          <a:p xmlns:a="http://schemas.openxmlformats.org/drawingml/2006/main">
            <a:r>
              <a:t>S67</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S68으로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Feedback을 System Change와 Evaluation으로 잇기</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S63의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S69로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실제 제작 기록: TRIAL-006</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결과의 타당성과 원인 귀속은 별개다</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S47의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평가와 보고 규칙을 Evidence에 맞추다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후속 기록은 개선됐지만 완전하지 않았다</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S73에서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실제 Meta Loop에서 바뀐 것</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S74의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S74로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Project와 환경이 바뀌면 검증도 다시 본다</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S75의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S75으로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production/preview/act4/S74.png 및 production/preview/full/S74.png.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여섯 시간의 Story를 한 장으로</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S76 실제 Repository 이력→S77 선택 기준→S78 책임을 거쳐 S79에서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S76와 S78에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S79의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S76로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S75와 production/preview/act5/S75.png를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하나의 Repository가 문제에 대응해 진화했다</a:t>
            </a:r>
          </a:p>
          <a:p xmlns:a="http://schemas.openxmlformats.org/drawingml/2006/main">
            <a:r>
              <a:t/>
            </a:r>
          </a:p>
          <a:p xmlns:a="http://schemas.openxmlformats.org/drawingml/2006/main">
            <a:r>
              <a:t>Slide ID: S76</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S34 상세 문서 분리, S47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S34-source.png, S47-source.png (기존 production PNG와 동일). S18은 TRIAL-002 diff 재구성, S34는 STATE-02→03 문구 발췌, S47는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S34로 Routing 우월성·토큰 절감을 주장하지 않고, S47는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S77로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S76와 production/preview/act5/S76.png를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필요성이 입증되지 않은 것은 보류했다</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S78으로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S77와 production/preview/act5/S77.png를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위임이 늘어도 개발자 책임은 남는다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S77의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S79의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S79로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S78와 production/preview/act5/S78.png를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AI-Native Development는 이 교육의 운영 모델</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S80로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S80에서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S80로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S79와 production/preview/act5/S79.png를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어느 Layer에서 마찰이 반복되는가?</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S81의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S81로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S80와 production/preview/act5/S80.png를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다음 작은 행동을 개인적으로 고른다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S80에서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S82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S82으로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S82으로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S81와 production/preview/act5/S81.png를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Q&amp;A와 교육 마무리</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S82와 production/preview/act5/S82.png를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6c3aa3f532545f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9bf338a0c69411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5f710963d74414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71a4129414041a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0eef8054aed497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eff6973a8ed41a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ACA2F4F-EE30-4AE6-B297-F5D46C40B9C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B246B78-8DF1-4BE1-A13C-6DDAEFD3466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6B94A4F-AFA3-459E-95DB-5B8AE20789D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AADEFFA-81A8-471A-8B51-FD49C5DBAF1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E519F42-6CEC-4776-AEEC-07D6EE683E8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99621A8-8BCA-41E8-8514-900C043803B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8DDB5A7-B5F6-4B63-8A0A-F51F16096E4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B788018-8D0D-4E17-B4CE-25B0CCE7A1B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E1B15D2-F866-4436-8BE7-2A30CCBF90C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14F222B-78C5-445B-A1BC-9C372F42455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e165b0860154886" /><Relationship Type="http://schemas.openxmlformats.org/officeDocument/2006/relationships/slideLayout" Target="/ppt/slideLayouts/slideLayout1.xml" Id="Rbc3f3b44f8e24e05" /><Relationship Type="http://schemas.openxmlformats.org/officeDocument/2006/relationships/slideLayout" Target="/ppt/slideLayouts/slideLayout2.xml" Id="R20f2047b730b4495" /><Relationship Type="http://schemas.openxmlformats.org/officeDocument/2006/relationships/slideLayout" Target="/ppt/slideLayouts/slideLayout3.xml" Id="R6eb3d069ff824454" /><Relationship Type="http://schemas.openxmlformats.org/officeDocument/2006/relationships/slideLayout" Target="/ppt/slideLayouts/slideLayout4.xml" Id="R6ffed1a472ec442f" /><Relationship Type="http://schemas.openxmlformats.org/officeDocument/2006/relationships/slideLayout" Target="/ppt/slideLayouts/slideLayout5.xml" Id="Re667c84dfa3c462c" /><Relationship Type="http://schemas.openxmlformats.org/officeDocument/2006/relationships/slideLayout" Target="/ppt/slideLayouts/slideLayout6.xml" Id="R7b028a1196dc472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c3f3b44f8e24e05"/>
    <p:sldLayoutId xmlns:r="http://schemas.openxmlformats.org/officeDocument/2006/relationships" id="2147483650" r:id="R20f2047b730b4495"/>
    <p:sldLayoutId xmlns:r="http://schemas.openxmlformats.org/officeDocument/2006/relationships" id="2147483651" r:id="R6eb3d069ff824454"/>
    <p:sldLayoutId xmlns:r="http://schemas.openxmlformats.org/officeDocument/2006/relationships" id="2147483652" r:id="R6ffed1a472ec442f"/>
    <p:sldLayoutId xmlns:r="http://schemas.openxmlformats.org/officeDocument/2006/relationships" id="2147483653" r:id="Re667c84dfa3c462c"/>
    <p:sldLayoutId xmlns:r="http://schemas.openxmlformats.org/officeDocument/2006/relationships" id="2147483654" r:id="R7b028a1196dc472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b477b1be0d544dc" /><Relationship Type="http://schemas.openxmlformats.org/officeDocument/2006/relationships/image" Target="/ppt/media/image.png" Id="Rbc3733b9186247be" /><Relationship Type="http://schemas.openxmlformats.org/officeDocument/2006/relationships/notesSlide" Target="/ppt/notesSlides/notesSlide1.xml" Id="R963ce9527fda43e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56e2b040a184bc5" /><Relationship Type="http://schemas.openxmlformats.org/officeDocument/2006/relationships/notesSlide" Target="/ppt/notesSlides/notesSlide2.xml" Id="Rd1bed93c11a94a2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d98386214e64423" /><Relationship Type="http://schemas.openxmlformats.org/officeDocument/2006/relationships/notesSlide" Target="/ppt/notesSlides/notesSlide3.xml" Id="Rade9de882663406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e03610c848a481e" /><Relationship Type="http://schemas.openxmlformats.org/officeDocument/2006/relationships/image" Target="/ppt/media/image2.png" Id="Rd906a85d5a8f479c" /><Relationship Type="http://schemas.openxmlformats.org/officeDocument/2006/relationships/notesSlide" Target="/ppt/notesSlides/notesSlide4.xml" Id="R1e65a32d016342d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24b409555ed4f41" /><Relationship Type="http://schemas.openxmlformats.org/officeDocument/2006/relationships/notesSlide" Target="/ppt/notesSlides/notesSlide5.xml" Id="R2c69e132fb93408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6aec002681b403d" /><Relationship Type="http://schemas.openxmlformats.org/officeDocument/2006/relationships/notesSlide" Target="/ppt/notesSlides/notesSlide6.xml" Id="Rb0fee1fe8ef5432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11ab35f4b974476" /><Relationship Type="http://schemas.openxmlformats.org/officeDocument/2006/relationships/image" Target="/ppt/media/image3.png" Id="R445207ed1ca6460f" /><Relationship Type="http://schemas.openxmlformats.org/officeDocument/2006/relationships/notesSlide" Target="/ppt/notesSlides/notesSlide7.xml" Id="R6dfc11531155478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17c5c7a28f04051" /><Relationship Type="http://schemas.openxmlformats.org/officeDocument/2006/relationships/notesSlide" Target="/ppt/notesSlides/notesSlide8.xml" Id="R8ec40a826fe845a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a111c95b50a4cbe" /><Relationship Type="http://schemas.openxmlformats.org/officeDocument/2006/relationships/image" Target="/ppt/media/image4.png" Id="Ra00eddf872e24e23" /><Relationship Type="http://schemas.openxmlformats.org/officeDocument/2006/relationships/image" Target="/ppt/media/image5.png" Id="R3f0a666970b04020" /><Relationship Type="http://schemas.openxmlformats.org/officeDocument/2006/relationships/image" Target="/ppt/media/image6.png" Id="R310b8d3ff3f743dd" /><Relationship Type="http://schemas.openxmlformats.org/officeDocument/2006/relationships/notesSlide" Target="/ppt/notesSlides/notesSlide9.xml" Id="Re269441d95b74a0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4fe08b9f92a4d7a" /><Relationship Type="http://schemas.openxmlformats.org/officeDocument/2006/relationships/notesSlide" Target="/ppt/notesSlides/notesSlide10.xml" Id="R1ba4d1003e3f44a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ec6102eec314608" /><Relationship Type="http://schemas.openxmlformats.org/officeDocument/2006/relationships/image" Target="/ppt/media/image7.png" Id="R9f77efafa2004c07" /><Relationship Type="http://schemas.openxmlformats.org/officeDocument/2006/relationships/image" Target="/ppt/media/image8.png" Id="R52d93ac8781b46e8" /><Relationship Type="http://schemas.openxmlformats.org/officeDocument/2006/relationships/image" Target="/ppt/media/image9.png" Id="R2bc92205112a4aa7" /><Relationship Type="http://schemas.openxmlformats.org/officeDocument/2006/relationships/notesSlide" Target="/ppt/notesSlides/notesSlide11.xml" Id="R85c827e0fbc6477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323c636a0144882" /><Relationship Type="http://schemas.openxmlformats.org/officeDocument/2006/relationships/image" Target="/ppt/media/image10.png" Id="Rd5f1c028520a4d75" /><Relationship Type="http://schemas.openxmlformats.org/officeDocument/2006/relationships/notesSlide" Target="/ppt/notesSlides/notesSlide12.xml" Id="R5c92790efb5740e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ea35e832e5548e6" /><Relationship Type="http://schemas.openxmlformats.org/officeDocument/2006/relationships/image" Target="/ppt/media/image11.png" Id="R3dd8509397934499" /><Relationship Type="http://schemas.openxmlformats.org/officeDocument/2006/relationships/notesSlide" Target="/ppt/notesSlides/notesSlide13.xml" Id="Rf9f0c84284d346e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e1f32052b5e4bce" /><Relationship Type="http://schemas.openxmlformats.org/officeDocument/2006/relationships/notesSlide" Target="/ppt/notesSlides/notesSlide14.xml" Id="R962fae4a0515451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b73cf07c6e94876" /><Relationship Type="http://schemas.openxmlformats.org/officeDocument/2006/relationships/notesSlide" Target="/ppt/notesSlides/notesSlide15.xml" Id="Rc7c7bf99d7c94d2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8058f72835c4f9b" /><Relationship Type="http://schemas.openxmlformats.org/officeDocument/2006/relationships/notesSlide" Target="/ppt/notesSlides/notesSlide16.xml" Id="Rca3a9eb5dcbe40f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d421b0e7c7442c4" /><Relationship Type="http://schemas.openxmlformats.org/officeDocument/2006/relationships/notesSlide" Target="/ppt/notesSlides/notesSlide17.xml" Id="Rc390f8c25fd14ad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60de0b30c6541a6" /><Relationship Type="http://schemas.openxmlformats.org/officeDocument/2006/relationships/notesSlide" Target="/ppt/notesSlides/notesSlide18.xml" Id="R1493c0f9d87e442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2059e0b52a94e1a" /><Relationship Type="http://schemas.openxmlformats.org/officeDocument/2006/relationships/notesSlide" Target="/ppt/notesSlides/notesSlide19.xml" Id="R248ab5359da14b8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b6c3bfeaaff44db" /><Relationship Type="http://schemas.openxmlformats.org/officeDocument/2006/relationships/notesSlide" Target="/ppt/notesSlides/notesSlide20.xml" Id="R2cf8caf62b1148b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9070d0a90404717" /><Relationship Type="http://schemas.openxmlformats.org/officeDocument/2006/relationships/notesSlide" Target="/ppt/notesSlides/notesSlide21.xml" Id="Rc8772cd4252e403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01b78a609a649bc" /><Relationship Type="http://schemas.openxmlformats.org/officeDocument/2006/relationships/notesSlide" Target="/ppt/notesSlides/notesSlide22.xml" Id="Re4d4722ea6bb4b6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fa0f72fc8314661" /><Relationship Type="http://schemas.openxmlformats.org/officeDocument/2006/relationships/notesSlide" Target="/ppt/notesSlides/notesSlide23.xml" Id="R7f77be438089447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2ee529146ce4378" /><Relationship Type="http://schemas.openxmlformats.org/officeDocument/2006/relationships/notesSlide" Target="/ppt/notesSlides/notesSlide24.xml" Id="Rdf387642a6cb459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9c5d3be631d46db" /><Relationship Type="http://schemas.openxmlformats.org/officeDocument/2006/relationships/notesSlide" Target="/ppt/notesSlides/notesSlide25.xml" Id="R05109f3ad0944b8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cce481205c484551" /><Relationship Type="http://schemas.openxmlformats.org/officeDocument/2006/relationships/notesSlide" Target="/ppt/notesSlides/notesSlide26.xml" Id="R9519c308deff43c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1e384f945f5c4624" /><Relationship Type="http://schemas.openxmlformats.org/officeDocument/2006/relationships/notesSlide" Target="/ppt/notesSlides/notesSlide27.xml" Id="R7b93e83e78b44b9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2853adb98b64daf" /><Relationship Type="http://schemas.openxmlformats.org/officeDocument/2006/relationships/notesSlide" Target="/ppt/notesSlides/notesSlide28.xml" Id="Re29cfe91f5714d4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4df23c19ffe9429e" /><Relationship Type="http://schemas.openxmlformats.org/officeDocument/2006/relationships/notesSlide" Target="/ppt/notesSlides/notesSlide29.xml" Id="R3f14e62f6029445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055047bbefbc4ca6" /><Relationship Type="http://schemas.openxmlformats.org/officeDocument/2006/relationships/notesSlide" Target="/ppt/notesSlides/notesSlide30.xml" Id="Rf7c118ac84684c7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228ab789d074f97" /><Relationship Type="http://schemas.openxmlformats.org/officeDocument/2006/relationships/notesSlide" Target="/ppt/notesSlides/notesSlide31.xml" Id="R91461a825d4b453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ecb40f71a9db49bb" /><Relationship Type="http://schemas.openxmlformats.org/officeDocument/2006/relationships/notesSlide" Target="/ppt/notesSlides/notesSlide32.xml" Id="R0e3983031d0448b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1384ed90941545f6" /><Relationship Type="http://schemas.openxmlformats.org/officeDocument/2006/relationships/notesSlide" Target="/ppt/notesSlides/notesSlide33.xml" Id="Rf434a9ee0d8e4d8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71b720d71c804cea" /><Relationship Type="http://schemas.openxmlformats.org/officeDocument/2006/relationships/notesSlide" Target="/ppt/notesSlides/notesSlide34.xml" Id="Rc97b1e98005a4b20"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8dd3b6fb5da14b69" /><Relationship Type="http://schemas.openxmlformats.org/officeDocument/2006/relationships/notesSlide" Target="/ppt/notesSlides/notesSlide35.xml" Id="R67a42cdf63954df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cc317f3c7bba46b8" /><Relationship Type="http://schemas.openxmlformats.org/officeDocument/2006/relationships/notesSlide" Target="/ppt/notesSlides/notesSlide36.xml" Id="R25d25c781fe847a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e5a086e642c040f9" /><Relationship Type="http://schemas.openxmlformats.org/officeDocument/2006/relationships/notesSlide" Target="/ppt/notesSlides/notesSlide37.xml" Id="Rc8438aad08bc4781"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f90a7ba0d064a0c" /><Relationship Type="http://schemas.openxmlformats.org/officeDocument/2006/relationships/notesSlide" Target="/ppt/notesSlides/notesSlide38.xml" Id="R749a542be8564d0e"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32afdea7bd1c49ce" /><Relationship Type="http://schemas.openxmlformats.org/officeDocument/2006/relationships/image" Target="/ppt/media/image12.png" Id="R3fab8c90501f448f" /><Relationship Type="http://schemas.openxmlformats.org/officeDocument/2006/relationships/image" Target="/ppt/media/image13.png" Id="Rf9c772ad18964f21" /><Relationship Type="http://schemas.openxmlformats.org/officeDocument/2006/relationships/image" Target="/ppt/media/image14.png" Id="R06b0f7072e294db3" /><Relationship Type="http://schemas.openxmlformats.org/officeDocument/2006/relationships/image" Target="/ppt/media/image15.png" Id="R8e71dc771f174a47" /><Relationship Type="http://schemas.openxmlformats.org/officeDocument/2006/relationships/notesSlide" Target="/ppt/notesSlides/notesSlide39.xml" Id="Ra9c43b95df33472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6328ccd7c351443c" /><Relationship Type="http://schemas.openxmlformats.org/officeDocument/2006/relationships/notesSlide" Target="/ppt/notesSlides/notesSlide40.xml" Id="R15a56a67613b43c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37970aa47c424c9b" /><Relationship Type="http://schemas.openxmlformats.org/officeDocument/2006/relationships/notesSlide" Target="/ppt/notesSlides/notesSlide41.xml" Id="Rc92e758f2c174720"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0c7a8cfae9a043a6" /><Relationship Type="http://schemas.openxmlformats.org/officeDocument/2006/relationships/notesSlide" Target="/ppt/notesSlides/notesSlide42.xml" Id="R784399755b9341b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08fd7d59e0ed4fce" /><Relationship Type="http://schemas.openxmlformats.org/officeDocument/2006/relationships/notesSlide" Target="/ppt/notesSlides/notesSlide43.xml" Id="Ra47ed72de8cc4a4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049c84fd34de4188" /><Relationship Type="http://schemas.openxmlformats.org/officeDocument/2006/relationships/notesSlide" Target="/ppt/notesSlides/notesSlide44.xml" Id="Rd2c3125390664e6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8644a012a8cf4dcd" /><Relationship Type="http://schemas.openxmlformats.org/officeDocument/2006/relationships/notesSlide" Target="/ppt/notesSlides/notesSlide45.xml" Id="R7413fc63de024a0a"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0c9deb4b02894c7e" /><Relationship Type="http://schemas.openxmlformats.org/officeDocument/2006/relationships/notesSlide" Target="/ppt/notesSlides/notesSlide46.xml" Id="R41273ee6eaa64dc3"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12d49e54bfb04907" /><Relationship Type="http://schemas.openxmlformats.org/officeDocument/2006/relationships/chart" Target="/ppt/slides/charts/chart1.xml" Id="Rc4e4f13827c144a5" /><Relationship Type="http://schemas.openxmlformats.org/officeDocument/2006/relationships/notesSlide" Target="/ppt/notesSlides/notesSlide47.xml" Id="Rfe12518306804deb"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d7d408bf425b4130" /><Relationship Type="http://schemas.openxmlformats.org/officeDocument/2006/relationships/notesSlide" Target="/ppt/notesSlides/notesSlide48.xml" Id="R907732b48e3441a5"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c4eabf025efd4e5d" /><Relationship Type="http://schemas.openxmlformats.org/officeDocument/2006/relationships/notesSlide" Target="/ppt/notesSlides/notesSlide49.xml" Id="R19d372d5090e4029"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67f015ed50314f1a" /><Relationship Type="http://schemas.openxmlformats.org/officeDocument/2006/relationships/notesSlide" Target="/ppt/notesSlides/notesSlide50.xml" Id="Ra9bb65f01d8c4822"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aefe08e2d022487b" /><Relationship Type="http://schemas.openxmlformats.org/officeDocument/2006/relationships/notesSlide" Target="/ppt/notesSlides/notesSlide51.xml" Id="R432408fe4f04499c"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84dae5426ce24b1c" /><Relationship Type="http://schemas.openxmlformats.org/officeDocument/2006/relationships/notesSlide" Target="/ppt/notesSlides/notesSlide52.xml" Id="Rf65a86ecbb8e4955"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41012c013a24443c" /><Relationship Type="http://schemas.openxmlformats.org/officeDocument/2006/relationships/notesSlide" Target="/ppt/notesSlides/notesSlide53.xml" Id="R93776be2b14b426a"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486a5053b9e04393" /><Relationship Type="http://schemas.openxmlformats.org/officeDocument/2006/relationships/notesSlide" Target="/ppt/notesSlides/notesSlide54.xml" Id="R657748caecb8478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08860dddfc0d4b39" /><Relationship Type="http://schemas.openxmlformats.org/officeDocument/2006/relationships/image" Target="/ppt/media/image16.png" Id="Rc68c79606d96422a" /><Relationship Type="http://schemas.openxmlformats.org/officeDocument/2006/relationships/notesSlide" Target="/ppt/notesSlides/notesSlide55.xml" Id="R76f331216abf4488"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63d4c6a65cf74845" /><Relationship Type="http://schemas.openxmlformats.org/officeDocument/2006/relationships/notesSlide" Target="/ppt/notesSlides/notesSlide56.xml" Id="R883699a0dba240b0"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151e1b851c03412c" /><Relationship Type="http://schemas.openxmlformats.org/officeDocument/2006/relationships/notesSlide" Target="/ppt/notesSlides/notesSlide57.xml" Id="R59404abdaa704fdb"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e45be850def64035" /><Relationship Type="http://schemas.openxmlformats.org/officeDocument/2006/relationships/notesSlide" Target="/ppt/notesSlides/notesSlide58.xml" Id="Rbb806aae19da44bd"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e6550f1e925141bd" /><Relationship Type="http://schemas.openxmlformats.org/officeDocument/2006/relationships/notesSlide" Target="/ppt/notesSlides/notesSlide59.xml" Id="R6c627a5f274a4847"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bb9fec8318694608" /><Relationship Type="http://schemas.openxmlformats.org/officeDocument/2006/relationships/notesSlide" Target="/ppt/notesSlides/notesSlide60.xml" Id="R9538caa257e549b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624f319bdbe546a2" /><Relationship Type="http://schemas.openxmlformats.org/officeDocument/2006/relationships/notesSlide" Target="/ppt/notesSlides/notesSlide61.xml" Id="R25cde07c22d54235"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b6a4110024d54469" /><Relationship Type="http://schemas.openxmlformats.org/officeDocument/2006/relationships/notesSlide" Target="/ppt/notesSlides/notesSlide62.xml" Id="Rfd1996a2e9cb4137"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49e755be16024431" /><Relationship Type="http://schemas.openxmlformats.org/officeDocument/2006/relationships/notesSlide" Target="/ppt/notesSlides/notesSlide63.xml" Id="R8b8d8899a96a41ce"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0bc09a14f90b4c43" /><Relationship Type="http://schemas.openxmlformats.org/officeDocument/2006/relationships/notesSlide" Target="/ppt/notesSlides/notesSlide64.xml" Id="R61b8ffda4d15480e"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cb27507f5c7d4c77" /><Relationship Type="http://schemas.openxmlformats.org/officeDocument/2006/relationships/notesSlide" Target="/ppt/notesSlides/notesSlide65.xml" Id="Rb82c56377ad946dc"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81807c521a8b40d1" /><Relationship Type="http://schemas.openxmlformats.org/officeDocument/2006/relationships/notesSlide" Target="/ppt/notesSlides/notesSlide66.xml" Id="R5465361e4e334326"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b6748787b2b947b8" /><Relationship Type="http://schemas.openxmlformats.org/officeDocument/2006/relationships/notesSlide" Target="/ppt/notesSlides/notesSlide67.xml" Id="R923880e0f0654351"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b7f518ced5144ff5" /><Relationship Type="http://schemas.openxmlformats.org/officeDocument/2006/relationships/notesSlide" Target="/ppt/notesSlides/notesSlide68.xml" Id="R62e9b2dcfc044d6d"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671aa2b75ce54239" /><Relationship Type="http://schemas.openxmlformats.org/officeDocument/2006/relationships/notesSlide" Target="/ppt/notesSlides/notesSlide69.xml" Id="R1dbccd47b1934b2b"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8e91f0ce77074994" /><Relationship Type="http://schemas.openxmlformats.org/officeDocument/2006/relationships/notesSlide" Target="/ppt/notesSlides/notesSlide70.xml" Id="Ra456b32adbef4bd7"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a50b087f0ef24b06" /><Relationship Type="http://schemas.openxmlformats.org/officeDocument/2006/relationships/notesSlide" Target="/ppt/notesSlides/notesSlide71.xml" Id="Rfc44a60d3aff43a0"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7fb857caa64b4a76" /><Relationship Type="http://schemas.openxmlformats.org/officeDocument/2006/relationships/notesSlide" Target="/ppt/notesSlides/notesSlide72.xml" Id="Rb1dc745d1c124941"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deb32f483014461e" /><Relationship Type="http://schemas.openxmlformats.org/officeDocument/2006/relationships/notesSlide" Target="/ppt/notesSlides/notesSlide73.xml" Id="R46a41312a5994841"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af4a93365d09473e" /><Relationship Type="http://schemas.openxmlformats.org/officeDocument/2006/relationships/image" Target="/ppt/media/image17.png" Id="Rf5651f3c62b0444f" /><Relationship Type="http://schemas.openxmlformats.org/officeDocument/2006/relationships/notesSlide" Target="/ppt/notesSlides/notesSlide74.xml" Id="R1f1ee4063e0c48c0"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bae57e176dd34898" /><Relationship Type="http://schemas.openxmlformats.org/officeDocument/2006/relationships/notesSlide" Target="/ppt/notesSlides/notesSlide75.xml" Id="Rab7bce6ad260466d"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186b4f08488042c0" /><Relationship Type="http://schemas.openxmlformats.org/officeDocument/2006/relationships/image" Target="/ppt/media/image18.png" Id="R32aa190fc77f4f8e" /><Relationship Type="http://schemas.openxmlformats.org/officeDocument/2006/relationships/image" Target="/ppt/media/image19.png" Id="R3ce34c46ebbb46d5" /><Relationship Type="http://schemas.openxmlformats.org/officeDocument/2006/relationships/image" Target="/ppt/media/image20.png" Id="Rbd6379cce33d497d" /><Relationship Type="http://schemas.openxmlformats.org/officeDocument/2006/relationships/notesSlide" Target="/ppt/notesSlides/notesSlide76.xml" Id="Rd335d82eec094c85"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750f8a10e3b64762" /><Relationship Type="http://schemas.openxmlformats.org/officeDocument/2006/relationships/notesSlide" Target="/ppt/notesSlides/notesSlide77.xml" Id="Re6c393f4982248fd"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e51251bfd01c4467" /><Relationship Type="http://schemas.openxmlformats.org/officeDocument/2006/relationships/notesSlide" Target="/ppt/notesSlides/notesSlide78.xml" Id="R5314cad95ca241ab"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2ec2bc04474045e5" /><Relationship Type="http://schemas.openxmlformats.org/officeDocument/2006/relationships/notesSlide" Target="/ppt/notesSlides/notesSlide79.xml" Id="Rc06e1c96d666461c"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d130bdb8adf74975" /><Relationship Type="http://schemas.openxmlformats.org/officeDocument/2006/relationships/notesSlide" Target="/ppt/notesSlides/notesSlide80.xml" Id="R2e0c7731a1df41d2"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01c2fc56d5464bf6" /><Relationship Type="http://schemas.openxmlformats.org/officeDocument/2006/relationships/notesSlide" Target="/ppt/notesSlides/notesSlide81.xml" Id="R98d2782b3872421c"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9f2f17d47e7b4ef0" /><Relationship Type="http://schemas.openxmlformats.org/officeDocument/2006/relationships/notesSlide" Target="/ppt/notesSlides/notesSlide82.xml" Id="Rf2e375ed9c934d8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130628A4-DD01-47C9-8909-E6C399588B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E26267AA-944D-4236-B716-B300FA584C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CFECAFFB-8632-4770-AF3F-B9E4B8EDF9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246924E8-CC0A-4DBF-9717-6E1217DCC6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906A593E-D804-4C69-9F9C-4B94F66173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7A6C44ED-FD7E-4FCC-B512-4DE79EE3B2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54E8B73C-EDEB-431B-A7CE-4FA7196D040A}"/>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59B37DE0-5E66-4E71-931F-F07F88FB2012}"/>
              </a:ext>
            </a:extLst>
          </p:cNvPr>
          <p:cNvPicPr>
            <a:picLocks xmlns:a="http://schemas.openxmlformats.org/drawingml/2006/main" noChangeAspect="1"/>
          </p:cNvPicPr>
          <p:nvPr/>
        </p:nvPicPr>
        <p:blipFill>
          <a:blip xmlns:r="http://schemas.openxmlformats.org/officeDocument/2006/relationships" xmlns:a="http://schemas.openxmlformats.org/drawingml/2006/main" r:embed="Rbc3733b9186247be"/>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577A6C6A-40EE-486B-B7E6-C2A94F487DCE}"/>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75498E24-F89E-435D-9F77-6D0E66284A39}"/>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0F6720D8-8938-45D8-AECC-BDCB2F892992}"/>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41A70564-4602-4C99-AC64-A1569040D5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619090607"/>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DFF964E3-6C13-41E9-888C-0AC84109F0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1869DEEB-63DD-4A69-BE8D-990F5E05C9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0B46B0E8-F470-4A11-95EE-43B9BA8B5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CCC6778F-D895-4087-871F-742657C360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207F3354-1E96-480D-9C13-B36CF40818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578B0031-59B0-4A6E-8BF9-C139FAD619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C742F648-9CCE-4EB2-86CB-400F291D80CF}"/>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A75E5A96-BBD5-4352-A206-310CC39EBCD6}"/>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9624D4F4-36AE-42A2-90AA-9A36E97CCB0C}"/>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564777D2-7BED-4697-8DA5-824E92E94EC5}"/>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EB38A68-10AD-4F32-9522-7E8DCF53A1AD}"/>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27413375-EF42-4D0C-AA79-7842F33EC56D}"/>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BAA384BE-95BA-4EFB-A2A3-C74586F18C8A}"/>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AFEA94E7-3F0C-4F35-B196-64C75654C142}"/>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0BA0B161-4BC4-44B7-BE2A-04CED590873D}"/>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01516CF8-C3B7-4606-97A4-A5C2B9055BB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02C87B8F-117B-4BCF-B203-EC09773CF5A7}"/>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4F165206-0989-48B8-9748-504DFEBE02D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551C506D-C297-4ACB-9C80-0A61D2ED7854}"/>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2FDBA735-BC39-4158-BCCA-89A071E22DD7}"/>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130A63E3-567C-4E5F-95FE-DD8B17A089E8}"/>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C988C164-7DBB-4966-B523-72714FFF10C7}"/>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C491CFA9-17F5-4F62-BE2E-D4FAE19AECE1}"/>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FC69CA95-8186-4B1F-9F58-2637A7F82DD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9D92DE31-1420-4B2A-B3B3-388B30A4E8D8}"/>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8A6DD474-B5CD-40FB-B5E4-C4D79E40E10A}"/>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5800C6DF-B15D-4E5C-99FB-65E0F4045EBD}"/>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5B006473-47BB-4158-9D0A-1FD2EA1878AE}"/>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44D2C674-9724-41B8-AB72-2D0B6D08BE6E}"/>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37B432D5-93A5-4BFB-8F44-5EC2FAF60AA1}"/>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33FC4557-9F72-41C9-B98B-D267BC933A23}"/>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D4C53C8A-1360-49B1-979F-E113D0619A45}"/>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24C4DA86-9748-401C-92D9-00E183CDFD06}"/>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CB90AB52-1717-4AEF-9E59-D83506EF698E}"/>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2F5D6508-9F60-49F3-A36A-A72646A0A314}"/>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3497724A-E8CA-443E-9E7A-43F7E18CA7D5}"/>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9882BA95-DB87-4456-8234-9B8BD365E3EA}"/>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0FA8873A-B186-49A6-8C36-0C86D7A1AB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91080490"/>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BAB8C999-4473-4DC7-A9A0-19442D357E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F7C0AF02-B5D9-4643-8C81-BA2DB4CF8B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37DBE5FF-7E1C-4B56-BA11-E47C6A2EE3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A3784748-E209-4B72-BEF3-0A344798FD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C637C8D5-0045-4642-840E-CEF17CB286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8841B628-2321-4344-97C8-C40A8983A78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EA49C820-CB2E-480D-AB2E-F7E821CCF234}"/>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73A461EA-259B-40C8-ADFF-F16CAA372E97}"/>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7DCD105A-5857-4AB8-AA01-E849ADDF6CED}"/>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22D0229-18CA-44CE-A679-6B3215F49885}"/>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920B161F-6544-467D-BEAD-86897303D83B}"/>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B7C6DEAC-EFEE-4FCB-AA16-6B5D727A8A53}"/>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7FBE33EA-9DC8-4884-9E59-91B78269B1B3}"/>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B2F1EAE3-3C90-48B9-815A-5D612D160BEE}"/>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2BC7C7E4-35F0-47AF-ABCA-FC9D24549C07}"/>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B9767FF1-94E0-411A-A4CE-457305214E4E}"/>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DFD135D2-0F86-4F94-B98F-925FEF92D7B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50CBBBE7-2E3C-47D1-B01B-D904A3108E29}"/>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1CB1C1F5-1B67-4575-956B-19BEF463573F}"/>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15D342EF-BD03-4F23-B8D3-5B3F1AAEE09E}"/>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DC2E066F-0C4C-4988-83BF-A48C7F44FAFF}"/>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784B5DAB-EE4E-49F8-ACF7-762F490490C0}"/>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218C0AD1-F03D-4294-B28F-BF26A5CC3D6E}"/>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9F378123-64E1-4FE3-99B6-7D59F9587346}"/>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4BBF6A77-8BC0-4DB2-BAF0-311794FF7A30}"/>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C1D29F2-E44F-42E7-BF37-147C331F3A6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A54BEEF0-3234-4E39-8C0B-923048AEBF6F}"/>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9D1BD4D9-D0D8-4AEF-B263-A12901A03D61}"/>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A64C231F-58C8-45CF-A6B8-65CA3769947C}"/>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FA5084F0-2942-4B92-9CC1-E4BE88C8F52B}"/>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39C4A149-9BD1-45EB-89D3-17738002D068}"/>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546526EF-D0EF-4AB0-9EF9-72A03FFB789F}"/>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3D784E15-E43D-41A9-ABC5-BF7FE11074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263772669"/>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882B1384-A04C-4593-B17B-57668E89B3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0C167E0F-732E-4847-A96F-5A72E4E179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9FD54AC4-979A-4269-B1FD-92158E8D38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15192AE-3909-4D76-AD9F-E53A8B8F00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F0430723-A704-4878-A864-9ABE89B09C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305D4D61-E8F9-4FE4-BF71-EEE83C84DE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765974F7-8D7C-40AE-B48B-D4F0B1EF9B72}"/>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B9037E9F-9964-4635-97DF-F2528A453DF2}"/>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253C2B66-899B-4433-9061-4DB499EDE57A}"/>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60C82EC6-AF98-41E8-8488-6AA08E7DCDE9}"/>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16F87A8-4285-411D-9CB6-510BE30F8B22}"/>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50544B36-7109-4FCC-B69B-1447A592FFD9}"/>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6FF519BE-5DF0-4D7E-A971-0A47716DCF3A}"/>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198D6D1D-9B5B-4735-B2E6-9877D733BB1A}"/>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74F3D3C0-1FEC-4E2C-B7AB-1EFD61DB656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93CBD15-966D-46F7-BD1D-18FD2906FC22}"/>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2A4966A1-464A-4DB9-9BC3-D6109227D93B}"/>
              </a:ext>
            </a:extLst>
          </p:cNvPr>
          <p:cNvPicPr>
            <a:picLocks xmlns:a="http://schemas.openxmlformats.org/drawingml/2006/main" noChangeAspect="1"/>
          </p:cNvPicPr>
          <p:nvPr/>
        </p:nvPicPr>
        <p:blipFill>
          <a:blip xmlns:r="http://schemas.openxmlformats.org/officeDocument/2006/relationships" xmlns:a="http://schemas.openxmlformats.org/drawingml/2006/main" r:embed="Rd906a85d5a8f479c"/>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D3879E20-3960-4638-BC5A-F81294988632}"/>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368FA105-65C3-4F85-85F8-277A2D940A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70356082"/>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B156C139-2FDE-446A-A16E-847C38280F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AE1B040C-8B60-446C-BDEE-849320895C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6736FC1D-8E04-4EDB-95C7-8D5B2C2136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3B038731-B132-45B6-890B-EDAE8ED0B4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2C500D51-5947-485B-BF74-02A17A51DD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9C1AF727-238A-4ADF-9CE9-5EA1575472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472EADD5-E106-4E03-B1C2-4E581BEDAABB}"/>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1CDBE1CD-CE95-4ABB-A8F9-BD0CE380511D}"/>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A59CAC73-1C3A-4056-AC3E-717F3D17DFE4}"/>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24F7B992-792A-4930-BC11-884243BABBD9}"/>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A858FE31-F241-4A36-8F6E-0B05115A8749}"/>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1241025C-0748-4186-96E7-EBA8FEF35D68}"/>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960749C2-F629-4238-8C58-6BF454E87629}"/>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3404D280-0D88-41F8-9A87-0BCFBB96EDD8}"/>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D15A187F-99BE-4851-95EC-21C8E41407C6}"/>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E82F6958-F6D9-49E8-B144-BD4C5310D622}"/>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4D58368C-BAA1-4DBE-8029-B4053FE7792C}"/>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BFD7C14A-AAC5-45D6-A966-B303987B0C42}"/>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D9D26FC8-8503-476E-A3CF-A2B5AAD5B38E}"/>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0A9B0121-7223-4F0A-9C0F-553F37CB5CB1}"/>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F428CB99-FFE9-4806-88C7-EE8570429CC5}"/>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1480DC30-F8A5-4A95-8A19-53EBF33D067C}"/>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CCA112A6-EB3E-4E88-AAFD-E818FE68B7D7}"/>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49601A4D-5AA3-4DFD-944D-1C137B361360}"/>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5A115D53-0791-4989-90F2-2AFE61EDE7A2}"/>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7C244FD2-9B54-4731-AB82-8754E3A5240F}"/>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BFB0F07B-6444-4EE4-8838-98C82C0EA4B5}"/>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7B5D897C-F460-45E3-B42A-33BED3D63372}"/>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55C1FF85-31A6-4809-9B81-3A1F7C104286}"/>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36E30B1F-6B63-44D8-8130-5D073C5AE5CC}"/>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BE68FB32-B156-4383-BD9B-219E06330158}"/>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A1180F0B-5BA9-41B0-BA59-474B03F9DBDD}"/>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E56497AE-9750-4D68-9BF2-617541018F8B}"/>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1E5EE700-D014-46E2-98D1-19ACA2AE3E47}"/>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E2B410BD-6E14-4BB9-AA61-9F0DAC908858}"/>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C9D2CCC1-3364-46F8-904F-A8F45A48541F}"/>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DDE9441A-4B63-4640-9718-89A25BAD176D}"/>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8376F947-F36C-4F3A-965B-DAA042917B05}"/>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86E09BB7-8E3E-473B-9646-77C86F74A4F5}"/>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9F8115CA-D2C8-4144-90D1-53C6578953AB}"/>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2054C561-5C20-481C-BCFB-76AA79B5FF94}"/>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3D2B9D56-62FE-4FC9-A796-FFCF48826A9A}"/>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5A5F669C-3881-4CF0-B805-C91410615C3C}"/>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90F3CDA2-2A6F-498B-A610-E4E5386B9CB8}"/>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1B03C27E-7A69-4AC7-A571-8C810DE5EC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23575151"/>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5F3A837E-EB0E-4CAD-8B14-F29CD0CC12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A78FD852-914D-4F15-8607-A0DF8202B7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C4405F3F-12CB-4BE2-AA1C-E69E95618F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C8D307D4-C7E2-4457-B9B1-04E7DCBDAC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944C4233-9EC7-4BCE-BE2B-D20259E23F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513E82A9-5EAE-49AF-A80A-AD4CEC04E1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2F9E849B-D9B7-42F7-83D9-60D42644DF43}"/>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53D5F522-78A3-4184-8EA0-3AA86EEF5DB9}"/>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847518BF-A19A-4562-B0C5-1E9ED86FDAE6}"/>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823DAC4F-3DEA-4B99-BD16-E5656533A529}"/>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F5688A7A-69AF-4A4F-873E-00474B28D4B2}"/>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11BC132A-6569-4FE0-A698-17D7D00048F7}"/>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FD629630-AB34-4C0A-BB1C-AE7518952F66}"/>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DC9844CD-C263-45B0-ACA3-AC581BAD6F65}"/>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A21978F8-F909-4C23-B934-C0153DFB9394}"/>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0F737745-31F8-4286-8F27-129B0D99B3E6}"/>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1022C520-8FEF-4AD4-A451-3661C229CFAB}"/>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D04E1E8B-C2E5-47D3-962F-4DB91E23FA97}"/>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D210EB83-6D8D-439F-937B-12AF83A5151C}"/>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2D3968ED-8F70-45B4-A215-EAD035A451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16051484"/>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B1D8E0B5-943D-4CD9-8A2B-5EF58CB83E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BD434046-8EFF-4D73-85E6-D45BD9CA4F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BB8C41A5-F0A3-44FE-877F-34483F96251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EA5B1EDC-EC6C-4F12-8D55-B0B62451F5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E3C0B594-AB5D-4FF1-B17D-6CE596A514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40BB56E8-C138-4B6D-B703-E8F13B7AE8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0A85A57E-6608-4943-9E22-D9AFF662F597}"/>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823D4686-8235-4AC7-851F-76BB9DA0EEC9}"/>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7D13D2E8-ED62-44FD-8C7F-FBACD93484C1}"/>
              </a:ext>
            </a:extLst>
          </p:cNvPr>
          <p:cNvPicPr>
            <a:picLocks xmlns:a="http://schemas.openxmlformats.org/drawingml/2006/main" noChangeAspect="1"/>
          </p:cNvPicPr>
          <p:nvPr/>
        </p:nvPicPr>
        <p:blipFill>
          <a:blip xmlns:r="http://schemas.openxmlformats.org/officeDocument/2006/relationships" xmlns:a="http://schemas.openxmlformats.org/drawingml/2006/main" r:embed="R445207ed1ca6460f"/>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AF401A59-D812-4D47-AC5A-F864BC7F92B2}"/>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A385E3B0-2AE7-4718-B904-57AAF538EC5D}"/>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5D9EFEFE-9112-4DAD-8E2E-1960315D1A7F}"/>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36F21734-E756-465D-9845-A66BA1D6D7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58271872"/>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23228EA9-023E-4A93-AD5B-62323895EA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184A37FC-E909-423F-A1A9-85F17FDF98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729DB56C-0B7D-4DC9-9D41-089EC4DAF5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5D299211-2454-4F81-83D7-CB64FD5781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9FBC8E22-7AC0-42C3-B106-68661809C8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35A6704D-A743-4061-9CC6-1E41FBB212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ED004CF0-4534-40D6-8B5F-9739D04A26FF}"/>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C62A340C-AA4C-41D1-B6C9-6D641E4D0E26}"/>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78B975AA-BB0D-47F5-B6E0-E1552F5081BA}"/>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3F229DE-D48A-4552-AE8F-7138146D3DF2}"/>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A646D8F9-7B9F-4F1B-B194-A6542C51CBA7}"/>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4D94E45C-CB25-459F-B5FE-DFF7C0B0E216}"/>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DA22425D-02F2-48F4-B0DF-830BCEFC1373}"/>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7A6BA2B6-65E2-4AEB-8067-AC46A43BB929}"/>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85D9AAE3-90A6-435B-9DE6-BB860D028F3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5BDC09F8-E80E-46BF-B7FF-0F9AB9DAE153}"/>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D190DFF2-C30A-4EBE-A8A7-6647081ECB31}"/>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2DA55153-1003-4FEB-BE9A-F261A84E6A47}"/>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0281BD28-EBF9-4123-AC76-EF8E4ADC493F}"/>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D1546CE2-EF55-42CF-BE15-0C746CCE46A1}"/>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070CFE3C-B313-4B8B-B3BB-5B965427C0E9}"/>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86E830AB-EF63-47FF-AC9C-1A8DB97FB5B7}"/>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87933118-A113-4B9E-837D-7C03CA1D3077}"/>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5010EE1F-0156-45A5-8641-7C11AA62DFA4}"/>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B1D45E5-1222-498A-A85D-C6E6C4D7345A}"/>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33056B46-A506-4726-89B8-0ABA273CEA2E}"/>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273C7A38-5D93-47BE-ADDB-EA92DDF637D0}"/>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9735F1FA-5A93-48E0-84F7-E7143A5002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96342916"/>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7C54D720-4FE9-4352-AB4E-D7148BEAA9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AD934B7F-6C36-4DF3-A6C1-1A201F7804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8FD581B0-EC22-4952-A475-55FFDF9FB09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D0222985-B4F9-4604-AB13-1E87A9B7EA2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37568693-516D-4E32-8708-BE9EF71C13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6CDBFF5B-EE48-4203-B106-AE05EC7B44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0ADC0010-81C4-4A1B-9BA7-BE65AE4BD26D}"/>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188C043F-3456-4D26-9469-64B9A31577C1}"/>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142D418A-4BF0-438E-A454-22BAD74AB415}"/>
              </a:ext>
            </a:extLst>
          </p:cNvPr>
          <p:cNvPicPr>
            <a:picLocks xmlns:a="http://schemas.openxmlformats.org/drawingml/2006/main" noChangeAspect="1"/>
          </p:cNvPicPr>
          <p:nvPr/>
        </p:nvPicPr>
        <p:blipFill>
          <a:blip xmlns:r="http://schemas.openxmlformats.org/officeDocument/2006/relationships" xmlns:a="http://schemas.openxmlformats.org/drawingml/2006/main" r:embed="Ra00eddf872e24e2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D97FD7D-F200-4DE4-BEBA-6E5FB7E0FB0D}"/>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A7325A35-B950-448A-9C9F-F88C7641E713}"/>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12B57782-BFEC-4C08-A8B8-28BB39582EEB}"/>
              </a:ext>
            </a:extLst>
          </p:cNvPr>
          <p:cNvPicPr>
            <a:picLocks xmlns:a="http://schemas.openxmlformats.org/drawingml/2006/main" noChangeAspect="1"/>
          </p:cNvPicPr>
          <p:nvPr/>
        </p:nvPicPr>
        <p:blipFill>
          <a:blip xmlns:r="http://schemas.openxmlformats.org/officeDocument/2006/relationships" xmlns:a="http://schemas.openxmlformats.org/drawingml/2006/main" r:embed="R3f0a666970b04020"/>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83B2B68B-D029-475E-8DD8-2FDB77A63545}"/>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A064B5EB-B1CC-45C3-8EC6-1BF8DE6585D3}"/>
              </a:ext>
            </a:extLst>
          </p:cNvPr>
          <p:cNvPicPr>
            <a:picLocks xmlns:a="http://schemas.openxmlformats.org/drawingml/2006/main" noChangeAspect="1"/>
          </p:cNvPicPr>
          <p:nvPr/>
        </p:nvPicPr>
        <p:blipFill>
          <a:blip xmlns:r="http://schemas.openxmlformats.org/officeDocument/2006/relationships" xmlns:a="http://schemas.openxmlformats.org/drawingml/2006/main" r:embed="R310b8d3ff3f743dd"/>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CE4E1B2D-11D6-4E94-AA9B-FA58C1BB8F44}"/>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7F3AFEA7-D06A-4A26-B238-88401BE86FE1}"/>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75DF402E-86EE-47D6-BAA7-C4E3ED53C44B}"/>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227A7448-A617-40A8-894A-FC2270AFF9BA}"/>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77A0BD6A-8084-4A0C-9AF1-D7F3AFD7156F}"/>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DF271CE5-2119-4F97-8C3B-D4811861F045}"/>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6D84D3CC-1462-41DA-83E4-AE63C17679BC}"/>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74995F8A-82A6-434F-8D24-EAE7880B42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668112686"/>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A7E4730E-D684-4DC0-9AE2-07770A3B93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81C27471-85FE-4923-BE7D-FC1848CEDB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5E4FFD05-27F0-4843-94FF-FC5513B585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D999BEA0-1C6B-4FD2-820C-12E4DB4983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7E330E99-648F-4A3D-A335-53E78E1260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F2501F27-04B8-4DD5-901A-61008AA3F7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4874BF7B-770D-4398-A11E-434E89D5EB41}"/>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6C78C05A-A390-491B-B483-A1568FD2A9A1}"/>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A4D4D758-C743-46B0-BF1C-990DC09D9EBD}"/>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B077EE99-5D48-4F06-B3C5-61BFEE085C5A}"/>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46E2B674-0113-400E-8707-29E91C3D9729}"/>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57400AD2-551C-46A2-85E3-7A296C645F46}"/>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15318AE9-6C1A-4641-B852-B95BA99C5B34}"/>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98D86FE-FE9A-41AF-B149-EC035F2BCDB9}"/>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59AA4FEE-AD4B-4566-9236-A23B54449B16}"/>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299EA078-BCB5-4537-B197-2285C88154D4}"/>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C90ED5E4-76B6-4772-AE95-A5428EA276C6}"/>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E13CF2B5-4A32-45EC-B37C-6B496F04DD4B}"/>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FD13126-537C-4307-9487-F979ADE2E6E1}"/>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6187744F-85FC-42A4-9DBA-287F95839AF8}"/>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8A84027C-E8CF-4883-B6AE-3D809BEB438C}"/>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2E2206B1-674F-466A-8C14-0085B59B7F98}"/>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7DBC0E43-0C34-42F6-BDF3-1F24F1E60202}"/>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84D84BAD-934F-4B02-92BE-F81CC132F400}"/>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5E688FA6-D14E-4AE5-B716-D6C3EB98D3C0}"/>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61E0CC8C-0762-4839-B8A8-93185AED76F6}"/>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A3582C0B-DDB8-4B0B-8F17-B64BABFB866E}"/>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E94EAE8C-8EF2-468D-BCF2-F5188D059743}"/>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80DE3077-E1BD-430A-9625-908F338CB2EB}"/>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5915F224-68AB-4897-88A9-74D5221F4340}"/>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127A167E-DAEB-4D1C-8234-FEEF811AE86F}"/>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C6D8ED3B-229A-4270-BFE4-A78DBF54F180}"/>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5687B145-38DD-4DD4-BF66-5C6757E91368}"/>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B1E5AC8A-7DB2-4D33-BF60-7E10CF7DE9F2}"/>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EE51DFBA-81FB-4032-97A0-61AC45AB89AF}"/>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3788814E-7D03-43D4-8F1F-9CC38D0687CD}"/>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F09584A1-9677-4B21-9B1B-B29A0D581FBB}"/>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4D83DFF8-808D-417A-AF71-A8D14482B7B5}"/>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BA9D29C5-3215-4D5E-B392-0DB8FB2A3C3E}"/>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11362067-1C10-44C2-9738-6C83C8EF5644}"/>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976482AA-A13C-4707-865A-856B950E86B8}"/>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C08C0A75-9DA4-4ED9-9E25-F648268B32FE}"/>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FC2775DD-8D06-4D7B-A4B1-55FC5053385A}"/>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8EEBEA50-B47B-48EF-87E4-0F4F51B342AD}"/>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B17056CF-3443-4D6B-9D19-CF1CD8D60C51}"/>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02751ACD-8170-4240-BB56-212E4C76C52B}"/>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96969AA7-4DE9-40DC-B688-43D44C4F90C3}"/>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9BD0A20F-12D4-4B82-95AB-EB0666448C71}"/>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9BEF03D6-2EF6-4BF3-9BA6-65B64197D4A2}"/>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9CF70D52-609B-43BF-B071-BAD4AE5B1E7B}"/>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B7486391-1034-4CA4-9F08-72AEED9662D3}"/>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E98E3F99-F5EB-45EF-BD17-5AF094919073}"/>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CB4D0075-2725-4741-87C9-640CDBF411B8}"/>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CA15EE6B-175E-4E15-9489-72538C3605FF}"/>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131A2ED2-2E4E-4865-A846-8A8F48D8822A}"/>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2CD7DB81-DC50-4611-981B-1048ED95A233}"/>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566C2BA2-C9D7-4660-A6DA-B3686B8492CD}"/>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D224FF0F-C69A-4BAC-A596-F75DBB23ABAF}"/>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A3D32A36-426E-450E-8CCC-AA67FD15971C}"/>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77593582-0B31-402D-AADA-3FFC6C7AD271}"/>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61C0A0BE-A56A-4AB9-BC49-5980946316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225895910"/>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1F19FA52-5D42-40D3-985A-B4306FD79E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80E78743-CC99-43FD-82C6-8DB1088386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65CAE3BF-B693-43BE-9934-E3496CA510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09BF0872-A614-4BF9-ADDF-94A1AD635B8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00DE2E96-3126-4138-B8CD-1A825EA09F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F050AC6A-4311-48C3-B967-E1C538BA30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1A2621DB-7313-4C12-9DA8-04DC409D0408}"/>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629D25E6-7B08-4347-A050-5C063006E1A3}"/>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F4EEC1B-4C8D-499F-95A8-7BB149F1E8F8}"/>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31A63E10-0060-4562-9689-ABB4312AD589}"/>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6338819B-E04E-45A6-AC0F-2B15B9BFEB75}"/>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883346BF-8861-4D39-9454-932F9197E405}"/>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B9C02118-EA01-4FD4-AFCE-2A32D1EC59F3}"/>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B22041A-5F2A-48E3-A822-469D969497A0}"/>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993090E2-5D8A-4CDD-A176-A99C50087D99}"/>
              </a:ext>
            </a:extLst>
          </p:cNvPr>
          <p:cNvPicPr>
            <a:picLocks xmlns:a="http://schemas.openxmlformats.org/drawingml/2006/main" noChangeAspect="1"/>
          </p:cNvPicPr>
          <p:nvPr/>
        </p:nvPicPr>
        <p:blipFill>
          <a:blip xmlns:r="http://schemas.openxmlformats.org/officeDocument/2006/relationships" xmlns:a="http://schemas.openxmlformats.org/drawingml/2006/main" r:embed="R9f77efafa2004c07"/>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9319351E-67F5-4629-A1BB-9ED3B0B14422}"/>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694853E7-DB12-48E3-B405-BF0021DFC2CD}"/>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A2E0490A-A13D-42D5-9F0A-2BFA43186CAB}"/>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18960AF5-5F43-4426-BD86-FEDE4D10EFD6}"/>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8FE28F78-0475-4D94-B12B-53E12FFCC8A5}"/>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1484674E-D4F5-471E-8D4E-C7536ADC98A8}"/>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A3826C93-CD57-4663-A88A-FDB2D51D33A5}"/>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9B6524B7-5009-40EF-A83F-EFD962A391D4}"/>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B756CC0A-3DA5-4639-B48B-918B31022399}"/>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FBB9B0F1-F5F9-4C5D-B503-0E91B0DCCD2A}"/>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13D464CE-66C2-4ADB-A3AC-86A8A15AD7E4}"/>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C526EC76-4988-4052-8C69-EE6F2375CA55}"/>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EDA0FA83-D356-4A9B-B63F-01F056A670A4}"/>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0B56D861-2749-425B-A8B1-4AE6D258523E}"/>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38B0259C-5443-4E37-8A99-F07B3308BA38}"/>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DB4B8998-872E-4F27-8C84-6AE9A9776941}"/>
              </a:ext>
            </a:extLst>
          </p:cNvPr>
          <p:cNvPicPr>
            <a:picLocks xmlns:a="http://schemas.openxmlformats.org/drawingml/2006/main" noChangeAspect="1"/>
          </p:cNvPicPr>
          <p:nvPr/>
        </p:nvPicPr>
        <p:blipFill>
          <a:blip xmlns:r="http://schemas.openxmlformats.org/officeDocument/2006/relationships" xmlns:a="http://schemas.openxmlformats.org/drawingml/2006/main" r:embed="R52d93ac8781b46e8"/>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E91D1197-2085-40DE-A14D-79CE7214B9C0}"/>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29F70814-B642-457E-BB3F-659A05B24504}"/>
              </a:ext>
            </a:extLst>
          </p:cNvPr>
          <p:cNvPicPr>
            <a:picLocks xmlns:a="http://schemas.openxmlformats.org/drawingml/2006/main" noChangeAspect="1"/>
          </p:cNvPicPr>
          <p:nvPr/>
        </p:nvPicPr>
        <p:blipFill>
          <a:blip xmlns:r="http://schemas.openxmlformats.org/officeDocument/2006/relationships" xmlns:a="http://schemas.openxmlformats.org/drawingml/2006/main" r:embed="R2bc92205112a4aa7"/>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8988B053-DD88-4BFA-A4D0-A3043B8B01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767038"/>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578DABBA-2034-4B4F-AA33-F2A800CC9B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442A45BA-881F-4FCD-A00C-48571E75BE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6A32E656-2C99-4720-A9AA-33D61FC77B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F261E47F-326B-430B-88F7-D494422E88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8F9086F6-440B-47DC-BAD6-8632059A99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42A3704A-1609-4DD4-8359-1FC81A8054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0D407055-2197-439E-BC82-B8AED81C0CA6}"/>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B97F0D2C-2DDC-49FC-94E2-D4C25060076E}"/>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F480FD1F-E72E-46BA-A3C3-86078527F35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849F5FAF-ABE0-498E-9ED6-0D5FDDA07B57}"/>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BEEDE1FE-2C8D-4B1E-B2EE-32E0BD99437E}"/>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B50351C2-3D8C-4B9F-94A4-7E87776D06FD}"/>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ECEF09C8-696C-49B8-AD0F-B454E2A49D10}"/>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46C5780-D9F7-43B9-BFA4-6F5E3FF689D9}"/>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9FE9646C-F4CF-41C0-B920-940BD4E1F346}"/>
              </a:ext>
            </a:extLst>
          </p:cNvPr>
          <p:cNvPicPr>
            <a:picLocks xmlns:a="http://schemas.openxmlformats.org/drawingml/2006/main" noChangeAspect="1"/>
          </p:cNvPicPr>
          <p:nvPr/>
        </p:nvPicPr>
        <p:blipFill>
          <a:blip xmlns:r="http://schemas.openxmlformats.org/officeDocument/2006/relationships" xmlns:a="http://schemas.openxmlformats.org/drawingml/2006/main" r:embed="Rd5f1c028520a4d75"/>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A399DCBC-B51E-4B25-B946-A486A09362B1}"/>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F2800232-9D9E-4B45-B267-8B6CA553F11D}"/>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9DDD3E67-BC3D-4C6F-BCB7-B5E498635116}"/>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CB98598C-081B-4D48-885A-5991CC18BD22}"/>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F18AE975-B52E-4F51-BE44-D2EF7F4A4561}"/>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F69D7413-F106-4BD1-9726-1E4EF2A34D69}"/>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36C4F110-812F-4699-9A2A-4E8D81A48770}"/>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8C35D03F-EC00-4F67-BA5B-02A41937402B}"/>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A0186766-546A-4089-B727-D3ED4D0635C4}"/>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8176AF54-1B87-4160-A547-A03C363AFCF3}"/>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FF1A445A-3E96-4E42-9632-17A723111143}"/>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90C3D862-DB1B-457B-BD35-53E9612FB7E0}"/>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B2A4BAFD-7C69-4EB7-A048-5B9F8FDBE86C}"/>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D8D4452E-C842-43EB-9D60-8B370DDE46B8}"/>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4B8AD5C6-5D46-4AED-85B8-A2B70AE7744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81B5A68D-EF6E-4E27-B235-DEFF9475C48C}"/>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BB2A59CC-4788-4148-9203-C63B9FB632C2}"/>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61E37756-16F6-4E5A-AA9A-66A3CABD4C7B}"/>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7E89C40B-5D6E-4D16-98C4-5DE10760B6C2}"/>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1215665B-F662-431B-A175-3D2EE1C6AB7C}"/>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B6780207-FD3A-4177-9F52-683D858C0BFF}"/>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731D0DBC-9961-4336-8E32-7652B5522C65}"/>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1096571-3310-4F3C-AFF3-50898815A290}"/>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51647959-FB09-4C39-BAF5-6AEAFE18BB38}"/>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9BF1815D-15B4-428C-B6CA-6710AFDB0C13}"/>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39C55C77-7ECE-4807-86B2-1E98501A1F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53481147"/>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B8AA05A7-592F-4855-9CB3-6B8295876A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9CC76882-225B-4A20-9F0E-D687299952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FFB413DA-F97C-4C16-94EC-516380E446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F5F8E44B-3161-45A6-8234-77CAD3113A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CE0E4FD2-7E36-45A2-8BB4-53301D08FA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1C602854-0356-4041-B9FC-6DD58873E4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2E7E9395-D61A-4543-990C-B0E962347A41}"/>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D75F22D6-BF2C-4A2C-AEB9-276AD2DE547D}"/>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2A27EDBF-ECFF-4CD6-BE24-F09D14595DFD}"/>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F39394C2-4E5D-4EB4-8534-9A8BD65CDEFA}"/>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013B68B9-420F-4CD9-BB44-EACEA29ACBCB}"/>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16EEF60E-797B-4276-8A5D-058B3F005D8B}"/>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7BDFE70B-725D-4D38-B796-4B129ABD1B46}"/>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B9DABC41-925C-444B-9345-895D9AAD4F02}"/>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A417071E-8E02-4397-9D31-7AD58AB4E48E}"/>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4A8B756B-8A27-4377-9AC6-5ED0D9D54873}"/>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12DBD08B-E4D8-4628-B413-C9F86BB46DB3}"/>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004F76D2-5859-4605-9842-5997E6E71FA7}"/>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8A62D942-932D-4AF6-BE0E-AC535BF9D187}"/>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500A2A02-B393-4D48-99DA-91ACC0617780}"/>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254E02AC-BB43-4B52-BEEA-B299A5FE8AE2}"/>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BC264C67-0CFA-4EBC-B6A5-5D1F094B6CD8}"/>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64D2EDE8-A5ED-43C3-A44D-3D74376A1DE0}"/>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BE5A5845-3AEA-4483-BF61-660DAEF3276D}"/>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912A9E66-316F-4B5B-910C-534D2E2790F3}"/>
              </a:ext>
            </a:extLst>
          </p:cNvPr>
          <p:cNvPicPr>
            <a:picLocks xmlns:a="http://schemas.openxmlformats.org/drawingml/2006/main" noChangeAspect="1"/>
          </p:cNvPicPr>
          <p:nvPr/>
        </p:nvPicPr>
        <p:blipFill>
          <a:blip xmlns:r="http://schemas.openxmlformats.org/officeDocument/2006/relationships" xmlns:a="http://schemas.openxmlformats.org/drawingml/2006/main" r:embed="R3dd8509397934499"/>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65485978-518A-4CB8-A4BA-A193955F1687}"/>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09E67B8D-8A3A-4FED-AF8A-88FE770B176F}"/>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210FD3F3-0A83-4905-930C-8892BC971BF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FF2C676B-F5ED-48BA-BE30-EB258FC24FDC}"/>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BB1015CE-2D6A-465A-A161-B5F86C00E355}"/>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F0E8368A-7948-4567-B1AD-B9C1B9F2DE2C}"/>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343E0505-653B-4D9D-8036-D3C3FF3A1BD3}"/>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0079649E-E8EA-4577-96D9-5B19D2D88200}"/>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C5403CB3-B8F6-4DE2-A0E0-60F53E8A256B}"/>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D842EA35-3D30-446F-9F34-9AF761ED629D}"/>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B96EB56C-31EA-4602-9278-12660499BA65}"/>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0895B766-51F4-4CDD-8E66-08C85FBEAF80}"/>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E50F955A-A78A-431E-8E40-5968E7944019}"/>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11EA0B0A-F97B-4A46-89AB-2D17A9360AA4}"/>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DEAA5769-61E8-4B71-90A3-D4E957514357}"/>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75E5A7BA-3EEC-484F-B405-A786B68A9C9C}"/>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91BB45B7-D9D3-4922-94F9-C460CBA05CDE}"/>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96C94B4D-95BE-45C4-AF93-9E658056E598}"/>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269D59BF-C283-4D74-9C90-12E7F2D43269}"/>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7DFDC3EC-1F95-4EDA-95AC-E329A93EC8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49667269"/>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A32E1FE3-A5B7-467B-9542-76300D4ADF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0C8FA1D6-2DC9-4104-9D38-EE1ED8D95F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E97C1174-CB3D-437D-A1FC-74396207BE8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AD38B2FF-4E85-4456-BCA6-ECE3C4B61D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19227664-0F94-4061-93DB-6CAFE566C6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ECA69D66-69F6-4EDC-A4C1-F998275993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7200E8B5-C86A-4252-BBC9-CBD9B25B6EA1}"/>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00F24FCB-53F6-44CC-9D33-2ED116CB12A7}"/>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39348606-7A1E-4737-A895-A9E75CA10FBD}"/>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BF43B23F-A295-4CAF-9DC7-21034A769177}"/>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DC103125-F7C9-498B-9F7A-6EE131A82B4F}"/>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A9F4A654-9934-43F2-9F34-6DAC7D06F29B}"/>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39F4B471-54E2-40A4-8E16-2B94749AB343}"/>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8223575E-A79D-42FF-ACA2-80B5092AD59B}"/>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BB018B2E-B7E6-494D-AB0A-F8E40610C8A0}"/>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AA794138-1A31-49B0-A89F-9DBF93B830F9}"/>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772202AD-0F15-436D-BF81-4D88D69176A5}"/>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B2BD8E0E-54AF-4821-A3AF-D4776E861859}"/>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F8ED9751-42EF-4868-B44F-2E754344070F}"/>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85C35EB8-39F2-4921-AD8F-3BDBF7E3119D}"/>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38817F4F-74A7-4E04-A18E-35E799DF4F31}"/>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2C872449-8784-4F45-97BF-E517F9BF69CA}"/>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D6FEC062-BF2F-4A74-B3F0-50D6596B5B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091204391"/>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FEE35D7A-20F1-4393-80BB-D40ED9A448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7942A30C-11FE-4629-BD18-D21CDFB096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270B772F-87E7-45D3-AA47-A8CE46A655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529070A-A020-410B-9873-AC11A537BC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8372A428-01D0-4713-BF44-28E50C5E65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65172DB9-6D89-4AFF-87D9-E449E328A5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0FC80FA3-FF12-41B0-8ADF-846CF7451DE0}"/>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C87F66D4-9545-496A-8D80-F4A07093DD8F}"/>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3A11CD72-814A-466F-BC28-296095A1EB3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BFD60184-EBB8-4357-8858-95F4140C078A}"/>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2B3259EC-174D-42A0-840B-81072AF61367}"/>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E292B6F9-3995-4D7B-8B3A-D21826B48DF9}"/>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9EF346C2-78CB-4A78-9C53-510FAD2EA22A}"/>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7162E20E-4159-4846-A114-D0C342F268E9}"/>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1249FF47-BC9A-4602-AFF0-11231696B471}"/>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50F01937-4CA9-4344-9C83-956891549187}"/>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14FD81CF-C749-467F-88B9-8A436199BDA7}"/>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52CBFFD3-20C3-44BF-B443-88B4AB2CB1B5}"/>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A9882670-E693-4262-A660-C4436893EB5A}"/>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2DBCADDE-0764-4104-B766-F1E68AE42FB0}"/>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7675AA9B-A42F-464A-B994-13640CE5FDDB}"/>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2D1FFB64-07BB-4F8B-BCCF-EB3D4B19150F}"/>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F10EF215-CECF-419A-AE9E-B0180D400D78}"/>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0CED4D8D-829C-4F16-ADFA-75AAEFB33275}"/>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221548E8-7D33-4E79-A820-F513859498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95464500"/>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CC95329D-A581-444F-9678-733EB7CE7A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D3D6F0CA-7155-4BB6-9C9A-A56FA0D6A5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214807B2-3A16-4700-9C3E-4D6414E3E7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7622395E-5E6E-4222-96DF-097233EA8F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3E861067-73B2-4A4A-BD11-2EFC4A3D3C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3BDB7805-5FC9-41D4-A218-1741BFC0C2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B3AAF71B-0706-49EC-A77D-B305B452883C}"/>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2B5DCE07-9CB4-4EF8-AE9C-6E295577E4CD}"/>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A2504962-ACC5-4FB0-BA75-893CFD2F1250}"/>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D4137F2D-B115-482E-BA25-D053F9367724}"/>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5B96D63A-C51F-4C03-8903-E71E2AF28B33}"/>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894EFFA1-3E86-4779-9C9B-9EEDF8B5B6E0}"/>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7852991D-A461-4374-B8C7-F58F97F1A8CA}"/>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6C60CEE4-2395-4CA8-A8DE-B86C4AB0A081}"/>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DCA0D567-4912-4189-A6BC-6C21F4A22A89}"/>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7F41B914-4F1D-4DB5-9B84-44F71BE59E69}"/>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9C0CF5D6-6B63-4134-B601-C14503E0884E}"/>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6706B9E9-641B-4BA2-BB6E-E6FFEE87F27E}"/>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791D0150-EF7C-4959-80AD-A812E17B56F2}"/>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1BBF7801-794F-40CD-B500-501C40ECE691}"/>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AAD25EB1-62D8-4706-8686-426FBFFD2048}"/>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A2189D4B-C227-438F-99A8-BA0E65BFAE9C}"/>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FC1549ED-9407-4B0E-AB49-5D89F7D57B21}"/>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6A1D1FAB-70F5-431C-B8BB-170E1B721E5B}"/>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F5B9009A-2CDC-40F3-B53B-5C7E913798BD}"/>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20F91CEF-32D6-4027-81DF-233B048F7A86}"/>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2BD1BA90-B3CF-40BE-8817-2731A98E21D6}"/>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CD5DA94A-D432-4F7C-9BE8-980D9DF3EB1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629C9595-4C80-4546-9CE3-6B36639369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2003563335"/>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1 · 요청의 과정·검증을 실제 기록으로 확인">
            <a:extLst xmlns:a="http://schemas.openxmlformats.org/drawingml/2006/main">
              <a:ext uri="{FF2B5EF4-FFF2-40B4-BE49-F238E27FC236}">
                <a16:creationId xmlns:a16="http://schemas.microsoft.com/office/drawing/2014/main" id="{D7448FF7-74C5-494C-952D-055B74FF7F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요청의 과정·검증을 실제 기록으로 확인</a:t>
            </a:r>
          </a:p>
        </p:txBody>
      </p:sp>
      <p:sp>
        <p:nvSpPr>
          <p:cNvPr id="2" name="S17">
            <a:extLst xmlns:a="http://schemas.openxmlformats.org/drawingml/2006/main">
              <a:ext uri="{FF2B5EF4-FFF2-40B4-BE49-F238E27FC236}">
                <a16:creationId xmlns:a16="http://schemas.microsoft.com/office/drawing/2014/main" id="{0563080B-3D11-4F30-8C0D-987713F26A3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먼저 무엇을 하는지 보자">
            <a:extLst xmlns:a="http://schemas.openxmlformats.org/drawingml/2006/main">
              <a:ext uri="{FF2B5EF4-FFF2-40B4-BE49-F238E27FC236}">
                <a16:creationId xmlns:a16="http://schemas.microsoft.com/office/drawing/2014/main" id="{44A63BBE-3107-4B71-BCB0-CD24EBB1E1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무엇을 하는지 보자</a:t>
            </a:r>
          </a:p>
        </p:txBody>
      </p:sp>
      <p:sp>
        <p:nvSpPr>
          <p:cNvPr id="4" name="">
            <a:extLst xmlns:a="http://schemas.openxmlformats.org/drawingml/2006/main">
              <a:ext uri="{FF2B5EF4-FFF2-40B4-BE49-F238E27FC236}">
                <a16:creationId xmlns:a16="http://schemas.microsoft.com/office/drawing/2014/main" id="{A0A92CAB-851C-4D10-A015-19629797B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찰 기준 · 2026-09-28 · Codex CLI 0.154.0 · macOS">
            <a:extLst xmlns:a="http://schemas.openxmlformats.org/drawingml/2006/main">
              <a:ext uri="{FF2B5EF4-FFF2-40B4-BE49-F238E27FC236}">
                <a16:creationId xmlns:a16="http://schemas.microsoft.com/office/drawing/2014/main" id="{5CDC36CB-C88D-4C38-81CB-6C5709074B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관찰 기준 · 2026-09-28 · Codex CLI 0.154.0 · macOS</a:t>
            </a:r>
          </a:p>
        </p:txBody>
      </p:sp>
      <p:sp>
        <p:nvSpPr>
          <p:cNvPr id="6" name="S16 예시를 실행한 결과가 아닙니다. 과거 CLI 단일 기록이며 현재 Desktop·반복성은 미검증입니다.">
            <a:extLst xmlns:a="http://schemas.openxmlformats.org/drawingml/2006/main">
              <a:ext uri="{FF2B5EF4-FFF2-40B4-BE49-F238E27FC236}">
                <a16:creationId xmlns:a16="http://schemas.microsoft.com/office/drawing/2014/main" id="{E4BBA78F-3BB0-46F1-90CB-9784197A3F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 예시를 실행한 결과가 아닙니다. 과거 CLI 단일 기록이며 현재 Desktop·반복성은 미검증입니다.</a:t>
            </a:r>
          </a:p>
        </p:txBody>
      </p:sp>
      <p:sp>
        <p:nvSpPr>
          <p:cNvPr id="7" name="">
            <a:extLst xmlns:a="http://schemas.openxmlformats.org/drawingml/2006/main">
              <a:ext uri="{FF2B5EF4-FFF2-40B4-BE49-F238E27FC236}">
                <a16:creationId xmlns:a16="http://schemas.microsoft.com/office/drawing/2014/main" id="{E561D6F7-8467-473C-AE59-F67088671E24}"/>
              </a:ext>
            </a:extLst>
          </p:cNvPr>
          <p:cNvSpPr>
            <a:spLocks xmlns:a="http://schemas.openxmlformats.org/drawingml/2006/main" noGrp="1"/>
          </p:cNvSpPr>
          <p:nvPr/>
        </p:nvSpPr>
        <p:spPr>
          <a:xfrm xmlns:a="http://schemas.openxmlformats.org/drawingml/2006/main">
            <a:off x="609600" y="1752600"/>
            <a:ext cx="6496050" cy="3943350"/>
          </a:xfrm>
          <a:prstGeom xmlns:a="http://schemas.openxmlformats.org/drawingml/2006/main" prst="roundRect">
            <a:avLst>
              <a:gd name="adj" fmla="val 2899"/>
            </a:avLst>
          </a:prstGeom>
          <a:solidFill xmlns:a="http://schemas.openxmlformats.org/drawingml/2006/main">
            <a:srgbClr val="FFFFFF"/>
          </a:solidFill>
          <a:ln xmlns:a="http://schemas.openxmlformats.org/drawingml/2006/main" w="14288">
            <a:solidFill>
              <a:srgbClr val="C7D0DA"/>
            </a:solidFill>
            <a:prstDash val="solid"/>
          </a:ln>
        </p:spPr>
      </p:sp>
      <p:sp>
        <p:nvSpPr>
          <p:cNvPr id="8" name="실제 Prompt · 핵심 지시 발췌·번역">
            <a:extLst xmlns:a="http://schemas.openxmlformats.org/drawingml/2006/main">
              <a:ext uri="{FF2B5EF4-FFF2-40B4-BE49-F238E27FC236}">
                <a16:creationId xmlns:a16="http://schemas.microsoft.com/office/drawing/2014/main" id="{B5DC7C5D-D17D-4EB4-B8F5-05C8724F6134}"/>
              </a:ext>
            </a:extLst>
          </p:cNvPr>
          <p:cNvSpPr>
            <a:spLocks xmlns:a="http://schemas.openxmlformats.org/drawingml/2006/main" noGrp="1"/>
          </p:cNvSpPr>
          <p:nvPr/>
        </p:nvSpPr>
        <p:spPr>
          <a:xfrm xmlns:a="http://schemas.openxmlformats.org/drawingml/2006/main">
            <a:off x="800100" y="1857375"/>
            <a:ext cx="6115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Prompt · 핵심 지시 발췌·번역</a:t>
            </a:r>
          </a:p>
        </p:txBody>
      </p:sp>
      <p:sp>
        <p:nvSpPr>
          <p:cNvPr id="9" name="">
            <a:extLst xmlns:a="http://schemas.openxmlformats.org/drawingml/2006/main">
              <a:ext uri="{FF2B5EF4-FFF2-40B4-BE49-F238E27FC236}">
                <a16:creationId xmlns:a16="http://schemas.microsoft.com/office/drawing/2014/main" id="{D82CB02F-A763-467C-B589-3B816A3865E5}"/>
              </a:ext>
            </a:extLst>
          </p:cNvPr>
          <p:cNvSpPr>
            <a:spLocks xmlns:a="http://schemas.openxmlformats.org/drawingml/2006/main" noGrp="1"/>
          </p:cNvSpPr>
          <p:nvPr/>
        </p:nvSpPr>
        <p:spPr>
          <a:xfrm xmlns:a="http://schemas.openxmlformats.org/drawingml/2006/main">
            <a:off x="800100" y="2238375"/>
            <a:ext cx="61150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목표  crop 경계 실패를 조사하고 고친다.">
            <a:extLst xmlns:a="http://schemas.openxmlformats.org/drawingml/2006/main">
              <a:ext uri="{FF2B5EF4-FFF2-40B4-BE49-F238E27FC236}">
                <a16:creationId xmlns:a16="http://schemas.microsoft.com/office/drawing/2014/main" id="{447C72A8-55A1-4DCC-850E-96661179CFD2}"/>
              </a:ext>
            </a:extLst>
          </p:cNvPr>
          <p:cNvSpPr>
            <a:spLocks xmlns:a="http://schemas.openxmlformats.org/drawingml/2006/main" noGrp="1"/>
          </p:cNvSpPr>
          <p:nvPr/>
        </p:nvSpPr>
        <p:spPr>
          <a:xfrm xmlns:a="http://schemas.openxmlformats.org/drawingml/2006/main">
            <a:off x="800100" y="2333625"/>
            <a:ext cx="6115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  crop 경계 실패를 조사하고 고친다.</a:t>
            </a:r>
          </a:p>
        </p:txBody>
      </p:sp>
      <p:sp>
        <p:nvSpPr>
          <p:cNvPr id="11" name="제약  [x_start, x_end) 보존 · 최소 변경">
            <a:extLst xmlns:a="http://schemas.openxmlformats.org/drawingml/2006/main">
              <a:ext uri="{FF2B5EF4-FFF2-40B4-BE49-F238E27FC236}">
                <a16:creationId xmlns:a16="http://schemas.microsoft.com/office/drawing/2014/main" id="{ED76BADF-B9B1-4168-9AA0-42DB8C806F07}"/>
              </a:ext>
            </a:extLst>
          </p:cNvPr>
          <p:cNvSpPr>
            <a:spLocks xmlns:a="http://schemas.openxmlformats.org/drawingml/2006/main" noGrp="1"/>
          </p:cNvSpPr>
          <p:nvPr/>
        </p:nvSpPr>
        <p:spPr>
          <a:xfrm xmlns:a="http://schemas.openxmlformats.org/drawingml/2006/main">
            <a:off x="800100" y="2628900"/>
            <a:ext cx="6115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제약  [x_start, x_end) 보존 · 최소 변경</a:t>
            </a:r>
          </a:p>
        </p:txBody>
      </p:sp>
      <p:sp>
        <p:nvSpPr>
          <p:cNvPr id="12" name="         무관한 API 변경·의존성 추가 없음">
            <a:extLst xmlns:a="http://schemas.openxmlformats.org/drawingml/2006/main">
              <a:ext uri="{FF2B5EF4-FFF2-40B4-BE49-F238E27FC236}">
                <a16:creationId xmlns:a16="http://schemas.microsoft.com/office/drawing/2014/main" id="{077659C1-3560-4636-82F8-CBDC59BCC3A2}"/>
              </a:ext>
            </a:extLst>
          </p:cNvPr>
          <p:cNvSpPr>
            <a:spLocks xmlns:a="http://schemas.openxmlformats.org/drawingml/2006/main" noGrp="1"/>
          </p:cNvSpPr>
          <p:nvPr/>
        </p:nvSpPr>
        <p:spPr>
          <a:xfrm xmlns:a="http://schemas.openxmlformats.org/drawingml/2006/main">
            <a:off x="800100" y="2895600"/>
            <a:ext cx="6115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         무관한 API 변경·의존성 추가 없음</a:t>
            </a:r>
          </a:p>
        </p:txBody>
      </p:sp>
      <p:sp>
        <p:nvSpPr>
          <p:cNvPr id="13" name="요청과 대조할 작업 흐름">
            <a:extLst xmlns:a="http://schemas.openxmlformats.org/drawingml/2006/main">
              <a:ext uri="{FF2B5EF4-FFF2-40B4-BE49-F238E27FC236}">
                <a16:creationId xmlns:a16="http://schemas.microsoft.com/office/drawing/2014/main" id="{34AD1067-80A9-4ED5-A17D-00B219236F4E}"/>
              </a:ext>
            </a:extLst>
          </p:cNvPr>
          <p:cNvSpPr>
            <a:spLocks xmlns:a="http://schemas.openxmlformats.org/drawingml/2006/main" noGrp="1"/>
          </p:cNvSpPr>
          <p:nvPr/>
        </p:nvSpPr>
        <p:spPr>
          <a:xfrm xmlns:a="http://schemas.openxmlformats.org/drawingml/2006/main">
            <a:off x="7562850" y="1847850"/>
            <a:ext cx="4019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요청과 대조할 작업 흐름</a:t>
            </a:r>
          </a:p>
        </p:txBody>
      </p:sp>
      <p:sp>
        <p:nvSpPr>
          <p:cNvPr id="14" name="과정·검증 지시를 같은 번호로 대조">
            <a:extLst xmlns:a="http://schemas.openxmlformats.org/drawingml/2006/main">
              <a:ext uri="{FF2B5EF4-FFF2-40B4-BE49-F238E27FC236}">
                <a16:creationId xmlns:a16="http://schemas.microsoft.com/office/drawing/2014/main" id="{08EEB71B-561A-45A4-AEC8-B6B35AEA2160}"/>
              </a:ext>
            </a:extLst>
          </p:cNvPr>
          <p:cNvSpPr>
            <a:spLocks xmlns:a="http://schemas.openxmlformats.org/drawingml/2006/main" noGrp="1"/>
          </p:cNvSpPr>
          <p:nvPr/>
        </p:nvSpPr>
        <p:spPr>
          <a:xfrm xmlns:a="http://schemas.openxmlformats.org/drawingml/2006/main">
            <a:off x="7562850" y="2324100"/>
            <a:ext cx="4019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과정·검증 지시를 같은 번호로 대조</a:t>
            </a:r>
          </a:p>
        </p:txBody>
      </p:sp>
      <p:sp>
        <p:nvSpPr>
          <p:cNvPr id="15" name="01">
            <a:extLst xmlns:a="http://schemas.openxmlformats.org/drawingml/2006/main">
              <a:ext uri="{FF2B5EF4-FFF2-40B4-BE49-F238E27FC236}">
                <a16:creationId xmlns:a16="http://schemas.microsoft.com/office/drawing/2014/main" id="{7524142B-EC70-4380-89EE-9133B9CE8EDF}"/>
              </a:ext>
            </a:extLst>
          </p:cNvPr>
          <p:cNvSpPr>
            <a:spLocks xmlns:a="http://schemas.openxmlformats.org/drawingml/2006/main" noGrp="1"/>
          </p:cNvSpPr>
          <p:nvPr/>
        </p:nvSpPr>
        <p:spPr>
          <a:xfrm xmlns:a="http://schemas.openxmlformats.org/drawingml/2006/main">
            <a:off x="800100" y="319087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a:t>
            </a:r>
          </a:p>
        </p:txBody>
      </p:sp>
      <p:sp>
        <p:nvSpPr>
          <p:cNvPr id="16" name="먼저 현재 실패를 재현한다.">
            <a:extLst xmlns:a="http://schemas.openxmlformats.org/drawingml/2006/main">
              <a:ext uri="{FF2B5EF4-FFF2-40B4-BE49-F238E27FC236}">
                <a16:creationId xmlns:a16="http://schemas.microsoft.com/office/drawing/2014/main" id="{4704FE12-BB9C-4C92-8932-A5812D9B0E65}"/>
              </a:ext>
            </a:extLst>
          </p:cNvPr>
          <p:cNvSpPr>
            <a:spLocks xmlns:a="http://schemas.openxmlformats.org/drawingml/2006/main" noGrp="1"/>
          </p:cNvSpPr>
          <p:nvPr/>
        </p:nvSpPr>
        <p:spPr>
          <a:xfrm xmlns:a="http://schemas.openxmlformats.org/drawingml/2006/main">
            <a:off x="1295400" y="3190875"/>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먼저 현재 실패를 재현한다.</a:t>
            </a:r>
          </a:p>
        </p:txBody>
      </p:sp>
      <p:sp>
        <p:nvSpPr>
          <p:cNvPr id="17" name="01">
            <a:extLst xmlns:a="http://schemas.openxmlformats.org/drawingml/2006/main">
              <a:ext uri="{FF2B5EF4-FFF2-40B4-BE49-F238E27FC236}">
                <a16:creationId xmlns:a16="http://schemas.microsoft.com/office/drawing/2014/main" id="{AA500ABD-1483-4ABF-B1F6-02033E5062CF}"/>
              </a:ext>
            </a:extLst>
          </p:cNvPr>
          <p:cNvSpPr>
            <a:spLocks xmlns:a="http://schemas.openxmlformats.org/drawingml/2006/main" noGrp="1"/>
          </p:cNvSpPr>
          <p:nvPr/>
        </p:nvSpPr>
        <p:spPr>
          <a:xfrm xmlns:a="http://schemas.openxmlformats.org/drawingml/2006/main">
            <a:off x="7562850" y="317182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01</a:t>
            </a:r>
          </a:p>
        </p:txBody>
      </p:sp>
      <p:sp>
        <p:nvSpPr>
          <p:cNvPr id="18" name="재현">
            <a:extLst xmlns:a="http://schemas.openxmlformats.org/drawingml/2006/main">
              <a:ext uri="{FF2B5EF4-FFF2-40B4-BE49-F238E27FC236}">
                <a16:creationId xmlns:a16="http://schemas.microsoft.com/office/drawing/2014/main" id="{0751EF3B-8817-4CC6-A30D-35045B0888A1}"/>
              </a:ext>
            </a:extLst>
          </p:cNvPr>
          <p:cNvSpPr>
            <a:spLocks xmlns:a="http://schemas.openxmlformats.org/drawingml/2006/main" noGrp="1"/>
          </p:cNvSpPr>
          <p:nvPr/>
        </p:nvSpPr>
        <p:spPr>
          <a:xfrm xmlns:a="http://schemas.openxmlformats.org/drawingml/2006/main">
            <a:off x="8143875" y="316230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재현</a:t>
            </a:r>
          </a:p>
        </p:txBody>
      </p:sp>
      <p:sp>
        <p:nvSpPr>
          <p:cNvPr id="19" name="02">
            <a:extLst xmlns:a="http://schemas.openxmlformats.org/drawingml/2006/main">
              <a:ext uri="{FF2B5EF4-FFF2-40B4-BE49-F238E27FC236}">
                <a16:creationId xmlns:a16="http://schemas.microsoft.com/office/drawing/2014/main" id="{EF7B118F-1E8C-4628-A9EF-9E57A3894410}"/>
              </a:ext>
            </a:extLst>
          </p:cNvPr>
          <p:cNvSpPr>
            <a:spLocks xmlns:a="http://schemas.openxmlformats.org/drawingml/2006/main" noGrp="1"/>
          </p:cNvSpPr>
          <p:nvPr/>
        </p:nvSpPr>
        <p:spPr>
          <a:xfrm xmlns:a="http://schemas.openxmlformats.org/drawingml/2006/main">
            <a:off x="800100" y="3676650"/>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a:t>
            </a:r>
          </a:p>
        </p:txBody>
      </p:sp>
      <p:sp>
        <p:nvSpPr>
          <p:cNvPr id="20" name="관련 구현과 호출 경로를 조사한다.">
            <a:extLst xmlns:a="http://schemas.openxmlformats.org/drawingml/2006/main">
              <a:ext uri="{FF2B5EF4-FFF2-40B4-BE49-F238E27FC236}">
                <a16:creationId xmlns:a16="http://schemas.microsoft.com/office/drawing/2014/main" id="{2AB2F869-09A9-454E-9178-258C4CB3C09B}"/>
              </a:ext>
            </a:extLst>
          </p:cNvPr>
          <p:cNvSpPr>
            <a:spLocks xmlns:a="http://schemas.openxmlformats.org/drawingml/2006/main" noGrp="1"/>
          </p:cNvSpPr>
          <p:nvPr/>
        </p:nvSpPr>
        <p:spPr>
          <a:xfrm xmlns:a="http://schemas.openxmlformats.org/drawingml/2006/main">
            <a:off x="1295400" y="367665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관련 구현과 호출 경로를 조사한다.</a:t>
            </a:r>
          </a:p>
        </p:txBody>
      </p:sp>
      <p:sp>
        <p:nvSpPr>
          <p:cNvPr id="21" name="02">
            <a:extLst xmlns:a="http://schemas.openxmlformats.org/drawingml/2006/main">
              <a:ext uri="{FF2B5EF4-FFF2-40B4-BE49-F238E27FC236}">
                <a16:creationId xmlns:a16="http://schemas.microsoft.com/office/drawing/2014/main" id="{AEC2F6D7-8A5F-442B-A5C4-0329FAB26AAF}"/>
              </a:ext>
            </a:extLst>
          </p:cNvPr>
          <p:cNvSpPr>
            <a:spLocks xmlns:a="http://schemas.openxmlformats.org/drawingml/2006/main" noGrp="1"/>
          </p:cNvSpPr>
          <p:nvPr/>
        </p:nvSpPr>
        <p:spPr>
          <a:xfrm xmlns:a="http://schemas.openxmlformats.org/drawingml/2006/main">
            <a:off x="7562850" y="3657600"/>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02</a:t>
            </a:r>
          </a:p>
        </p:txBody>
      </p:sp>
      <p:sp>
        <p:nvSpPr>
          <p:cNvPr id="22" name="조사">
            <a:extLst xmlns:a="http://schemas.openxmlformats.org/drawingml/2006/main">
              <a:ext uri="{FF2B5EF4-FFF2-40B4-BE49-F238E27FC236}">
                <a16:creationId xmlns:a16="http://schemas.microsoft.com/office/drawing/2014/main" id="{C65933F9-DEFC-452B-BDDB-B8E726CFE7A8}"/>
              </a:ext>
            </a:extLst>
          </p:cNvPr>
          <p:cNvSpPr>
            <a:spLocks xmlns:a="http://schemas.openxmlformats.org/drawingml/2006/main" noGrp="1"/>
          </p:cNvSpPr>
          <p:nvPr/>
        </p:nvSpPr>
        <p:spPr>
          <a:xfrm xmlns:a="http://schemas.openxmlformats.org/drawingml/2006/main">
            <a:off x="8143875" y="3648075"/>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조사</a:t>
            </a:r>
          </a:p>
        </p:txBody>
      </p:sp>
      <p:sp>
        <p:nvSpPr>
          <p:cNvPr id="23" name="03">
            <a:extLst xmlns:a="http://schemas.openxmlformats.org/drawingml/2006/main">
              <a:ext uri="{FF2B5EF4-FFF2-40B4-BE49-F238E27FC236}">
                <a16:creationId xmlns:a16="http://schemas.microsoft.com/office/drawing/2014/main" id="{FCAFFEB8-330F-4047-ADDD-A2D25A7114C2}"/>
              </a:ext>
            </a:extLst>
          </p:cNvPr>
          <p:cNvSpPr>
            <a:spLocks xmlns:a="http://schemas.openxmlformats.org/drawingml/2006/main" noGrp="1"/>
          </p:cNvSpPr>
          <p:nvPr/>
        </p:nvSpPr>
        <p:spPr>
          <a:xfrm xmlns:a="http://schemas.openxmlformats.org/drawingml/2006/main">
            <a:off x="800100" y="416242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a:t>
            </a:r>
          </a:p>
        </p:txBody>
      </p:sp>
      <p:sp>
        <p:nvSpPr>
          <p:cNvPr id="24" name="수정 전, 짧은 변경 계획을 알린다.">
            <a:extLst xmlns:a="http://schemas.openxmlformats.org/drawingml/2006/main">
              <a:ext uri="{FF2B5EF4-FFF2-40B4-BE49-F238E27FC236}">
                <a16:creationId xmlns:a16="http://schemas.microsoft.com/office/drawing/2014/main" id="{289AA6EC-CC13-4F27-ADC2-997C83778CCB}"/>
              </a:ext>
            </a:extLst>
          </p:cNvPr>
          <p:cNvSpPr>
            <a:spLocks xmlns:a="http://schemas.openxmlformats.org/drawingml/2006/main" noGrp="1"/>
          </p:cNvSpPr>
          <p:nvPr/>
        </p:nvSpPr>
        <p:spPr>
          <a:xfrm xmlns:a="http://schemas.openxmlformats.org/drawingml/2006/main">
            <a:off x="1295400" y="4162425"/>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수정 전, 짧은 변경 계획을 알린다.</a:t>
            </a:r>
          </a:p>
        </p:txBody>
      </p:sp>
      <p:sp>
        <p:nvSpPr>
          <p:cNvPr id="25" name="03">
            <a:extLst xmlns:a="http://schemas.openxmlformats.org/drawingml/2006/main">
              <a:ext uri="{FF2B5EF4-FFF2-40B4-BE49-F238E27FC236}">
                <a16:creationId xmlns:a16="http://schemas.microsoft.com/office/drawing/2014/main" id="{6C9F7992-688D-4500-9AB7-9F0750C39DA4}"/>
              </a:ext>
            </a:extLst>
          </p:cNvPr>
          <p:cNvSpPr>
            <a:spLocks xmlns:a="http://schemas.openxmlformats.org/drawingml/2006/main" noGrp="1"/>
          </p:cNvSpPr>
          <p:nvPr/>
        </p:nvSpPr>
        <p:spPr>
          <a:xfrm xmlns:a="http://schemas.openxmlformats.org/drawingml/2006/main">
            <a:off x="7562850" y="414337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03</a:t>
            </a:r>
          </a:p>
        </p:txBody>
      </p:sp>
      <p:sp>
        <p:nvSpPr>
          <p:cNvPr id="26" name="계획">
            <a:extLst xmlns:a="http://schemas.openxmlformats.org/drawingml/2006/main">
              <a:ext uri="{FF2B5EF4-FFF2-40B4-BE49-F238E27FC236}">
                <a16:creationId xmlns:a16="http://schemas.microsoft.com/office/drawing/2014/main" id="{0127069D-7916-4CEE-8EAB-FE0D3028CE81}"/>
              </a:ext>
            </a:extLst>
          </p:cNvPr>
          <p:cNvSpPr>
            <a:spLocks xmlns:a="http://schemas.openxmlformats.org/drawingml/2006/main" noGrp="1"/>
          </p:cNvSpPr>
          <p:nvPr/>
        </p:nvSpPr>
        <p:spPr>
          <a:xfrm xmlns:a="http://schemas.openxmlformats.org/drawingml/2006/main">
            <a:off x="8143875" y="413385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계획</a:t>
            </a:r>
          </a:p>
        </p:txBody>
      </p:sp>
      <p:sp>
        <p:nvSpPr>
          <p:cNvPr id="27" name="04">
            <a:extLst xmlns:a="http://schemas.openxmlformats.org/drawingml/2006/main">
              <a:ext uri="{FF2B5EF4-FFF2-40B4-BE49-F238E27FC236}">
                <a16:creationId xmlns:a16="http://schemas.microsoft.com/office/drawing/2014/main" id="{BBDE2139-E7C6-4A8F-B6BD-F98BD5EA5C53}"/>
              </a:ext>
            </a:extLst>
          </p:cNvPr>
          <p:cNvSpPr>
            <a:spLocks xmlns:a="http://schemas.openxmlformats.org/drawingml/2006/main" noGrp="1"/>
          </p:cNvSpPr>
          <p:nvPr/>
        </p:nvSpPr>
        <p:spPr>
          <a:xfrm xmlns:a="http://schemas.openxmlformats.org/drawingml/2006/main">
            <a:off x="800100" y="4648200"/>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04</a:t>
            </a:r>
          </a:p>
        </p:txBody>
      </p:sp>
      <p:sp>
        <p:nvSpPr>
          <p:cNvPr id="28" name="필요한 코드만 최소한으로 수정한다.">
            <a:extLst xmlns:a="http://schemas.openxmlformats.org/drawingml/2006/main">
              <a:ext uri="{FF2B5EF4-FFF2-40B4-BE49-F238E27FC236}">
                <a16:creationId xmlns:a16="http://schemas.microsoft.com/office/drawing/2014/main" id="{7234637A-A67C-49F2-831F-231C9BC24B17}"/>
              </a:ext>
            </a:extLst>
          </p:cNvPr>
          <p:cNvSpPr>
            <a:spLocks xmlns:a="http://schemas.openxmlformats.org/drawingml/2006/main" noGrp="1"/>
          </p:cNvSpPr>
          <p:nvPr/>
        </p:nvSpPr>
        <p:spPr>
          <a:xfrm xmlns:a="http://schemas.openxmlformats.org/drawingml/2006/main">
            <a:off x="1295400" y="464820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필요한 코드만 최소한으로 수정한다.</a:t>
            </a:r>
          </a:p>
        </p:txBody>
      </p:sp>
      <p:sp>
        <p:nvSpPr>
          <p:cNvPr id="29" name="04">
            <a:extLst xmlns:a="http://schemas.openxmlformats.org/drawingml/2006/main">
              <a:ext uri="{FF2B5EF4-FFF2-40B4-BE49-F238E27FC236}">
                <a16:creationId xmlns:a16="http://schemas.microsoft.com/office/drawing/2014/main" id="{1DF766EE-2265-4670-A455-DFA3862C32CC}"/>
              </a:ext>
            </a:extLst>
          </p:cNvPr>
          <p:cNvSpPr>
            <a:spLocks xmlns:a="http://schemas.openxmlformats.org/drawingml/2006/main" noGrp="1"/>
          </p:cNvSpPr>
          <p:nvPr/>
        </p:nvSpPr>
        <p:spPr>
          <a:xfrm xmlns:a="http://schemas.openxmlformats.org/drawingml/2006/main">
            <a:off x="7562850" y="4629150"/>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04</a:t>
            </a:r>
          </a:p>
        </p:txBody>
      </p:sp>
      <p:sp>
        <p:nvSpPr>
          <p:cNvPr id="30" name="수정">
            <a:extLst xmlns:a="http://schemas.openxmlformats.org/drawingml/2006/main">
              <a:ext uri="{FF2B5EF4-FFF2-40B4-BE49-F238E27FC236}">
                <a16:creationId xmlns:a16="http://schemas.microsoft.com/office/drawing/2014/main" id="{3EF1483D-817F-4A80-BE71-03F6A8A61577}"/>
              </a:ext>
            </a:extLst>
          </p:cNvPr>
          <p:cNvSpPr>
            <a:spLocks xmlns:a="http://schemas.openxmlformats.org/drawingml/2006/main" noGrp="1"/>
          </p:cNvSpPr>
          <p:nvPr/>
        </p:nvSpPr>
        <p:spPr>
          <a:xfrm xmlns:a="http://schemas.openxmlformats.org/drawingml/2006/main">
            <a:off x="8143875" y="4619625"/>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수정</a:t>
            </a:r>
          </a:p>
        </p:txBody>
      </p:sp>
      <p:sp>
        <p:nvSpPr>
          <p:cNvPr id="31" name="05">
            <a:extLst xmlns:a="http://schemas.openxmlformats.org/drawingml/2006/main">
              <a:ext uri="{FF2B5EF4-FFF2-40B4-BE49-F238E27FC236}">
                <a16:creationId xmlns:a16="http://schemas.microsoft.com/office/drawing/2014/main" id="{93BF5FC3-D3C0-4210-899F-4420BD8E5C71}"/>
              </a:ext>
            </a:extLst>
          </p:cNvPr>
          <p:cNvSpPr>
            <a:spLocks xmlns:a="http://schemas.openxmlformats.org/drawingml/2006/main" noGrp="1"/>
          </p:cNvSpPr>
          <p:nvPr/>
        </p:nvSpPr>
        <p:spPr>
          <a:xfrm xmlns:a="http://schemas.openxmlformats.org/drawingml/2006/main">
            <a:off x="800100" y="513397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05</a:t>
            </a:r>
          </a:p>
        </p:txBody>
      </p:sp>
      <p:sp>
        <p:nvSpPr>
          <p:cNvPr id="32" name="crop 관련·전체 테스트를 실행한다.&#10;CLI 샘플(가능하면)·변경 확인·근거 보고.">
            <a:extLst xmlns:a="http://schemas.openxmlformats.org/drawingml/2006/main">
              <a:ext uri="{FF2B5EF4-FFF2-40B4-BE49-F238E27FC236}">
                <a16:creationId xmlns:a16="http://schemas.microsoft.com/office/drawing/2014/main" id="{1B425202-D5A6-4F19-8E13-B16A57120B18}"/>
              </a:ext>
            </a:extLst>
          </p:cNvPr>
          <p:cNvSpPr>
            <a:spLocks xmlns:a="http://schemas.openxmlformats.org/drawingml/2006/main" noGrp="1"/>
          </p:cNvSpPr>
          <p:nvPr/>
        </p:nvSpPr>
        <p:spPr>
          <a:xfrm xmlns:a="http://schemas.openxmlformats.org/drawingml/2006/main">
            <a:off x="1295400" y="5133975"/>
            <a:ext cx="5619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crop 관련·전체 테스트를 실행한다.</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CLI 샘플(가능하면)·변경 확인·근거 보고.</a:t>
            </a:r>
          </a:p>
        </p:txBody>
      </p:sp>
      <p:sp>
        <p:nvSpPr>
          <p:cNvPr id="33" name="05">
            <a:extLst xmlns:a="http://schemas.openxmlformats.org/drawingml/2006/main">
              <a:ext uri="{FF2B5EF4-FFF2-40B4-BE49-F238E27FC236}">
                <a16:creationId xmlns:a16="http://schemas.microsoft.com/office/drawing/2014/main" id="{AF46EA2B-9DDD-42CE-B7AB-611850C1E75D}"/>
              </a:ext>
            </a:extLst>
          </p:cNvPr>
          <p:cNvSpPr>
            <a:spLocks xmlns:a="http://schemas.openxmlformats.org/drawingml/2006/main" noGrp="1"/>
          </p:cNvSpPr>
          <p:nvPr/>
        </p:nvSpPr>
        <p:spPr>
          <a:xfrm xmlns:a="http://schemas.openxmlformats.org/drawingml/2006/main">
            <a:off x="7562850" y="511492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05</a:t>
            </a:r>
          </a:p>
        </p:txBody>
      </p:sp>
      <p:sp>
        <p:nvSpPr>
          <p:cNvPr id="34" name="검증·보고">
            <a:extLst xmlns:a="http://schemas.openxmlformats.org/drawingml/2006/main">
              <a:ext uri="{FF2B5EF4-FFF2-40B4-BE49-F238E27FC236}">
                <a16:creationId xmlns:a16="http://schemas.microsoft.com/office/drawing/2014/main" id="{4D19A810-53B6-4C8E-A6BA-57753EB3ED1C}"/>
              </a:ext>
            </a:extLst>
          </p:cNvPr>
          <p:cNvSpPr>
            <a:spLocks xmlns:a="http://schemas.openxmlformats.org/drawingml/2006/main" noGrp="1"/>
          </p:cNvSpPr>
          <p:nvPr/>
        </p:nvSpPr>
        <p:spPr>
          <a:xfrm xmlns:a="http://schemas.openxmlformats.org/drawingml/2006/main">
            <a:off x="8143875" y="510540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검증·보고</a:t>
            </a:r>
          </a:p>
        </p:txBody>
      </p:sp>
      <p:sp>
        <p:nvSpPr>
          <p:cNvPr id="35" name="Legacy module connection">
            <a:extLst xmlns:a="http://schemas.openxmlformats.org/drawingml/2006/main">
              <a:ext uri="{FF2B5EF4-FFF2-40B4-BE49-F238E27FC236}">
                <a16:creationId xmlns:a16="http://schemas.microsoft.com/office/drawing/2014/main" id="{4E953938-4179-4219-9033-4CF3951C79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99250837"/>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9A85481A-014E-4DBD-989E-FB8C5BE7B6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D3E2029C-3DC9-4A7C-8512-51E601A3D4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FEB0463F-5BFB-4F37-BCB5-4993AC9378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89AE4090-2201-4387-94C1-DAFB7A10E2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C6E2F2C1-21A5-4EBF-BA01-65FF91BD6D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64276184-FD66-4277-B513-4F8945758A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066A9596-FF06-417F-AB79-4102B565216D}"/>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02CA3BD-0448-469F-BD42-DEF4ACB13B55}"/>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06D62923-793B-414E-9568-3274261EAA51}"/>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9CAD706-B885-491C-A9DE-03BCBC72649A}"/>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FA8D8E9A-7413-4A61-8B7A-432A6F41FA76}"/>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95B115AF-3CF8-4441-A1CE-C5816A92D622}"/>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3291A91E-45B8-41C9-8B57-9ADF07B84E1E}"/>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555F2EBD-EE03-44F3-88B8-073905810379}"/>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7195439A-9426-49C9-BB99-4B304F126BF5}"/>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AD471B6E-2551-4CF4-BE1C-CF574579378E}"/>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2F9B3C03-04D9-45CD-9920-C418BD1FA47C}"/>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C942A49C-5D66-48A6-AE91-5488DF7E6EFC}"/>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9E0BEF1-E954-4811-8640-03A08D505E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45662501"/>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2EFF9666-D473-4E2D-A1B2-2922FC015A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08C61E06-FB59-4F24-8600-8BC78C00A8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055DB245-C167-4E1D-B295-12E56E3F9F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1DF4B876-9C58-4900-A350-F7FE836530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8B032958-37C5-4AB4-A824-84E98B4822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D31F0D28-4B23-4C6B-A9D5-B6361A5AA5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5F24C3B0-C9D3-47D8-ADB8-0209725F081F}"/>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E3D77407-C872-40C6-BF43-BAB7F5474933}"/>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EE5423CF-1320-4BDF-8365-45694A96F03E}"/>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3B16B0F-23EE-43D5-984E-894CA23AF57F}"/>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759868A3-33B0-4AE1-B746-084E887538C6}"/>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31D49079-7AB9-4CBB-BA98-4282F0DE4D74}"/>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4287917B-F72C-491A-89A7-1BDB9DC989D9}"/>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DB80D422-268A-4EF5-B9E6-B41A565BEAE2}"/>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0F4967C-2B6C-4967-B78D-32E408312299}"/>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464A1B13-EDA9-41C8-9FD5-AE7146F99A4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B80CB74B-7A3D-4AFE-8BDA-9D450680B327}"/>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98E2EC38-61AE-4144-ACF8-5B34643953ED}"/>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7600C55E-CF50-4EFF-BDA2-434B44763B9B}"/>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09B5F97E-785F-4AA2-83F9-68EB0711B43D}"/>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101D0DAD-06FB-4326-BC99-75933A4E18E4}"/>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4542DD7-D669-49B5-B90B-E9FE6D62AB4E}"/>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D6CAF9AF-895C-4EAF-ADD8-E9188DD4F1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94084461"/>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3F0A211D-4D0F-484A-A941-E88F306635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B9F2D465-1794-46AA-9E1C-F6B2144F0A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0D669F87-11CE-4DAD-8E2F-EE83F31C0C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107DB390-3E91-4255-80EB-4F0AEE4FE4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8ADC545E-C052-4EC8-820C-BBEB0BA0EB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ABC520BD-DF47-4434-ADD1-6A45E54A6E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0E8A59C7-A715-4676-B7DF-C3B6F29F9DEE}"/>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B2ACD4B7-0787-4B44-8BFD-6E02D75EB7E1}"/>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F4B80B69-C45A-4979-B73E-AECEE299F230}"/>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82FB7213-167C-4DDE-BA2A-F74CC9F00650}"/>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93BCA705-57B4-4682-B80C-19B80204F86F}"/>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77068489-2F7C-41F1-A853-05DDBA2ABF4A}"/>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8F4DE3C7-4D14-4DB8-9B23-AF9A0C37E00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968F5AA9-7E27-4494-B4FA-F936CB27F583}"/>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615F85FF-4DFB-4C9A-A302-621230CC4AD2}"/>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62ED8C53-4024-4C31-890C-596BC2F72098}"/>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89B37646-0EC0-4D0E-8BCD-A76AAC689F96}"/>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E725500F-4458-4102-8774-04F4F7469CA6}"/>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14FC1394-54BC-4DC1-931C-CF134DA35749}"/>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562C66A9-9CC0-4A23-9908-F33BF1E4A04F}"/>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3097FF7E-ED43-4542-8468-C61FC31DDCE0}"/>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071AE924-22D6-454D-90B1-5FBE7FA39A33}"/>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781661A6-CAD3-40A6-AA16-AD1CF74CE0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699490066"/>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8BD8F73D-BD39-458A-8F99-676550375B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016407E5-B420-4509-B3D6-A2A78578E3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A4460179-9A4F-455A-A831-18FA18E6D1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77A41A55-231C-449E-8326-04789E56A7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B61E008B-902D-4D00-9F7E-0A3D64EEEF0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0C4E3C53-C735-49DE-BD7E-99B2456188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6C5BFBB5-CB04-4695-A3E5-F61BE0FBB3E0}"/>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057FC882-5395-47BE-B67E-B2862EB42BAB}"/>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51484D71-BFF8-4075-A534-43DE78E21907}"/>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44462ABA-6D15-46BD-84BB-2F88F5DC5E77}"/>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F04520BD-B0C4-4B82-B44B-6705047D1310}"/>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39D1969F-91C9-44FD-9D04-6FD7AC86A77D}"/>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6FE40ACD-3EE7-4F02-8535-B8E79B1D0A01}"/>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34978610-1B2A-406A-814F-240A5C00675E}"/>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1BC5118D-2F4F-4740-9BC6-362B64625CE3}"/>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3226B943-5072-4E4E-9480-76B272657D56}"/>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BA69F5D3-5161-40EC-8953-F766A13DCD66}"/>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0D5B9359-5954-456D-BE1E-41B296179329}"/>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83D4BB4F-5BA3-4E1A-B800-A5395D78FF5C}"/>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A2A3C13B-87F0-4E13-89B4-0FEA1652D6F1}"/>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50B3A965-4269-4CA7-AFA0-24F7582980C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F293A83F-C08E-43B3-AC3D-C4E7B5DE1742}"/>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AA63556C-798C-4B51-A2C1-6F653281B4C1}"/>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F6E1A303-1735-47EA-8E88-DD42C4CBF91D}"/>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0D2FB7B2-03B6-408F-8911-533F49786C04}"/>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5BB3DD6C-6500-4014-9B49-E5A88D39F4D0}"/>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05D92230-CE0B-4BBD-8A4F-BB9F3BC18E8F}"/>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8016D303-4AD8-4C79-AB18-57ADE030EE69}"/>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3383AD4D-55E5-4EE8-A9F4-32BBF13C9D1E}"/>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CE305CC3-F739-455C-9F01-A7CC23EDCFAD}"/>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E5474591-CC51-4234-AA0B-68361E1CF219}"/>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2E13377E-6383-45F7-B423-58B8E0FAD51E}"/>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8CFD6965-135A-47B4-AB3F-677D6EF0ECC1}"/>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600B429A-0638-42F5-8FC5-9F850FE64795}"/>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9C4D76DA-B63E-4D13-8748-E3F8E3B632AA}"/>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159DDD4A-C4D8-4A98-B8BB-736D06B2B949}"/>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285C0B2D-4F2D-492E-B85C-6B0B19924774}"/>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BC769D05-61D8-4C52-AC2C-17F961EB2696}"/>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2B8F704D-4A28-4F58-B447-FE9DBDC40148}"/>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A0D6B615-1FE9-48C9-AF18-09F3CE6BE97F}"/>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73C4CB7E-CCEC-4D6C-A6A8-1D8BB3D92E4A}"/>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39E01850-3D95-4E09-BEA4-FCC3DCDAC5BD}"/>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59337206-1ED5-4ACF-A4E0-E00C0EF072A9}"/>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705E1C59-311C-4A5B-BB46-9CEB8320BDCF}"/>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5A5D516B-9060-42AF-A6F4-8CE521A0EDBA}"/>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9C8D9163-E1A3-4E2E-8602-7D0463946D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41270444"/>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1E483101-F1C9-4431-A989-E45AF86918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22">
            <a:extLst xmlns:a="http://schemas.openxmlformats.org/drawingml/2006/main">
              <a:ext uri="{FF2B5EF4-FFF2-40B4-BE49-F238E27FC236}">
                <a16:creationId xmlns:a16="http://schemas.microsoft.com/office/drawing/2014/main" id="{FC8703E1-B95F-4D13-994E-A205C109F5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이번 Task인가,&#10;계속 유지할 Project 정보인가?">
            <a:extLst xmlns:a="http://schemas.openxmlformats.org/drawingml/2006/main">
              <a:ext uri="{FF2B5EF4-FFF2-40B4-BE49-F238E27FC236}">
                <a16:creationId xmlns:a16="http://schemas.microsoft.com/office/drawing/2014/main" id="{63679D0F-31F6-43CA-8130-CCA4BAF4D07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A480D1CB-F68C-4A9D-8122-9A57CEAB22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AC0DEEB7-A084-4309-AB6F-A9AA3943F8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ED019FD4-74F6-4A21-94DA-A634377FCD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AB2C8E79-08F8-461B-B7A8-2C9756AD2741}"/>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0EC334B7-2A5E-4261-8ACE-2A4B7347C05F}"/>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B6B390B6-A870-4EEE-9803-FEAB0C567ABE}"/>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2EA6A61D-37C6-417B-9A3A-F416A82A2A2B}"/>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BC7DC30E-0069-44AE-B435-48574243BD88}"/>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54D197E5-7A54-4DD7-99FB-AC3B5EDA4167}"/>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2C6C1365-DB52-46ED-BF87-AA897C5157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89267808"/>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7744AE0E-DC4F-46EC-8914-FB3A536ACA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23">
            <a:extLst xmlns:a="http://schemas.openxmlformats.org/drawingml/2006/main">
              <a:ext uri="{FF2B5EF4-FFF2-40B4-BE49-F238E27FC236}">
                <a16:creationId xmlns:a16="http://schemas.microsoft.com/office/drawing/2014/main" id="{B2E3FEFD-B37F-468E-A382-664334F5E3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반복하는 설명을 두 범주로 나누기">
            <a:extLst xmlns:a="http://schemas.openxmlformats.org/drawingml/2006/main">
              <a:ext uri="{FF2B5EF4-FFF2-40B4-BE49-F238E27FC236}">
                <a16:creationId xmlns:a16="http://schemas.microsoft.com/office/drawing/2014/main" id="{9BB9E086-3414-4ABA-BFC8-6FCFC293F4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56C73D67-3615-4DC3-959C-E7171E4AC8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D3C59EED-BA48-47F0-9F7F-A98190B5DC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A9C3C5C7-4241-4448-90AE-75D7FA9E87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A2BFAC8B-207F-4C70-A894-A06A56CF33F5}"/>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65AD4078-8CAA-44E0-9E88-D2BC9C9260A9}"/>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A532141D-9773-4C80-91E9-52797BDEE9F5}"/>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F3B138D5-2768-4CEE-AF84-B51DD5DD353C}"/>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61489507-B528-487D-ACC7-B3B826983979}"/>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E0A554DC-C9C1-4392-A4BF-86C09A7A61D3}"/>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9C893D14-F530-484A-97DF-17549BDB3DC1}"/>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FC06EA37-AE51-4F0E-8262-E4DCCEA3AD5A}"/>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CFED7F79-A01A-4A95-B78B-ECE5EF32852C}"/>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425AFAE8-AC5E-4C0D-9F21-D2488C4C5847}"/>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41FCD4C4-49EF-4383-9E34-8436F39366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76865449"/>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023EC2CC-A4E5-496A-B044-EF9646F53B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24">
            <a:extLst xmlns:a="http://schemas.openxmlformats.org/drawingml/2006/main">
              <a:ext uri="{FF2B5EF4-FFF2-40B4-BE49-F238E27FC236}">
                <a16:creationId xmlns:a16="http://schemas.microsoft.com/office/drawing/2014/main" id="{AFB84AC7-884D-403B-80B0-511EBC25C9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다른 Task에 같은 설명이 반복된다">
            <a:extLst xmlns:a="http://schemas.openxmlformats.org/drawingml/2006/main">
              <a:ext uri="{FF2B5EF4-FFF2-40B4-BE49-F238E27FC236}">
                <a16:creationId xmlns:a16="http://schemas.microsoft.com/office/drawing/2014/main" id="{E0C4FEC6-5AF1-454F-B5E4-3189594443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71DD7E17-0BC6-46DB-BB0E-3B40882A59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B0DA5A0B-F393-4F5F-A6A5-F18519C188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73C44A25-7E92-4FC3-ACF1-BB1E172D5A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5297F12D-03BA-46A0-8DA2-62395F0C41A5}"/>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60D1705B-5C9F-482F-A133-7759B6B16364}"/>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F6AD4EEA-0046-42F3-AB5B-C3FE197AF3E0}"/>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C0EC5FF9-69AF-4332-A9F1-09A563DCAEFE}"/>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05FCB52-8CAD-49C7-BF99-CA9BB5CBC576}"/>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D0FFBCC5-5ADF-40EE-ABD9-B47D2CA425DF}"/>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E3DE5670-5CA9-41A4-BF0C-D821FE029A2B}"/>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41D9FB1D-51F3-47C6-82C2-8456D9C285F6}"/>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FD2439EC-7647-442D-9BBC-2F3554B8F271}"/>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6C50D84E-333D-417E-B57F-47494D04D3FA}"/>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6694AE0-D169-409A-9762-A7A074382554}"/>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8AD78C71-779A-4F56-BBD4-98BAD38217EC}"/>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286262ED-5947-4F4B-8A64-3921D751F1D3}"/>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E371930E-44C2-4FD3-A065-0A2937249FA7}"/>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81A80C2-BBF5-4C3F-9898-8C28B326E2A7}"/>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FD86D1DE-28F9-4302-BB09-C87AB460CFF1}"/>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6336E7C4-5BAA-4516-94F7-58DE6BF85B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24119963"/>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40E06E77-A599-425D-8BC4-C291E4A710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25">
            <a:extLst xmlns:a="http://schemas.openxmlformats.org/drawingml/2006/main">
              <a:ext uri="{FF2B5EF4-FFF2-40B4-BE49-F238E27FC236}">
                <a16:creationId xmlns:a16="http://schemas.microsoft.com/office/drawing/2014/main" id="{D71DEB0B-F0AB-45D5-9D1C-83631C6C29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작은 Project Context의 첫 기록">
            <a:extLst xmlns:a="http://schemas.openxmlformats.org/drawingml/2006/main">
              <a:ext uri="{FF2B5EF4-FFF2-40B4-BE49-F238E27FC236}">
                <a16:creationId xmlns:a16="http://schemas.microsoft.com/office/drawing/2014/main" id="{1D816731-AAC5-4B73-92E5-EAC5AA8933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A531CECC-0471-4979-9C5E-0599456DDB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5F49C618-3114-468F-BE7E-F3EE0A4564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94816D78-3044-4C6E-A26A-DC38D4DCD8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33EC1F73-A37C-412C-84DA-1321DA512A8B}"/>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11DF2F03-2448-453E-9ABC-648CC52756E6}"/>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7DA6F0A6-6455-4EA1-BFFE-8DCAD070C565}"/>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E394BA2E-C6AC-410F-9055-7D7F5AB8D28A}"/>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B7E5B283-E3A5-4F2E-BEE2-D90396E973BA}"/>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929EA178-775B-445A-ABB6-653C64E37F89}"/>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0269F977-7197-4152-A93A-1C451318A215}"/>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53E7AC7-6975-467A-8030-47693CEB2613}"/>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2B2F4922-815B-4ABF-8F74-8A96379D8697}"/>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89673EE0-D019-4189-A075-BD548D9BB206}"/>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4B51F1DC-674A-432F-ACD2-44F3FD509097}"/>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BE17CDAF-E424-47EE-888E-D0F27452F7A9}"/>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EE8D0F19-10DA-4717-B1F5-96E4C24DB016}"/>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8054E8D3-F7D9-4C86-8C31-2E638CBBE200}"/>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6BED0A67-1CEF-44CC-ACC2-A07E4B63DC20}"/>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DDC3B242-145A-4C92-9B0D-4BDC0605271B}"/>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1512A22F-A8E1-4B97-A833-CA439E8A9FB0}"/>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3709D586-526B-4F07-B2B3-05C28F6EF764}"/>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4298576A-6E23-42A6-861B-24B6FF5214A0}"/>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3AB01548-4D55-406F-87A3-823CFA7E11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2995810"/>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지침을 활용한 관찰">
            <a:extLst xmlns:a="http://schemas.openxmlformats.org/drawingml/2006/main">
              <a:ext uri="{FF2B5EF4-FFF2-40B4-BE49-F238E27FC236}">
                <a16:creationId xmlns:a16="http://schemas.microsoft.com/office/drawing/2014/main" id="{A65525FB-69DE-4AA8-9FEA-D76C23A8F2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지침을 활용한 관찰</a:t>
            </a:r>
          </a:p>
        </p:txBody>
      </p:sp>
      <p:sp>
        <p:nvSpPr>
          <p:cNvPr id="2" name="S26">
            <a:extLst xmlns:a="http://schemas.openxmlformats.org/drawingml/2006/main">
              <a:ext uri="{FF2B5EF4-FFF2-40B4-BE49-F238E27FC236}">
                <a16:creationId xmlns:a16="http://schemas.microsoft.com/office/drawing/2014/main" id="{1CA2B267-983D-4167-BE8F-C884DFC5CE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한 번의 사용에서 확인된 것">
            <a:extLst xmlns:a="http://schemas.openxmlformats.org/drawingml/2006/main">
              <a:ext uri="{FF2B5EF4-FFF2-40B4-BE49-F238E27FC236}">
                <a16:creationId xmlns:a16="http://schemas.microsoft.com/office/drawing/2014/main" id="{5D802CE7-BCDC-4D26-9B07-D3D6F901A8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번의 사용에서 확인된 것</a:t>
            </a:r>
          </a:p>
        </p:txBody>
      </p:sp>
      <p:sp>
        <p:nvSpPr>
          <p:cNvPr id="4" name="">
            <a:extLst xmlns:a="http://schemas.openxmlformats.org/drawingml/2006/main">
              <a:ext uri="{FF2B5EF4-FFF2-40B4-BE49-F238E27FC236}">
                <a16:creationId xmlns:a16="http://schemas.microsoft.com/office/drawing/2014/main" id="{C959C7A9-733F-4015-922B-C53A79BA04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Codex CLI 기록을 재구성 · 전체 테스트 11/11 PASS">
            <a:extLst xmlns:a="http://schemas.openxmlformats.org/drawingml/2006/main">
              <a:ext uri="{FF2B5EF4-FFF2-40B4-BE49-F238E27FC236}">
                <a16:creationId xmlns:a16="http://schemas.microsoft.com/office/drawing/2014/main" id="{E133E868-94F1-4009-87ED-446EC18DA2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Codex CLI 기록을 재구성 · 전체 테스트 11/11 PASS</a:t>
            </a:r>
          </a:p>
        </p:txBody>
      </p:sp>
      <p:sp>
        <p:nvSpPr>
          <p:cNvPr id="6" name="Personal/global Skills도 실행됨 · AGENTS.md만의 독립적인 효과로 해석하지 않음">
            <a:extLst xmlns:a="http://schemas.openxmlformats.org/drawingml/2006/main">
              <a:ext uri="{FF2B5EF4-FFF2-40B4-BE49-F238E27FC236}">
                <a16:creationId xmlns:a16="http://schemas.microsoft.com/office/drawing/2014/main" id="{97F7C126-4083-4173-A29D-B321C6BBDD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Personal/global Skills도 실행됨 · AGENTS.md만의 독립적인 효과로 해석하지 않음</a:t>
            </a:r>
          </a:p>
        </p:txBody>
      </p:sp>
      <p:sp>
        <p:nvSpPr>
          <p:cNvPr id="7" name="요청">
            <a:extLst xmlns:a="http://schemas.openxmlformats.org/drawingml/2006/main">
              <a:ext uri="{FF2B5EF4-FFF2-40B4-BE49-F238E27FC236}">
                <a16:creationId xmlns:a16="http://schemas.microsoft.com/office/drawing/2014/main" id="{02DEE19A-E0A3-4836-A26E-F8D17B316891}"/>
              </a:ext>
            </a:extLst>
          </p:cNvPr>
          <p:cNvSpPr>
            <a:spLocks xmlns:a="http://schemas.openxmlformats.org/drawingml/2006/main" noGrp="1"/>
          </p:cNvSpPr>
          <p:nvPr/>
        </p:nvSpPr>
        <p:spPr>
          <a:xfrm xmlns:a="http://schemas.openxmlformats.org/drawingml/2006/main">
            <a:off x="6096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요청</a:t>
            </a:r>
          </a:p>
        </p:txBody>
      </p:sp>
      <p:sp>
        <p:nvSpPr>
          <p:cNvPr id="8" name="">
            <a:extLst xmlns:a="http://schemas.openxmlformats.org/drawingml/2006/main">
              <a:ext uri="{FF2B5EF4-FFF2-40B4-BE49-F238E27FC236}">
                <a16:creationId xmlns:a16="http://schemas.microsoft.com/office/drawing/2014/main" id="{1D8CE6B3-434F-40F2-93CD-0B6B62FC03B4}"/>
              </a:ext>
            </a:extLst>
          </p:cNvPr>
          <p:cNvSpPr>
            <a:spLocks xmlns:a="http://schemas.openxmlformats.org/drawingml/2006/main" noGrp="1"/>
          </p:cNvSpPr>
          <p:nvPr/>
        </p:nvSpPr>
        <p:spPr>
          <a:xfrm xmlns:a="http://schemas.openxmlformats.org/drawingml/2006/main">
            <a:off x="6096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읽은 파일">
            <a:extLst xmlns:a="http://schemas.openxmlformats.org/drawingml/2006/main">
              <a:ext uri="{FF2B5EF4-FFF2-40B4-BE49-F238E27FC236}">
                <a16:creationId xmlns:a16="http://schemas.microsoft.com/office/drawing/2014/main" id="{C75200AC-84EC-4F1A-9DDE-96284710BDF7}"/>
              </a:ext>
            </a:extLst>
          </p:cNvPr>
          <p:cNvSpPr>
            <a:spLocks xmlns:a="http://schemas.openxmlformats.org/drawingml/2006/main" noGrp="1"/>
          </p:cNvSpPr>
          <p:nvPr/>
        </p:nvSpPr>
        <p:spPr>
          <a:xfrm xmlns:a="http://schemas.openxmlformats.org/drawingml/2006/main">
            <a:off x="443865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읽은 파일</a:t>
            </a:r>
          </a:p>
        </p:txBody>
      </p:sp>
      <p:sp>
        <p:nvSpPr>
          <p:cNvPr id="10" name="">
            <a:extLst xmlns:a="http://schemas.openxmlformats.org/drawingml/2006/main">
              <a:ext uri="{FF2B5EF4-FFF2-40B4-BE49-F238E27FC236}">
                <a16:creationId xmlns:a16="http://schemas.microsoft.com/office/drawing/2014/main" id="{2A362CD2-3DEC-4C80-AEBD-E027CCDF8047}"/>
              </a:ext>
            </a:extLst>
          </p:cNvPr>
          <p:cNvSpPr>
            <a:spLocks xmlns:a="http://schemas.openxmlformats.org/drawingml/2006/main" noGrp="1"/>
          </p:cNvSpPr>
          <p:nvPr/>
        </p:nvSpPr>
        <p:spPr>
          <a:xfrm xmlns:a="http://schemas.openxmlformats.org/drawingml/2006/main">
            <a:off x="443865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기록">
            <a:extLst xmlns:a="http://schemas.openxmlformats.org/drawingml/2006/main">
              <a:ext uri="{FF2B5EF4-FFF2-40B4-BE49-F238E27FC236}">
                <a16:creationId xmlns:a16="http://schemas.microsoft.com/office/drawing/2014/main" id="{0594AE32-0A7E-4EEF-AFC8-823715BAFF59}"/>
              </a:ext>
            </a:extLst>
          </p:cNvPr>
          <p:cNvSpPr>
            <a:spLocks xmlns:a="http://schemas.openxmlformats.org/drawingml/2006/main" noGrp="1"/>
          </p:cNvSpPr>
          <p:nvPr/>
        </p:nvSpPr>
        <p:spPr>
          <a:xfrm xmlns:a="http://schemas.openxmlformats.org/drawingml/2006/main">
            <a:off x="82677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2" name="">
            <a:extLst xmlns:a="http://schemas.openxmlformats.org/drawingml/2006/main">
              <a:ext uri="{FF2B5EF4-FFF2-40B4-BE49-F238E27FC236}">
                <a16:creationId xmlns:a16="http://schemas.microsoft.com/office/drawing/2014/main" id="{E01BD85D-EDAC-4C1A-819F-7B20AD351FF9}"/>
              </a:ext>
            </a:extLst>
          </p:cNvPr>
          <p:cNvSpPr>
            <a:spLocks xmlns:a="http://schemas.openxmlformats.org/drawingml/2006/main" noGrp="1"/>
          </p:cNvSpPr>
          <p:nvPr/>
        </p:nvSpPr>
        <p:spPr>
          <a:xfrm xmlns:a="http://schemas.openxmlformats.org/drawingml/2006/main">
            <a:off x="82677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README만 수정&#10;테스트 명령은 없음">
            <a:extLst xmlns:a="http://schemas.openxmlformats.org/drawingml/2006/main">
              <a:ext uri="{FF2B5EF4-FFF2-40B4-BE49-F238E27FC236}">
                <a16:creationId xmlns:a16="http://schemas.microsoft.com/office/drawing/2014/main" id="{B420E22A-D7EC-48E7-AAF8-7330C5B51077}"/>
              </a:ext>
            </a:extLst>
          </p:cNvPr>
          <p:cNvSpPr>
            <a:spLocks xmlns:a="http://schemas.openxmlformats.org/drawingml/2006/main" noGrp="1"/>
          </p:cNvSpPr>
          <p:nvPr/>
        </p:nvSpPr>
        <p:spPr>
          <a:xfrm xmlns:a="http://schemas.openxmlformats.org/drawingml/2006/main">
            <a:off x="609600" y="2876550"/>
            <a:ext cx="331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README만 수정</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 명령은 없음</a:t>
            </a:r>
          </a:p>
        </p:txBody>
      </p:sp>
      <p:sp>
        <p:nvSpPr>
          <p:cNvPr id="14" name="AGENTS.md">
            <a:extLst xmlns:a="http://schemas.openxmlformats.org/drawingml/2006/main">
              <a:ext uri="{FF2B5EF4-FFF2-40B4-BE49-F238E27FC236}">
                <a16:creationId xmlns:a16="http://schemas.microsoft.com/office/drawing/2014/main" id="{1454F204-AC51-487F-A206-F0B129D5FA97}"/>
              </a:ext>
            </a:extLst>
          </p:cNvPr>
          <p:cNvSpPr>
            <a:spLocks xmlns:a="http://schemas.openxmlformats.org/drawingml/2006/main" noGrp="1"/>
          </p:cNvSpPr>
          <p:nvPr/>
        </p:nvSpPr>
        <p:spPr>
          <a:xfrm xmlns:a="http://schemas.openxmlformats.org/drawingml/2006/main">
            <a:off x="4438650" y="2876550"/>
            <a:ext cx="331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15" name="기록된 테스트&#10;명령을 사용">
            <a:extLst xmlns:a="http://schemas.openxmlformats.org/drawingml/2006/main">
              <a:ext uri="{FF2B5EF4-FFF2-40B4-BE49-F238E27FC236}">
                <a16:creationId xmlns:a16="http://schemas.microsoft.com/office/drawing/2014/main" id="{660CBDD2-1426-43FB-B0CC-E7B405802328}"/>
              </a:ext>
            </a:extLst>
          </p:cNvPr>
          <p:cNvSpPr>
            <a:spLocks xmlns:a="http://schemas.openxmlformats.org/drawingml/2006/main" noGrp="1"/>
          </p:cNvSpPr>
          <p:nvPr/>
        </p:nvSpPr>
        <p:spPr>
          <a:xfrm xmlns:a="http://schemas.openxmlformats.org/drawingml/2006/main">
            <a:off x="4438650" y="3533775"/>
            <a:ext cx="3314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기록된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사용</a:t>
            </a:r>
          </a:p>
        </p:txBody>
      </p:sp>
      <p:sp>
        <p:nvSpPr>
          <p:cNvPr id="16" name="전체 테스트">
            <a:extLst xmlns:a="http://schemas.openxmlformats.org/drawingml/2006/main">
              <a:ext uri="{FF2B5EF4-FFF2-40B4-BE49-F238E27FC236}">
                <a16:creationId xmlns:a16="http://schemas.microsoft.com/office/drawing/2014/main" id="{595EF3C2-FFA8-4750-8276-9773AD01DC8A}"/>
              </a:ext>
            </a:extLst>
          </p:cNvPr>
          <p:cNvSpPr>
            <a:spLocks xmlns:a="http://schemas.openxmlformats.org/drawingml/2006/main" noGrp="1"/>
          </p:cNvSpPr>
          <p:nvPr/>
        </p:nvSpPr>
        <p:spPr>
          <a:xfrm xmlns:a="http://schemas.openxmlformats.org/drawingml/2006/main">
            <a:off x="8267700" y="2876550"/>
            <a:ext cx="3314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전체 테스트</a:t>
            </a:r>
          </a:p>
        </p:txBody>
      </p:sp>
      <p:sp>
        <p:nvSpPr>
          <p:cNvPr id="17" name="11 / 11">
            <a:extLst xmlns:a="http://schemas.openxmlformats.org/drawingml/2006/main">
              <a:ext uri="{FF2B5EF4-FFF2-40B4-BE49-F238E27FC236}">
                <a16:creationId xmlns:a16="http://schemas.microsoft.com/office/drawing/2014/main" id="{8409BC2D-98E1-421D-8382-D9DF898368F7}"/>
              </a:ext>
            </a:extLst>
          </p:cNvPr>
          <p:cNvSpPr>
            <a:spLocks xmlns:a="http://schemas.openxmlformats.org/drawingml/2006/main" noGrp="1"/>
          </p:cNvSpPr>
          <p:nvPr/>
        </p:nvSpPr>
        <p:spPr>
          <a:xfrm xmlns:a="http://schemas.openxmlformats.org/drawingml/2006/main">
            <a:off x="8267700" y="3476625"/>
            <a:ext cx="331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18" name="PASS">
            <a:extLst xmlns:a="http://schemas.openxmlformats.org/drawingml/2006/main">
              <a:ext uri="{FF2B5EF4-FFF2-40B4-BE49-F238E27FC236}">
                <a16:creationId xmlns:a16="http://schemas.microsoft.com/office/drawing/2014/main" id="{84C50313-B830-4DE7-8C00-EF5549CCE8F5}"/>
              </a:ext>
            </a:extLst>
          </p:cNvPr>
          <p:cNvSpPr>
            <a:spLocks xmlns:a="http://schemas.openxmlformats.org/drawingml/2006/main" noGrp="1"/>
          </p:cNvSpPr>
          <p:nvPr/>
        </p:nvSpPr>
        <p:spPr>
          <a:xfrm xmlns:a="http://schemas.openxmlformats.org/drawingml/2006/main">
            <a:off x="8267700" y="4105275"/>
            <a:ext cx="3314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6B4D"/>
                </a:solidFill>
                <a:latin typeface="Malgun Gothic"/>
                <a:ea typeface="Malgun Gothic"/>
                <a:cs typeface="Malgun Gothic"/>
              </a:defRPr>
            </a:defPPr>
            <a:lvl1pPr algn="l">
              <a:defRPr sz="2100" b="1">
                <a:solidFill>
                  <a:srgbClr val="176B4D"/>
                </a:solidFill>
                <a:latin typeface="Malgun Gothic"/>
                <a:ea typeface="Malgun Gothic"/>
                <a:cs typeface="Malgun Gothic"/>
              </a:defRPr>
            </a:lvl1pPr>
            <a:lvl2pPr algn="l">
              <a:defRPr sz="2100" b="1">
                <a:solidFill>
                  <a:srgbClr val="176B4D"/>
                </a:solidFill>
                <a:latin typeface="Malgun Gothic"/>
                <a:ea typeface="Malgun Gothic"/>
                <a:cs typeface="Malgun Gothic"/>
              </a:defRPr>
            </a:lvl2pPr>
            <a:lvl3pPr algn="l">
              <a:defRPr sz="2100" b="1">
                <a:solidFill>
                  <a:srgbClr val="176B4D"/>
                </a:solidFill>
                <a:latin typeface="Malgun Gothic"/>
                <a:ea typeface="Malgun Gothic"/>
                <a:cs typeface="Malgun Gothic"/>
              </a:defRPr>
            </a:lvl3pPr>
            <a:lvl4pPr algn="l">
              <a:defRPr sz="2100" b="1">
                <a:solidFill>
                  <a:srgbClr val="176B4D"/>
                </a:solidFill>
                <a:latin typeface="Malgun Gothic"/>
                <a:ea typeface="Malgun Gothic"/>
                <a:cs typeface="Malgun Gothic"/>
              </a:defRPr>
            </a:lvl4pPr>
            <a:lvl5pPr algn="l">
              <a:defRPr sz="2100" b="1">
                <a:solidFill>
                  <a:srgbClr val="176B4D"/>
                </a:solidFill>
                <a:latin typeface="Malgun Gothic"/>
                <a:ea typeface="Malgun Gothic"/>
                <a:cs typeface="Malgun Gothic"/>
              </a:defRPr>
            </a:lvl5pPr>
            <a:lvl6pPr algn="l">
              <a:defRPr sz="2100" b="1">
                <a:solidFill>
                  <a:srgbClr val="176B4D"/>
                </a:solidFill>
                <a:latin typeface="Malgun Gothic"/>
                <a:ea typeface="Malgun Gothic"/>
                <a:cs typeface="Malgun Gothic"/>
              </a:defRPr>
            </a:lvl6pPr>
            <a:lvl7pPr algn="l">
              <a:defRPr sz="2100" b="1">
                <a:solidFill>
                  <a:srgbClr val="176B4D"/>
                </a:solidFill>
                <a:latin typeface="Malgun Gothic"/>
                <a:ea typeface="Malgun Gothic"/>
                <a:cs typeface="Malgun Gothic"/>
              </a:defRPr>
            </a:lvl7pPr>
            <a:lvl8pPr algn="l">
              <a:defRPr sz="2100" b="1">
                <a:solidFill>
                  <a:srgbClr val="176B4D"/>
                </a:solidFill>
                <a:latin typeface="Malgun Gothic"/>
                <a:ea typeface="Malgun Gothic"/>
                <a:cs typeface="Malgun Gothic"/>
              </a:defRPr>
            </a:lvl8pPr>
            <a:lvl9pPr algn="l">
              <a:defRPr sz="2100" b="1">
                <a:solidFill>
                  <a:srgbClr val="176B4D"/>
                </a:solidFill>
                <a:latin typeface="Malgun Gothic"/>
                <a:ea typeface="Malgun Gothic"/>
                <a:cs typeface="Malgun Gothic"/>
              </a:defRPr>
            </a:lvl9pPr>
          </a:lstStyle>
          <a:p xmlns:a="http://schemas.openxmlformats.org/drawingml/2006/main">
            <a:pPr algn="l">
              <a:defRPr sz="2100" b="1">
                <a:solidFill>
                  <a:srgbClr val="176B4D"/>
                </a:solidFill>
                <a:latin typeface="Malgun Gothic"/>
                <a:ea typeface="Malgun Gothic"/>
                <a:cs typeface="Malgun Gothic"/>
              </a:defRPr>
            </a:pPr>
            <a:r>
              <a:rPr sz="2100" b="1">
                <a:solidFill>
                  <a:srgbClr val="176B4D"/>
                </a:solidFill>
                <a:latin typeface="Malgun Gothic"/>
                <a:ea typeface="Malgun Gothic"/>
                <a:cs typeface="Malgun Gothic"/>
              </a:rPr>
              <a:t>PASS</a:t>
            </a:r>
          </a:p>
        </p:txBody>
      </p:sp>
      <p:sp>
        <p:nvSpPr>
          <p:cNvPr id="19" name="">
            <a:extLst xmlns:a="http://schemas.openxmlformats.org/drawingml/2006/main">
              <a:ext uri="{FF2B5EF4-FFF2-40B4-BE49-F238E27FC236}">
                <a16:creationId xmlns:a16="http://schemas.microsoft.com/office/drawing/2014/main" id="{AE49E9A7-9460-433D-B110-9FE57F5CE818}"/>
              </a:ext>
            </a:extLst>
          </p:cNvPr>
          <p:cNvSpPr>
            <a:spLocks xmlns:a="http://schemas.openxmlformats.org/drawingml/2006/main" noGrp="1"/>
          </p:cNvSpPr>
          <p:nvPr/>
        </p:nvSpPr>
        <p:spPr>
          <a:xfrm xmlns:a="http://schemas.openxmlformats.org/drawingml/2006/main">
            <a:off x="396240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E40F0BF-E8C7-4EA1-95B1-4F0DE4FC759E}"/>
              </a:ext>
            </a:extLst>
          </p:cNvPr>
          <p:cNvSpPr>
            <a:spLocks xmlns:a="http://schemas.openxmlformats.org/drawingml/2006/main" noGrp="1"/>
          </p:cNvSpPr>
          <p:nvPr/>
        </p:nvSpPr>
        <p:spPr>
          <a:xfrm xmlns:a="http://schemas.openxmlformats.org/drawingml/2006/main">
            <a:off x="779145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C6ACB6B-DF63-4E56-8448-B89B93CC6A4C}"/>
              </a:ext>
            </a:extLst>
          </p:cNvPr>
          <p:cNvSpPr>
            <a:spLocks xmlns:a="http://schemas.openxmlformats.org/drawingml/2006/main" noGrp="1"/>
          </p:cNvSpPr>
          <p:nvPr/>
        </p:nvSpPr>
        <p:spPr>
          <a:xfrm xmlns:a="http://schemas.openxmlformats.org/drawingml/2006/main">
            <a:off x="609600" y="4772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README-only 범위는 작업 요청에도 명시돼 있었다">
            <a:extLst xmlns:a="http://schemas.openxmlformats.org/drawingml/2006/main">
              <a:ext uri="{FF2B5EF4-FFF2-40B4-BE49-F238E27FC236}">
                <a16:creationId xmlns:a16="http://schemas.microsoft.com/office/drawing/2014/main" id="{A74D2BED-DF14-4185-B87A-D56D25764F65}"/>
              </a:ext>
            </a:extLst>
          </p:cNvPr>
          <p:cNvSpPr>
            <a:spLocks xmlns:a="http://schemas.openxmlformats.org/drawingml/2006/main" noGrp="1"/>
          </p:cNvSpPr>
          <p:nvPr/>
        </p:nvSpPr>
        <p:spPr>
          <a:xfrm xmlns:a="http://schemas.openxmlformats.org/drawingml/2006/main">
            <a:off x="609600" y="5048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README-only 범위는 작업 요청에도 명시돼 있었다</a:t>
            </a:r>
          </a:p>
        </p:txBody>
      </p:sp>
      <p:sp>
        <p:nvSpPr>
          <p:cNvPr id="23" name="Legacy module connection">
            <a:extLst xmlns:a="http://schemas.openxmlformats.org/drawingml/2006/main">
              <a:ext uri="{FF2B5EF4-FFF2-40B4-BE49-F238E27FC236}">
                <a16:creationId xmlns:a16="http://schemas.microsoft.com/office/drawing/2014/main" id="{D9EBE790-A951-4B60-9855-4DAF12A767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80623794"/>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정보의 범위와 수명">
            <a:extLst xmlns:a="http://schemas.openxmlformats.org/drawingml/2006/main">
              <a:ext uri="{FF2B5EF4-FFF2-40B4-BE49-F238E27FC236}">
                <a16:creationId xmlns:a16="http://schemas.microsoft.com/office/drawing/2014/main" id="{7A0305D0-BA3B-40C1-99DE-C9356A6362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27">
            <a:extLst xmlns:a="http://schemas.openxmlformats.org/drawingml/2006/main">
              <a:ext uri="{FF2B5EF4-FFF2-40B4-BE49-F238E27FC236}">
                <a16:creationId xmlns:a16="http://schemas.microsoft.com/office/drawing/2014/main" id="{B1DA44E0-ED6B-4A91-8322-FC0CC3F83E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Task Prompt와 Project Context">
            <a:extLst xmlns:a="http://schemas.openxmlformats.org/drawingml/2006/main">
              <a:ext uri="{FF2B5EF4-FFF2-40B4-BE49-F238E27FC236}">
                <a16:creationId xmlns:a16="http://schemas.microsoft.com/office/drawing/2014/main" id="{D506FAFC-BAA5-4D76-8614-21D37992E6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11CE94BF-9886-40B6-9774-6FFA483A90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현재 목표와 지속되는 프로젝트 사실">
            <a:extLst xmlns:a="http://schemas.openxmlformats.org/drawingml/2006/main">
              <a:ext uri="{FF2B5EF4-FFF2-40B4-BE49-F238E27FC236}">
                <a16:creationId xmlns:a16="http://schemas.microsoft.com/office/drawing/2014/main" id="{DBCEC1D9-F6DE-41F0-89B6-FD58A17B08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현재 목표와 지속되는 프로젝트 사실</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3D3070C9-A016-4701-8216-80237BC4A6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313BA315-259C-490F-BE56-FC5DD18543FC}"/>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D16E16E9-8ED8-41D2-B28D-9974CF399CF6}"/>
              </a:ext>
            </a:extLst>
          </p:cNvPr>
          <p:cNvSpPr>
            <a:spLocks xmlns:a="http://schemas.openxmlformats.org/drawingml/2006/main" noGrp="1"/>
          </p:cNvSpPr>
          <p:nvPr/>
        </p:nvSpPr>
        <p:spPr>
          <a:xfrm xmlns:a="http://schemas.openxmlformats.org/drawingml/2006/main">
            <a:off x="609600" y="267652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F0599630-BBE9-4A9B-9505-FE47CD63FED6}"/>
              </a:ext>
            </a:extLst>
          </p:cNvPr>
          <p:cNvSpPr>
            <a:spLocks xmlns:a="http://schemas.openxmlformats.org/drawingml/2006/main" noGrp="1"/>
          </p:cNvSpPr>
          <p:nvPr/>
        </p:nvSpPr>
        <p:spPr>
          <a:xfrm xmlns:a="http://schemas.openxmlformats.org/drawingml/2006/main">
            <a:off x="6705600" y="267652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
            <a:extLst xmlns:a="http://schemas.openxmlformats.org/drawingml/2006/main">
              <a:ext uri="{FF2B5EF4-FFF2-40B4-BE49-F238E27FC236}">
                <a16:creationId xmlns:a16="http://schemas.microsoft.com/office/drawing/2014/main" id="{6EDD0923-B774-4858-8163-F872FCA5E507}"/>
              </a:ext>
            </a:extLst>
          </p:cNvPr>
          <p:cNvSpPr>
            <a:spLocks xmlns:a="http://schemas.openxmlformats.org/drawingml/2006/main" noGrp="1"/>
          </p:cNvSpPr>
          <p:nvPr/>
        </p:nvSpPr>
        <p:spPr>
          <a:xfrm xmlns:a="http://schemas.openxmlformats.org/drawingml/2006/main">
            <a:off x="609600" y="3286125"/>
            <a:ext cx="4914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E1221FFD-DB59-4F42-AC7D-20944A461687}"/>
              </a:ext>
            </a:extLst>
          </p:cNvPr>
          <p:cNvSpPr>
            <a:spLocks xmlns:a="http://schemas.openxmlformats.org/drawingml/2006/main" noGrp="1"/>
          </p:cNvSpPr>
          <p:nvPr/>
        </p:nvSpPr>
        <p:spPr>
          <a:xfrm xmlns:a="http://schemas.openxmlformats.org/drawingml/2006/main">
            <a:off x="6705600" y="32861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금 원하는 결과">
            <a:extLst xmlns:a="http://schemas.openxmlformats.org/drawingml/2006/main">
              <a:ext uri="{FF2B5EF4-FFF2-40B4-BE49-F238E27FC236}">
                <a16:creationId xmlns:a16="http://schemas.microsoft.com/office/drawing/2014/main" id="{DF98C3D6-E35B-48D0-AD3A-0D9C349F8647}"/>
              </a:ext>
            </a:extLst>
          </p:cNvPr>
          <p:cNvSpPr>
            <a:spLocks xmlns:a="http://schemas.openxmlformats.org/drawingml/2006/main" noGrp="1"/>
          </p:cNvSpPr>
          <p:nvPr/>
        </p:nvSpPr>
        <p:spPr>
          <a:xfrm xmlns:a="http://schemas.openxmlformats.org/drawingml/2006/main">
            <a:off x="609600" y="3457575"/>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3" name="계속 참이어야 할 사실">
            <a:extLst xmlns:a="http://schemas.openxmlformats.org/drawingml/2006/main">
              <a:ext uri="{FF2B5EF4-FFF2-40B4-BE49-F238E27FC236}">
                <a16:creationId xmlns:a16="http://schemas.microsoft.com/office/drawing/2014/main" id="{5A21C13F-BB65-42D3-A5A4-98573D751588}"/>
              </a:ext>
            </a:extLst>
          </p:cNvPr>
          <p:cNvSpPr>
            <a:spLocks xmlns:a="http://schemas.openxmlformats.org/drawingml/2006/main" noGrp="1"/>
          </p:cNvSpPr>
          <p:nvPr/>
        </p:nvSpPr>
        <p:spPr>
          <a:xfrm xmlns:a="http://schemas.openxmlformats.org/drawingml/2006/main">
            <a:off x="6705600" y="3457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4" name="crop 경계 버그 수정&#10;이번에는 README만 변경">
            <a:extLst xmlns:a="http://schemas.openxmlformats.org/drawingml/2006/main">
              <a:ext uri="{FF2B5EF4-FFF2-40B4-BE49-F238E27FC236}">
                <a16:creationId xmlns:a16="http://schemas.microsoft.com/office/drawing/2014/main" id="{6774602B-EDCD-4C98-95D8-A1E926C1C2FF}"/>
              </a:ext>
            </a:extLst>
          </p:cNvPr>
          <p:cNvSpPr>
            <a:spLocks xmlns:a="http://schemas.openxmlformats.org/drawingml/2006/main" noGrp="1"/>
          </p:cNvSpPr>
          <p:nvPr/>
        </p:nvSpPr>
        <p:spPr>
          <a:xfrm xmlns:a="http://schemas.openxmlformats.org/drawingml/2006/main">
            <a:off x="609600" y="3971925"/>
            <a:ext cx="49149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 경계 버그 수정</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이번에는 README만 변경</a:t>
            </a:r>
          </a:p>
        </p:txBody>
      </p:sp>
      <p:sp>
        <p:nvSpPr>
          <p:cNvPr id="15" name="프로젝트의 테스트 명령&#10;의존성 추가에는 작업상 근거 필요">
            <a:extLst xmlns:a="http://schemas.openxmlformats.org/drawingml/2006/main">
              <a:ext uri="{FF2B5EF4-FFF2-40B4-BE49-F238E27FC236}">
                <a16:creationId xmlns:a16="http://schemas.microsoft.com/office/drawing/2014/main" id="{EFC1F287-2210-41CB-9FD9-AA4DA0EC2975}"/>
              </a:ext>
            </a:extLst>
          </p:cNvPr>
          <p:cNvSpPr>
            <a:spLocks xmlns:a="http://schemas.openxmlformats.org/drawingml/2006/main" noGrp="1"/>
          </p:cNvSpPr>
          <p:nvPr/>
        </p:nvSpPr>
        <p:spPr>
          <a:xfrm xmlns:a="http://schemas.openxmlformats.org/drawingml/2006/main">
            <a:off x="6705600" y="3971925"/>
            <a:ext cx="4876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프로젝트의 테스트 명령</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p:txBody>
      </p:sp>
      <p:sp>
        <p:nvSpPr>
          <p:cNvPr id="16" name="">
            <a:extLst xmlns:a="http://schemas.openxmlformats.org/drawingml/2006/main">
              <a:ext uri="{FF2B5EF4-FFF2-40B4-BE49-F238E27FC236}">
                <a16:creationId xmlns:a16="http://schemas.microsoft.com/office/drawing/2014/main" id="{59ED1FA9-9E0B-49D3-B6D1-893F515EC0D1}"/>
              </a:ext>
            </a:extLst>
          </p:cNvPr>
          <p:cNvSpPr>
            <a:spLocks xmlns:a="http://schemas.openxmlformats.org/drawingml/2006/main" noGrp="1"/>
          </p:cNvSpPr>
          <p:nvPr/>
        </p:nvSpPr>
        <p:spPr>
          <a:xfrm xmlns:a="http://schemas.openxmlformats.org/drawingml/2006/main">
            <a:off x="609600" y="5143500"/>
            <a:ext cx="4914900" cy="4667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F1C4B16-AB52-4201-995A-AA025651D35C}"/>
              </a:ext>
            </a:extLst>
          </p:cNvPr>
          <p:cNvSpPr>
            <a:spLocks xmlns:a="http://schemas.openxmlformats.org/drawingml/2006/main" noGrp="1"/>
          </p:cNvSpPr>
          <p:nvPr/>
        </p:nvSpPr>
        <p:spPr>
          <a:xfrm xmlns:a="http://schemas.openxmlformats.org/drawingml/2006/main">
            <a:off x="6705600" y="5143500"/>
            <a:ext cx="4876800" cy="4667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다음 작업에서는 목표가 달라짐">
            <a:extLst xmlns:a="http://schemas.openxmlformats.org/drawingml/2006/main">
              <a:ext uri="{FF2B5EF4-FFF2-40B4-BE49-F238E27FC236}">
                <a16:creationId xmlns:a16="http://schemas.microsoft.com/office/drawing/2014/main" id="{1BDDF872-357B-4C07-BDFE-BFF66225112C}"/>
              </a:ext>
            </a:extLst>
          </p:cNvPr>
          <p:cNvSpPr>
            <a:spLocks xmlns:a="http://schemas.openxmlformats.org/drawingml/2006/main" noGrp="1"/>
          </p:cNvSpPr>
          <p:nvPr/>
        </p:nvSpPr>
        <p:spPr>
          <a:xfrm xmlns:a="http://schemas.openxmlformats.org/drawingml/2006/main">
            <a:off x="762000" y="5210175"/>
            <a:ext cx="4610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19" name="여러 작업에서 다시 참고">
            <a:extLst xmlns:a="http://schemas.openxmlformats.org/drawingml/2006/main">
              <a:ext uri="{FF2B5EF4-FFF2-40B4-BE49-F238E27FC236}">
                <a16:creationId xmlns:a16="http://schemas.microsoft.com/office/drawing/2014/main" id="{147904D4-A244-4CA5-9A19-910EE50F8A05}"/>
              </a:ext>
            </a:extLst>
          </p:cNvPr>
          <p:cNvSpPr>
            <a:spLocks xmlns:a="http://schemas.openxmlformats.org/drawingml/2006/main" noGrp="1"/>
          </p:cNvSpPr>
          <p:nvPr/>
        </p:nvSpPr>
        <p:spPr>
          <a:xfrm xmlns:a="http://schemas.openxmlformats.org/drawingml/2006/main">
            <a:off x="6858000" y="5210175"/>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0" name="Legacy module connection">
            <a:extLst xmlns:a="http://schemas.openxmlformats.org/drawingml/2006/main">
              <a:ext uri="{FF2B5EF4-FFF2-40B4-BE49-F238E27FC236}">
                <a16:creationId xmlns:a16="http://schemas.microsoft.com/office/drawing/2014/main" id="{0BA1AF06-CD98-4D42-AFED-0A3849AB1F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73215602"/>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Context가 쌓이는 과정">
            <a:extLst xmlns:a="http://schemas.openxmlformats.org/drawingml/2006/main">
              <a:ext uri="{FF2B5EF4-FFF2-40B4-BE49-F238E27FC236}">
                <a16:creationId xmlns:a16="http://schemas.microsoft.com/office/drawing/2014/main" id="{AC3F4ECC-1EAA-4862-A6EF-703B6BF0EE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28">
            <a:extLst xmlns:a="http://schemas.openxmlformats.org/drawingml/2006/main">
              <a:ext uri="{FF2B5EF4-FFF2-40B4-BE49-F238E27FC236}">
                <a16:creationId xmlns:a16="http://schemas.microsoft.com/office/drawing/2014/main" id="{22A63ED3-996F-4146-9D77-40039A65B6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정확한 정보도 계속 늘어난다">
            <a:extLst xmlns:a="http://schemas.openxmlformats.org/drawingml/2006/main">
              <a:ext uri="{FF2B5EF4-FFF2-40B4-BE49-F238E27FC236}">
                <a16:creationId xmlns:a16="http://schemas.microsoft.com/office/drawing/2014/main" id="{D75CA187-37A5-4465-9256-86641FA608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B8A84BE6-5F40-4B52-AF0C-8F36D92372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1D545B5E-4131-4CFA-A09F-2395E69985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CC00213A-38F0-449D-9096-9BBE658469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122F1670-29D0-4E32-99B3-BC2BFCCBEF1A}"/>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81EED661-0C60-4205-845E-7F75C408917C}"/>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E4EA67C9-090D-4071-B40F-D66D4CC84BA3}"/>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A25CE9C3-9B19-4483-849E-B2055208BB6D}"/>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42994A58-30AC-4995-AC32-5100A155FE0A}"/>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5032E7D0-235D-4D40-A516-D410B6C2A23B}"/>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66C4E9E0-A804-464E-A430-181680C49A1B}"/>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21A029D0-A4C3-4B7E-A4D4-156843A080DC}"/>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3243383F-3B7D-45E0-B292-0B3D314127A3}"/>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BA1D7F12-EA6C-4C65-89A9-DBAEA8DBD557}"/>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6D66F65D-ABEA-4372-81F3-79F84B46DACF}"/>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52D787EB-ADB5-4879-8174-35EE7473B8D1}"/>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77AC1368-06D7-422A-8B79-CFF282383BCD}"/>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DC6CE074-4920-4EA2-B47D-59408DC572F7}"/>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CEE5A495-E516-4CB1-B1C8-0B1D0D84EE10}"/>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78891111-F3CF-4536-89C2-8656425D0640}"/>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1945D42F-B4F0-4EE3-8C34-4AF3033DF3BB}"/>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1F1E6925-4152-4206-A7C5-5E798CC1A73A}"/>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D1238991-6079-46AB-866C-8F2F4627F5AA}"/>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
        <p:nvSpPr>
          <p:cNvPr id="26" name="Legacy module connection">
            <a:extLst xmlns:a="http://schemas.openxmlformats.org/drawingml/2006/main">
              <a:ext uri="{FF2B5EF4-FFF2-40B4-BE49-F238E27FC236}">
                <a16:creationId xmlns:a16="http://schemas.microsoft.com/office/drawing/2014/main" id="{A8083F0F-B5CA-42CD-BA18-7592B7C5E4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48331958"/>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관련성을 확인하기">
            <a:extLst xmlns:a="http://schemas.openxmlformats.org/drawingml/2006/main">
              <a:ext uri="{FF2B5EF4-FFF2-40B4-BE49-F238E27FC236}">
                <a16:creationId xmlns:a16="http://schemas.microsoft.com/office/drawing/2014/main" id="{3EE004F4-C219-432F-8C36-D849F7BABC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29">
            <a:extLst xmlns:a="http://schemas.openxmlformats.org/drawingml/2006/main">
              <a:ext uri="{FF2B5EF4-FFF2-40B4-BE49-F238E27FC236}">
                <a16:creationId xmlns:a16="http://schemas.microsoft.com/office/drawing/2014/main" id="{3ACDE1F4-93B8-4A81-88C3-405CCCD2CE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정확하지만 이번 Task에는 불필요한 정보">
            <a:extLst xmlns:a="http://schemas.openxmlformats.org/drawingml/2006/main">
              <a:ext uri="{FF2B5EF4-FFF2-40B4-BE49-F238E27FC236}">
                <a16:creationId xmlns:a16="http://schemas.microsoft.com/office/drawing/2014/main" id="{E47DD57B-7A57-4226-AA55-A6509C0250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07200C88-9F9B-42DF-9779-4CFC8DC932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6A264713-302E-41E7-BD45-4F44D1103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450ABEF9-2631-44DF-9015-314CEE7EE4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24110C88-B1F4-4293-8CA2-47D47E8813E8}"/>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A0C48F2C-3800-4748-A36D-BCDCEECD7185}"/>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0AC49B60-276B-442C-BA8D-8BBA578A69B2}"/>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8CFBB7A2-A797-4852-BDDD-226FFC6036B0}"/>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F4F900EF-9C1F-4BA1-BB70-21D99B56327D}"/>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DCB208CD-BFEB-4BF5-AD73-DE368804AC33}"/>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2404F8CE-C249-4DFE-BB62-E0000AF9F430}"/>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0E484E65-034D-4872-B96E-F38A26FAFD78}"/>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3F719C37-B387-4572-A9AD-138BB66D686F}"/>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
        <p:nvSpPr>
          <p:cNvPr id="16" name="Legacy module connection">
            <a:extLst xmlns:a="http://schemas.openxmlformats.org/drawingml/2006/main">
              <a:ext uri="{FF2B5EF4-FFF2-40B4-BE49-F238E27FC236}">
                <a16:creationId xmlns:a16="http://schemas.microsoft.com/office/drawing/2014/main" id="{29E729D8-C52C-4FA7-8BF9-7FC6E29EF3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80179698"/>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CCBC01E3-23C7-4590-A1F7-A78ADB8AE0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0">
            <a:extLst xmlns:a="http://schemas.openxmlformats.org/drawingml/2006/main">
              <a:ext uri="{FF2B5EF4-FFF2-40B4-BE49-F238E27FC236}">
                <a16:creationId xmlns:a16="http://schemas.microsoft.com/office/drawing/2014/main" id="{88BE3C13-8448-41CF-93F5-EE8712D1EE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정보의 범위와 제공 시점">
            <a:extLst xmlns:a="http://schemas.openxmlformats.org/drawingml/2006/main">
              <a:ext uri="{FF2B5EF4-FFF2-40B4-BE49-F238E27FC236}">
                <a16:creationId xmlns:a16="http://schemas.microsoft.com/office/drawing/2014/main" id="{E4D292E3-EBF2-4C6C-8D4D-5F88DC4C7A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860F59BB-DA64-4779-BF36-68BAE8CE3F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9753C3B3-EE05-40D9-9A97-4F730C8B6B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236E4E16-12C9-4DF4-B0F1-B5892C2514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6218CF6E-D4BD-4289-9A36-B7F9D0995F1A}"/>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85DDDD5A-7EAE-4A22-B3DC-59C872A49F54}"/>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7B37ED96-CD66-4F6C-B2EC-5493533E0D56}"/>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F59C29BA-75B8-4200-BBA6-D5415C555E96}"/>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5144DE9A-D46F-4D99-A721-FDA688EA1EA1}"/>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1B53B8EB-7F28-4592-9673-B4E51E9A74C4}"/>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9DBED056-3B13-4A58-93FF-50080A2581FB}"/>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92B518E7-7F11-4BF1-AA1A-9AF1DDC1185D}"/>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7248183A-515A-4F28-A0E3-CCF12AFF4F15}"/>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9D92056D-9B84-40E0-872C-CD87A50FAC8E}"/>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5CAD56E9-52F3-4C29-8919-CE0969007AD4}"/>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6F2BA0ED-E8A8-489B-B819-796CA1D8D442}"/>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C743ADF7-69D0-42FF-80BF-10381F91F8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504331"/>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E5F9A081-3430-4B56-AEC0-8478AD6571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1">
            <a:extLst xmlns:a="http://schemas.openxmlformats.org/drawingml/2006/main">
              <a:ext uri="{FF2B5EF4-FFF2-40B4-BE49-F238E27FC236}">
                <a16:creationId xmlns:a16="http://schemas.microsoft.com/office/drawing/2014/main" id="{39AC4F77-C458-4DA1-9AB7-745D9D10D8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Long Context 연구가 말해주는 범위">
            <a:extLst xmlns:a="http://schemas.openxmlformats.org/drawingml/2006/main">
              <a:ext uri="{FF2B5EF4-FFF2-40B4-BE49-F238E27FC236}">
                <a16:creationId xmlns:a16="http://schemas.microsoft.com/office/drawing/2014/main" id="{7E316897-6CBD-4008-B190-8D447BEE6F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969467AC-F70B-4DB1-89A1-D9E0A8933E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BDE89ADF-C8BE-4059-8F83-F7731DFD28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9E1C787F-7839-4531-B3E2-A6AEA5E2DB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1F1419B7-6068-4FF1-B18F-A9AFC0D65000}"/>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BBEF5FE8-63BC-470A-9A61-48862DCAF1DD}"/>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4EA58AAB-2650-49C3-8143-5C22CFC2AC0C}"/>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BD1FCA33-30D8-4727-8DAB-57B610F158D6}"/>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ED03AFD2-7D98-4C33-AB09-5D53EF033E23}"/>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103BD1F8-4918-46F6-979B-40D1E413E4A2}"/>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FBBEE0D1-AB73-4872-BD6A-0BC8626CA97D}"/>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9B16D0F-694F-4525-B149-78D2EFC8B0CB}"/>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69D4A77A-2A19-4EC1-A187-F52D2B8C01C1}"/>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B2E01C6D-41D4-4D98-8434-E9C09F217A62}"/>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94B9C28E-ED51-45E7-84A0-90F7718544AE}"/>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EB3D91FC-CE5B-4A0E-9E78-51BF39DE52C4}"/>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1B8DDCC-54D4-4D4B-9283-559520561625}"/>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80076A9-823E-40C2-A870-826D49E1DA8E}"/>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6DEF6B50-6C63-4F27-B09A-ED5B46E9464B}"/>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DF79ABB0-87CF-4A60-830F-4D5B5A4FE59A}"/>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C48F3561-9420-41EF-8183-75C2B58DB5E0}"/>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475E64C5-A2FB-42FB-9F81-750C2F4351E2}"/>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9B1CCEA-92C8-4719-993E-38146A5D42E7}"/>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F2ED9F33-6016-4B5C-AC82-0272A199A45F}"/>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F28619C-EFE9-4689-8E8C-D775A0817791}"/>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178A5172-4647-41C7-ACCB-C58A56573A6F}"/>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E376E721-1C20-4ACB-92AD-396E6399893A}"/>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6044A340-DCBC-4AC2-BB68-0665B7BF2201}"/>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5E3D00CD-88CD-418B-9A08-0828CFBB56CD}"/>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F70B8569-7D82-4E2E-A9E1-0A5DD2E15295}"/>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EF9AA93A-5D47-4F5F-922C-530D571A29C0}"/>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33990587-1847-4DC6-A672-DF5A60CE9893}"/>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2DCCAAB8-8D73-4E0A-8BAF-637D3D87BEA9}"/>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2C02203B-DEC4-4582-98D8-2A88CCECEB4B}"/>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335A6445-8E27-4806-86B8-0184D5CFA2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5290371"/>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DC06342D-A73F-4281-AD66-69A5B2C7A2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32">
            <a:extLst xmlns:a="http://schemas.openxmlformats.org/drawingml/2006/main">
              <a:ext uri="{FF2B5EF4-FFF2-40B4-BE49-F238E27FC236}">
                <a16:creationId xmlns:a16="http://schemas.microsoft.com/office/drawing/2014/main" id="{E8AD4CCB-14F2-4A91-A0E6-D5CBD4D9EC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필요한 상세 정보로 가는 길">
            <a:extLst xmlns:a="http://schemas.openxmlformats.org/drawingml/2006/main">
              <a:ext uri="{FF2B5EF4-FFF2-40B4-BE49-F238E27FC236}">
                <a16:creationId xmlns:a16="http://schemas.microsoft.com/office/drawing/2014/main" id="{ADD094DD-7AC1-47C0-A503-DE413825FC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276FB60-F59F-40D1-B843-D0BE6F968B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10DBDF35-1C71-47EE-A2B5-C07756131C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201499D4-3486-4CC8-AF73-8E9E85E244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E791E973-E197-4AD4-8A56-66B64B2AF765}"/>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2F767B00-1949-43A5-9B33-3BFA3D74511A}"/>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46CCF2A7-1081-4BF4-B8B1-E7D07999872C}"/>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37E967B7-A06E-4D1F-ADD6-EC43E574AD12}"/>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A605B2CE-F140-4448-B06B-710892E56D16}"/>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4B95A95-E862-4BD8-80EE-74188BD27416}"/>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619E5D26-E4DF-4BF9-A93A-8243984FE2B5}"/>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1C135194-8507-4CB4-B3E3-42CBF01B855C}"/>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D887469C-EC34-4C7D-AFCF-3FACB7FF0B82}"/>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9E8FEC6-3970-4F3A-A18C-0DB542E2A39B}"/>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70360745-A65F-47E4-87E5-F56AD0349DDA}"/>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DEE6EC01-6C97-4EBA-A664-43C58CED4921}"/>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05DCA4D0-05A9-4CA6-B336-C552CB0127BE}"/>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561D2909-8358-493D-B465-33082106FF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93585621"/>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DA491900-F8D3-49D7-8D24-1315EBA724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33">
            <a:extLst xmlns:a="http://schemas.openxmlformats.org/drawingml/2006/main">
              <a:ext uri="{FF2B5EF4-FFF2-40B4-BE49-F238E27FC236}">
                <a16:creationId xmlns:a16="http://schemas.microsoft.com/office/drawing/2014/main" id="{F620D9F5-30ED-4CF4-958A-1E8B999962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Core Context에서 상세 정보로 가는 길">
            <a:extLst xmlns:a="http://schemas.openxmlformats.org/drawingml/2006/main">
              <a:ext uri="{FF2B5EF4-FFF2-40B4-BE49-F238E27FC236}">
                <a16:creationId xmlns:a16="http://schemas.microsoft.com/office/drawing/2014/main" id="{0FF050CC-1E0A-4A67-8593-A0BBB56AA9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C939C8F5-CA3F-4A44-BA7A-D7C417BDD5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A376F6EF-3B0A-4EF1-A010-4A9668C76B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CE282AB5-0D48-4564-BC05-F7F1B442FFC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6DAAE98A-3BC0-453E-88BB-0A2E799723EC}"/>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BA7BA25C-055A-40E9-8494-E82139568DAF}"/>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83A5FC5F-4D8A-497D-9C6E-454710DA8945}"/>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10036FE2-670A-4E0B-96BD-D1B34F4EEEF3}"/>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F2608AB4-F7FF-4410-89B1-F63DD7B9706F}"/>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F79DEA90-2B5E-4B3E-ABFD-E0BD0372D80A}"/>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6C199438-B47D-4A27-8967-955B523357D5}"/>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61E28770-D0A5-485E-9E5B-140E353C6011}"/>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2CC88619-33EB-4960-8F74-5C733E16E792}"/>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6522FBAA-5286-4860-8B22-A18E764FC881}"/>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060EE4BE-25C2-433A-98FD-E89EF79EB2D0}"/>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7F4817FA-DF4F-4F8B-964C-66239CD061F3}"/>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130CFA9D-3213-4F9C-99E4-037A22A0C934}"/>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EF4D5721-7D65-4B93-8EED-5B5CE6BF5150}"/>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30FD7C75-F068-4538-AC36-9E4B1C766F08}"/>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EBC675D7-D3AE-44AE-8D25-CFCC7E41238E}"/>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E9DA9299-B087-465A-8431-E89E02B36E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78314796"/>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5ECC146D-BE5A-41E8-B7D2-4DE7EDAAA2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34">
            <a:extLst xmlns:a="http://schemas.openxmlformats.org/drawingml/2006/main">
              <a:ext uri="{FF2B5EF4-FFF2-40B4-BE49-F238E27FC236}">
                <a16:creationId xmlns:a16="http://schemas.microsoft.com/office/drawing/2014/main" id="{C89A9FC7-AFF4-4577-9A5B-05BF87D709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정보를 지우지 않고 위치를 나누기">
            <a:extLst xmlns:a="http://schemas.openxmlformats.org/drawingml/2006/main">
              <a:ext uri="{FF2B5EF4-FFF2-40B4-BE49-F238E27FC236}">
                <a16:creationId xmlns:a16="http://schemas.microsoft.com/office/drawing/2014/main" id="{6CAF74AA-1D65-46C8-9033-CC4DAE0A08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D2D8BBCE-B3EB-4860-9196-45B155D427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817DC7FC-27B0-48E2-9D75-2FFDF1D5FC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80AB48CC-D9F8-4985-BC28-0C6A9B497F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77E4FAA5-4142-43DA-A98F-302DD0F9E620}"/>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9B27D580-BFC4-4C34-A48C-26034A506C3D}"/>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4513CD66-1970-43E8-98B0-EFB20A5BCD9B}"/>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9B63ADFD-9C54-45D2-A9D3-3F0A1B91684B}"/>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60ECE303-5446-46F1-B24D-C7B10186D550}"/>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35512140-771B-4D43-808E-7CA400424B7D}"/>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CBABE5CD-2932-4418-A00E-1CFA8768E071}"/>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E9EF07DB-E63C-46C6-9E15-EE26E97382C8}"/>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F1592308-367C-41AE-A767-B52A3A4F34D1}"/>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482B1C20-F114-4754-8D3F-9F2816237F82}"/>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67DC56C1-432B-41C2-B7F1-B753BF490469}"/>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59E930B8-4352-4F01-B397-340E6A781140}"/>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44138D00-AF4C-486C-8AF4-9F527D632CEA}"/>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58A2480F-9E36-4B38-A41E-E599DFF4AF60}"/>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7E326153-7A93-4421-AA4A-5F167417973E}"/>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E4E18FEC-7F9E-4222-848F-92CE89AA79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31490611"/>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57A52B98-0679-41A6-A1FF-940F27DA81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35">
            <a:extLst xmlns:a="http://schemas.openxmlformats.org/drawingml/2006/main">
              <a:ext uri="{FF2B5EF4-FFF2-40B4-BE49-F238E27FC236}">
                <a16:creationId xmlns:a16="http://schemas.microsoft.com/office/drawing/2014/main" id="{4CCB0C60-E434-4A42-90CC-D3BD82B508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서로 다른 두 Task가 무엇을 읽을까?">
            <a:extLst xmlns:a="http://schemas.openxmlformats.org/drawingml/2006/main">
              <a:ext uri="{FF2B5EF4-FFF2-40B4-BE49-F238E27FC236}">
                <a16:creationId xmlns:a16="http://schemas.microsoft.com/office/drawing/2014/main" id="{C2828C94-57A2-4371-A536-3443240772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526C76D2-B5A1-451F-951B-80F8CF1F3D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CC5B0853-D877-4113-BCBC-02B42A14B9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7450637F-7D86-4D8E-AE0E-FB7AA65E6C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5131542F-3139-4FC8-ACE7-29A34271C9B8}"/>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B3843CC4-99AC-4F7A-A029-6EFFC484FD70}"/>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A71EABFC-9293-4896-B9C1-34A3DBB2861C}"/>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8C167F31-4516-4E54-917D-AD8F1859C382}"/>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E23444A6-F1B9-41D4-AFEB-E0E28F5410BE}"/>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632DB0F4-26B2-4474-BD46-9242A606F273}"/>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B39CDE23-C76C-4DEE-912F-67D3F5D75779}"/>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E9D4ABBE-FDD0-428B-A2B7-611CAB44C9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73675982"/>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19564093-8410-4F2F-B31B-6819A38CB1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36">
            <a:extLst xmlns:a="http://schemas.openxmlformats.org/drawingml/2006/main">
              <a:ext uri="{FF2B5EF4-FFF2-40B4-BE49-F238E27FC236}">
                <a16:creationId xmlns:a16="http://schemas.microsoft.com/office/drawing/2014/main" id="{63746E32-1F73-41CA-ADE4-E8F4F653B3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Crop Task에서 관찰한 접근">
            <a:extLst xmlns:a="http://schemas.openxmlformats.org/drawingml/2006/main">
              <a:ext uri="{FF2B5EF4-FFF2-40B4-BE49-F238E27FC236}">
                <a16:creationId xmlns:a16="http://schemas.microsoft.com/office/drawing/2014/main" id="{FBD026A2-055C-447F-9164-ED293BBDBF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6BDCB9CC-EF7A-48FF-9F31-9F9740297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395CA475-70FB-4D19-B874-31D292F4CF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84F79CD7-9ACE-487A-804E-175E80DCEE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31BCC83C-41C8-4AD7-852B-5E2B8E4B39D0}"/>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81A04291-9C29-40AB-86F4-C071E4312DFB}"/>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4F9862CC-F0C0-4C22-87CB-BB27058BF800}"/>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F82D5B30-2DDF-498E-91E4-739C00214DFA}"/>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CF595A88-EA71-4DA9-808D-CF13D34AE519}"/>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56238332-A516-45F6-822C-0A7F0E213299}"/>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10A10FF7-6112-490E-9B4C-0A9FCC024732}"/>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7418D6BB-7F5C-49C2-AE80-161A3A94823E}"/>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7BA6449B-637A-4411-997A-C3BF17C33BD0}"/>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AE158A4C-3B07-4145-BF51-3BA089D0289B}"/>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89476757-F163-4988-B619-CA14F715E93A}"/>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1B1A50C5-D52C-4E32-86F2-2FE44D40D64D}"/>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3685B25B-C868-417C-AC5D-07AEB60B0941}"/>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1ED997E2-9619-408F-B727-4256EDC5021D}"/>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2CEA00A5-1B76-40CC-85B2-553F13ED7DCA}"/>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C6325825-9B3C-42B6-9648-8CD5A6ED28C8}"/>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F887069D-B1C1-45DB-BDFC-6B46DED18906}"/>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32612CBF-3BAA-4A6B-A9BA-913CABC2A3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731922410"/>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0C531CE6-D53F-476E-88A9-81F6353D98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37">
            <a:extLst xmlns:a="http://schemas.openxmlformats.org/drawingml/2006/main">
              <a:ext uri="{FF2B5EF4-FFF2-40B4-BE49-F238E27FC236}">
                <a16:creationId xmlns:a16="http://schemas.microsoft.com/office/drawing/2014/main" id="{A8C8D824-D1B6-464B-A9AD-8DF1BB6738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Task별 접근은 달랐지만 완벽하지는 않다">
            <a:extLst xmlns:a="http://schemas.openxmlformats.org/drawingml/2006/main">
              <a:ext uri="{FF2B5EF4-FFF2-40B4-BE49-F238E27FC236}">
                <a16:creationId xmlns:a16="http://schemas.microsoft.com/office/drawing/2014/main" id="{E525B394-4EF5-4ADA-A516-97BE93E39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31A0663F-2378-4F9A-986A-5B5910CC94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62F35273-C0D6-4C70-AF82-D8C024CA65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EF8FD15A-FFC9-41DE-B227-AB419EF2B6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CD664290-3867-44E7-8ED7-7DBBB0247519}"/>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5F859332-6E07-416B-BAE5-82BAE244608C}"/>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5EE5C033-9A85-42ED-89B3-509992C7BC10}"/>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769C3BB3-39DE-4D2A-B7F2-BA9D0E2D1CCF}"/>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46401815-EFF7-4DDF-8738-BEEC3AD93028}"/>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900FFD9E-C595-4667-976B-93EC3A23F86C}"/>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6853FC7A-7110-40EB-9913-131BA40E61F5}"/>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6696F021-954C-42EC-AF26-F2BADC6B26B4}"/>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31BBB3CA-6A72-42B1-B1B2-4973FD8D1DD9}"/>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58334C64-E6EB-4E54-B01F-42878A407DF2}"/>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97E6B968-3DE2-4931-907A-8ECF97B2A5DD}"/>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3801D42D-E193-4EB1-9CCC-A3BBC30744E3}"/>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9BA37D35-CC21-47DB-A6FE-147D4F4A551D}"/>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111D2055-F098-48DC-9997-F36CF03D1B14}"/>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2D7AF7AB-3C28-4205-B6CE-D7DC46D395A3}"/>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42F195A4-D0A4-40C4-A058-E8F17AB648AE}"/>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985D0AFB-C4F9-4DD7-9722-092E4407AD1D}"/>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E5D4EAE6-AA33-4890-9699-B2F996BB65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41779141"/>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DB5CF58F-4229-4026-8695-EA28F0E5DD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38">
            <a:extLst xmlns:a="http://schemas.openxmlformats.org/drawingml/2006/main">
              <a:ext uri="{FF2B5EF4-FFF2-40B4-BE49-F238E27FC236}">
                <a16:creationId xmlns:a16="http://schemas.microsoft.com/office/drawing/2014/main" id="{6E2A3189-960C-430B-B1F4-0DECC7CD97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지식은 정리됐지만 절차는 반복된다">
            <a:extLst xmlns:a="http://schemas.openxmlformats.org/drawingml/2006/main">
              <a:ext uri="{FF2B5EF4-FFF2-40B4-BE49-F238E27FC236}">
                <a16:creationId xmlns:a16="http://schemas.microsoft.com/office/drawing/2014/main" id="{EEBB85D2-7B41-460D-97BC-9CC161FF59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2BEB685E-6242-46BC-B938-E85D427301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3D9B0C1C-74F2-4BAB-99ED-E806DFF126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97E1E49D-B286-45F8-9D5B-4A4B6538EE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5B43D9F7-C35B-499E-8437-18724F0402EA}"/>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B4FE6B9C-2EC0-41D2-B5B4-B8D1AC6C523F}"/>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BE20D66D-29DA-4558-88DE-6DAD7DD5214F}"/>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9D846300-EF76-4F22-BEC6-5322BE4F9164}"/>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16322956-F51D-49B4-8016-76426D8CBF0D}"/>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A32C74A5-A0D0-44FC-AB12-E7A43B9C45F9}"/>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F00BA5FE-E50B-4751-B68B-8E1DD6ECB963}"/>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41D770D1-1EC0-4619-B59C-BB10722C14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12316860"/>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CC5E59F6-0C0F-4C8E-AA38-D3A975B492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39">
            <a:extLst xmlns:a="http://schemas.openxmlformats.org/drawingml/2006/main">
              <a:ext uri="{FF2B5EF4-FFF2-40B4-BE49-F238E27FC236}">
                <a16:creationId xmlns:a16="http://schemas.microsoft.com/office/drawing/2014/main" id="{7B02447C-2B06-4E24-AF1F-EE644299EA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서로 다른 Performance Task,&#10;반복되는 절차">
            <a:extLst xmlns:a="http://schemas.openxmlformats.org/drawingml/2006/main">
              <a:ext uri="{FF2B5EF4-FFF2-40B4-BE49-F238E27FC236}">
                <a16:creationId xmlns:a16="http://schemas.microsoft.com/office/drawing/2014/main" id="{081E9EB0-C51A-46A1-BC5D-C65350C9D70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1EDF76E1-7D54-418E-B951-D7DA7AAEE2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279086FE-5D73-4941-92A2-2FBD6A2ADF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38A3DD9A-4A9E-4659-A818-B81C9028E1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B954701F-554C-4AE9-AEAD-865FD9C55300}"/>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BA86262A-8CE8-4FC6-8060-D6F6F1D14C64}"/>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5D15AB45-FEAA-4678-A9DD-C56A0FFDCE8E}"/>
              </a:ext>
            </a:extLst>
          </p:cNvPr>
          <p:cNvPicPr>
            <a:picLocks xmlns:a="http://schemas.openxmlformats.org/drawingml/2006/main" noChangeAspect="1"/>
          </p:cNvPicPr>
          <p:nvPr/>
        </p:nvPicPr>
        <p:blipFill>
          <a:blip xmlns:r="http://schemas.openxmlformats.org/officeDocument/2006/relationships" xmlns:a="http://schemas.openxmlformats.org/drawingml/2006/main" r:embed="R3fab8c90501f448f"/>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7BF2E720-2DBB-4F74-B133-5A23FFEC0816}"/>
              </a:ext>
            </a:extLst>
          </p:cNvPr>
          <p:cNvPicPr>
            <a:picLocks xmlns:a="http://schemas.openxmlformats.org/drawingml/2006/main" noChangeAspect="1"/>
          </p:cNvPicPr>
          <p:nvPr/>
        </p:nvPicPr>
        <p:blipFill>
          <a:blip xmlns:r="http://schemas.openxmlformats.org/officeDocument/2006/relationships" xmlns:a="http://schemas.openxmlformats.org/drawingml/2006/main" r:embed="Rf9c772ad18964f21"/>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263DD199-6172-40FA-B342-A467C47C1F13}"/>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ABBBB1CC-8D1D-4322-8A6E-4F3D59E0C961}"/>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7ABAA2E8-1998-4F33-ABF3-D562BF2DB909}"/>
              </a:ext>
            </a:extLst>
          </p:cNvPr>
          <p:cNvPicPr>
            <a:picLocks xmlns:a="http://schemas.openxmlformats.org/drawingml/2006/main" noChangeAspect="1"/>
          </p:cNvPicPr>
          <p:nvPr/>
        </p:nvPicPr>
        <p:blipFill>
          <a:blip xmlns:r="http://schemas.openxmlformats.org/officeDocument/2006/relationships" xmlns:a="http://schemas.openxmlformats.org/drawingml/2006/main" r:embed="R06b0f7072e294db3"/>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9FAFF06C-8CF4-4ABB-BC0B-1544D3982062}"/>
              </a:ext>
            </a:extLst>
          </p:cNvPr>
          <p:cNvPicPr>
            <a:picLocks xmlns:a="http://schemas.openxmlformats.org/drawingml/2006/main" noChangeAspect="1"/>
          </p:cNvPicPr>
          <p:nvPr/>
        </p:nvPicPr>
        <p:blipFill>
          <a:blip xmlns:r="http://schemas.openxmlformats.org/officeDocument/2006/relationships" xmlns:a="http://schemas.openxmlformats.org/drawingml/2006/main" r:embed="R8e71dc771f174a47"/>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80FED53D-6E65-4ACB-A30D-86385FD8328D}"/>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B43811C7-99A9-41BD-B83E-C067CFC0296D}"/>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5C719B21-A32D-4207-AFAD-D9C06CAD25C4}"/>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B443673F-9B00-43C7-8469-F575F9E19CAC}"/>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E1FC48F1-F7FB-4CE4-A691-4BB958BCD3EA}"/>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B6FCC076-367D-405A-859C-A6F29721A6CB}"/>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215EFC3E-E767-47BF-90CF-184E1AA851D3}"/>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47B248A1-B885-418C-9CEF-D6F08DDE203C}"/>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FE0729E5-9970-4450-B8C8-E715E9E860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555378122"/>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7765548C-9F86-4923-8F2E-716649408D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0">
            <a:extLst xmlns:a="http://schemas.openxmlformats.org/drawingml/2006/main">
              <a:ext uri="{FF2B5EF4-FFF2-40B4-BE49-F238E27FC236}">
                <a16:creationId xmlns:a16="http://schemas.microsoft.com/office/drawing/2014/main" id="{4EEDD8F7-DBB9-484C-B0D8-9F0A92B257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Project 사실과 작업 절차는 다르다">
            <a:extLst xmlns:a="http://schemas.openxmlformats.org/drawingml/2006/main">
              <a:ext uri="{FF2B5EF4-FFF2-40B4-BE49-F238E27FC236}">
                <a16:creationId xmlns:a16="http://schemas.microsoft.com/office/drawing/2014/main" id="{796C5756-7CE3-4960-AD85-0ABF85E3A9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83F2E112-7BA7-4212-89C5-3CFFF87B60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4EF235FE-EFAD-4526-BA84-51FC0038A9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29F98EC4-3B1C-485F-BD84-1BD06C4EE2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EB65D4F0-3709-496A-B15D-F082B17A261C}"/>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404301B1-2559-4C06-AA4B-516A00CC908A}"/>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0A2FF7FD-1599-4498-AC9F-8BEF1705B513}"/>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ACF3CBDE-56B4-46BE-AFAD-079CC56FFAE9}"/>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4A8B7EF8-4BC8-4813-870B-1E69DF0752BA}"/>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AEF9F33B-2FCF-4721-BD6A-3902B522BBB0}"/>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44DD088C-B4BD-4F0E-A021-7C46A67E7AED}"/>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EECCD323-7BD9-4BC5-9F1E-E633A3EC68E0}"/>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B485DB2E-ADD0-4CAF-89B4-1728C4A16DBE}"/>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7705E552-9508-4A18-9C95-90ED88A53EDD}"/>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EC6C251C-46D5-44AC-95C4-9519E2E8623C}"/>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043B9C27-FB6D-4ECE-81D8-8470050251AC}"/>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94A9FFCF-7AA4-4325-A65E-CACF9E1EF1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421987"/>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DEFC2637-5A82-44EB-B624-B002B954A0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1">
            <a:extLst xmlns:a="http://schemas.openxmlformats.org/drawingml/2006/main">
              <a:ext uri="{FF2B5EF4-FFF2-40B4-BE49-F238E27FC236}">
                <a16:creationId xmlns:a16="http://schemas.microsoft.com/office/drawing/2014/main" id="{8778BAB5-C854-4666-9EFB-7643D3AB7F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Context, Workflow의 역할">
            <a:extLst xmlns:a="http://schemas.openxmlformats.org/drawingml/2006/main">
              <a:ext uri="{FF2B5EF4-FFF2-40B4-BE49-F238E27FC236}">
                <a16:creationId xmlns:a16="http://schemas.microsoft.com/office/drawing/2014/main" id="{427CE2C6-E7DE-4303-8BDB-578F8D10AE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E8598357-AAF8-42BA-AACB-14D8F6017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3F4375E9-EB09-4109-AD87-7CE92E52EF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5E4C0C94-DA14-47D5-840C-8C3A0EC467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DB2497C5-AEB1-438F-A4C3-391BA7E2D5DC}"/>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B565F3C5-A424-447E-8D58-13230BCD8FA8}"/>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88E89702-18AD-4D96-B1D4-C94FFE5CCD84}"/>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7014A6D5-64BA-492B-8381-D227344073CA}"/>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D771FC81-386C-43FE-990A-614C77BE5D6F}"/>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C9B37F1C-C04C-486D-800D-42F48FEFF36E}"/>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E2A7E0BC-FF52-4309-BB4D-6107C003125C}"/>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2982A6A7-D2FB-49CA-BBAB-B67647A03222}"/>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7B145EE8-47C1-4F99-A65A-9F0727C170D1}"/>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29BA3D1E-09D4-418F-B885-9CCA697235A8}"/>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DCC33F1F-96DB-43B9-847B-4B79A4BCAE01}"/>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9A677A5E-E882-440F-9DCB-3DC970082868}"/>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A09D8236-E269-4A72-B3B9-608B0C1C8E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31382251"/>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1A876AA2-60B2-47A8-909A-35143107C1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42">
            <a:extLst xmlns:a="http://schemas.openxmlformats.org/drawingml/2006/main">
              <a:ext uri="{FF2B5EF4-FFF2-40B4-BE49-F238E27FC236}">
                <a16:creationId xmlns:a16="http://schemas.microsoft.com/office/drawing/2014/main" id="{2FFB599B-187A-495F-8AF5-A981000714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반복 절차를 Skill로 옮길 수 있을까?">
            <a:extLst xmlns:a="http://schemas.openxmlformats.org/drawingml/2006/main">
              <a:ext uri="{FF2B5EF4-FFF2-40B4-BE49-F238E27FC236}">
                <a16:creationId xmlns:a16="http://schemas.microsoft.com/office/drawing/2014/main" id="{57AA67A4-1F3E-4946-A0D9-AAF40A6586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5FE339E1-5950-404B-8C8E-CDE4CB09B8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E01759D3-3515-48ED-A17B-75EC69D324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CC37837C-1129-420E-8904-B14DB28936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2FA31213-D88C-4A5A-838E-EB4089480A4F}"/>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4DC8066A-3911-415F-8A59-ED5A5BF5D945}"/>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AC55A56B-2DFC-4A8D-AB7B-FD1FBA736E99}"/>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03175C2E-2A8F-4D88-9057-408154426B2E}"/>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2ED48088-BAF8-4A64-A4E0-896402687EF4}"/>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417DC698-D324-4646-96D8-A357505E99A3}"/>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0DD0A77D-99FB-425D-A803-44C319C7AC9B}"/>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5C6044F5-AA5B-4729-8829-C7D02F1D25E9}"/>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5E3AA0E9-59B2-4EC2-BAA9-B185E751C8C4}"/>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0254DB3A-FFFD-462B-B765-A5894A103F9A}"/>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E8E4C2DD-33AE-4F8C-A8C8-1DDEB3F43CAC}"/>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DD556CD7-BE44-45C4-8C3D-EB0D5F319A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06411701"/>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C2EC981E-65FC-4091-958E-A5C7958B5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43">
            <a:extLst xmlns:a="http://schemas.openxmlformats.org/drawingml/2006/main">
              <a:ext uri="{FF2B5EF4-FFF2-40B4-BE49-F238E27FC236}">
                <a16:creationId xmlns:a16="http://schemas.microsoft.com/office/drawing/2014/main" id="{2CC43062-0E18-4E18-9644-0821DC81CE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Skill을 어떻게 발견하고 호출할까?">
            <a:extLst xmlns:a="http://schemas.openxmlformats.org/drawingml/2006/main">
              <a:ext uri="{FF2B5EF4-FFF2-40B4-BE49-F238E27FC236}">
                <a16:creationId xmlns:a16="http://schemas.microsoft.com/office/drawing/2014/main" id="{CDEA227C-EE17-4091-8090-9C8EA3F0C0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1CFF0F15-86AF-4889-B332-5A0C5EF58CA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6CB05CD4-3411-4CA2-9847-12A40B1F0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0C21EF96-B8B6-47F7-90F8-6DC8CBA59F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09442BC3-3F1B-460D-882C-A488AF168F3B}"/>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5A58F4CA-143D-481F-991C-2EF3CACD91BE}"/>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D00CBC6E-5D24-472F-B5F3-B3F0DE6793F8}"/>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FC05872F-CEE7-4E65-AEC9-947F872EE99E}"/>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4EEA9269-F78E-40E3-823D-3CC23BD8A45E}"/>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14A13846-3958-4E31-B8E3-5932AAC11D50}"/>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D867540A-8E74-4C3D-8A3D-93BB6C59238C}"/>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96058409-3E69-405F-955A-504C8176D4FE}"/>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347CC51D-3D33-4FC1-871B-DD45F2DC1978}"/>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FE5DD2D0-2E92-49E4-BA4F-1B388C2F6D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81170439"/>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043803EC-45B1-4FC8-B750-41715B9E0E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44">
            <a:extLst xmlns:a="http://schemas.openxmlformats.org/drawingml/2006/main">
              <a:ext uri="{FF2B5EF4-FFF2-40B4-BE49-F238E27FC236}">
                <a16:creationId xmlns:a16="http://schemas.microsoft.com/office/drawing/2014/main" id="{773890AA-4569-46A0-B63B-4431F32172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절차의 책임이 Prompt에서&#10;Repository로 이동">
            <a:extLst xmlns:a="http://schemas.openxmlformats.org/drawingml/2006/main">
              <a:ext uri="{FF2B5EF4-FFF2-40B4-BE49-F238E27FC236}">
                <a16:creationId xmlns:a16="http://schemas.microsoft.com/office/drawing/2014/main" id="{95473661-F5EC-45AE-AD81-57BC5479CE7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AC0A2F4D-1ECF-438A-BAAA-9E629AF2FC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07205919-B5E6-452A-9FF8-B1770BE082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B9FDA9FB-EF0D-49DD-96D7-711AA4ACE7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5EE4B6EE-23E3-49AF-8E7B-5DDC31BC868D}"/>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801AAFC2-27C6-41E6-9BA7-9D9CBD23A2BE}"/>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4E4BC3B6-B017-4E49-BD10-4449F592C53F}"/>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4FC8D958-2E5A-4491-98C6-9D8714C8E489}"/>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A651DEE5-917E-4508-B97E-7AEE0DC39B42}"/>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14CD3890-65A6-44A6-849A-259D21F1B59B}"/>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FF2EE6D1-20B7-4517-9894-78026D3CD090}"/>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5009D558-1FDB-4AE0-ACD6-FA2D0E9B09AE}"/>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50121652-6056-4805-828D-BE987DD5163A}"/>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07FA3BF0-9DDA-4543-A16C-D43D45CF27AC}"/>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AB9F7708-FD4E-4F73-9A98-60E61A7D94C3}"/>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074E5DAC-DFF2-4678-9869-61003D775E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20663090"/>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AF236F95-BCC0-4FB4-967F-72F6DA76F4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45">
            <a:extLst xmlns:a="http://schemas.openxmlformats.org/drawingml/2006/main">
              <a:ext uri="{FF2B5EF4-FFF2-40B4-BE49-F238E27FC236}">
                <a16:creationId xmlns:a16="http://schemas.microsoft.com/office/drawing/2014/main" id="{33C9C513-6785-4601-8022-8A06D6F884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답을 담지 않는 Workflow">
            <a:extLst xmlns:a="http://schemas.openxmlformats.org/drawingml/2006/main">
              <a:ext uri="{FF2B5EF4-FFF2-40B4-BE49-F238E27FC236}">
                <a16:creationId xmlns:a16="http://schemas.microsoft.com/office/drawing/2014/main" id="{069CCEA5-D997-414B-B9A0-74F75478D4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001ACF6B-4B0D-405D-9575-8C974C4335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41F7D621-20A4-4867-B012-A1CB2D47CF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9E247C67-8CFA-49AD-93C8-78E203696B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F4005A0A-00AB-4576-AB69-AA8F585A4F7B}"/>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383A779A-88CD-4A45-9614-B41D98149355}"/>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1C8577E6-3E73-4BDB-B5E0-8C7C1A0CE60E}"/>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571EEF21-0B1D-43BF-BFB0-60B2792D0C76}"/>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EC6961BE-A3FC-4B9A-BE8E-622E97DDC6F6}"/>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F7080174-22DE-4116-A579-A22AD622F204}"/>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CD9B0FE1-0A20-45F9-A82F-958C483ACE04}"/>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005563D7-2F70-43A8-A4EF-813E0A1E0075}"/>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1B981449-016D-49F8-A64A-18A540D64E47}"/>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FB22E870-EBA0-412E-AB6A-C2688C8759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04464605"/>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1075EE95-3CE0-4295-A89A-5544CED30C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46">
            <a:extLst xmlns:a="http://schemas.openxmlformats.org/drawingml/2006/main">
              <a:ext uri="{FF2B5EF4-FFF2-40B4-BE49-F238E27FC236}">
                <a16:creationId xmlns:a16="http://schemas.microsoft.com/office/drawing/2014/main" id="{25AC93C3-6F13-4C6A-BF36-3AE00C048F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측정으로 후보를 고르다">
            <a:extLst xmlns:a="http://schemas.openxmlformats.org/drawingml/2006/main">
              <a:ext uri="{FF2B5EF4-FFF2-40B4-BE49-F238E27FC236}">
                <a16:creationId xmlns:a16="http://schemas.microsoft.com/office/drawing/2014/main" id="{38C40929-ACF6-437D-895D-D52B89FD42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6A73C0E3-F4D6-475E-8C73-49D02CD66A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9BF32A3B-4961-4A83-9FEE-21D20AAF13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9D7E9B68-DCBC-434E-9BC5-4A7B4D27F8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51B46EA4-D5D5-4A2F-8AF4-474B2D0515C1}"/>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7E2B3495-87B4-4C0B-B620-69FC98BAA857}"/>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0BBB8211-0853-45A0-BFA8-875D36C6F358}"/>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0CF91244-A48F-48B4-91B9-E47D6BBE5F5A}"/>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CE4C55AA-73FB-40A8-A645-5931332E291A}"/>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E664A949-CC53-4AF8-9083-8F9D3F920529}"/>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8EA060D9-AB7D-4EEB-B93C-596D0B49816B}"/>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2F212B83-98BE-44EB-AF3B-A5342CB9568F}"/>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4B918001-8948-464B-A2E1-CD7CCC7FECC2}"/>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16911896-24FB-465B-98DF-1C3392B5F9E5}"/>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E5A41991-C413-4713-B1E2-84FA903AA6D1}"/>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451A2159-5BAC-4213-8F72-CC29B1D02CD6}"/>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E5912D5E-B09E-4984-A332-0439B6FCCA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639253922"/>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12459280-6261-4E55-8C37-DE737F32B9C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47">
            <a:extLst xmlns:a="http://schemas.openxmlformats.org/drawingml/2006/main">
              <a:ext uri="{FF2B5EF4-FFF2-40B4-BE49-F238E27FC236}">
                <a16:creationId xmlns:a16="http://schemas.microsoft.com/office/drawing/2014/main" id="{319D4DF4-6629-4BE0-8B9E-7999580337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Working Harness Success">
            <a:extLst xmlns:a="http://schemas.openxmlformats.org/drawingml/2006/main">
              <a:ext uri="{FF2B5EF4-FFF2-40B4-BE49-F238E27FC236}">
                <a16:creationId xmlns:a16="http://schemas.microsoft.com/office/drawing/2014/main" id="{A1F6806F-75C0-4858-A1BE-0A84EBB567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245C6296-4138-4687-AF65-9B60F3F9D6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271B1DAF-4F19-46AE-B4F0-67C58323E7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3B416950-1BF8-43AC-8C60-577ACF7E5E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C825461F-1F15-4A68-9A08-DA2607824E97}"/>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E8D7D29C-F917-4C43-8D61-F0242C852B71}"/>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4122E34D-6627-4DFA-AD1E-32157593C63B}"/>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CBC62DF9-1444-4B86-913A-F16790851B25}"/>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c4e4f13827c144a5"/>
          </a:graphicData>
        </a:graphic>
      </p:graphicFrame>
      <p:sp>
        <p:nvSpPr>
          <p:cNvPr id="11" name="">
            <a:extLst xmlns:a="http://schemas.openxmlformats.org/drawingml/2006/main">
              <a:ext uri="{FF2B5EF4-FFF2-40B4-BE49-F238E27FC236}">
                <a16:creationId xmlns:a16="http://schemas.microsoft.com/office/drawing/2014/main" id="{F7A3FE2A-8528-42C7-95EA-7F7C6FA0C93D}"/>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87B957EF-0604-424A-A3D8-E85EC3578367}"/>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13AE2DE1-EEAA-4AC0-9628-252091A0D9FA}"/>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94E3D30D-C66B-4BDB-A998-DF0DC15D32C4}"/>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436128F0-D592-4B37-ABCE-E46C1D64D3CC}"/>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0ED3306E-2F4E-45FF-A3A1-9B20251C1A05}"/>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B384908F-366C-4BD6-8E02-710F951F1FB1}"/>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389B7C09-A23A-48AC-ABFD-CC0A6B6FAD3A}"/>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C352BBA1-F3BC-469D-9376-9008CBE09839}"/>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8D2C1F49-17AA-4694-B6A2-EE4C5D8CAE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58869960"/>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19D183DC-B706-4215-9158-567B1F5711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48">
            <a:extLst xmlns:a="http://schemas.openxmlformats.org/drawingml/2006/main">
              <a:ext uri="{FF2B5EF4-FFF2-40B4-BE49-F238E27FC236}">
                <a16:creationId xmlns:a16="http://schemas.microsoft.com/office/drawing/2014/main" id="{9748CE35-09FC-42C6-BD6D-238C00E467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이 작업에 Subagent가 필요했을까?">
            <a:extLst xmlns:a="http://schemas.openxmlformats.org/drawingml/2006/main">
              <a:ext uri="{FF2B5EF4-FFF2-40B4-BE49-F238E27FC236}">
                <a16:creationId xmlns:a16="http://schemas.microsoft.com/office/drawing/2014/main" id="{AB091AB0-7302-4D34-B47C-EF473D9EDB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840ECA74-3D74-4674-ACD2-5431A0E9A4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E3BC40BE-563A-4E47-9046-35A31EA8F3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7D95D87A-0CFD-44FD-BAFD-38482D045A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C940D4D6-03D9-47A3-BA43-0D3F371FB032}"/>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8AAF02C1-45A9-4E9D-A408-AD61CAA472AB}"/>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5F2F46B0-148E-47D3-AE05-996D01758BF5}"/>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A10BA993-AB6C-4FD8-8A79-34B5851F7036}"/>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CAB4AD5-7AB1-4718-B64C-AFACD1CB644E}"/>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E33B8F23-AC62-460B-8351-C14D709C41B9}"/>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A6ECF362-22B1-4BF1-BB65-44CC663346CA}"/>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0F9EC374-0079-4BC1-A595-172AF6E31CE1}"/>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F602CED-909E-44A5-8A49-6B008B3ADCCC}"/>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99C884D4-814F-4D18-88EF-455F7FEA11DA}"/>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DE7E33C5-8E98-4AF8-B974-ED92304C9F0B}"/>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6EF2926E-841B-4F12-9FF1-8CF05CAB0018}"/>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DF4CDAA1-3DBA-4AD5-B37F-D89DA372D2DE}"/>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EF1C416C-22CB-49F9-B6D1-E95E5C9F1BA3}"/>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C0645737-9295-4AEE-9480-129CF70F48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05091655"/>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429F9EC9-F34D-4C3B-ADBA-A03530D6A2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49">
            <a:extLst xmlns:a="http://schemas.openxmlformats.org/drawingml/2006/main">
              <a:ext uri="{FF2B5EF4-FFF2-40B4-BE49-F238E27FC236}">
                <a16:creationId xmlns:a16="http://schemas.microsoft.com/office/drawing/2014/main" id="{3A06FC3A-E84D-4318-BA98-E3DA2ACA90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Subagent를 고려할 조건">
            <a:extLst xmlns:a="http://schemas.openxmlformats.org/drawingml/2006/main">
              <a:ext uri="{FF2B5EF4-FFF2-40B4-BE49-F238E27FC236}">
                <a16:creationId xmlns:a16="http://schemas.microsoft.com/office/drawing/2014/main" id="{EACD5A41-3A55-45FB-809D-C341CFAA1E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57865473-2E81-47E9-BED5-B46D28DA77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18DCC4F9-F2B1-4EC4-96BE-0C4A920BCF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9C927C20-DBB0-4A62-9F0F-6A64DE3F39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2F7CA17F-AD7D-4BA0-A0CF-882BA0FA395B}"/>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236BC922-99FA-463A-8888-F56D14DAFBFC}"/>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C3BFABA3-EDBC-49D1-A60D-262918DDFDB0}"/>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A04A6979-0B32-4C7C-A592-38FE7B70A34A}"/>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1CE63493-DB53-404F-B62B-BDD2526BBE83}"/>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30BF5F7F-E75E-4CFD-B9FD-D4263B861580}"/>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913E2E2B-9CB7-487C-96BC-5BBFAE146104}"/>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37DC5681-C45C-491B-A156-DDDFBFE4E9A6}"/>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877E287A-E46D-47A8-89EB-BA83F9DB0B3D}"/>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9AC1135E-AC3C-4BC3-BE30-DC09232EABD4}"/>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0523462C-29B4-4213-987F-E175815E23B7}"/>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BB0DDDDA-7DD4-428F-A5AB-0F9B6986352D}"/>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E46C585A-3BA8-475D-8B3D-75E1D2FC7E77}"/>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0B585C27-1EF6-4A3C-AD4F-425F16FDFB08}"/>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A5403077-6072-4C9F-85A2-2570A767B5BE}"/>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0404C523-2FB7-4F43-A0CC-681808524A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58958094"/>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354BDB5E-AC9B-4651-A681-3845F40228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0">
            <a:extLst xmlns:a="http://schemas.openxmlformats.org/drawingml/2006/main">
              <a:ext uri="{FF2B5EF4-FFF2-40B4-BE49-F238E27FC236}">
                <a16:creationId xmlns:a16="http://schemas.microsoft.com/office/drawing/2014/main" id="{D8F19867-255B-4696-8E43-FB08326A4E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무엇이 다시 찾기 어려운 지식인가?">
            <a:extLst xmlns:a="http://schemas.openxmlformats.org/drawingml/2006/main">
              <a:ext uri="{FF2B5EF4-FFF2-40B4-BE49-F238E27FC236}">
                <a16:creationId xmlns:a16="http://schemas.microsoft.com/office/drawing/2014/main" id="{4A229606-A738-4F88-835C-69CCFACB12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C77683B4-D2B1-4599-9CDD-A60CDCA12C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3C36A642-0178-470A-AFB8-E7341504C3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3DE4E17D-8FDF-4A26-96EB-3E7562260F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AD6E0383-3485-4A31-8CD6-DCF32E8BBA2E}"/>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20A0072C-6A1F-4FEA-BD7B-AA8C6783D1C7}"/>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68124521-09CA-4C40-9A16-DF6A0333482E}"/>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EBD52D7D-9125-4336-99C1-5BC03DEA473B}"/>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E21D546A-1DF4-459B-A4D2-F723E0810AF6}"/>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33B6609C-CF44-41FE-A517-5C0CBF6C0B31}"/>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0C1DE48D-F0D8-4A4D-ABD2-1E7AFB690443}"/>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46CE13D0-EBCE-4269-B385-86D336AD6B22}"/>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6F1A3641-6095-4A54-BBEC-16DFDB748BE7}"/>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8BAC756D-2223-43CB-A2E0-8E92BF619424}"/>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F8C9CC47-DE62-4E98-8B12-44911047C2F0}"/>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0380B954-B132-472F-A0BA-B5A83AC8674C}"/>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15A75DBE-798A-4D11-A187-08E070E12F75}"/>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110ED927-B662-49F4-9A52-41F0D2352EF7}"/>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E297D806-9DD0-4536-AE09-88C1BEB6228D}"/>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22745AE4-89E7-4F06-BFB8-B515EF0C895F}"/>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9AB840EF-0475-440C-84B2-371FD36A6DE4}"/>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E8444512-45DA-494E-A7E1-A93A2AA86806}"/>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E7D37D58-9C83-40E2-9A0B-72CAECB739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70411637"/>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C3EDBA3F-9AA4-4253-82D4-05756CCCA0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1">
            <a:extLst xmlns:a="http://schemas.openxmlformats.org/drawingml/2006/main">
              <a:ext uri="{FF2B5EF4-FFF2-40B4-BE49-F238E27FC236}">
                <a16:creationId xmlns:a16="http://schemas.microsoft.com/office/drawing/2014/main" id="{C4925AFD-612C-455C-9C0E-E12DC8C799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Memory는 재발견 비용으로 판단">
            <a:extLst xmlns:a="http://schemas.openxmlformats.org/drawingml/2006/main">
              <a:ext uri="{FF2B5EF4-FFF2-40B4-BE49-F238E27FC236}">
                <a16:creationId xmlns:a16="http://schemas.microsoft.com/office/drawing/2014/main" id="{2B142F27-86F1-4B91-968D-87E3770937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CDF5F463-4374-4D71-8828-A2330DAA55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5C01AB91-DE38-499F-A609-49CD1BEDD6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847A286E-658F-4E7C-B34F-FF58F8B7A7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41039732-C6F5-4223-9F38-22B6A4E6F89D}"/>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85CE02E4-A2F3-4789-BE84-E552D8162644}"/>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66EA769E-46D9-493B-9D0D-EC97C94EE061}"/>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38D787A7-60CF-4E51-9C8C-7128B87FAA55}"/>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D437D6CD-AA5B-4DB4-8B5C-F848776840D3}"/>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E24316BC-7E39-45B7-BD1C-5535A2FFDA78}"/>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D6D58CDB-D500-4F0D-9F4B-EC573E61E0E9}"/>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15EAF3EF-0EE1-4608-97C7-8C10454D6B65}"/>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7220E17E-7903-42BA-9D82-7D4A401F478B}"/>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AF6E4045-7F36-4C92-A762-04B9D9C30F18}"/>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BEE392D4-09FF-47B5-872A-A012909FECEF}"/>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BFE553F4-D90A-4503-ADEB-B3E43F530D78}"/>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90E54A68-5CAC-42C7-B770-B450797110BF}"/>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2A4E7C5F-4F5A-4A15-88B4-ABBDF7F9938E}"/>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13E81D39-CA7E-46CE-A263-DE2146CB6244}"/>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BD94B6E7-6C93-4C43-ADF6-680FEFF3793A}"/>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BC20BB63-3781-4C3B-B8C0-BD45B7452D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379697"/>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CD0B03AD-15F0-43B0-8904-09D1356A434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52">
            <a:extLst xmlns:a="http://schemas.openxmlformats.org/drawingml/2006/main">
              <a:ext uri="{FF2B5EF4-FFF2-40B4-BE49-F238E27FC236}">
                <a16:creationId xmlns:a16="http://schemas.microsoft.com/office/drawing/2014/main" id="{A1ED073A-E27B-459D-BCB4-E4D2F3A35A4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Minimum Effective Harness">
            <a:extLst xmlns:a="http://schemas.openxmlformats.org/drawingml/2006/main">
              <a:ext uri="{FF2B5EF4-FFF2-40B4-BE49-F238E27FC236}">
                <a16:creationId xmlns:a16="http://schemas.microsoft.com/office/drawing/2014/main" id="{B5C31367-43C4-45DD-841A-0CA4693DD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A92277E1-B9F4-4B43-91F8-864B6ACE39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9A0E7553-F6A1-42C8-B562-75653E224C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AFD347F6-7ECC-485F-9E6B-9C85759053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57E2CB83-E0B0-4AC6-B37C-BB86A7BE4D98}"/>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0F0BC395-D5C1-450F-B31E-ECAE9FF8A6EB}"/>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F0854E4E-1368-4A87-BF6F-9E76A138AD24}"/>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30BC9F41-AAE2-461B-8C64-D4DC178273CE}"/>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24A9F1E2-DF7E-4C53-AAB6-B8EAED759E26}"/>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CF34A863-F8E9-4021-8913-2BF2387255D0}"/>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E175EB59-07F4-4E91-8059-B49214CC25D8}"/>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A3E887F1-B4A5-4DFB-A49C-83F1C2B338FC}"/>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993006F9-A061-4BCD-9594-0F9AEFC4F774}"/>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9B3AF5A6-AAD4-4A0D-9B7E-2028909BBE17}"/>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AF9E2F89-01C6-4E84-A9B5-E43C087CBFFB}"/>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1510D79D-E622-4F2F-86F0-6B28167F994A}"/>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701FC056-0168-4032-97AE-8CE211BA6405}"/>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DDC63DA9-0B79-4D53-A9FE-A56DA95BEB78}"/>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CF8EE072-CBCA-4614-A578-81C7CCCB755C}"/>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D257FE95-0453-4182-963F-5EA9FCB8EEFE}"/>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C4F82838-E5A4-4E59-931B-5D8443F14F32}"/>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B7EA7712-46B2-47CE-89D6-D43662DD69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65062636"/>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55E004D3-2A28-4B0D-A49F-8FA3D6F61D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53">
            <a:extLst xmlns:a="http://schemas.openxmlformats.org/drawingml/2006/main">
              <a:ext uri="{FF2B5EF4-FFF2-40B4-BE49-F238E27FC236}">
                <a16:creationId xmlns:a16="http://schemas.microsoft.com/office/drawing/2014/main" id="{5BA76E47-BDFE-4D53-8640-3942991E3E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Harness는 작업 환경 설계다">
            <a:extLst xmlns:a="http://schemas.openxmlformats.org/drawingml/2006/main">
              <a:ext uri="{FF2B5EF4-FFF2-40B4-BE49-F238E27FC236}">
                <a16:creationId xmlns:a16="http://schemas.microsoft.com/office/drawing/2014/main" id="{39424F93-DC1C-4F2B-B7CE-34F850ADDF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70FC1D76-55A0-42ED-A4D4-D714D563FF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51C54AC0-C279-44DB-ABCE-408E872722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117CE496-AACB-44FE-92CE-DA05C24027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DDE3B30D-8BE1-4116-BE65-0205AFD32F0F}"/>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D3C2FC1F-793F-47F0-8B76-96AF83060D1B}"/>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81620C8B-49B1-423A-8B89-CAD6C44991CD}"/>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3CB69C6C-245A-4786-842E-F17432F0EB21}"/>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DD3EA2CB-93FB-4065-96B4-53FACB6DCCAC}"/>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F4AF44DC-E043-4F7E-ABDF-3B4EF16A3FCC}"/>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F50B63D-7C5E-4914-BA0A-075A7137CB7B}"/>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C366235-FBFD-4EB2-A60E-EA9EF27D6649}"/>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CBC9F167-F15A-4457-9D35-F0D16A7E7F75}"/>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989B7241-E4BB-4322-89CC-51BE71DD1771}"/>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4D8B81A3-329C-45E1-8007-44C29D44FAD2}"/>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FFE3EEB4-5DFE-407F-8DEC-4BE56A2E0F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1566364"/>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4EF63BF9-3C30-4754-8977-DCBA4BA430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54">
            <a:extLst xmlns:a="http://schemas.openxmlformats.org/drawingml/2006/main">
              <a:ext uri="{FF2B5EF4-FFF2-40B4-BE49-F238E27FC236}">
                <a16:creationId xmlns:a16="http://schemas.microsoft.com/office/drawing/2014/main" id="{550D2FF5-4120-429F-92EB-BABA3E8061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Repository 밖의 환경도 결과에 영향을 준다">
            <a:extLst xmlns:a="http://schemas.openxmlformats.org/drawingml/2006/main">
              <a:ext uri="{FF2B5EF4-FFF2-40B4-BE49-F238E27FC236}">
                <a16:creationId xmlns:a16="http://schemas.microsoft.com/office/drawing/2014/main" id="{4437E6A5-C486-4A15-8D78-A44939A5A9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518DCB77-2F5E-43C3-B2F2-8B594E0191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09A898D-181E-4ED4-A062-7125E64CD5D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036B7162-7290-4915-9452-E4F0B5F40E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E5F7EB8D-370C-4DCA-9F18-08258D3962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7C8BF603-9520-44FE-BEA7-2C902CE5F289}"/>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AB9296E4-30AE-4397-B51A-524EF08606AA}"/>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2983947D-7916-4A11-96D5-D6EB9CC92F39}"/>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29B10C46-DAFE-4986-B404-07E04C4374A5}"/>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30C12B4E-2980-4504-9420-B192488D51FA}"/>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4E355501-4233-488B-8993-249C3A0A8F4A}"/>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06A911EB-D768-418E-9932-CA91515F464E}"/>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C1CAD21D-7A80-4D4B-B84A-77484E2D43E9}"/>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9AF5654F-C71A-46F7-90CD-967D352418B3}"/>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07188FBE-E6C3-4FE1-8A0F-51B2D14CD33E}"/>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1DDF54BE-31FF-4F06-88D7-2A457BF1269E}"/>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C02CB5FD-35D7-446A-8C15-3363C65A958E}"/>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985D7CFD-FB5E-4835-B60B-08D5EB23276C}"/>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06BC9F19-0F8E-49CF-AAE2-09FE2E5A1701}"/>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1ACBC971-AC92-4B89-B4E6-F3B661A186A5}"/>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DA2175B3-FFA7-4FDA-9E60-2B1ABCC598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611982935"/>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401AD1B8-6060-4E8B-9955-E132EC2F79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55">
            <a:extLst xmlns:a="http://schemas.openxmlformats.org/drawingml/2006/main">
              <a:ext uri="{FF2B5EF4-FFF2-40B4-BE49-F238E27FC236}">
                <a16:creationId xmlns:a16="http://schemas.microsoft.com/office/drawing/2014/main" id="{D7E4D759-21DF-482B-AA9E-2A85EC2266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Engineering Pattern은 C++에도 전이된다">
            <a:extLst xmlns:a="http://schemas.openxmlformats.org/drawingml/2006/main">
              <a:ext uri="{FF2B5EF4-FFF2-40B4-BE49-F238E27FC236}">
                <a16:creationId xmlns:a16="http://schemas.microsoft.com/office/drawing/2014/main" id="{0C485D86-E039-41E8-A8DE-D42A70FF68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69577F83-C493-4F20-9C8A-AF4E9008A2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E375353E-B077-4888-8AF6-2EAB6305EF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F2EC2C6E-70C9-4C7E-8CCB-83F88ACCE1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1980DDBF-B6E9-4E3C-9870-35E952287187}"/>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9E0DE184-0986-4E8B-A86F-B0D5543C7AEC}"/>
              </a:ext>
            </a:extLst>
          </p:cNvPr>
          <p:cNvPicPr>
            <a:picLocks xmlns:a="http://schemas.openxmlformats.org/drawingml/2006/main" noChangeAspect="1"/>
          </p:cNvPicPr>
          <p:nvPr/>
        </p:nvPicPr>
        <p:blipFill>
          <a:blip xmlns:r="http://schemas.openxmlformats.org/officeDocument/2006/relationships" xmlns:a="http://schemas.openxmlformats.org/drawingml/2006/main" r:embed="Rc68c79606d96422a"/>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693CC61B-65B4-4194-9F3E-525C65D9AE60}"/>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3EED6C64-ACE5-4172-B3F9-F69FE8FE38D4}"/>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1BF15E3E-0E03-4534-92BB-5C3EC7729C5C}"/>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ECD3D704-5446-44DE-BD6B-00D9502076D8}"/>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110F6D64-1E27-49BC-A7C5-FCA917AB5591}"/>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5CC5DE57-3C27-4D1B-BEB2-F7F56CF8176E}"/>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B5C45EED-7399-4824-8748-0AC472C836F6}"/>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9D6A01C9-6B13-44A5-963D-44EC2E1966B6}"/>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AA36C601-423C-40DF-911E-A89372DF6ABB}"/>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66C523D2-C6F7-4CB6-A806-A2EE3C125245}"/>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57E50111-E370-421C-A2D1-B0BB3AC4C673}"/>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C317F7B5-637E-4296-8EA6-479004E12F14}"/>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30AC7DA9-EDE7-4222-B2F3-B05C53B4B0F3}"/>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7B8D5FF7-1AE5-4A7B-9297-50FE8908C9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45490216"/>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26ED0E05-2196-4B76-A6BA-A119F174F2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56">
            <a:extLst xmlns:a="http://schemas.openxmlformats.org/drawingml/2006/main">
              <a:ext uri="{FF2B5EF4-FFF2-40B4-BE49-F238E27FC236}">
                <a16:creationId xmlns:a16="http://schemas.microsoft.com/office/drawing/2014/main" id="{385F7964-61A1-45AF-B5CE-06B6042350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필요한 구조부터 질문하기">
            <a:extLst xmlns:a="http://schemas.openxmlformats.org/drawingml/2006/main">
              <a:ext uri="{FF2B5EF4-FFF2-40B4-BE49-F238E27FC236}">
                <a16:creationId xmlns:a16="http://schemas.microsoft.com/office/drawing/2014/main" id="{3CBE69EF-D48C-4FA1-8E45-0C685DC905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639F75D2-0F36-4D10-B9E0-B6C08E1DF8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9A9B6FF6-2521-4590-8375-671DC162C6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547FB193-D00A-496B-9018-C1D767835D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F8119CA3-7324-4025-9EE7-902EBCF6F75D}"/>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74338204-DAC1-4FB1-809F-B4105239FD07}"/>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4A6BC58C-1C5A-4C7C-908F-547A30E2958B}"/>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9CCB1D34-934F-45DF-B63E-FB7515A69891}"/>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92169C86-D702-4883-99C6-870491EA988B}"/>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04C2AF6A-6B67-4075-9191-6D89F114C002}"/>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15428664-1699-4959-8640-5609B7086B89}"/>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FDDE03A8-BDD1-4880-92BF-D7CFE9A621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72952012"/>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99100B09-E692-41CF-B42B-2A33B4FF0C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57">
            <a:extLst xmlns:a="http://schemas.openxmlformats.org/drawingml/2006/main">
              <a:ext uri="{FF2B5EF4-FFF2-40B4-BE49-F238E27FC236}">
                <a16:creationId xmlns:a16="http://schemas.microsoft.com/office/drawing/2014/main" id="{6333A8BE-2E03-4710-BE51-FEE31A1E7C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여기까지는 잘 동작했다">
            <a:extLst xmlns:a="http://schemas.openxmlformats.org/drawingml/2006/main">
              <a:ext uri="{FF2B5EF4-FFF2-40B4-BE49-F238E27FC236}">
                <a16:creationId xmlns:a16="http://schemas.microsoft.com/office/drawing/2014/main" id="{3B77B567-A243-4B55-B1E7-9A355015D5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C8F81C32-E5ED-490A-BFF6-747630287A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BE8455CB-9B68-4BB8-ABAB-F54CBF2A17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3AF2537E-D63F-4FF1-BD5A-15EEBE9EF8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3A1DE800-0173-4A7D-A1D4-60E00A779B3F}"/>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41141FB1-35BB-4A71-9A1D-87C071D6F63F}"/>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3FBA6947-1B87-402C-92CF-47CFA3555DD3}"/>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1325F0EA-07E0-4404-8AFB-CD65E4DCEEB5}"/>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D8DF78D5-BBE0-4D24-BD75-7470CCDF56CA}"/>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980D2756-7FE3-4C1B-8D9B-1909C4FB6974}"/>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296C8885-6DFE-40C9-8C6C-8595F95B99D5}"/>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F4FC81DE-066C-448E-8BB0-3A3B68E30432}"/>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C7A3EC0E-CF2D-4FA9-855E-9F7F6AC43148}"/>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0C6EC0A5-7248-4822-B742-06081E9CD795}"/>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0082535F-73F3-4ABD-8437-CDD2B7FAC584}"/>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6F73C1B4-0574-44EF-BEC1-0CD18E2997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77501485"/>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2FAAF47D-F8CF-47A6-A1AE-BB1C56772B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8">
            <a:extLst xmlns:a="http://schemas.openxmlformats.org/drawingml/2006/main">
              <a:ext uri="{FF2B5EF4-FFF2-40B4-BE49-F238E27FC236}">
                <a16:creationId xmlns:a16="http://schemas.microsoft.com/office/drawing/2014/main" id="{30E97ED9-5D28-43D9-BAA8-9B8CB34147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개념 사례: Project와 Workflow는 현재 맞다">
            <a:extLst xmlns:a="http://schemas.openxmlformats.org/drawingml/2006/main">
              <a:ext uri="{FF2B5EF4-FFF2-40B4-BE49-F238E27FC236}">
                <a16:creationId xmlns:a16="http://schemas.microsoft.com/office/drawing/2014/main" id="{E7A38F3D-C3FD-4AF3-8852-6DBFB4355F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81008DEC-1D28-49B6-AFF3-87434E4633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88645EDA-01DA-479A-89AE-36CC72517F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26095A9E-7834-49A4-979F-300088AC11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49347F67-1D20-4503-ACE9-B284543EBD19}"/>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8EBC7571-B48A-4E78-940F-1596D58E296A}"/>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A3D5F90F-8326-4830-A70A-6BB5DEE28D5B}"/>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FC521B38-0952-4F35-AFBC-7A88D56E2776}"/>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CF53F9FB-2373-42FE-9EDC-C34CBC2BED2D}"/>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C2348DB8-CC24-48B5-BE9E-B07992C8487A}"/>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B45D90A7-01F0-44F2-935A-30AB9721F8DB}"/>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69CEBA2A-9CDB-4BB0-AF22-0E48D5BB6BA0}"/>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A66B570A-B8A9-4E6C-8E5B-B56B96BDA2E4}"/>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20B3BADE-300F-4D9F-9C52-F710109A22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19982858"/>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CE1F30B9-F292-4101-BD0C-5BB2F65F4AF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9">
            <a:extLst xmlns:a="http://schemas.openxmlformats.org/drawingml/2006/main">
              <a:ext uri="{FF2B5EF4-FFF2-40B4-BE49-F238E27FC236}">
                <a16:creationId xmlns:a16="http://schemas.microsoft.com/office/drawing/2014/main" id="{880EB092-8D06-4265-A477-4A34925EF2C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Project는 바뀌고 Workflow는 남았다">
            <a:extLst xmlns:a="http://schemas.openxmlformats.org/drawingml/2006/main">
              <a:ext uri="{FF2B5EF4-FFF2-40B4-BE49-F238E27FC236}">
                <a16:creationId xmlns:a16="http://schemas.microsoft.com/office/drawing/2014/main" id="{38ABEC74-9D39-4D07-B845-A8CE7564CF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E2C5ABEF-9650-4EAC-8BAF-44DB32B6D5EE}"/>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47DDFB0C-F5CA-4407-B758-A21FE16B16B6}"/>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50EBB988-7B5E-4705-9EDC-B32F97CC604E}"/>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A06A6DD0-E31F-49A8-A522-2AF7C1901824}"/>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C02FAD85-4697-444A-BF23-231813E09479}"/>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A5359373-DE1F-4DD7-8804-EB57485FE7E3}"/>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5851C457-E740-4BE0-AA3A-B3EC413BC438}"/>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A6C7C748-F8CE-4139-9B8D-5ED447A213BF}"/>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2C9C56C6-A10A-4E54-A406-9C49787D8A96}"/>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898075E3-DA0C-49F1-823C-CB4CFED7F45B}"/>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532DDF50-590E-446E-97AE-4AD148B21963}"/>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3925F2B2-7FEA-4D29-AAC0-5313822ECA9A}"/>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45DD4A7C-5D51-455B-A29F-6ADEA3B69DDE}"/>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8C7DD920-3863-49D7-9CDC-68B4DF869EF5}"/>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195B6AB5-EBB5-4ACF-80F1-6C0F575611C8}"/>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E21E9A10-6089-4C01-A9CD-A196D95CDDD4}"/>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70A60F72-9BBF-402F-AC41-D297BE1CAA7A}"/>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37878D8B-9627-4BA1-95C4-9A7E6BE6074B}"/>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CFD10630-CE91-4D6B-9935-A7FE408498FE}"/>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3D71D38-9E56-4284-AF0F-3A3438CA0E46}"/>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1172C649-74A5-4DE7-9A20-71DE32A0ABB5}"/>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E7EB39BF-1E84-485F-AD0D-4838B4E96E20}"/>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0ED56D0A-D0A9-4761-89CE-E4D3F5E4B5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652ABD9D-A42E-4DFE-B41F-5A9613C65A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03452CEF-1313-46D2-969B-1B3264FE81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06149F75-CBE7-48A2-946A-7B350486C3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20502493"/>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33FA7B52-3DD8-4E7E-B31B-3ECFDA0D72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0">
            <a:extLst xmlns:a="http://schemas.openxmlformats.org/drawingml/2006/main">
              <a:ext uri="{FF2B5EF4-FFF2-40B4-BE49-F238E27FC236}">
                <a16:creationId xmlns:a16="http://schemas.microsoft.com/office/drawing/2014/main" id="{AE62D2FE-866C-4F50-9FC9-C00A418346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Task 해결과 System 문제는 다르다">
            <a:extLst xmlns:a="http://schemas.openxmlformats.org/drawingml/2006/main">
              <a:ext uri="{FF2B5EF4-FFF2-40B4-BE49-F238E27FC236}">
                <a16:creationId xmlns:a16="http://schemas.microsoft.com/office/drawing/2014/main" id="{0C38D331-BF1C-4182-A656-EFB3630CA0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C61CB7EE-2542-4310-B9C8-AAD9FB6D7A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43EE4ECD-105F-435C-A8D7-86AB680EB6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55E984FA-722B-4295-94DC-EAC451AE02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BF9573E2-6332-45B9-A760-1ADAED2A3F43}"/>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29435F68-2637-4A1A-9D01-A8D0F815F1A2}"/>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97EE5159-B951-40F7-A32F-786C3F9E05DB}"/>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ACDD3E45-DBDC-4587-8CC7-C97F8ED7DE15}"/>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3B1A60E6-273F-4F56-A738-FF93FF6B92D8}"/>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43355389-1A3E-4C62-8E34-C99732F2B7C0}"/>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76BB018E-F8EE-46CE-91DE-A10496351BB5}"/>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6B728291-5FEF-48EF-8CDD-C84FE1EBDA0B}"/>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07250DFE-ABAC-4E28-9582-6F173D0AD6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734148264"/>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74154C91-462A-4756-B60A-7BBC080E09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1">
            <a:extLst xmlns:a="http://schemas.openxmlformats.org/drawingml/2006/main">
              <a:ext uri="{FF2B5EF4-FFF2-40B4-BE49-F238E27FC236}">
                <a16:creationId xmlns:a16="http://schemas.microsoft.com/office/drawing/2014/main" id="{30B183C3-F0D4-4CCB-B124-5C139B24C9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원인에 맞는 Layer를 고르기">
            <a:extLst xmlns:a="http://schemas.openxmlformats.org/drawingml/2006/main">
              <a:ext uri="{FF2B5EF4-FFF2-40B4-BE49-F238E27FC236}">
                <a16:creationId xmlns:a16="http://schemas.microsoft.com/office/drawing/2014/main" id="{5A909E03-3476-4747-8EF8-BF5FFD1B3E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F22355EE-E513-4600-8FE9-F9124335C2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30EAA236-DFC6-4194-89B1-35183C83DF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F75C510F-67A3-4DA7-82CB-33221A192E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65D115EE-1626-46D5-9772-9EA028B30492}"/>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A04E16DE-0798-474A-A7DC-8086967A413F}"/>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7B5CB7C4-30B4-4BED-B085-4A49061A1C90}"/>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FBCF0D74-F408-4089-AA55-062B5FA2E9F6}"/>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6A7246BB-39D8-49F5-B536-A8EFD9538794}"/>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F38E63C9-A418-4CB3-9F03-17A63BB1C555}"/>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DB0DD852-A8F8-43D3-BF42-B3E780588FC8}"/>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2C2F6FB4-2924-4B6B-BAE7-67281185D2C2}"/>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2D10298E-6115-4CD5-944F-AD4C46D3AC2D}"/>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37F52312-C9FB-4DA4-B18B-F60ECA616015}"/>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E3AC3A6C-9981-4A49-9217-B4D6E4A07F13}"/>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7C370BE6-AA2E-4A39-842C-19C5C937CA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42479117"/>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9C93BD44-DF59-454F-8A57-1B4CE7ACE7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62">
            <a:extLst xmlns:a="http://schemas.openxmlformats.org/drawingml/2006/main">
              <a:ext uri="{FF2B5EF4-FFF2-40B4-BE49-F238E27FC236}">
                <a16:creationId xmlns:a16="http://schemas.microsoft.com/office/drawing/2014/main" id="{295985A5-FBCF-4AC5-84AD-65CB9AAD11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패 지점과 원인 Layer 구분하기">
            <a:extLst xmlns:a="http://schemas.openxmlformats.org/drawingml/2006/main">
              <a:ext uri="{FF2B5EF4-FFF2-40B4-BE49-F238E27FC236}">
                <a16:creationId xmlns:a16="http://schemas.microsoft.com/office/drawing/2014/main" id="{6C40511C-482B-4119-985A-3AC4665066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7F0E4882-FFA9-4ED6-88F3-EB18291C68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643B6D70-9A46-47A8-A3DA-C15F00DA07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47733F25-F501-43FD-B28F-CE0FE3380E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B87E4DA6-0FC9-4129-AB8D-708E1EF9A92B}"/>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394C91B3-953B-40A5-80C1-3877AFB0D73A}"/>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5D4E33C9-F979-40F5-A077-771CB359C3CA}"/>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C103CCCD-8C34-4465-9967-3A7F0118E8B3}"/>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80BED199-ACEA-4FD5-85F3-0FA37382E820}"/>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FD517C0F-2834-48D8-9869-0C78C5EBF5AF}"/>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15F2D50E-45BB-4FD3-AF8B-4B331D83CCB3}"/>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C0A6A412-FCDD-43AC-B0FA-B080623B8F56}"/>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BBC578C8-1075-4C01-9E14-6A8779558772}"/>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C0E3D8D3-1385-4DA7-8A20-CD7289EE394C}"/>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B26C2B5B-9125-4414-9A6C-83BACB5C86CA}"/>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BA92DE9F-E2E6-407C-801A-72959C77AD3B}"/>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DF8B03EA-AC09-43E3-AE9A-639601E7484D}"/>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BD7E4999-2162-4C24-A84E-06AF8074CC41}"/>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3D5F93EF-3F3D-465B-9A7C-A4ECFF17D247}"/>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E85B1C43-C32F-4DEC-B7E3-C519B00936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67651296"/>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CD435A55-DCF7-40D0-91AE-9C2A9F77D6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63">
            <a:extLst xmlns:a="http://schemas.openxmlformats.org/drawingml/2006/main">
              <a:ext uri="{FF2B5EF4-FFF2-40B4-BE49-F238E27FC236}">
                <a16:creationId xmlns:a16="http://schemas.microsoft.com/office/drawing/2014/main" id="{31500232-CFE3-43B5-A052-84831A3B25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먼저 관찰하고, 그다음 가설을 세운다">
            <a:extLst xmlns:a="http://schemas.openxmlformats.org/drawingml/2006/main">
              <a:ext uri="{FF2B5EF4-FFF2-40B4-BE49-F238E27FC236}">
                <a16:creationId xmlns:a16="http://schemas.microsoft.com/office/drawing/2014/main" id="{77C7C48C-49FF-4B37-97AC-2F34C59D89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B297E27A-7A5C-4DB4-A150-D6728D068D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10DB3993-0198-4460-96BD-7392A3AB19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123C5F9E-E4C1-4532-B303-965C2EF5C6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10290BAE-B78F-4952-9F5C-B1CCF239828B}"/>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C3866EF6-98E6-4953-BA6E-EC5036B95933}"/>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CF62ACBC-466B-42E0-B828-4E16163E13D3}"/>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B87E9315-EC09-4678-AB92-63FCD731CC41}"/>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B7296421-3824-488F-AAD4-EFC342C7C230}"/>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736DC8C6-55F1-4AFA-88E3-35D85C7DA386}"/>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3EDE6A64-F41E-4A1F-AE29-94075C66351C}"/>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966F9975-6F9E-485B-A582-5748CC9ACE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84893379"/>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8024D2D0-F1F3-4319-B308-92285F7958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64">
            <a:extLst xmlns:a="http://schemas.openxmlformats.org/drawingml/2006/main">
              <a:ext uri="{FF2B5EF4-FFF2-40B4-BE49-F238E27FC236}">
                <a16:creationId xmlns:a16="http://schemas.microsoft.com/office/drawing/2014/main" id="{FC7D19D4-693C-4C9B-BA5D-148053F201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Cause가 지지하는 최소 변경">
            <a:extLst xmlns:a="http://schemas.openxmlformats.org/drawingml/2006/main">
              <a:ext uri="{FF2B5EF4-FFF2-40B4-BE49-F238E27FC236}">
                <a16:creationId xmlns:a16="http://schemas.microsoft.com/office/drawing/2014/main" id="{0D4B916D-EB06-4AF4-B271-961CD92F09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C3C67188-1804-4E87-A3CA-9E296811C6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A7BF93B7-6208-4B10-9E1C-4E4883095B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C02D4E8C-597E-4DD9-96D4-82CC6629A2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084614E9-4CC5-497D-90E1-F71D9EAE94A4}"/>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32F015F8-BAB5-41EB-A3E3-AE9E067E5A81}"/>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BBA6792D-7EC2-44D7-9A71-A85FEDAEAF8D}"/>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9A2CC094-4856-4C91-A2EE-9FD57A7B740F}"/>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B5BEC16A-E717-4FFB-A029-31253FBDE75C}"/>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8AB8784E-B7C3-444A-BBE2-A54BE971F502}"/>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BA54B3E9-BBE3-4902-BF46-05B88167C918}"/>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D9A7B337-2144-452F-AE2E-3CB96A27439C}"/>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EE8CE14C-62F1-4D44-B5E5-9945D9617441}"/>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57349F62-1F64-48A1-A08A-8A3B3E1D81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63711496"/>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9CCF64F5-FEA8-4BE0-A80C-1047947D6AF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65">
            <a:extLst xmlns:a="http://schemas.openxmlformats.org/drawingml/2006/main">
              <a:ext uri="{FF2B5EF4-FFF2-40B4-BE49-F238E27FC236}">
                <a16:creationId xmlns:a16="http://schemas.microsoft.com/office/drawing/2014/main" id="{D9E18538-4008-48C2-9B5C-00A923045E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Task의 재실행만으로 충분할까?">
            <a:extLst xmlns:a="http://schemas.openxmlformats.org/drawingml/2006/main">
              <a:ext uri="{FF2B5EF4-FFF2-40B4-BE49-F238E27FC236}">
                <a16:creationId xmlns:a16="http://schemas.microsoft.com/office/drawing/2014/main" id="{6DD3D474-80D5-4251-85FF-7C20F4CD7D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2A4E9E9F-B759-4D42-9DC6-BC302B20CF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67CD8534-7806-40A9-9C96-210ECEA8CC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0E2E1D38-80E0-46FD-A077-703A7819A5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D20F1C46-08FB-42DC-90DC-9FCAB4B20A0C}"/>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8CD84731-DFEA-4A25-BB12-DB0BDB2F9340}"/>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9D712EE1-B63F-4675-86C6-5DACD16BAE1C}"/>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DEB533F9-ACAF-4CA8-94EF-6BCE076982E8}"/>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D9E80BFC-7883-4BA7-8D53-1253A26B6DFC}"/>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3F7E1B8A-0FD8-4E31-8A26-77FB64A70002}"/>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A9E13AC2-4A8A-42CE-9AEE-E9841C6710E0}"/>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15C9E8E0-FEBB-4841-B14B-EF45A2C1E0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64740124"/>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0F65E4D5-F446-42AA-9B1E-4D4720E435F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66">
            <a:extLst xmlns:a="http://schemas.openxmlformats.org/drawingml/2006/main">
              <a:ext uri="{FF2B5EF4-FFF2-40B4-BE49-F238E27FC236}">
                <a16:creationId xmlns:a16="http://schemas.microsoft.com/office/drawing/2014/main" id="{9EC7CC0F-408F-4472-8318-BD7257FC379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대표 작업으로 변경 범위를 확인하기">
            <a:extLst xmlns:a="http://schemas.openxmlformats.org/drawingml/2006/main">
              <a:ext uri="{FF2B5EF4-FFF2-40B4-BE49-F238E27FC236}">
                <a16:creationId xmlns:a16="http://schemas.microsoft.com/office/drawing/2014/main" id="{C188B0FE-B2A0-4412-A43C-1D70C1F8A6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3866DEEE-30AA-4346-AC59-AD83AD30F3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1415F405-B03C-4F3E-8834-B1F3486C33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CEF7469A-F018-4208-BB81-9F5E2F2F28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AA4132F5-E523-4BC1-BEDB-EB1DA6022016}"/>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7AE4E45A-1760-4F16-9764-71100388A81D}"/>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F23788DB-544E-4479-A991-2201A0E01E54}"/>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12C96B32-72A8-4696-9BC5-D9481EE6B54F}"/>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BAD91CD4-203E-4565-ABBB-BE4F25EA19D4}"/>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C0C93C3A-79C0-4211-9930-CF56F6E6B4AA}"/>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0717FCAF-C7CD-453D-8FA8-5D0D3DC95DF7}"/>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080F37FA-2FB2-4FEA-8E07-544C8134EE79}"/>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39C7FAFE-4B34-42E2-BAB2-2667EF6E505C}"/>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FF1DF7E8-360A-45B4-9012-D642EEC73488}"/>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4DB647EC-613C-497D-B3C6-D80FFF692CC3}"/>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3D354FC1-95F1-4C94-ABCC-482E36CA5150}"/>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86E0F853-D38D-411F-BBC1-5CD73398FD8A}"/>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B69B5A81-4B93-4AE8-BA55-5D28283DFA10}"/>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873900B5-56BE-4D10-B2D8-F393B0526A4D}"/>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C0CA0906-F04B-48A6-874E-4FC7E93EBD8F}"/>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A838C482-E7D5-43CA-AFDB-65B0C5E00BE2}"/>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8CF82295-F12D-4B45-8DDA-301921FB7260}"/>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285DD541-88CF-4D7B-8275-98147FDD38B1}"/>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889EEE70-9D47-4F0D-BB13-D8D199111344}"/>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9B9F148F-1691-4FDC-AB39-2B988C7C1949}"/>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7D2B9717-BFFA-4244-8DDA-88F6737B8E4E}"/>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1FC15D41-BDB8-4769-A7BA-3646EED510AE}"/>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500489B5-57E2-4D91-9B20-7A50D9E88E97}"/>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7D3C2A1D-5CAB-41CE-926F-C403F2D3C4C9}"/>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0A8B1DFF-6E09-4F66-B106-EBB8C27ADB4A}"/>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D65CEC62-15E4-4C5F-8FB3-0FBEF5EC760A}"/>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0364285C-149C-40EE-A332-59BB6BFA6AF6}"/>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4C808B53-C9A6-4BE1-ABDE-4BA9477BAC18}"/>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A8392A86-B0FD-4361-AC14-B6577D964E3E}"/>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13BAF751-DC12-4792-B906-ABF83F5EB0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98957643"/>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FE0A2B39-A69F-4036-AA1F-65C673C23F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67">
            <a:extLst xmlns:a="http://schemas.openxmlformats.org/drawingml/2006/main">
              <a:ext uri="{FF2B5EF4-FFF2-40B4-BE49-F238E27FC236}">
                <a16:creationId xmlns:a16="http://schemas.microsoft.com/office/drawing/2014/main" id="{2AB0A14E-E49F-4CAD-BBD9-27D01E6A93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Harness도 특정 실패에 맞춰&#10;과적합될 수 있다">
            <a:extLst xmlns:a="http://schemas.openxmlformats.org/drawingml/2006/main">
              <a:ext uri="{FF2B5EF4-FFF2-40B4-BE49-F238E27FC236}">
                <a16:creationId xmlns:a16="http://schemas.microsoft.com/office/drawing/2014/main" id="{3F1A2C1A-C9B5-4BEC-81DD-8D36C39FCC7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9B52EE9B-9134-4156-AFA9-228E0794DD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6F564BDD-C77A-4C0D-B4F7-010BEA0A89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2C25B716-D282-4A0A-968C-820331DADD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BA851A07-99BC-4BF1-B04F-ECE826461785}"/>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BE618E65-1575-43C3-B9F0-9AB0F278E48A}"/>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D64ED939-EC15-4F22-B30C-DAE5CBA95045}"/>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A76A8394-2F9E-4502-91E2-6F87B4B128E5}"/>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8C5EB1D4-BEC9-4942-86D8-472D87FD41F7}"/>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DEDE6226-A256-4ED7-9BA7-4D8C04BE0B65}"/>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8709ED2B-4F90-4FFB-B1E7-C8B491110BCE}"/>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4C9A540D-BB92-4352-94E5-113E5B7CD4AA}"/>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C4CD4C73-1E41-49B3-9D49-F9547464B059}"/>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54CDCA1B-9E51-4E00-A51D-5E3C846F1C13}"/>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6E933691-8959-4D11-9743-AEE099DEA77F}"/>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248392C8-DEF3-4199-AA60-D151B9F8B2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30523822"/>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0F284DB3-AF70-482D-B921-86FDFCD5A50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68">
            <a:extLst xmlns:a="http://schemas.openxmlformats.org/drawingml/2006/main">
              <a:ext uri="{FF2B5EF4-FFF2-40B4-BE49-F238E27FC236}">
                <a16:creationId xmlns:a16="http://schemas.microsoft.com/office/drawing/2014/main" id="{9ABF650A-467A-4C67-B9FA-955C3182EFB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Feedback을 System Change와&#10;Evaluation으로 잇기">
            <a:extLst xmlns:a="http://schemas.openxmlformats.org/drawingml/2006/main">
              <a:ext uri="{FF2B5EF4-FFF2-40B4-BE49-F238E27FC236}">
                <a16:creationId xmlns:a16="http://schemas.microsoft.com/office/drawing/2014/main" id="{AA2EB309-436C-43C8-9FCA-59F4C0DA67F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9C28C6A4-21BC-44E3-A3E1-69C8C63131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E6FBC400-DEB0-4C6F-AF9D-5D5F6E27F6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DD1B3C23-F932-4885-AD20-F118B00286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7D7B5C0B-DFE4-4B68-A6D3-263FD22E4F73}"/>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62B70EBF-6FF1-4DD7-B0FC-23E2BA453B3C}"/>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3295622D-8F9D-4F9B-BB33-4A99025866D9}"/>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304D54C3-B448-4C6B-87B5-E16295235504}"/>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CDC6AA33-1437-4F07-943A-36876095F6BF}"/>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604551F4-A18E-41C0-8595-FBC2DA453DCF}"/>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6E72C43A-A1C8-47E0-9BC6-A4B5592E07CF}"/>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3C12D4B8-05A4-44CD-84BB-A1222FDF5EEB}"/>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0F625D47-92F3-43E7-92C2-E208B9CE28E7}"/>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17B5CF01-C2DA-4D37-9990-AFB5071695FF}"/>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30AC4F1B-A00D-4EA9-87F0-40C2F06A1E1B}"/>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2915A268-D04F-4341-8B6F-ED0F955D641E}"/>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D4DC7620-B6BC-4142-B706-B6FD0B3EC475}"/>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B5073DAC-4DD8-4619-817E-C2A193DDE19E}"/>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0FC5B77B-84E4-4011-99A8-75B4AFBCE9B4}"/>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8299544D-9A3D-413C-9973-209F71526FA9}"/>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2943FCAC-3E0F-48BC-AB3A-1BA774D0D640}"/>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E111A7D2-5C33-44B4-BF13-3022DD8EE278}"/>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FC13EDBE-19FF-4712-A763-77A16A0BC997}"/>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2F9247B0-8558-4278-B485-768185D7B2FB}"/>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E0E56374-1067-4476-86A9-CD7D4C70DF7C}"/>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5798F270-7C3A-453A-940C-1EB4634B18B0}"/>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2E46AF5A-F51E-44B8-AFDC-9F6A177B9938}"/>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8A6DD699-4CBC-4B81-8BB3-3A4381464473}"/>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8BC5DBCD-A34C-4F76-8353-34DE9CCFEBDC}"/>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D470FBF7-5855-4764-B130-FAB8347CBB53}"/>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469B6399-9EB1-48C3-A0E7-ED213E623F23}"/>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4356F371-9B4A-4032-8E75-00503A6E14CE}"/>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D9971911-4B84-43FA-8A3B-ABE8DCE305E4}"/>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BF60BE3C-002C-433D-B95E-F3D0B1EC753B}"/>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AD1D4DA1-7D80-42F4-B8AC-48368216B9FD}"/>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35CEA742-73AD-444A-A663-46B69DEA56F9}"/>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530A9764-7202-4CE9-B7E6-537149F1B2DB}"/>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0E0FD823-ED06-49DE-B155-41B177BD6F30}"/>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9C5B1238-C60B-402B-B955-6BB73BDC1B91}"/>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1FF3FD73-9746-4E0F-8D2E-938EDB89CD04}"/>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8D105B69-F45E-4EA6-B5B8-58325D13F5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59172463"/>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9E7C2735-9EE9-4038-9340-3F536932B38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69">
            <a:extLst xmlns:a="http://schemas.openxmlformats.org/drawingml/2006/main">
              <a:ext uri="{FF2B5EF4-FFF2-40B4-BE49-F238E27FC236}">
                <a16:creationId xmlns:a16="http://schemas.microsoft.com/office/drawing/2014/main" id="{BC8443C4-5462-4404-A85E-7B79EDFD711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실제 제작 기록: TRIAL-006">
            <a:extLst xmlns:a="http://schemas.openxmlformats.org/drawingml/2006/main">
              <a:ext uri="{FF2B5EF4-FFF2-40B4-BE49-F238E27FC236}">
                <a16:creationId xmlns:a16="http://schemas.microsoft.com/office/drawing/2014/main" id="{8E9641DA-4EF5-4D76-B050-6A2222D62D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03053465-8760-4589-8EAE-35B4B39FFB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3CD419A-A61B-468B-88C2-6C2ED6E7012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1E788A01-835C-4D9E-9389-4A35978506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546AC859-329E-4D49-BB11-40A3FD5DFC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CB0A2BF5-89F6-4273-AEFD-18D994BCA689}"/>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8F532552-167A-435E-AA15-A2331F0867A2}"/>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882FD8EC-5A56-46D5-8587-93E26BBAD9F1}"/>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7CAA7AEF-A547-4356-9639-F69280E65848}"/>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AD4802AC-25A6-4562-A5A1-292E8250D719}"/>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B5B2FB94-A73C-4EF7-A352-E2F7B89B313F}"/>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34A3F6FF-0910-4820-BDB7-0261192C97BC}"/>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F6797871-4478-44A1-8F68-753031510020}"/>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780EF467-8196-4D4A-8222-91A272674A12}"/>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A59E6A2C-AD5F-41FB-B829-2141B2AB38D3}"/>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BA1841D3-322A-46A2-9603-81724A145D19}"/>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57DC107E-E6A0-48CA-BD8E-5A43D8FB31BF}"/>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921B0ED0-4488-423F-8303-C5E5C3258AF7}"/>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74DA3B9B-CEA9-4EDC-A3E5-1E05D1E1F845}"/>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31AD917B-E334-4836-8A29-60E94719FF9C}"/>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2B6C969E-54C9-44EE-BFCF-7E38E790BBF9}"/>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894372E6-C332-4CC9-8C8C-65055D8004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19351605"/>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E55F9481-5DA0-4CB5-8203-5C0C802103C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0">
            <a:extLst xmlns:a="http://schemas.openxmlformats.org/drawingml/2006/main">
              <a:ext uri="{FF2B5EF4-FFF2-40B4-BE49-F238E27FC236}">
                <a16:creationId xmlns:a16="http://schemas.microsoft.com/office/drawing/2014/main" id="{D178ED2C-39C0-4760-B5BD-E02F2302E77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결과의 타당성과 원인 귀속은 별개다">
            <a:extLst xmlns:a="http://schemas.openxmlformats.org/drawingml/2006/main">
              <a:ext uri="{FF2B5EF4-FFF2-40B4-BE49-F238E27FC236}">
                <a16:creationId xmlns:a16="http://schemas.microsoft.com/office/drawing/2014/main" id="{28CE73F6-D89F-4633-80C8-BF0058525B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519EB284-FC91-43A4-BBEA-27BABAC3A5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51D2BD9-209C-4417-9801-DCEC600CF27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022E49AA-E731-4A26-A234-8C627C043C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20F86F13-8B49-4532-B939-BBE4F27488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000E1AFA-0DED-4E8F-90FB-8342E861CB62}"/>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9C54CBEE-E82C-4148-9B02-9C170951E33E}"/>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EB9F2445-44E6-42C4-818F-9FE48A34375A}"/>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AF73F99A-DCE0-4AD4-8C14-039E137535F9}"/>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09E4B56D-3AFA-48F5-B251-358B8C7542FD}"/>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1BD50D62-F1EA-445A-85F7-94FF66961B60}"/>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0DE208FE-61DF-456D-B73B-BD2F79E1A171}"/>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E2250CB6-8801-4805-8762-59070CCF44A8}"/>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B2CD652F-B77E-4AB4-ACAF-EFBBE96B897B}"/>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41D8BB2F-28B2-4095-8DBE-8FB231B81813}"/>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25C8F1B6-D608-43D6-ADD8-CAD64F205BC1}"/>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6E4E3C51-C16D-447D-8338-8E573CEF1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37047861"/>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D61E8088-49C6-4607-A187-2A4DF74F1BC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1">
            <a:extLst xmlns:a="http://schemas.openxmlformats.org/drawingml/2006/main">
              <a:ext uri="{FF2B5EF4-FFF2-40B4-BE49-F238E27FC236}">
                <a16:creationId xmlns:a16="http://schemas.microsoft.com/office/drawing/2014/main" id="{773CB7C2-A3F8-4DA1-8088-450B135DBCE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평가와 보고 규칙을 Evidence에 맞추다">
            <a:extLst xmlns:a="http://schemas.openxmlformats.org/drawingml/2006/main">
              <a:ext uri="{FF2B5EF4-FFF2-40B4-BE49-F238E27FC236}">
                <a16:creationId xmlns:a16="http://schemas.microsoft.com/office/drawing/2014/main" id="{6AEFED11-85BF-4EDC-81A6-67430C689E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6FB80070-7061-494B-95D7-8167AB79D5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19FBEF0-290E-4D80-8E66-0EBDA58E9AB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D52B4E06-3E44-4906-A4BA-874C487E37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0CF21A54-BD6A-4C35-A429-7ACF45E24F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72498F44-A0AE-409D-B243-B43BFBBE80C1}"/>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E5A2C89B-FB9C-4B7B-8754-BF44AFEEEA08}"/>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0FD9D6C0-9444-497C-A66F-F05C3408CB8E}"/>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0DC3359A-0322-4C07-A5A6-DB79734DBB95}"/>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2F29B37B-065E-4DEE-A0BF-95188B7DC571}"/>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67A3F224-02A5-4EA1-8893-8FA39E33AA39}"/>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92AE889-6AFE-4B70-8F66-601F59C3C73A}"/>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2CE2AEB1-3146-4692-9C4E-F18E43F3892E}"/>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9C4860CD-03D7-4626-A57C-D2921E5FD0C7}"/>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FB687127-9D51-4E88-A9C7-432F396C0349}"/>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E838534-2DCD-413D-B8D7-C86C1FDA7CC6}"/>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E99EDE0D-88C7-4B69-B3F9-1E86EAF9E2D3}"/>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C15F3760-2396-4460-93F5-37D63ECFD13A}"/>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FCFEB5DF-BB23-45D2-8840-51B62173ABCD}"/>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CDCDFAFE-4A68-43FE-84CD-86BA87D343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35069717"/>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E119FAE8-7E49-4926-B7FC-9996F7A183E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72">
            <a:extLst xmlns:a="http://schemas.openxmlformats.org/drawingml/2006/main">
              <a:ext uri="{FF2B5EF4-FFF2-40B4-BE49-F238E27FC236}">
                <a16:creationId xmlns:a16="http://schemas.microsoft.com/office/drawing/2014/main" id="{1274A9D5-BC23-4E92-80F0-AB9A20DC1C3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후속 기록은 개선됐지만 완전하지 않았다">
            <a:extLst xmlns:a="http://schemas.openxmlformats.org/drawingml/2006/main">
              <a:ext uri="{FF2B5EF4-FFF2-40B4-BE49-F238E27FC236}">
                <a16:creationId xmlns:a16="http://schemas.microsoft.com/office/drawing/2014/main" id="{0F49F44A-E424-43C1-9629-D7BFFE062A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5C053DB9-7265-4A15-9726-BE57DD2BDC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04672CC-59FC-4C99-B995-C46480E97F7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D41B9FF7-75EB-4BCB-81A8-6576D527DA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1D6958B8-4EBB-4598-9BF2-E4EA691496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6CE3DEE6-35FC-4298-A833-7D078E7AF6D2}"/>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1F498C35-0DF2-4068-A695-122CE57C218E}"/>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946F7907-8074-4467-8A92-75EB54E18BA9}"/>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023F6AA0-5749-4173-A3D0-B41EC2723B63}"/>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F9A819A2-1B13-49C3-B966-86B7159E8173}"/>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9B1E3600-D4F1-456A-8ABD-072AFF104B5E}"/>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D1C2F397-AB6F-4AAE-8F6B-D34BC62D9C2E}"/>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20BB5B6B-330B-4846-9F02-F0E0967C7821}"/>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E714347A-9E7C-43FF-B7B8-6A44FF35398B}"/>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DAF6F17A-E037-4E6D-8310-67415EA74E86}"/>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3294ED9E-8490-4B98-860E-075B7C7F2CE4}"/>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3CD0080F-8830-4785-BF43-AF982E6EF349}"/>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D7328CE6-5E18-49CB-AE48-F3DEEF6F365F}"/>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12112067-CD7A-40A6-9368-4580DA2D7F89}"/>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95073E7F-7BD7-4B11-840A-29134258DBEA}"/>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A40E70DC-934A-40EB-B7D0-731EEB4973C8}"/>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90F4F4EB-C413-4A44-A5F3-69EBB92A14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44009004"/>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0106AEA5-34D9-4B77-A15A-CF7BF293AA1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73">
            <a:extLst xmlns:a="http://schemas.openxmlformats.org/drawingml/2006/main">
              <a:ext uri="{FF2B5EF4-FFF2-40B4-BE49-F238E27FC236}">
                <a16:creationId xmlns:a16="http://schemas.microsoft.com/office/drawing/2014/main" id="{21F47289-86AB-478C-97F7-460071785AC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제 Meta Loop에서 바뀐 것">
            <a:extLst xmlns:a="http://schemas.openxmlformats.org/drawingml/2006/main">
              <a:ext uri="{FF2B5EF4-FFF2-40B4-BE49-F238E27FC236}">
                <a16:creationId xmlns:a16="http://schemas.microsoft.com/office/drawing/2014/main" id="{0E6B0DAE-8743-48D6-99C6-ADE6B9677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F076B0FC-6184-4148-BFC4-422E53B9EE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E9DC75C-DA59-4551-BA96-A238957B3DF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629708E3-DBED-41C8-AD3E-6914AA3D3C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9CC0B72D-FCBE-4FE9-85C7-0C4A7B83FD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56B4DF16-1637-4557-80CB-F6F4DEED37C6}"/>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A79F2431-7208-469A-A954-DFA0CB138C07}"/>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D36E24E3-FBD2-4BA3-AE11-5A4B15360F50}"/>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0AF05DEF-0EF2-44B2-A2BB-14B2B7C05882}"/>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0B70528D-4FC7-443A-971E-DFB3A2186592}"/>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7D5FE381-1556-41DC-AB1F-52B93C7FFE47}"/>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E9A553AA-5A96-44C8-A1BB-F6793770BA71}"/>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5D11A232-96F4-48E8-9C6F-E56C8033FBDC}"/>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5294CA07-1F53-4F0E-ADC5-D1D06624B21F}"/>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BA3F9678-E656-442F-8757-9C94BA9D12DD}"/>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6A881B88-F566-479F-9298-FB3513B29CF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528CC814-9EF8-4BE1-96F2-21FFB779CE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07786432"/>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F8851CBD-CC81-4D85-A894-50F84C939C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74">
            <a:extLst xmlns:a="http://schemas.openxmlformats.org/drawingml/2006/main">
              <a:ext uri="{FF2B5EF4-FFF2-40B4-BE49-F238E27FC236}">
                <a16:creationId xmlns:a16="http://schemas.microsoft.com/office/drawing/2014/main" id="{B19CDCD9-DDC2-407C-AE90-2C00A5075DB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Project와 환경이 바뀌면&#10;검증도 다시 본다">
            <a:extLst xmlns:a="http://schemas.openxmlformats.org/drawingml/2006/main">
              <a:ext uri="{FF2B5EF4-FFF2-40B4-BE49-F238E27FC236}">
                <a16:creationId xmlns:a16="http://schemas.microsoft.com/office/drawing/2014/main" id="{0AE707A5-5419-4B79-98C7-D6228601D30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874AC3F5-1EBA-48FE-81D0-88104416BE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2A215B8C-F50D-49B0-AE7E-87ADDE84EB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58DA4062-5DE5-4B3D-B6C6-AABB213EAB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FE5EC700-41E5-45D3-B14C-E8ECD19F4CF5}"/>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59247231-7306-46DE-80C5-F58A0F2FF21C}"/>
              </a:ext>
            </a:extLst>
          </p:cNvPr>
          <p:cNvPicPr>
            <a:picLocks xmlns:a="http://schemas.openxmlformats.org/drawingml/2006/main" noChangeAspect="1"/>
          </p:cNvPicPr>
          <p:nvPr/>
        </p:nvPicPr>
        <p:blipFill>
          <a:blip xmlns:r="http://schemas.openxmlformats.org/officeDocument/2006/relationships" xmlns:a="http://schemas.openxmlformats.org/drawingml/2006/main" r:embed="Rf5651f3c62b0444f"/>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C251E4C4-3AD7-4B6D-95F6-8A0A288419EC}"/>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6CDA54BD-8D34-47FB-9B01-C9D6C95DB226}"/>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61B7C7EF-06A7-4D5F-96A3-8020D75D0D5B}"/>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2C8EA86A-2639-4CBE-A3BC-1795A4791457}"/>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40276B84-A159-4A54-BE8D-8485D656F549}"/>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BEB506D8-7AE2-4F04-B73A-BD427057B48F}"/>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2C8A3F5C-3F93-4945-B026-89B16B1CDCE5}"/>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EBC9D3F8-E869-4EE5-A64B-AEF02F271EB4}"/>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C1F27652-17A4-4F02-9D8A-124F58F978BE}"/>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F2E5104F-267A-4EC2-9908-B1F475D544ED}"/>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AF7842EE-1389-4C3E-B525-72A74E0C2464}"/>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870C2C11-9FD9-4D54-B4A7-2ED52D59ACD3}"/>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44CC03FC-AF47-4F22-97F4-2B075B86E398}"/>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6C7A13FD-AF61-4B6C-B6A0-6F08E065516A}"/>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85F640F7-9703-434B-B977-0EBF7123F9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26629949"/>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89C78D24-FC8B-426A-85F2-D364C7E4170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75">
            <a:extLst xmlns:a="http://schemas.openxmlformats.org/drawingml/2006/main">
              <a:ext uri="{FF2B5EF4-FFF2-40B4-BE49-F238E27FC236}">
                <a16:creationId xmlns:a16="http://schemas.microsoft.com/office/drawing/2014/main" id="{B42FD4BC-6199-45D4-922D-5301ECF60A1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여섯 시간의 Story를 한 장으로">
            <a:extLst xmlns:a="http://schemas.openxmlformats.org/drawingml/2006/main">
              <a:ext uri="{FF2B5EF4-FFF2-40B4-BE49-F238E27FC236}">
                <a16:creationId xmlns:a16="http://schemas.microsoft.com/office/drawing/2014/main" id="{9AB53D84-1F01-44FB-AA17-7E434780FC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99D593BF-8595-49BF-9232-448450F09D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C62BF73F-5C80-4190-AB4B-A981905F8D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33BD0B96-8009-4A18-819D-C9D3DE83B2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E3C4B25F-117E-4F86-AEDA-FEB1D74A19B2}"/>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C571DA94-3993-4C5D-A5AE-5C308E31450F}"/>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35AF8287-9A88-423A-93C6-79B880BD1FBF}"/>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409A5E31-5B7F-487C-9473-E5AE60847142}"/>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35674C9E-0976-4806-99A9-A89D1249AE4D}"/>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C7AEA114-7990-43E9-A940-F731361D05ED}"/>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B4987AB7-BC3D-4FA4-8790-E76EFDCD8BBA}"/>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44C08BCA-D7D3-4162-A726-6B0870AC50AC}"/>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CBBD040B-07E5-4E28-91C3-03A42FB62937}"/>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3ED32224-14EF-4201-8C4F-4691EF5C1A88}"/>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287F319D-AA17-4487-AEED-0C75D1C51A28}"/>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152EA3BE-D014-461A-A85A-B3530BB434EC}"/>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6D13AEDB-2AAD-4CCA-BB94-FE8B14001934}"/>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D73946DD-AA78-4FEF-9498-EF96604EAF57}"/>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77061232-64DD-44C5-B0DC-6CE372544676}"/>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06370ABA-7577-4FC1-9F6E-FA4372319A83}"/>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118DF9D4-D5D9-4DD7-B105-A3CC4802E8A1}"/>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8E5CA56D-BEC2-469D-B06E-2EF4249A144E}"/>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21162340-F932-4B93-B7DF-48EDFC3FE3D4}"/>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274FFEA3-C48A-4CB7-A402-6136E820067F}"/>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C3423563-FA52-47F6-A703-B79D5B70994B}"/>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8D735972-A5F0-4872-BFBA-1DDDD4C9397C}"/>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0AC7A8C9-1444-43A3-AB1C-F81417EC5C94}"/>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6CF968FB-9E55-4D9A-BB1B-7B29D37FD8F9}"/>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4E9EC5C4-5BC3-4FD9-A8C3-1FF3538DCC03}"/>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6D57E057-76E7-4E66-A934-A53C7210A71C}"/>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C31A9650-AD9B-4863-A4DB-BE24BA12F6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05764381"/>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5328E34D-C23D-4F5D-B92A-47C6788EE9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76">
            <a:extLst xmlns:a="http://schemas.openxmlformats.org/drawingml/2006/main">
              <a:ext uri="{FF2B5EF4-FFF2-40B4-BE49-F238E27FC236}">
                <a16:creationId xmlns:a16="http://schemas.microsoft.com/office/drawing/2014/main" id="{FBA18AFB-FED1-405F-96C8-1D71801343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하나의 Repository가 문제에 대응해 진화했다">
            <a:extLst xmlns:a="http://schemas.openxmlformats.org/drawingml/2006/main">
              <a:ext uri="{FF2B5EF4-FFF2-40B4-BE49-F238E27FC236}">
                <a16:creationId xmlns:a16="http://schemas.microsoft.com/office/drawing/2014/main" id="{F50894C3-418F-497B-BF54-6F47C55353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575EAB67-B469-4AD1-92E3-85C9C7D997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34 / S47 발표자료 발췌">
            <a:extLst xmlns:a="http://schemas.openxmlformats.org/drawingml/2006/main">
              <a:ext uri="{FF2B5EF4-FFF2-40B4-BE49-F238E27FC236}">
                <a16:creationId xmlns:a16="http://schemas.microsoft.com/office/drawing/2014/main" id="{C7304E59-32CA-4C0B-9703-05D620D565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S34 / S47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CF0383A1-7074-4D67-8EAA-958F510AC4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4A74DE7B-D0A2-4166-A6C2-431A497FA35B}"/>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15B9CC8B-B882-42A1-B571-2B1EDAA2B4EA}"/>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8CAB843A-BA41-4138-BAE6-F3FA19366A41}"/>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AC96924E-6190-4A44-A78F-674E6F058C3D}"/>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99F75466-9216-4E60-95C4-18B5BCC5A08E}"/>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7C7F1B0-B0FD-43FD-A09F-97A5145D1926}"/>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DEBBFBD4-49AD-44D8-B8B3-D0173FF12101}"/>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7382DDF5-8758-466F-9626-494A22E37CCD}"/>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1F869119-A64A-42F9-BAC6-9DD9C710A6F9}"/>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6C5DCFE1-52F6-4BFE-A453-3B04D1F6A294}"/>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EE49C7A-DD2C-4837-9795-9E9858C0475A}"/>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45CDEDB9-C3F4-482B-A144-62442450846B}"/>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86E8422B-8989-45AC-9949-948EEDA60F5D}"/>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FE8FFBAF-1DA8-4F17-AB59-18FA85FF7F85}"/>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543404A9-60AC-4F9F-BC76-B5F8F500DB08}"/>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59422D8B-7A56-4F80-AA5F-E88EA51D52D1}"/>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3D3E2615-02FB-4E4C-8815-D51A46BD76EA}"/>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C02AC88F-3FA0-4DFE-81F5-DB7EDB8C18A7}"/>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96233BD3-7455-44EC-9378-9B1AE0BBFC1F}"/>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90AD1B34-596D-475F-84FF-147342B25D30}"/>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684B1D71-B327-4208-A1D7-D665E6F3F75F}"/>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E3C7C4D0-326A-4835-B88C-A1A09DF135A7}"/>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EE7EBADB-D254-4E01-A07B-6760CEC5E51A}"/>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B184C252-0C3E-452B-832A-6F6441BDA79D}"/>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36279E25-09D5-43BA-8751-EA73AC39310F}"/>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847C4748-01C9-41B6-9792-446F6797BF62}"/>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E381D6BA-4638-4769-8686-490B78BFADA2}"/>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2F63F4BD-996A-4B85-9375-4EF95A05C8DD}"/>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21B3064F-A228-4F47-950F-0FBCB08782C2}"/>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FDAA266-3160-4F07-BF3A-86D729029308}"/>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F2C08755-690D-488C-AA4C-8F64A53BA924}"/>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ECF3E63D-73A7-4D56-A8E0-D78162C45A49}"/>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CCE456AF-5063-4A1D-94EA-062A0E6EA823}"/>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9E8659E6-9DB2-4390-B17B-2BE57F7F2BDA}"/>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392FD93B-783B-41EF-ACEA-E47F47348363}"/>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6044F8C3-8B3F-4495-83B9-F6241CADFE63}"/>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651DD224-3861-4674-9A98-20A8FB9981C2}"/>
              </a:ext>
            </a:extLst>
          </p:cNvPr>
          <p:cNvPicPr>
            <a:picLocks xmlns:a="http://schemas.openxmlformats.org/drawingml/2006/main" noChangeAspect="1"/>
          </p:cNvPicPr>
          <p:nvPr/>
        </p:nvPicPr>
        <p:blipFill>
          <a:blip xmlns:r="http://schemas.openxmlformats.org/officeDocument/2006/relationships" xmlns:a="http://schemas.openxmlformats.org/drawingml/2006/main" r:embed="R32aa190fc77f4f8e"/>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9750FCEB-2505-401E-93D9-F1D2E27EFB73}"/>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CD89D0AB-70A5-4825-A2C6-C28C208D99A4}"/>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FAE54E4C-A525-48B3-9338-0AB5CD62C2E0}"/>
              </a:ext>
            </a:extLst>
          </p:cNvPr>
          <p:cNvPicPr>
            <a:picLocks xmlns:a="http://schemas.openxmlformats.org/drawingml/2006/main" noChangeAspect="1"/>
          </p:cNvPicPr>
          <p:nvPr/>
        </p:nvPicPr>
        <p:blipFill>
          <a:blip xmlns:r="http://schemas.openxmlformats.org/officeDocument/2006/relationships" xmlns:a="http://schemas.openxmlformats.org/drawingml/2006/main" r:embed="R3ce34c46ebbb46d5"/>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FBF6EA37-D74B-4F71-8DD5-BC726482AFCC}"/>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34 · STATE-02 → STATE-03">
            <a:extLst xmlns:a="http://schemas.openxmlformats.org/drawingml/2006/main">
              <a:ext uri="{FF2B5EF4-FFF2-40B4-BE49-F238E27FC236}">
                <a16:creationId xmlns:a16="http://schemas.microsoft.com/office/drawing/2014/main" id="{0CED13E4-DCE6-4C46-956C-974C6B17CEF8}"/>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S34 · STATE-02 → STATE-03</a:t>
            </a:r>
          </a:p>
        </p:txBody>
      </p:sp>
      <p:pic>
        <p:nvPicPr>
          <p:cNvPr id="49" name="">
            <a:extLst xmlns:a="http://schemas.openxmlformats.org/drawingml/2006/main">
              <a:ext uri="{FF2B5EF4-FFF2-40B4-BE49-F238E27FC236}">
                <a16:creationId xmlns:a16="http://schemas.microsoft.com/office/drawing/2014/main" id="{B94FFF4D-C303-4DB5-9CBF-4EA172154CCF}"/>
              </a:ext>
            </a:extLst>
          </p:cNvPr>
          <p:cNvPicPr>
            <a:picLocks xmlns:a="http://schemas.openxmlformats.org/drawingml/2006/main" noChangeAspect="1"/>
          </p:cNvPicPr>
          <p:nvPr/>
        </p:nvPicPr>
        <p:blipFill>
          <a:blip xmlns:r="http://schemas.openxmlformats.org/officeDocument/2006/relationships" xmlns:a="http://schemas.openxmlformats.org/drawingml/2006/main" r:embed="Rbd6379cce33d497d"/>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9956A37E-895C-4EFA-87C1-3E86EACF5680}"/>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47 · STATE-04 → STATE-04-PERF">
            <a:extLst xmlns:a="http://schemas.openxmlformats.org/drawingml/2006/main">
              <a:ext uri="{FF2B5EF4-FFF2-40B4-BE49-F238E27FC236}">
                <a16:creationId xmlns:a16="http://schemas.microsoft.com/office/drawing/2014/main" id="{489D4985-0469-4A62-94BC-FB56E5782BBE}"/>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S47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A48EAB1B-E087-4CD2-B547-C82D6287AE2D}"/>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D923B77F-2B0C-4AF7-975C-CB825B33C0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86126956"/>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0947043A-FCD9-4C2A-B294-82535636E3B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77">
            <a:extLst xmlns:a="http://schemas.openxmlformats.org/drawingml/2006/main">
              <a:ext uri="{FF2B5EF4-FFF2-40B4-BE49-F238E27FC236}">
                <a16:creationId xmlns:a16="http://schemas.microsoft.com/office/drawing/2014/main" id="{678982EA-B626-4BD3-AFDF-2901BE1EA16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필요성이 입증되지 않은 것은 보류했다">
            <a:extLst xmlns:a="http://schemas.openxmlformats.org/drawingml/2006/main">
              <a:ext uri="{FF2B5EF4-FFF2-40B4-BE49-F238E27FC236}">
                <a16:creationId xmlns:a16="http://schemas.microsoft.com/office/drawing/2014/main" id="{B7DF66F8-82AC-4617-955E-CECDD4F2E3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F309A860-3ACE-405C-8427-FEC058D3DC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196A67C4-3404-46E5-A901-BC0A16DC5F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85E02D60-3861-47D4-AF14-1C69CF9741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187822A9-10E6-4A4B-90F6-ABCD01D4492E}"/>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548DA1BE-B580-462D-9500-585EB4308CD2}"/>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6B2E9910-C3AB-412F-8428-42AE5E9FDA5A}"/>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AA335D08-6842-474F-9F64-A80F265E28AE}"/>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F06E9DDB-BA64-41D0-B078-0D4FDA19F6F2}"/>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2BC4E41F-1CF0-46AE-95D1-A5F8AAFF1F52}"/>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C44157D2-383E-45AD-8327-8FCC0BEEE94E}"/>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43D0340C-D098-463C-BC71-78C884835CE4}"/>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B379A4C9-9230-46AC-AC8D-CFA54698D4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235045415"/>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2B4D52CE-C690-4D79-A167-70674C38DED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78">
            <a:extLst xmlns:a="http://schemas.openxmlformats.org/drawingml/2006/main">
              <a:ext uri="{FF2B5EF4-FFF2-40B4-BE49-F238E27FC236}">
                <a16:creationId xmlns:a16="http://schemas.microsoft.com/office/drawing/2014/main" id="{1892B9DF-82C6-4F02-BCC6-9D65E4BDCE7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위임이 늘어도 개발자 책임은 남는다">
            <a:extLst xmlns:a="http://schemas.openxmlformats.org/drawingml/2006/main">
              <a:ext uri="{FF2B5EF4-FFF2-40B4-BE49-F238E27FC236}">
                <a16:creationId xmlns:a16="http://schemas.microsoft.com/office/drawing/2014/main" id="{DC8A977D-2B52-481A-A6DE-C1CDEB8999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6135580B-5A77-42DE-97E6-86AE237B66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4D6DFDBF-1AFD-4157-8F02-58B2AD1314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D86139C6-AFFA-45E0-AF7E-BFE050B068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A550F693-9D37-49D9-A45B-F62C14BDB07B}"/>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AD2E0B2F-C882-44B6-B842-BA1477870608}"/>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3F4B1CD4-DBE7-4F02-9276-BFC692D73652}"/>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314D1133-106B-47D2-8FEF-B10948ADCE8F}"/>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03A7CA8A-831B-463F-BDE0-827EB765D4AA}"/>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8B54B08B-1205-4139-9269-D16C1FB431B4}"/>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03745966-6E04-4180-892C-DB16396FBA68}"/>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6EC063BD-E952-4499-BD61-95F21A7FBCD5}"/>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390BB500-2728-42F5-85C9-4457A2A3A087}"/>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3B1F3C24-FB2D-45C6-8041-2CBDDA901486}"/>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068A4C66-6F97-4BD8-9632-8382E0F5E160}"/>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9E62CA47-696B-4C41-9BC5-41A4DDD2D978}"/>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CB7EF43E-240E-4DAF-8E12-C87A953538F1}"/>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5DE65528-0167-4995-B614-076F9172AFDC}"/>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FA9E9674-F411-4ABE-9698-776DD27DFCC0}"/>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613916B0-F1BA-4C79-AD6A-549331F260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822778661"/>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32C300E2-8047-494B-AD23-32D01C121AF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79">
            <a:extLst xmlns:a="http://schemas.openxmlformats.org/drawingml/2006/main">
              <a:ext uri="{FF2B5EF4-FFF2-40B4-BE49-F238E27FC236}">
                <a16:creationId xmlns:a16="http://schemas.microsoft.com/office/drawing/2014/main" id="{36234177-93AA-4B9D-AF5A-F0B04DD0260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AI-Native Development는&#10;이 교육의 운영 모델">
            <a:extLst xmlns:a="http://schemas.openxmlformats.org/drawingml/2006/main">
              <a:ext uri="{FF2B5EF4-FFF2-40B4-BE49-F238E27FC236}">
                <a16:creationId xmlns:a16="http://schemas.microsoft.com/office/drawing/2014/main" id="{2675174E-7730-485D-A95C-85D33B3CB92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1FA4D313-2C3A-4F61-AAA3-3A99C34619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0EED498D-0E37-4B13-9D58-75D1E83571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4BCFC3FE-B50A-4DE2-8B2B-9E6A7984AA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F4FEE342-75FF-43F8-9044-84C60C4B91C8}"/>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E1801439-DBA8-4C06-8E63-E415E6E797A6}"/>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9D56438F-FD57-427C-99B2-302B09BEB353}"/>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B0AEE59C-8A21-4208-83CC-2C4AB6C6A7FB}"/>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2CDBA1A4-33C6-42B5-B6F9-51D7AD71FB29}"/>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38A3CE02-DBB6-4F02-BF4E-7A23B73814C1}"/>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FA7C3950-0D22-43E8-994B-5038EF7FDF65}"/>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92CF7A23-5EB2-454B-B0B8-1521E4EB7089}"/>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D3E9D5C4-5AE7-4A07-AE43-63BD917A5FC7}"/>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07E323E5-DC8E-4595-85D1-DF2B7E3A8ED4}"/>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C91C6946-9A13-4F1F-91E0-2B6745232A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80522931"/>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0ED5738B-98F8-455F-977E-BDCE225CAB8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0">
            <a:extLst xmlns:a="http://schemas.openxmlformats.org/drawingml/2006/main">
              <a:ext uri="{FF2B5EF4-FFF2-40B4-BE49-F238E27FC236}">
                <a16:creationId xmlns:a16="http://schemas.microsoft.com/office/drawing/2014/main" id="{A2E36492-188A-438F-907F-75C8895FE50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어느 Layer에서 마찰이 반복되는가?">
            <a:extLst xmlns:a="http://schemas.openxmlformats.org/drawingml/2006/main">
              <a:ext uri="{FF2B5EF4-FFF2-40B4-BE49-F238E27FC236}">
                <a16:creationId xmlns:a16="http://schemas.microsoft.com/office/drawing/2014/main" id="{85263E31-B442-4D0D-941D-2B60EF8FA7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0BDF4886-88A0-4FF3-89EB-CA9E37B586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13F5CAB3-224B-4E74-8083-9E0A1F98EA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1FC4C721-3F66-4082-B7B1-1C154FCC84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12FE248F-E195-47E5-93F3-BE07A4CA0E68}"/>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0DD7BD74-383F-49C7-AF2E-8D1FE2D88001}"/>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B0B5A75-3B38-4E4D-A9B9-C1F2F70E6410}"/>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BA5A014A-1C9C-443D-A0A1-21561E37EAC4}"/>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F0FA414C-7A92-4A0C-9EC8-A3205316C0C3}"/>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55BE95C1-162E-4E46-90AF-CE4E24486D68}"/>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31E7375E-5F29-4079-9933-87D07CD41658}"/>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735F6FAE-0834-48E4-8127-949245A33BA5}"/>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79C27453-94AB-4489-9542-B9F1A5D5FB7A}"/>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87023172-D73C-463E-A959-48F0FACD8375}"/>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79DE4393-402F-44EB-8E28-BD56EF7610E7}"/>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247CC725-A7F1-44C0-BAF4-B8E360F942D6}"/>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B842170B-C190-42A7-900E-2747BA4B0A99}"/>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692AAA58-6129-4BE6-B03B-FFC5BF919592}"/>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015FCCC6-937F-4C9E-B825-BDDF58C1DAD5}"/>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0D3D17C2-398C-4445-B9DE-90FDF295CA7D}"/>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D30BF5B8-8C90-41BC-B540-4CD59BBA825F}"/>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15AC6D67-50B1-4880-A1FC-868E5551FC75}"/>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91E07A3A-FACA-4829-8935-C61D9758EDAA}"/>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CD66B6AE-7DD5-40BA-90EE-12F233E63F13}"/>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BD571607-183F-4579-BBC8-9E5DF1744DAD}"/>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C92AAEF0-7B67-4276-936F-582F8C489DC1}"/>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9E2A0376-8172-4E05-9EC2-9A23C3B85BAF}"/>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14A97B6C-1D92-4054-BFFF-EAAD9E7617AF}"/>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5CEB2842-CDF4-4DAA-B048-B7AB68543F6E}"/>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27E11F57-5EAF-4B69-B046-57C9E0FC9513}"/>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4EDB450D-4BE5-4A4D-8D2C-3F21BE5D41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31725852"/>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25C563B6-F7D1-4DD8-9EBF-3A0CC60393A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1">
            <a:extLst xmlns:a="http://schemas.openxmlformats.org/drawingml/2006/main">
              <a:ext uri="{FF2B5EF4-FFF2-40B4-BE49-F238E27FC236}">
                <a16:creationId xmlns:a16="http://schemas.microsoft.com/office/drawing/2014/main" id="{C408C452-5FDA-4291-AE3B-C67F94CE587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다음 작은 행동을 개인적으로 고른다">
            <a:extLst xmlns:a="http://schemas.openxmlformats.org/drawingml/2006/main">
              <a:ext uri="{FF2B5EF4-FFF2-40B4-BE49-F238E27FC236}">
                <a16:creationId xmlns:a16="http://schemas.microsoft.com/office/drawing/2014/main" id="{E565AC4E-29BC-43C4-B140-9265111DE6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D0F3411A-B4E1-43F5-975E-E01E12DD21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41B6ACD2-7DA6-4A2B-AC48-689A0A9E3D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B4662552-345C-46AD-A117-BE5ED41AE5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111ED756-25F5-456D-9E27-1E8222BA2FA1}"/>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FDF39FF5-32EC-4797-8AC1-6D9EA252637A}"/>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A33A2638-E3B5-4E32-9372-5632DCFBB193}"/>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D463FD7D-12A2-47F4-972B-8CDE2580395C}"/>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42F36ABD-9C8C-482F-B4F3-B06234BEDDCA}"/>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FC4822DA-1425-476B-97AB-6A7DDDB35850}"/>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ABEDAC63-9B21-4EC1-96E6-608D25CB2C21}"/>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02F9D19B-1E36-4A8A-B5CA-1A4676ADD867}"/>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714EA836-B17E-4200-BA76-E378D2C5DFD6}"/>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0043406B-65D5-411D-B0BD-7DAB8D610D94}"/>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6856F252-60DB-4B01-9FE3-BD3658C19D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99133832"/>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B735C729-8F66-477F-8D5A-A01810C1A5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82">
            <a:extLst xmlns:a="http://schemas.openxmlformats.org/drawingml/2006/main">
              <a:ext uri="{FF2B5EF4-FFF2-40B4-BE49-F238E27FC236}">
                <a16:creationId xmlns:a16="http://schemas.microsoft.com/office/drawing/2014/main" id="{613FDD52-D4BA-4816-B8A2-AADA2E03F7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Q&amp;A와 교육 마무리">
            <a:extLst xmlns:a="http://schemas.openxmlformats.org/drawingml/2006/main">
              <a:ext uri="{FF2B5EF4-FFF2-40B4-BE49-F238E27FC236}">
                <a16:creationId xmlns:a16="http://schemas.microsoft.com/office/drawing/2014/main" id="{95412DAD-3294-4AA4-A2E7-98657767A4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5A0BDB44-E808-40F2-B1AF-DCD267276C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DEAA1E49-8993-4BF9-98E5-9242C34110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638A5D1E-1E33-4730-BACA-52BD46DF66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7DEFCF44-7E6E-4EDD-9456-50EEC61B28A2}"/>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F683F02B-D1B3-4258-AA2E-F7D19288470D}"/>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BF890D1E-2552-479E-B9A8-D33453083755}"/>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228FDEBF-6CD4-454B-A75E-22B9B62F134C}"/>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A0D0FAF1-4AB6-4103-BBE9-D3248DD9EF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950926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2026-10-21T13:20:04.8000000Z</dcterms:created>
  <dcterms:modified xsi:type="dcterms:W3CDTF">2026-10-21T13:20:04.8000000Z</dcterms:modified>
</coreProperties>
</file>