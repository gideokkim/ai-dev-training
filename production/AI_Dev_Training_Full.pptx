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slides/charts/chart1.xml" ContentType="application/vnd.openxmlformats-officedocument.drawingml.chart+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slides/charts/chart2.xml" ContentType="application/vnd.openxmlformats-officedocument.drawingml.chart+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73" r:id="AgentsScopeTip1"/>
    <p:sldId xmlns:r="http://schemas.openxmlformats.org/officeDocument/2006/relationships" id="374" r:id="AgentsScopeTip2"/>
    <p:sldId xmlns:r="http://schemas.openxmlformats.org/officeDocument/2006/relationships" id="375" r:id="AgentsScopeTip3"/>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2324ea7a59984abf"/><Relationship Type="http://schemas.openxmlformats.org/officeDocument/2006/relationships/slide" Target="/ppt/slides/slide16.xml" Id="Rf88a5bd1ecff4210"/><Relationship Type="http://schemas.openxmlformats.org/officeDocument/2006/relationships/slide" Target="/ppt/slides/slide17.xml" Id="R1421b08bfab84d0b"/><Relationship Type="http://schemas.openxmlformats.org/officeDocument/2006/relationships/slide" Target="/ppt/slides/slide18.xml" Id="Red86b0ab0212481f"/><Relationship Type="http://schemas.openxmlformats.org/officeDocument/2006/relationships/slide" Target="/ppt/slides/slide19.xml" Id="R41b4a79e1bc846f7"/><Relationship Type="http://schemas.openxmlformats.org/officeDocument/2006/relationships/slide" Target="/ppt/slides/slide20.xml" Id="R3dbb0943ab734dff"/><Relationship Type="http://schemas.openxmlformats.org/officeDocument/2006/relationships/slide" Target="/ppt/slides/slide21.xml" Id="R96043fbd1ea34e90"/><Relationship Type="http://schemas.openxmlformats.org/officeDocument/2006/relationships/slide" Target="/ppt/slides/slide22.xml" Id="Rb8c818146ddd40f3"/><Relationship Type="http://schemas.openxmlformats.org/officeDocument/2006/relationships/slide" Target="/ppt/slides/slide23.xml" Id="R267ceaad1ce848fb"/><Relationship Type="http://schemas.openxmlformats.org/officeDocument/2006/relationships/slide" Target="/ppt/slides/slide24.xml" Id="R3f5116ae7ea24a19"/><Relationship Type="http://schemas.openxmlformats.org/officeDocument/2006/relationships/slide" Target="/ppt/slides/slide25.xml" Id="Rd68979a1358147e4"/><Relationship Type="http://schemas.openxmlformats.org/officeDocument/2006/relationships/slide" Target="/ppt/slides/slide26.xml" Id="Rb19074434f8346ca"/><Relationship Type="http://schemas.openxmlformats.org/officeDocument/2006/relationships/slide" Target="/ppt/slides/slide27.xml" Id="R7431d4144bfb45e0"/><Relationship Type="http://schemas.openxmlformats.org/officeDocument/2006/relationships/slide" Target="/ppt/slides/slide28.xml" Id="R5fd00b26e77d4d8a"/><Relationship Type="http://schemas.openxmlformats.org/officeDocument/2006/relationships/slide" Target="/ppt/slides/slide29.xml" Id="R85f246664a6b4475"/><Relationship Type="http://schemas.openxmlformats.org/officeDocument/2006/relationships/slide" Target="/ppt/slides/slide30.xml" Id="R02259bf88f1f434a"/><Relationship Type="http://schemas.openxmlformats.org/officeDocument/2006/relationships/slide" Target="/ppt/slides/slide31.xml" Id="R008ac74c83d248ae"/><Relationship Type="http://schemas.openxmlformats.org/officeDocument/2006/relationships/slide" Target="/ppt/slides/slide32.xml" Id="R4c6458d3ca354107"/><Relationship Type="http://schemas.openxmlformats.org/officeDocument/2006/relationships/slide" Target="/ppt/slides/slide33.xml" Id="R5687a354316a49c5"/><Relationship Type="http://schemas.openxmlformats.org/officeDocument/2006/relationships/slide" Target="/ppt/slides/slide34.xml" Id="Rd0a7c9b7d513408f"/><Relationship Type="http://schemas.openxmlformats.org/officeDocument/2006/relationships/slide" Target="/ppt/slides/slide35.xml" Id="R06b70f05dae648da"/><Relationship Type="http://schemas.openxmlformats.org/officeDocument/2006/relationships/slide" Target="/ppt/slides/slide36.xml" Id="Rabf37e1304b44b86"/><Relationship Type="http://schemas.openxmlformats.org/officeDocument/2006/relationships/slide" Target="/ppt/slides/slide37.xml" Id="Ra1f62a646d394675"/><Relationship Type="http://schemas.openxmlformats.org/officeDocument/2006/relationships/slide" Target="/ppt/slides/slide38.xml" Id="R872650c42533492c"/><Relationship Type="http://schemas.openxmlformats.org/officeDocument/2006/relationships/slide" Target="/ppt/slides/slide39.xml" Id="Rf6fdc925b4ff45ad"/><Relationship Type="http://schemas.openxmlformats.org/officeDocument/2006/relationships/slide" Target="/ppt/slides/slide40.xml" Id="R9da1e5fdd36d426e"/><Relationship Type="http://schemas.openxmlformats.org/officeDocument/2006/relationships/slide" Target="/ppt/slides/slide41.xml" Id="Re8343b9254ab455d"/><Relationship Type="http://schemas.openxmlformats.org/officeDocument/2006/relationships/slide" Target="/ppt/slides/slide42.xml" Id="Rebe61671e2cb4992"/><Relationship Type="http://schemas.openxmlformats.org/officeDocument/2006/relationships/slide" Target="/ppt/slides/slide43.xml" Id="R66e6b1bf27944450"/><Relationship Type="http://schemas.openxmlformats.org/officeDocument/2006/relationships/slide" Target="/ppt/slides/slide44.xml" Id="R21190c309c1a42b7"/><Relationship Type="http://schemas.openxmlformats.org/officeDocument/2006/relationships/slide" Target="/ppt/slides/slide45.xml" Id="R024ebead023b47f0"/><Relationship Type="http://schemas.openxmlformats.org/officeDocument/2006/relationships/slide" Target="/ppt/slides/slide46.xml" Id="Rb349d4f97bb340d5"/><Relationship Type="http://schemas.openxmlformats.org/officeDocument/2006/relationships/slide" Target="/ppt/slides/slide47.xml" Id="Rd3ee7d1b086e47c2"/><Relationship Type="http://schemas.openxmlformats.org/officeDocument/2006/relationships/slide" Target="/ppt/slides/slide48.xml" Id="R535a7442298f4e3e"/><Relationship Type="http://schemas.openxmlformats.org/officeDocument/2006/relationships/slide" Target="/ppt/slides/slide49.xml" Id="Ra282229850754500"/><Relationship Type="http://schemas.openxmlformats.org/officeDocument/2006/relationships/slide" Target="/ppt/slides/slide50.xml" Id="Re64547d29423440b"/><Relationship Type="http://schemas.openxmlformats.org/officeDocument/2006/relationships/slide" Target="/ppt/slides/slide51.xml" Id="Rccc98b2c3a0547af"/><Relationship Type="http://schemas.openxmlformats.org/officeDocument/2006/relationships/slide" Target="/ppt/slides/slide52.xml" Id="R154038c08e0749a2"/><Relationship Type="http://schemas.openxmlformats.org/officeDocument/2006/relationships/slide" Target="/ppt/slides/slide53.xml" Id="Rd03e5053aad04699"/><Relationship Type="http://schemas.openxmlformats.org/officeDocument/2006/relationships/slide" Target="/ppt/slides/slide54.xml" Id="Ra6755f3e811642d2"/><Relationship Type="http://schemas.openxmlformats.org/officeDocument/2006/relationships/slide" Target="/ppt/slides/slide58.xml" Id="R72ff6461cb0746fc"/><Relationship Type="http://schemas.openxmlformats.org/officeDocument/2006/relationships/slide" Target="/ppt/slides/slide59.xml" Id="R87f28cc747584435"/><Relationship Type="http://schemas.openxmlformats.org/officeDocument/2006/relationships/slide" Target="/ppt/slides/slide60.xml" Id="R0e388af578a5444a"/><Relationship Type="http://schemas.openxmlformats.org/officeDocument/2006/relationships/slide" Target="/ppt/slides/slide61.xml" Id="R4e80fc39125a409a"/><Relationship Type="http://schemas.openxmlformats.org/officeDocument/2006/relationships/slide" Target="/ppt/slides/slide62.xml" Id="Rb7fc36f3748e4e7e"/><Relationship Type="http://schemas.openxmlformats.org/officeDocument/2006/relationships/slide" Target="/ppt/slides/slide63.xml" Id="Rb594a747736746eb"/><Relationship Type="http://schemas.openxmlformats.org/officeDocument/2006/relationships/slide" Target="/ppt/slides/slide64.xml" Id="Rf904dae589414f4f"/><Relationship Type="http://schemas.openxmlformats.org/officeDocument/2006/relationships/slide" Target="/ppt/slides/slide65.xml" Id="R895eb660f69e4832"/><Relationship Type="http://schemas.openxmlformats.org/officeDocument/2006/relationships/slide" Target="/ppt/slides/slide66.xml" Id="R367ed24082b94b6a"/><Relationship Type="http://schemas.openxmlformats.org/officeDocument/2006/relationships/slide" Target="/ppt/slides/slide67.xml" Id="R78b603dd886a4965"/><Relationship Type="http://schemas.openxmlformats.org/officeDocument/2006/relationships/slide" Target="/ppt/slides/slide68.xml" Id="R7ded63a3ac80466c"/><Relationship Type="http://schemas.openxmlformats.org/officeDocument/2006/relationships/slide" Target="/ppt/slides/slide69.xml" Id="Ra7181b8897284bc1"/><Relationship Type="http://schemas.openxmlformats.org/officeDocument/2006/relationships/slide" Target="/ppt/slides/slide70.xml" Id="R0fd1a67510f34c5f"/><Relationship Type="http://schemas.openxmlformats.org/officeDocument/2006/relationships/slide" Target="/ppt/slides/slide71.xml" Id="R9f16bb685f974f5e"/><Relationship Type="http://schemas.openxmlformats.org/officeDocument/2006/relationships/slide" Target="/ppt/slides/slide72.xml" Id="R5eeb4ae768104820"/><Relationship Type="http://schemas.openxmlformats.org/officeDocument/2006/relationships/slide" Target="/ppt/slides/slide73.xml" Id="Ref8225c5602949ad"/><Relationship Type="http://schemas.openxmlformats.org/officeDocument/2006/relationships/slide" Target="/ppt/slides/slide74.xml" Id="R7597ca53a04c459b"/><Relationship Type="http://schemas.openxmlformats.org/officeDocument/2006/relationships/slide" Target="/ppt/slides/slide75.xml" Id="Rc773ae6f18264ef1"/><Relationship Type="http://schemas.openxmlformats.org/officeDocument/2006/relationships/slide" Target="/ppt/slides/slide76.xml" Id="R7b53866a56f3425e"/><Relationship Type="http://schemas.openxmlformats.org/officeDocument/2006/relationships/slide" Target="/ppt/slides/slide77.xml" Id="R2153275503b2476a"/><Relationship Type="http://schemas.openxmlformats.org/officeDocument/2006/relationships/slide" Target="/ppt/slides/slide78.xml" Id="R608ce4adbdcf4ccb"/><Relationship Type="http://schemas.openxmlformats.org/officeDocument/2006/relationships/slide" Target="/ppt/slides/slide79.xml" Id="R4678d8fca4c642b9"/><Relationship Type="http://schemas.openxmlformats.org/officeDocument/2006/relationships/slide" Target="/ppt/slides/slide80.xml" Id="Re835f6281a3e439f"/><Relationship Type="http://schemas.openxmlformats.org/officeDocument/2006/relationships/slide" Target="/ppt/slides/slide81.xml" Id="Rcacc6d5c4ad749f0"/><Relationship Type="http://schemas.openxmlformats.org/officeDocument/2006/relationships/slide" Target="/ppt/slides/slide82.xml" Id="R016396d127394e1a"/><Relationship Type="http://schemas.openxmlformats.org/officeDocument/2006/relationships/slide" Target="/ppt/slides/slide83.xml" Id="R5f303c360e3a43f7"/><Relationship Type="http://schemas.openxmlformats.org/officeDocument/2006/relationships/slide" Target="/ppt/slides/slide84.xml" Id="R70a347417a0e4436"/><Relationship Type="http://schemas.openxmlformats.org/officeDocument/2006/relationships/slide" Target="/ppt/slides/slide85.xml" Id="R427f8faf69084bf2"/><Relationship Type="http://schemas.openxmlformats.org/officeDocument/2006/relationships/slide" Target="/ppt/slides/slide86.xml" Id="R7b1929d697764fed"/><Relationship Type="http://schemas.openxmlformats.org/officeDocument/2006/relationships/slide" Target="/ppt/slides/slide87.xml" Id="R7b8f7c435d8b461f"/><Relationship Type="http://schemas.openxmlformats.org/officeDocument/2006/relationships/slide" Target="/ppt/slides/slide88.xml" Id="R507d9a6a7b414991"/><Relationship Type="http://schemas.openxmlformats.org/officeDocument/2006/relationships/slide" Target="/ppt/slides/slide89.xml" Id="Rae9abd65533e4896"/><Relationship Type="http://schemas.openxmlformats.org/officeDocument/2006/relationships/slide" Target="/ppt/slides/slide90.xml" Id="R972055e3d0974d3d"/><Relationship Type="http://schemas.openxmlformats.org/officeDocument/2006/relationships/slide" Target="/ppt/slides/slide91.xml" Id="Rfab2baeaf6c2489e"/><Relationship Type="http://schemas.openxmlformats.org/officeDocument/2006/relationships/slide" Target="/ppt/slides/slide92.xml" Id="R1a08854b15af4bcd"/><Relationship Type="http://schemas.openxmlformats.org/officeDocument/2006/relationships/slide" Target="/ppt/slides/slide93.xml" Id="R78079090e17c4a8c"/><Relationship Type="http://schemas.openxmlformats.org/officeDocument/2006/relationships/slide" Target="/ppt/slides/slide94.xml" Id="R5b1111aade374262"/><Relationship Type="http://schemas.openxmlformats.org/officeDocument/2006/relationships/slide" Target="/ppt/slides/slide95.xml" Id="Rf817ae0da26b49b8"/><Relationship Type="http://schemas.openxmlformats.org/officeDocument/2006/relationships/slide" Target="/ppt/slides/slide96.xml" Id="R5cc79f0d8ad94df8"/><Relationship Type="http://schemas.openxmlformats.org/officeDocument/2006/relationships/slide" Target="/ppt/slides/slide97.xml" Id="R7e79aaa9bff346fa"/><Relationship Type="http://schemas.openxmlformats.org/officeDocument/2006/relationships/slide" Target="/ppt/slides/slide98.xml" Id="R0063c448f38e4336"/><Relationship Type="http://schemas.openxmlformats.org/officeDocument/2006/relationships/slide" Target="/ppt/slides/slide99.xml" Id="Rb0627c4a99df4d4f"/><Relationship Type="http://schemas.openxmlformats.org/officeDocument/2006/relationships/slide" Target="/ppt/slides/slide100.xml" Id="Ra10a0e13a2184135"/><Relationship Type="http://schemas.openxmlformats.org/officeDocument/2006/relationships/slide" Target="/ppt/slides/slide101.xml" Id="R9b60d9b4a2e44dd3"/><Relationship Type="http://schemas.openxmlformats.org/officeDocument/2006/relationships/slide" Target="/ppt/slides/slide102.xml" Id="Rc17d36dd79264453"/><Relationship Type="http://schemas.openxmlformats.org/officeDocument/2006/relationships/slide" Target="/ppt/slides/slide103.xml" Id="R603e33c25b484f54"/><Relationship Type="http://schemas.openxmlformats.org/officeDocument/2006/relationships/slide" Target="/ppt/slides/slide104.xml" Id="R6fd503a3177f4d06"/><Relationship Type="http://schemas.openxmlformats.org/officeDocument/2006/relationships/slide" Target="/ppt/slides/slide105.xml" Id="Rd07a9a0a0d094a1f"/><Relationship Type="http://schemas.openxmlformats.org/officeDocument/2006/relationships/slide" Target="/ppt/slides/slide106.xml" Id="R718f7d508df64340"/><Relationship Type="http://schemas.openxmlformats.org/officeDocument/2006/relationships/slide" Target="/ppt/slides/slide107.xml" Id="Rb2144a6581f3498a"/><Relationship Type="http://schemas.openxmlformats.org/officeDocument/2006/relationships/slide" Target="/ppt/slides/slide108.xml" Id="R7e193bf32174419f"/><Relationship Type="http://schemas.openxmlformats.org/officeDocument/2006/relationships/slide" Target="/ppt/slides/slide109.xml" Id="R3b2b3b2837f345d7"/><Relationship Type="http://schemas.openxmlformats.org/officeDocument/2006/relationships/slide" Target="/ppt/slides/slide110.xml" Id="Rc8d64c078fdb4e93"/><Relationship Type="http://schemas.openxmlformats.org/officeDocument/2006/relationships/slide" Target="/ppt/slides/slide111.xml" Id="R14761046fa0449ad"/><Relationship Type="http://schemas.openxmlformats.org/officeDocument/2006/relationships/slide" Target="/ppt/slides/slide112.xml" Id="R308e5dcf86374f7a"/><Relationship Type="http://schemas.openxmlformats.org/officeDocument/2006/relationships/slide" Target="/ppt/slides/slide113.xml" Id="Rb70d6e328be74d60"/><Relationship Type="http://schemas.openxmlformats.org/officeDocument/2006/relationships/slide" Target="/ppt/slides/slide114.xml" Id="Re9f94e65c1024047"/><Relationship Type="http://schemas.openxmlformats.org/officeDocument/2006/relationships/slide" Target="/ppt/slides/slide115.xml" Id="R44280ecc75ac417f"/><Relationship Type="http://schemas.openxmlformats.org/officeDocument/2006/relationships/slide" Target="/ppt/slides/slide116.xml" Id="R350e5087273b43f8"/><Relationship Type="http://schemas.openxmlformats.org/officeDocument/2006/relationships/slide" Target="/ppt/slides/slide117.xml" Id="R99aa14256c364cca"/><Relationship Type="http://schemas.openxmlformats.org/officeDocument/2006/relationships/slide" Target="/ppt/slides/slide118.xml" Id="Re7befaa2280e40d8"/><Relationship Type="http://schemas.openxmlformats.org/officeDocument/2006/relationships/slide" Target="/ppt/slides/slide119.xml" Id="Rb72241cc12ab4b73"/><Relationship Id="CopilotTipAfterS03" Type="http://schemas.openxmlformats.org/officeDocument/2006/relationships/slide" Target="/ppt/slides/slide4.xml"/><Relationship Id="AgentsScopeTip1" Type="http://schemas.openxmlformats.org/officeDocument/2006/relationships/slide" Target="/ppt/slides/slide55.xml"/><Relationship Id="AgentsScopeTip2" Type="http://schemas.openxmlformats.org/officeDocument/2006/relationships/slide" Target="/ppt/slides/slide56.xml"/><Relationship Id="AgentsScopeTip3" Type="http://schemas.openxmlformats.org/officeDocument/2006/relationships/slide" Target="/ppt/slides/slide57.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2cf5e4e08ef949c1"/><Relationship Type="http://schemas.openxmlformats.org/officeDocument/2006/relationships/notesMaster" Target="/ppt/notesMasters/notesMaster1.xml" Id="Rb0de13c330b04519"/></Relationships>
</file>

<file path=ppt/notesSlides/_rels/notesSlide16.xml.rels><?xml version="1.0" encoding="utf-8"?><Relationships xmlns="http://schemas.openxmlformats.org/package/2006/relationships"><Relationship Type="http://schemas.openxmlformats.org/officeDocument/2006/relationships/slide" Target="/ppt/slides/slide16.xml" Id="R7301750abf6f4a83"/><Relationship Type="http://schemas.openxmlformats.org/officeDocument/2006/relationships/notesMaster" Target="/ppt/notesMasters/notesMaster1.xml" Id="Rc66635230a774473"/></Relationships>
</file>

<file path=ppt/notesSlides/_rels/notesSlide17.xml.rels><?xml version="1.0" encoding="utf-8"?><Relationships xmlns="http://schemas.openxmlformats.org/package/2006/relationships"><Relationship Type="http://schemas.openxmlformats.org/officeDocument/2006/relationships/slide" Target="/ppt/slides/slide17.xml" Id="Re6fa6a9d378647c4"/><Relationship Type="http://schemas.openxmlformats.org/officeDocument/2006/relationships/notesMaster" Target="/ppt/notesMasters/notesMaster1.xml" Id="Rd04df728b5b1496b"/></Relationships>
</file>

<file path=ppt/notesSlides/_rels/notesSlide18.xml.rels><?xml version="1.0" encoding="utf-8"?><Relationships xmlns="http://schemas.openxmlformats.org/package/2006/relationships"><Relationship Type="http://schemas.openxmlformats.org/officeDocument/2006/relationships/slide" Target="/ppt/slides/slide18.xml" Id="Rc49004c64dcc4114"/><Relationship Type="http://schemas.openxmlformats.org/officeDocument/2006/relationships/notesMaster" Target="/ppt/notesMasters/notesMaster1.xml" Id="R8597ca8eebd94fe2"/></Relationships>
</file>

<file path=ppt/notesSlides/_rels/notesSlide19.xml.rels><?xml version="1.0" encoding="utf-8"?><Relationships xmlns="http://schemas.openxmlformats.org/package/2006/relationships"><Relationship Type="http://schemas.openxmlformats.org/officeDocument/2006/relationships/slide" Target="/ppt/slides/slide19.xml" Id="R029c79815b914f6e"/><Relationship Type="http://schemas.openxmlformats.org/officeDocument/2006/relationships/notesMaster" Target="/ppt/notesMasters/notesMaster1.xml" Id="R3d15e51f2b8c46c6"/></Relationships>
</file>

<file path=ppt/notesSlides/_rels/notesSlide20.xml.rels><?xml version="1.0" encoding="utf-8"?><Relationships xmlns="http://schemas.openxmlformats.org/package/2006/relationships"><Relationship Type="http://schemas.openxmlformats.org/officeDocument/2006/relationships/slide" Target="/ppt/slides/slide20.xml" Id="R9e178c6ca04b403f"/><Relationship Type="http://schemas.openxmlformats.org/officeDocument/2006/relationships/notesMaster" Target="/ppt/notesMasters/notesMaster1.xml" Id="R4bba528c2e944dd4"/></Relationships>
</file>

<file path=ppt/notesSlides/_rels/notesSlide21.xml.rels><?xml version="1.0" encoding="utf-8"?><Relationships xmlns="http://schemas.openxmlformats.org/package/2006/relationships"><Relationship Type="http://schemas.openxmlformats.org/officeDocument/2006/relationships/slide" Target="/ppt/slides/slide21.xml" Id="R73db2b646f9f4c5d"/><Relationship Type="http://schemas.openxmlformats.org/officeDocument/2006/relationships/notesMaster" Target="/ppt/notesMasters/notesMaster1.xml" Id="R8c8e0b0a71694e52"/></Relationships>
</file>

<file path=ppt/notesSlides/_rels/notesSlide22.xml.rels><?xml version="1.0" encoding="utf-8"?><Relationships xmlns="http://schemas.openxmlformats.org/package/2006/relationships"><Relationship Type="http://schemas.openxmlformats.org/officeDocument/2006/relationships/slide" Target="/ppt/slides/slide22.xml" Id="R4ca6d8b892654ee8"/><Relationship Type="http://schemas.openxmlformats.org/officeDocument/2006/relationships/notesMaster" Target="/ppt/notesMasters/notesMaster1.xml" Id="R614a5fd6875b4611"/></Relationships>
</file>

<file path=ppt/notesSlides/_rels/notesSlide23.xml.rels><?xml version="1.0" encoding="utf-8"?><Relationships xmlns="http://schemas.openxmlformats.org/package/2006/relationships"><Relationship Type="http://schemas.openxmlformats.org/officeDocument/2006/relationships/slide" Target="/ppt/slides/slide23.xml" Id="Rd63b94f958c64bfc"/><Relationship Type="http://schemas.openxmlformats.org/officeDocument/2006/relationships/notesMaster" Target="/ppt/notesMasters/notesMaster1.xml" Id="R33ff3b357a2e4278"/></Relationships>
</file>

<file path=ppt/notesSlides/_rels/notesSlide24.xml.rels><?xml version="1.0" encoding="utf-8"?><Relationships xmlns="http://schemas.openxmlformats.org/package/2006/relationships"><Relationship Type="http://schemas.openxmlformats.org/officeDocument/2006/relationships/slide" Target="/ppt/slides/slide24.xml" Id="R8d9284509cb040bf"/><Relationship Type="http://schemas.openxmlformats.org/officeDocument/2006/relationships/notesMaster" Target="/ppt/notesMasters/notesMaster1.xml" Id="R94341f82308244b7"/></Relationships>
</file>

<file path=ppt/notesSlides/_rels/notesSlide25.xml.rels><?xml version="1.0" encoding="utf-8"?><Relationships xmlns="http://schemas.openxmlformats.org/package/2006/relationships"><Relationship Type="http://schemas.openxmlformats.org/officeDocument/2006/relationships/slide" Target="/ppt/slides/slide25.xml" Id="Rf121fc86bf444ad2"/><Relationship Type="http://schemas.openxmlformats.org/officeDocument/2006/relationships/notesMaster" Target="/ppt/notesMasters/notesMaster1.xml" Id="R3478b766b2b34cb1"/></Relationships>
</file>

<file path=ppt/notesSlides/_rels/notesSlide26.xml.rels><?xml version="1.0" encoding="utf-8"?><Relationships xmlns="http://schemas.openxmlformats.org/package/2006/relationships"><Relationship Type="http://schemas.openxmlformats.org/officeDocument/2006/relationships/slide" Target="/ppt/slides/slide26.xml" Id="R7ac060aac17e48a6"/><Relationship Type="http://schemas.openxmlformats.org/officeDocument/2006/relationships/notesMaster" Target="/ppt/notesMasters/notesMaster1.xml" Id="Rda8a433128fa4b16"/></Relationships>
</file>

<file path=ppt/notesSlides/_rels/notesSlide27.xml.rels><?xml version="1.0" encoding="utf-8"?><Relationships xmlns="http://schemas.openxmlformats.org/package/2006/relationships"><Relationship Type="http://schemas.openxmlformats.org/officeDocument/2006/relationships/slide" Target="/ppt/slides/slide27.xml" Id="R30253838b6a944c8"/><Relationship Type="http://schemas.openxmlformats.org/officeDocument/2006/relationships/notesMaster" Target="/ppt/notesMasters/notesMaster1.xml" Id="R92f313188ba24d0c"/></Relationships>
</file>

<file path=ppt/notesSlides/_rels/notesSlide28.xml.rels><?xml version="1.0" encoding="utf-8"?><Relationships xmlns="http://schemas.openxmlformats.org/package/2006/relationships"><Relationship Type="http://schemas.openxmlformats.org/officeDocument/2006/relationships/slide" Target="/ppt/slides/slide28.xml" Id="R64844f16deea4e23"/><Relationship Type="http://schemas.openxmlformats.org/officeDocument/2006/relationships/notesMaster" Target="/ppt/notesMasters/notesMaster1.xml" Id="R1059aaca941e4630"/></Relationships>
</file>

<file path=ppt/notesSlides/_rels/notesSlide29.xml.rels><?xml version="1.0" encoding="utf-8"?><Relationships xmlns="http://schemas.openxmlformats.org/package/2006/relationships"><Relationship Type="http://schemas.openxmlformats.org/officeDocument/2006/relationships/slide" Target="/ppt/slides/slide29.xml" Id="Ra8d2cc47a4194b8f"/><Relationship Type="http://schemas.openxmlformats.org/officeDocument/2006/relationships/notesMaster" Target="/ppt/notesMasters/notesMaster1.xml" Id="R153d5f827a8646a6"/></Relationships>
</file>

<file path=ppt/notesSlides/_rels/notesSlide30.xml.rels><?xml version="1.0" encoding="utf-8"?><Relationships xmlns="http://schemas.openxmlformats.org/package/2006/relationships"><Relationship Type="http://schemas.openxmlformats.org/officeDocument/2006/relationships/slide" Target="/ppt/slides/slide30.xml" Id="R5d7b3273780543a3"/><Relationship Type="http://schemas.openxmlformats.org/officeDocument/2006/relationships/notesMaster" Target="/ppt/notesMasters/notesMaster1.xml" Id="R6fc6def0efcb4d94"/></Relationships>
</file>

<file path=ppt/notesSlides/_rels/notesSlide31.xml.rels><?xml version="1.0" encoding="utf-8"?><Relationships xmlns="http://schemas.openxmlformats.org/package/2006/relationships"><Relationship Type="http://schemas.openxmlformats.org/officeDocument/2006/relationships/slide" Target="/ppt/slides/slide31.xml" Id="R42c1c747efc94d4b"/><Relationship Type="http://schemas.openxmlformats.org/officeDocument/2006/relationships/notesMaster" Target="/ppt/notesMasters/notesMaster1.xml" Id="R5d345cc6a40b4ef8"/></Relationships>
</file>

<file path=ppt/notesSlides/_rels/notesSlide32.xml.rels><?xml version="1.0" encoding="utf-8"?><Relationships xmlns="http://schemas.openxmlformats.org/package/2006/relationships"><Relationship Type="http://schemas.openxmlformats.org/officeDocument/2006/relationships/slide" Target="/ppt/slides/slide32.xml" Id="Rd01433e4a9974d3f"/><Relationship Type="http://schemas.openxmlformats.org/officeDocument/2006/relationships/notesMaster" Target="/ppt/notesMasters/notesMaster1.xml" Id="R6e020c48cfce4997"/></Relationships>
</file>

<file path=ppt/notesSlides/_rels/notesSlide33.xml.rels><?xml version="1.0" encoding="utf-8"?><Relationships xmlns="http://schemas.openxmlformats.org/package/2006/relationships"><Relationship Type="http://schemas.openxmlformats.org/officeDocument/2006/relationships/slide" Target="/ppt/slides/slide33.xml" Id="R292051762edb4e89"/><Relationship Type="http://schemas.openxmlformats.org/officeDocument/2006/relationships/notesMaster" Target="/ppt/notesMasters/notesMaster1.xml" Id="R75de794708ea41ad"/></Relationships>
</file>

<file path=ppt/notesSlides/_rels/notesSlide34.xml.rels><?xml version="1.0" encoding="utf-8"?><Relationships xmlns="http://schemas.openxmlformats.org/package/2006/relationships"><Relationship Type="http://schemas.openxmlformats.org/officeDocument/2006/relationships/slide" Target="/ppt/slides/slide34.xml" Id="R5037d43ddf884859"/><Relationship Type="http://schemas.openxmlformats.org/officeDocument/2006/relationships/notesMaster" Target="/ppt/notesMasters/notesMaster1.xml" Id="R6e1a705c247c45d5"/></Relationships>
</file>

<file path=ppt/notesSlides/_rels/notesSlide35.xml.rels><?xml version="1.0" encoding="utf-8"?><Relationships xmlns="http://schemas.openxmlformats.org/package/2006/relationships"><Relationship Type="http://schemas.openxmlformats.org/officeDocument/2006/relationships/slide" Target="/ppt/slides/slide35.xml" Id="R7f3213dd031e4b59"/><Relationship Type="http://schemas.openxmlformats.org/officeDocument/2006/relationships/notesMaster" Target="/ppt/notesMasters/notesMaster1.xml" Id="R3c74c6a455244d15"/></Relationships>
</file>

<file path=ppt/notesSlides/_rels/notesSlide36.xml.rels><?xml version="1.0" encoding="utf-8"?><Relationships xmlns="http://schemas.openxmlformats.org/package/2006/relationships"><Relationship Type="http://schemas.openxmlformats.org/officeDocument/2006/relationships/slide" Target="/ppt/slides/slide36.xml" Id="R3cf109f7c5a44be6"/><Relationship Type="http://schemas.openxmlformats.org/officeDocument/2006/relationships/notesMaster" Target="/ppt/notesMasters/notesMaster1.xml" Id="Reee8baa74f6e44fc"/></Relationships>
</file>

<file path=ppt/notesSlides/_rels/notesSlide37.xml.rels><?xml version="1.0" encoding="utf-8"?><Relationships xmlns="http://schemas.openxmlformats.org/package/2006/relationships"><Relationship Type="http://schemas.openxmlformats.org/officeDocument/2006/relationships/slide" Target="/ppt/slides/slide37.xml" Id="Ref837ed02f204b7d"/><Relationship Type="http://schemas.openxmlformats.org/officeDocument/2006/relationships/notesMaster" Target="/ppt/notesMasters/notesMaster1.xml" Id="R0a067a864a764a6e"/></Relationships>
</file>

<file path=ppt/notesSlides/_rels/notesSlide38.xml.rels><?xml version="1.0" encoding="utf-8"?><Relationships xmlns="http://schemas.openxmlformats.org/package/2006/relationships"><Relationship Type="http://schemas.openxmlformats.org/officeDocument/2006/relationships/slide" Target="/ppt/slides/slide38.xml" Id="R8d85cfc379044e0c"/><Relationship Type="http://schemas.openxmlformats.org/officeDocument/2006/relationships/notesMaster" Target="/ppt/notesMasters/notesMaster1.xml" Id="R690345a37f2240d5"/></Relationships>
</file>

<file path=ppt/notesSlides/_rels/notesSlide39.xml.rels><?xml version="1.0" encoding="utf-8"?><Relationships xmlns="http://schemas.openxmlformats.org/package/2006/relationships"><Relationship Type="http://schemas.openxmlformats.org/officeDocument/2006/relationships/slide" Target="/ppt/slides/slide39.xml" Id="R57c1475feed6472d"/><Relationship Type="http://schemas.openxmlformats.org/officeDocument/2006/relationships/notesMaster" Target="/ppt/notesMasters/notesMaster1.xml" Id="R9a1b31d13d1e488c"/></Relationships>
</file>

<file path=ppt/notesSlides/_rels/notesSlide40.xml.rels><?xml version="1.0" encoding="utf-8"?><Relationships xmlns="http://schemas.openxmlformats.org/package/2006/relationships"><Relationship Type="http://schemas.openxmlformats.org/officeDocument/2006/relationships/slide" Target="/ppt/slides/slide40.xml" Id="R6f6958abbd7a4c3f"/><Relationship Type="http://schemas.openxmlformats.org/officeDocument/2006/relationships/notesMaster" Target="/ppt/notesMasters/notesMaster1.xml" Id="Rb3c5eb7838514888"/></Relationships>
</file>

<file path=ppt/notesSlides/_rels/notesSlide41.xml.rels><?xml version="1.0" encoding="utf-8"?><Relationships xmlns="http://schemas.openxmlformats.org/package/2006/relationships"><Relationship Type="http://schemas.openxmlformats.org/officeDocument/2006/relationships/slide" Target="/ppt/slides/slide41.xml" Id="R27bd3f62056f43f8"/><Relationship Type="http://schemas.openxmlformats.org/officeDocument/2006/relationships/notesMaster" Target="/ppt/notesMasters/notesMaster1.xml" Id="R1a9e99f102ab47bb"/></Relationships>
</file>

<file path=ppt/notesSlides/_rels/notesSlide42.xml.rels><?xml version="1.0" encoding="utf-8"?><Relationships xmlns="http://schemas.openxmlformats.org/package/2006/relationships"><Relationship Type="http://schemas.openxmlformats.org/officeDocument/2006/relationships/slide" Target="/ppt/slides/slide42.xml" Id="R9fd50eb02b3049c1"/><Relationship Type="http://schemas.openxmlformats.org/officeDocument/2006/relationships/notesMaster" Target="/ppt/notesMasters/notesMaster1.xml" Id="R4932c0f27fd44bfe"/></Relationships>
</file>

<file path=ppt/notesSlides/_rels/notesSlide43.xml.rels><?xml version="1.0" encoding="utf-8"?><Relationships xmlns="http://schemas.openxmlformats.org/package/2006/relationships"><Relationship Type="http://schemas.openxmlformats.org/officeDocument/2006/relationships/slide" Target="/ppt/slides/slide43.xml" Id="R1159c2cb82274f7b"/><Relationship Type="http://schemas.openxmlformats.org/officeDocument/2006/relationships/notesMaster" Target="/ppt/notesMasters/notesMaster1.xml" Id="Rc3d8815449fa4306"/></Relationships>
</file>

<file path=ppt/notesSlides/_rels/notesSlide44.xml.rels><?xml version="1.0" encoding="utf-8"?><Relationships xmlns="http://schemas.openxmlformats.org/package/2006/relationships"><Relationship Type="http://schemas.openxmlformats.org/officeDocument/2006/relationships/slide" Target="/ppt/slides/slide44.xml" Id="Ra3a068cf27c84edc"/><Relationship Type="http://schemas.openxmlformats.org/officeDocument/2006/relationships/notesMaster" Target="/ppt/notesMasters/notesMaster1.xml" Id="Rfed2bd914ede4447"/></Relationships>
</file>

<file path=ppt/notesSlides/_rels/notesSlide45.xml.rels><?xml version="1.0" encoding="utf-8"?><Relationships xmlns="http://schemas.openxmlformats.org/package/2006/relationships"><Relationship Type="http://schemas.openxmlformats.org/officeDocument/2006/relationships/slide" Target="/ppt/slides/slide45.xml" Id="R2f5eb6ea7a5045b7"/><Relationship Type="http://schemas.openxmlformats.org/officeDocument/2006/relationships/notesMaster" Target="/ppt/notesMasters/notesMaster1.xml" Id="R38c9e617f9274904"/></Relationships>
</file>

<file path=ppt/notesSlides/_rels/notesSlide46.xml.rels><?xml version="1.0" encoding="utf-8"?><Relationships xmlns="http://schemas.openxmlformats.org/package/2006/relationships"><Relationship Type="http://schemas.openxmlformats.org/officeDocument/2006/relationships/slide" Target="/ppt/slides/slide46.xml" Id="R38f08979cbdc4aa7"/><Relationship Type="http://schemas.openxmlformats.org/officeDocument/2006/relationships/notesMaster" Target="/ppt/notesMasters/notesMaster1.xml" Id="R998ca9207282418a"/></Relationships>
</file>

<file path=ppt/notesSlides/_rels/notesSlide47.xml.rels><?xml version="1.0" encoding="utf-8"?><Relationships xmlns="http://schemas.openxmlformats.org/package/2006/relationships"><Relationship Type="http://schemas.openxmlformats.org/officeDocument/2006/relationships/slide" Target="/ppt/slides/slide47.xml" Id="R798f62ab99724546"/><Relationship Type="http://schemas.openxmlformats.org/officeDocument/2006/relationships/notesMaster" Target="/ppt/notesMasters/notesMaster1.xml" Id="Rd38075829c4a4204"/></Relationships>
</file>

<file path=ppt/notesSlides/_rels/notesSlide48.xml.rels><?xml version="1.0" encoding="utf-8"?><Relationships xmlns="http://schemas.openxmlformats.org/package/2006/relationships"><Relationship Type="http://schemas.openxmlformats.org/officeDocument/2006/relationships/slide" Target="/ppt/slides/slide48.xml" Id="Rc2c632e10d4d4eda"/><Relationship Type="http://schemas.openxmlformats.org/officeDocument/2006/relationships/notesMaster" Target="/ppt/notesMasters/notesMaster1.xml" Id="Ra035fd65003543d4"/></Relationships>
</file>

<file path=ppt/notesSlides/_rels/notesSlide49.xml.rels><?xml version="1.0" encoding="utf-8"?><Relationships xmlns="http://schemas.openxmlformats.org/package/2006/relationships"><Relationship Type="http://schemas.openxmlformats.org/officeDocument/2006/relationships/slide" Target="/ppt/slides/slide49.xml" Id="Reea3724f70a04c47"/><Relationship Type="http://schemas.openxmlformats.org/officeDocument/2006/relationships/notesMaster" Target="/ppt/notesMasters/notesMaster1.xml" Id="Rff4917388cae47d6"/></Relationships>
</file>

<file path=ppt/notesSlides/_rels/notesSlide50.xml.rels><?xml version="1.0" encoding="utf-8"?><Relationships xmlns="http://schemas.openxmlformats.org/package/2006/relationships"><Relationship Type="http://schemas.openxmlformats.org/officeDocument/2006/relationships/slide" Target="/ppt/slides/slide50.xml" Id="R976db653e93640ce"/><Relationship Type="http://schemas.openxmlformats.org/officeDocument/2006/relationships/notesMaster" Target="/ppt/notesMasters/notesMaster1.xml" Id="Rb201c12cec194cc2"/></Relationships>
</file>

<file path=ppt/notesSlides/_rels/notesSlide51.xml.rels><?xml version="1.0" encoding="utf-8"?><Relationships xmlns="http://schemas.openxmlformats.org/package/2006/relationships"><Relationship Type="http://schemas.openxmlformats.org/officeDocument/2006/relationships/slide" Target="/ppt/slides/slide51.xml" Id="R1a2575755a454006"/><Relationship Type="http://schemas.openxmlformats.org/officeDocument/2006/relationships/notesMaster" Target="/ppt/notesMasters/notesMaster1.xml" Id="R98b78708a46841a7"/></Relationships>
</file>

<file path=ppt/notesSlides/_rels/notesSlide52.xml.rels><?xml version="1.0" encoding="utf-8"?><Relationships xmlns="http://schemas.openxmlformats.org/package/2006/relationships"><Relationship Type="http://schemas.openxmlformats.org/officeDocument/2006/relationships/slide" Target="/ppt/slides/slide52.xml" Id="Rfff9974287694fbd"/><Relationship Type="http://schemas.openxmlformats.org/officeDocument/2006/relationships/notesMaster" Target="/ppt/notesMasters/notesMaster1.xml" Id="R5d4d024401be4f35"/></Relationships>
</file>

<file path=ppt/notesSlides/_rels/notesSlide53.xml.rels><?xml version="1.0" encoding="utf-8"?><Relationships xmlns="http://schemas.openxmlformats.org/package/2006/relationships"><Relationship Type="http://schemas.openxmlformats.org/officeDocument/2006/relationships/slide" Target="/ppt/slides/slide53.xml" Id="R296f2cf620ab4fef"/><Relationship Type="http://schemas.openxmlformats.org/officeDocument/2006/relationships/notesMaster" Target="/ppt/notesMasters/notesMaster1.xml" Id="R2beee451bb4f417e"/></Relationships>
</file>

<file path=ppt/notesSlides/_rels/notesSlide54.xml.rels><?xml version="1.0" encoding="utf-8"?><Relationships xmlns="http://schemas.openxmlformats.org/package/2006/relationships"><Relationship Type="http://schemas.openxmlformats.org/officeDocument/2006/relationships/slide" Target="/ppt/slides/slide54.xml" Id="R2270b65c7d824e97"/><Relationship Type="http://schemas.openxmlformats.org/officeDocument/2006/relationships/notesMaster" Target="/ppt/notesMasters/notesMaster1.xml" Id="Rec895c04a376450f"/></Relationships>
</file>

<file path=ppt/notesSlides/_rels/notesSlide55.xml.rels><?xml version="1.0" encoding="utf-8"?><Relationships xmlns="http://schemas.openxmlformats.org/package/2006/relationships"><Relationship Type="http://schemas.openxmlformats.org/officeDocument/2006/relationships/slide" Target="/ppt/slides/slide55.xml" Id="Rc318f49d3acc4830"/><Relationship Type="http://schemas.openxmlformats.org/officeDocument/2006/relationships/notesMaster" Target="/ppt/notesMasters/notesMaster1.xml" Id="Rab283a938dc64efe"/></Relationships>
</file>

<file path=ppt/notesSlides/_rels/notesSlide56.xml.rels><?xml version="1.0" encoding="utf-8"?><Relationships xmlns="http://schemas.openxmlformats.org/package/2006/relationships"><Relationship Type="http://schemas.openxmlformats.org/officeDocument/2006/relationships/slide" Target="/ppt/slides/slide56.xml" Id="R37b3914b36894636"/><Relationship Type="http://schemas.openxmlformats.org/officeDocument/2006/relationships/notesMaster" Target="/ppt/notesMasters/notesMaster1.xml" Id="Rd01408e265974e05"/></Relationships>
</file>

<file path=ppt/notesSlides/_rels/notesSlide57.xml.rels><?xml version="1.0" encoding="utf-8"?><Relationships xmlns="http://schemas.openxmlformats.org/package/2006/relationships"><Relationship Type="http://schemas.openxmlformats.org/officeDocument/2006/relationships/slide" Target="/ppt/slides/slide57.xml" Id="R04c54d61fbfb4c39"/><Relationship Type="http://schemas.openxmlformats.org/officeDocument/2006/relationships/notesMaster" Target="/ppt/notesMasters/notesMaster1.xml" Id="R50058a4ee4ca4c37"/></Relationships>
</file>

<file path=ppt/notesSlides/_rels/notesSlide58.xml.rels><?xml version="1.0" encoding="utf-8"?><Relationships xmlns="http://schemas.openxmlformats.org/package/2006/relationships"><Relationship Type="http://schemas.openxmlformats.org/officeDocument/2006/relationships/slide" Target="/ppt/slides/slide58.xml" Id="R34c2dfb647954740"/><Relationship Type="http://schemas.openxmlformats.org/officeDocument/2006/relationships/notesMaster" Target="/ppt/notesMasters/notesMaster1.xml" Id="R772b29c6f08a48a9"/></Relationships>
</file>

<file path=ppt/notesSlides/_rels/notesSlide59.xml.rels><?xml version="1.0" encoding="utf-8"?><Relationships xmlns="http://schemas.openxmlformats.org/package/2006/relationships"><Relationship Type="http://schemas.openxmlformats.org/officeDocument/2006/relationships/slide" Target="/ppt/slides/slide59.xml" Id="R34d6c63d743b4d95"/><Relationship Type="http://schemas.openxmlformats.org/officeDocument/2006/relationships/notesMaster" Target="/ppt/notesMasters/notesMaster1.xml" Id="Rc9843874f9a745f4"/></Relationships>
</file>

<file path=ppt/notesSlides/_rels/notesSlide60.xml.rels><?xml version="1.0" encoding="utf-8"?><Relationships xmlns="http://schemas.openxmlformats.org/package/2006/relationships"><Relationship Type="http://schemas.openxmlformats.org/officeDocument/2006/relationships/slide" Target="/ppt/slides/slide60.xml" Id="Rb66f601fa32245e6"/><Relationship Type="http://schemas.openxmlformats.org/officeDocument/2006/relationships/notesMaster" Target="/ppt/notesMasters/notesMaster1.xml" Id="R14cd720d54274fa1"/></Relationships>
</file>

<file path=ppt/notesSlides/_rels/notesSlide61.xml.rels><?xml version="1.0" encoding="utf-8"?><Relationships xmlns="http://schemas.openxmlformats.org/package/2006/relationships"><Relationship Type="http://schemas.openxmlformats.org/officeDocument/2006/relationships/slide" Target="/ppt/slides/slide61.xml" Id="R25ede0acb2394a3e"/><Relationship Type="http://schemas.openxmlformats.org/officeDocument/2006/relationships/notesMaster" Target="/ppt/notesMasters/notesMaster1.xml" Id="R733e545b2c744b6f"/></Relationships>
</file>

<file path=ppt/notesSlides/_rels/notesSlide62.xml.rels><?xml version="1.0" encoding="utf-8"?><Relationships xmlns="http://schemas.openxmlformats.org/package/2006/relationships"><Relationship Type="http://schemas.openxmlformats.org/officeDocument/2006/relationships/slide" Target="/ppt/slides/slide62.xml" Id="Rf7349916333445a4"/><Relationship Type="http://schemas.openxmlformats.org/officeDocument/2006/relationships/notesMaster" Target="/ppt/notesMasters/notesMaster1.xml" Id="R592735f8936f47da"/></Relationships>
</file>

<file path=ppt/notesSlides/_rels/notesSlide63.xml.rels><?xml version="1.0" encoding="utf-8"?><Relationships xmlns="http://schemas.openxmlformats.org/package/2006/relationships"><Relationship Type="http://schemas.openxmlformats.org/officeDocument/2006/relationships/slide" Target="/ppt/slides/slide63.xml" Id="R17b760d51b6e468a"/><Relationship Type="http://schemas.openxmlformats.org/officeDocument/2006/relationships/notesMaster" Target="/ppt/notesMasters/notesMaster1.xml" Id="R8adb15f9dad74c78"/></Relationships>
</file>

<file path=ppt/notesSlides/_rels/notesSlide64.xml.rels><?xml version="1.0" encoding="utf-8"?><Relationships xmlns="http://schemas.openxmlformats.org/package/2006/relationships"><Relationship Type="http://schemas.openxmlformats.org/officeDocument/2006/relationships/slide" Target="/ppt/slides/slide64.xml" Id="Rf6ecd46fd4544049"/><Relationship Type="http://schemas.openxmlformats.org/officeDocument/2006/relationships/notesMaster" Target="/ppt/notesMasters/notesMaster1.xml" Id="Rf406a0ad792440e8"/></Relationships>
</file>

<file path=ppt/notesSlides/_rels/notesSlide65.xml.rels><?xml version="1.0" encoding="utf-8"?><Relationships xmlns="http://schemas.openxmlformats.org/package/2006/relationships"><Relationship Type="http://schemas.openxmlformats.org/officeDocument/2006/relationships/slide" Target="/ppt/slides/slide65.xml" Id="Re0bd13ceb21948cb"/><Relationship Type="http://schemas.openxmlformats.org/officeDocument/2006/relationships/notesMaster" Target="/ppt/notesMasters/notesMaster1.xml" Id="Rfe8ae5366316458c"/></Relationships>
</file>

<file path=ppt/notesSlides/_rels/notesSlide66.xml.rels><?xml version="1.0" encoding="utf-8"?><Relationships xmlns="http://schemas.openxmlformats.org/package/2006/relationships"><Relationship Type="http://schemas.openxmlformats.org/officeDocument/2006/relationships/slide" Target="/ppt/slides/slide66.xml" Id="R4f047f8673e04507"/><Relationship Type="http://schemas.openxmlformats.org/officeDocument/2006/relationships/notesMaster" Target="/ppt/notesMasters/notesMaster1.xml" Id="R733d4ec229824b70"/></Relationships>
</file>

<file path=ppt/notesSlides/_rels/notesSlide67.xml.rels><?xml version="1.0" encoding="utf-8"?><Relationships xmlns="http://schemas.openxmlformats.org/package/2006/relationships"><Relationship Type="http://schemas.openxmlformats.org/officeDocument/2006/relationships/slide" Target="/ppt/slides/slide67.xml" Id="R62d2e02935a7486a"/><Relationship Type="http://schemas.openxmlformats.org/officeDocument/2006/relationships/notesMaster" Target="/ppt/notesMasters/notesMaster1.xml" Id="R150fc5a78fd140b6"/></Relationships>
</file>

<file path=ppt/notesSlides/_rels/notesSlide68.xml.rels><?xml version="1.0" encoding="utf-8"?><Relationships xmlns="http://schemas.openxmlformats.org/package/2006/relationships"><Relationship Type="http://schemas.openxmlformats.org/officeDocument/2006/relationships/slide" Target="/ppt/slides/slide68.xml" Id="Rcad2e2ecdc5646dd"/><Relationship Type="http://schemas.openxmlformats.org/officeDocument/2006/relationships/notesMaster" Target="/ppt/notesMasters/notesMaster1.xml" Id="R886e991404294ab7"/></Relationships>
</file>

<file path=ppt/notesSlides/_rels/notesSlide69.xml.rels><?xml version="1.0" encoding="utf-8"?><Relationships xmlns="http://schemas.openxmlformats.org/package/2006/relationships"><Relationship Type="http://schemas.openxmlformats.org/officeDocument/2006/relationships/slide" Target="/ppt/slides/slide69.xml" Id="R4673147063e34b11"/><Relationship Type="http://schemas.openxmlformats.org/officeDocument/2006/relationships/notesMaster" Target="/ppt/notesMasters/notesMaster1.xml" Id="R63d921fc331b4280"/></Relationships>
</file>

<file path=ppt/notesSlides/_rels/notesSlide70.xml.rels><?xml version="1.0" encoding="utf-8"?><Relationships xmlns="http://schemas.openxmlformats.org/package/2006/relationships"><Relationship Type="http://schemas.openxmlformats.org/officeDocument/2006/relationships/slide" Target="/ppt/slides/slide70.xml" Id="R1e80c3c74e264b95"/><Relationship Type="http://schemas.openxmlformats.org/officeDocument/2006/relationships/notesMaster" Target="/ppt/notesMasters/notesMaster1.xml" Id="R318b408e272c4369"/></Relationships>
</file>

<file path=ppt/notesSlides/_rels/notesSlide71.xml.rels><?xml version="1.0" encoding="utf-8"?><Relationships xmlns="http://schemas.openxmlformats.org/package/2006/relationships"><Relationship Type="http://schemas.openxmlformats.org/officeDocument/2006/relationships/slide" Target="/ppt/slides/slide71.xml" Id="Rd42e793e8c8f4085"/><Relationship Type="http://schemas.openxmlformats.org/officeDocument/2006/relationships/notesMaster" Target="/ppt/notesMasters/notesMaster1.xml" Id="Raa78ffb4470f4114"/></Relationships>
</file>

<file path=ppt/notesSlides/_rels/notesSlide72.xml.rels><?xml version="1.0" encoding="utf-8"?><Relationships xmlns="http://schemas.openxmlformats.org/package/2006/relationships"><Relationship Type="http://schemas.openxmlformats.org/officeDocument/2006/relationships/slide" Target="/ppt/slides/slide72.xml" Id="R9061ea39fbf8475e"/><Relationship Type="http://schemas.openxmlformats.org/officeDocument/2006/relationships/notesMaster" Target="/ppt/notesMasters/notesMaster1.xml" Id="Re69af64665704edd"/></Relationships>
</file>

<file path=ppt/notesSlides/_rels/notesSlide73.xml.rels><?xml version="1.0" encoding="utf-8"?><Relationships xmlns="http://schemas.openxmlformats.org/package/2006/relationships"><Relationship Type="http://schemas.openxmlformats.org/officeDocument/2006/relationships/slide" Target="/ppt/slides/slide73.xml" Id="R27bfc235a3304140"/><Relationship Type="http://schemas.openxmlformats.org/officeDocument/2006/relationships/notesMaster" Target="/ppt/notesMasters/notesMaster1.xml" Id="Rae8aa6d06c57427d"/></Relationships>
</file>

<file path=ppt/notesSlides/_rels/notesSlide74.xml.rels><?xml version="1.0" encoding="utf-8"?><Relationships xmlns="http://schemas.openxmlformats.org/package/2006/relationships"><Relationship Type="http://schemas.openxmlformats.org/officeDocument/2006/relationships/slide" Target="/ppt/slides/slide74.xml" Id="Re5ea548712ec48dd"/><Relationship Type="http://schemas.openxmlformats.org/officeDocument/2006/relationships/notesMaster" Target="/ppt/notesMasters/notesMaster1.xml" Id="R2e5242e14e0a4391"/></Relationships>
</file>

<file path=ppt/notesSlides/_rels/notesSlide75.xml.rels><?xml version="1.0" encoding="utf-8"?><Relationships xmlns="http://schemas.openxmlformats.org/package/2006/relationships"><Relationship Type="http://schemas.openxmlformats.org/officeDocument/2006/relationships/slide" Target="/ppt/slides/slide75.xml" Id="R9547e52616064d1f"/><Relationship Type="http://schemas.openxmlformats.org/officeDocument/2006/relationships/notesMaster" Target="/ppt/notesMasters/notesMaster1.xml" Id="Rbfbf5fb2658247a4"/></Relationships>
</file>

<file path=ppt/notesSlides/_rels/notesSlide76.xml.rels><?xml version="1.0" encoding="utf-8"?><Relationships xmlns="http://schemas.openxmlformats.org/package/2006/relationships"><Relationship Type="http://schemas.openxmlformats.org/officeDocument/2006/relationships/slide" Target="/ppt/slides/slide76.xml" Id="R0b3e933c4e3345fb"/><Relationship Type="http://schemas.openxmlformats.org/officeDocument/2006/relationships/notesMaster" Target="/ppt/notesMasters/notesMaster1.xml" Id="R881e018f7d3a4212"/></Relationships>
</file>

<file path=ppt/notesSlides/_rels/notesSlide77.xml.rels><?xml version="1.0" encoding="utf-8"?><Relationships xmlns="http://schemas.openxmlformats.org/package/2006/relationships"><Relationship Type="http://schemas.openxmlformats.org/officeDocument/2006/relationships/slide" Target="/ppt/slides/slide77.xml" Id="R6163cd5fdb3a40c7"/><Relationship Type="http://schemas.openxmlformats.org/officeDocument/2006/relationships/notesMaster" Target="/ppt/notesMasters/notesMaster1.xml" Id="R74aabc30838745da"/></Relationships>
</file>

<file path=ppt/notesSlides/_rels/notesSlide78.xml.rels><?xml version="1.0" encoding="utf-8"?><Relationships xmlns="http://schemas.openxmlformats.org/package/2006/relationships"><Relationship Type="http://schemas.openxmlformats.org/officeDocument/2006/relationships/slide" Target="/ppt/slides/slide78.xml" Id="R2d64f837e3af43c0"/><Relationship Type="http://schemas.openxmlformats.org/officeDocument/2006/relationships/notesMaster" Target="/ppt/notesMasters/notesMaster1.xml" Id="R98c0d1f05ec04ed7"/></Relationships>
</file>

<file path=ppt/notesSlides/_rels/notesSlide79.xml.rels><?xml version="1.0" encoding="utf-8"?><Relationships xmlns="http://schemas.openxmlformats.org/package/2006/relationships"><Relationship Type="http://schemas.openxmlformats.org/officeDocument/2006/relationships/slide" Target="/ppt/slides/slide79.xml" Id="Race410cb1044427e"/><Relationship Type="http://schemas.openxmlformats.org/officeDocument/2006/relationships/notesMaster" Target="/ppt/notesMasters/notesMaster1.xml" Id="Rda5d90d4963145f2"/></Relationships>
</file>

<file path=ppt/notesSlides/_rels/notesSlide80.xml.rels><?xml version="1.0" encoding="utf-8"?><Relationships xmlns="http://schemas.openxmlformats.org/package/2006/relationships"><Relationship Type="http://schemas.openxmlformats.org/officeDocument/2006/relationships/slide" Target="/ppt/slides/slide80.xml" Id="R21c7f53710cc4461"/><Relationship Type="http://schemas.openxmlformats.org/officeDocument/2006/relationships/notesMaster" Target="/ppt/notesMasters/notesMaster1.xml" Id="R7955f82dd04b405c"/></Relationships>
</file>

<file path=ppt/notesSlides/_rels/notesSlide81.xml.rels><?xml version="1.0" encoding="utf-8"?><Relationships xmlns="http://schemas.openxmlformats.org/package/2006/relationships"><Relationship Type="http://schemas.openxmlformats.org/officeDocument/2006/relationships/slide" Target="/ppt/slides/slide81.xml" Id="R79b12de649d04f9e"/><Relationship Type="http://schemas.openxmlformats.org/officeDocument/2006/relationships/notesMaster" Target="/ppt/notesMasters/notesMaster1.xml" Id="Rf3b67b75301c4e34"/></Relationships>
</file>

<file path=ppt/notesSlides/_rels/notesSlide82.xml.rels><?xml version="1.0" encoding="utf-8"?><Relationships xmlns="http://schemas.openxmlformats.org/package/2006/relationships"><Relationship Type="http://schemas.openxmlformats.org/officeDocument/2006/relationships/slide" Target="/ppt/slides/slide82.xml" Id="R1926d21be99e477c"/><Relationship Type="http://schemas.openxmlformats.org/officeDocument/2006/relationships/notesMaster" Target="/ppt/notesMasters/notesMaster1.xml" Id="R28d9e3e5c7be4691"/></Relationships>
</file>

<file path=ppt/notesSlides/_rels/notesSlide83.xml.rels><?xml version="1.0" encoding="utf-8"?><Relationships xmlns="http://schemas.openxmlformats.org/package/2006/relationships"><Relationship Type="http://schemas.openxmlformats.org/officeDocument/2006/relationships/slide" Target="/ppt/slides/slide83.xml" Id="R84d7346d013f4f98"/><Relationship Type="http://schemas.openxmlformats.org/officeDocument/2006/relationships/notesMaster" Target="/ppt/notesMasters/notesMaster1.xml" Id="R9b6a1a62bcff403c"/></Relationships>
</file>

<file path=ppt/notesSlides/_rels/notesSlide84.xml.rels><?xml version="1.0" encoding="utf-8"?><Relationships xmlns="http://schemas.openxmlformats.org/package/2006/relationships"><Relationship Type="http://schemas.openxmlformats.org/officeDocument/2006/relationships/slide" Target="/ppt/slides/slide84.xml" Id="R7f388a0b87bc41a4"/><Relationship Type="http://schemas.openxmlformats.org/officeDocument/2006/relationships/notesMaster" Target="/ppt/notesMasters/notesMaster1.xml" Id="Raf8067029d9042b1"/></Relationships>
</file>

<file path=ppt/notesSlides/_rels/notesSlide85.xml.rels><?xml version="1.0" encoding="utf-8"?><Relationships xmlns="http://schemas.openxmlformats.org/package/2006/relationships"><Relationship Type="http://schemas.openxmlformats.org/officeDocument/2006/relationships/slide" Target="/ppt/slides/slide85.xml" Id="R7bff9e49879f4dc3"/><Relationship Type="http://schemas.openxmlformats.org/officeDocument/2006/relationships/notesMaster" Target="/ppt/notesMasters/notesMaster1.xml" Id="R2d73c16ab9a64e3a"/></Relationships>
</file>

<file path=ppt/notesSlides/_rels/notesSlide86.xml.rels><?xml version="1.0" encoding="utf-8"?><Relationships xmlns="http://schemas.openxmlformats.org/package/2006/relationships"><Relationship Type="http://schemas.openxmlformats.org/officeDocument/2006/relationships/slide" Target="/ppt/slides/slide86.xml" Id="Rbc671a57a8154956"/><Relationship Type="http://schemas.openxmlformats.org/officeDocument/2006/relationships/notesMaster" Target="/ppt/notesMasters/notesMaster1.xml" Id="Reee7ba3618f64ddd"/></Relationships>
</file>

<file path=ppt/notesSlides/_rels/notesSlide87.xml.rels><?xml version="1.0" encoding="utf-8"?><Relationships xmlns="http://schemas.openxmlformats.org/package/2006/relationships"><Relationship Type="http://schemas.openxmlformats.org/officeDocument/2006/relationships/slide" Target="/ppt/slides/slide87.xml" Id="R7aca11c5c68a4641"/><Relationship Type="http://schemas.openxmlformats.org/officeDocument/2006/relationships/notesMaster" Target="/ppt/notesMasters/notesMaster1.xml" Id="Rc9bcb6b574a24d5c"/></Relationships>
</file>

<file path=ppt/notesSlides/_rels/notesSlide88.xml.rels><?xml version="1.0" encoding="utf-8"?><Relationships xmlns="http://schemas.openxmlformats.org/package/2006/relationships"><Relationship Type="http://schemas.openxmlformats.org/officeDocument/2006/relationships/slide" Target="/ppt/slides/slide88.xml" Id="Redeb9fcbb3244743"/><Relationship Type="http://schemas.openxmlformats.org/officeDocument/2006/relationships/notesMaster" Target="/ppt/notesMasters/notesMaster1.xml" Id="R8b690a0caba34ba7"/></Relationships>
</file>

<file path=ppt/notesSlides/_rels/notesSlide89.xml.rels><?xml version="1.0" encoding="utf-8"?><Relationships xmlns="http://schemas.openxmlformats.org/package/2006/relationships"><Relationship Type="http://schemas.openxmlformats.org/officeDocument/2006/relationships/slide" Target="/ppt/slides/slide89.xml" Id="R3de799a0b79b4526"/><Relationship Type="http://schemas.openxmlformats.org/officeDocument/2006/relationships/notesMaster" Target="/ppt/notesMasters/notesMaster1.xml" Id="Rb8ac526fdffe42d6"/></Relationships>
</file>

<file path=ppt/notesSlides/_rels/notesSlide90.xml.rels><?xml version="1.0" encoding="utf-8"?><Relationships xmlns="http://schemas.openxmlformats.org/package/2006/relationships"><Relationship Type="http://schemas.openxmlformats.org/officeDocument/2006/relationships/slide" Target="/ppt/slides/slide90.xml" Id="R4659f865bd5d4fdb"/><Relationship Type="http://schemas.openxmlformats.org/officeDocument/2006/relationships/notesMaster" Target="/ppt/notesMasters/notesMaster1.xml" Id="R57b5507cc7b3492b"/></Relationships>
</file>

<file path=ppt/notesSlides/_rels/notesSlide91.xml.rels><?xml version="1.0" encoding="utf-8"?><Relationships xmlns="http://schemas.openxmlformats.org/package/2006/relationships"><Relationship Type="http://schemas.openxmlformats.org/officeDocument/2006/relationships/slide" Target="/ppt/slides/slide91.xml" Id="R211db036e4e840df"/><Relationship Type="http://schemas.openxmlformats.org/officeDocument/2006/relationships/notesMaster" Target="/ppt/notesMasters/notesMaster1.xml" Id="R27be2f8e114f43a0"/></Relationships>
</file>

<file path=ppt/notesSlides/_rels/notesSlide92.xml.rels><?xml version="1.0" encoding="utf-8"?><Relationships xmlns="http://schemas.openxmlformats.org/package/2006/relationships"><Relationship Type="http://schemas.openxmlformats.org/officeDocument/2006/relationships/slide" Target="/ppt/slides/slide92.xml" Id="Rb4c0a11d27d9406b"/><Relationship Type="http://schemas.openxmlformats.org/officeDocument/2006/relationships/notesMaster" Target="/ppt/notesMasters/notesMaster1.xml" Id="Rd151ca23e93d4eaf"/></Relationships>
</file>

<file path=ppt/notesSlides/_rels/notesSlide93.xml.rels><?xml version="1.0" encoding="utf-8"?><Relationships xmlns="http://schemas.openxmlformats.org/package/2006/relationships"><Relationship Type="http://schemas.openxmlformats.org/officeDocument/2006/relationships/slide" Target="/ppt/slides/slide93.xml" Id="R691b5c445fe543d4"/><Relationship Type="http://schemas.openxmlformats.org/officeDocument/2006/relationships/notesMaster" Target="/ppt/notesMasters/notesMaster1.xml" Id="R7e6a7ed19e3a40cb"/></Relationships>
</file>

<file path=ppt/notesSlides/_rels/notesSlide94.xml.rels><?xml version="1.0" encoding="utf-8"?><Relationships xmlns="http://schemas.openxmlformats.org/package/2006/relationships"><Relationship Type="http://schemas.openxmlformats.org/officeDocument/2006/relationships/slide" Target="/ppt/slides/slide94.xml" Id="R9d98e90578e745c7"/><Relationship Type="http://schemas.openxmlformats.org/officeDocument/2006/relationships/notesMaster" Target="/ppt/notesMasters/notesMaster1.xml" Id="R7a670bf595fa4529"/></Relationships>
</file>

<file path=ppt/notesSlides/_rels/notesSlide95.xml.rels><?xml version="1.0" encoding="utf-8"?><Relationships xmlns="http://schemas.openxmlformats.org/package/2006/relationships"><Relationship Type="http://schemas.openxmlformats.org/officeDocument/2006/relationships/slide" Target="/ppt/slides/slide95.xml" Id="R5b141234bd884dcf"/><Relationship Type="http://schemas.openxmlformats.org/officeDocument/2006/relationships/notesMaster" Target="/ppt/notesMasters/notesMaster1.xml" Id="R04c69684547247e2"/></Relationships>
</file>

<file path=ppt/notesSlides/_rels/notesSlide96.xml.rels><?xml version="1.0" encoding="utf-8"?><Relationships xmlns="http://schemas.openxmlformats.org/package/2006/relationships"><Relationship Type="http://schemas.openxmlformats.org/officeDocument/2006/relationships/slide" Target="/ppt/slides/slide96.xml" Id="R0127c760534f42a4"/><Relationship Type="http://schemas.openxmlformats.org/officeDocument/2006/relationships/notesMaster" Target="/ppt/notesMasters/notesMaster1.xml" Id="R7ace7c5f8e04458f"/></Relationships>
</file>

<file path=ppt/notesSlides/_rels/notesSlide97.xml.rels><?xml version="1.0" encoding="utf-8"?><Relationships xmlns="http://schemas.openxmlformats.org/package/2006/relationships"><Relationship Type="http://schemas.openxmlformats.org/officeDocument/2006/relationships/slide" Target="/ppt/slides/slide97.xml" Id="R45271ed003694ba9"/><Relationship Type="http://schemas.openxmlformats.org/officeDocument/2006/relationships/notesMaster" Target="/ppt/notesMasters/notesMaster1.xml" Id="R7d1404e76a174da2"/></Relationships>
</file>

<file path=ppt/notesSlides/_rels/notesSlide98.xml.rels><?xml version="1.0" encoding="utf-8"?><Relationships xmlns="http://schemas.openxmlformats.org/package/2006/relationships"><Relationship Type="http://schemas.openxmlformats.org/officeDocument/2006/relationships/slide" Target="/ppt/slides/slide98.xml" Id="R8a7c9e37e6e14582"/><Relationship Type="http://schemas.openxmlformats.org/officeDocument/2006/relationships/notesMaster" Target="/ppt/notesMasters/notesMaster1.xml" Id="R89005aee29154fdf"/></Relationships>
</file>

<file path=ppt/notesSlides/_rels/notesSlide99.xml.rels><?xml version="1.0" encoding="utf-8"?><Relationships xmlns="http://schemas.openxmlformats.org/package/2006/relationships"><Relationship Type="http://schemas.openxmlformats.org/officeDocument/2006/relationships/slide" Target="/ppt/slides/slide99.xml" Id="R0063070daffd43e4"/><Relationship Type="http://schemas.openxmlformats.org/officeDocument/2006/relationships/notesMaster" Target="/ppt/notesMasters/notesMaster1.xml" Id="R7b112601c2a64208"/></Relationships>
</file>

<file path=ppt/notesSlides/_rels/notesSlide100.xml.rels><?xml version="1.0" encoding="utf-8"?><Relationships xmlns="http://schemas.openxmlformats.org/package/2006/relationships"><Relationship Type="http://schemas.openxmlformats.org/officeDocument/2006/relationships/slide" Target="/ppt/slides/slide100.xml" Id="R560a355944224827"/><Relationship Type="http://schemas.openxmlformats.org/officeDocument/2006/relationships/notesMaster" Target="/ppt/notesMasters/notesMaster1.xml" Id="R2956a2047df44dcc"/></Relationships>
</file>

<file path=ppt/notesSlides/_rels/notesSlide101.xml.rels><?xml version="1.0" encoding="utf-8"?><Relationships xmlns="http://schemas.openxmlformats.org/package/2006/relationships"><Relationship Type="http://schemas.openxmlformats.org/officeDocument/2006/relationships/slide" Target="/ppt/slides/slide101.xml" Id="R4df44b7c0ec54bcb"/><Relationship Type="http://schemas.openxmlformats.org/officeDocument/2006/relationships/notesMaster" Target="/ppt/notesMasters/notesMaster1.xml" Id="R8078dc63f9ad408a"/></Relationships>
</file>

<file path=ppt/notesSlides/_rels/notesSlide102.xml.rels><?xml version="1.0" encoding="utf-8"?><Relationships xmlns="http://schemas.openxmlformats.org/package/2006/relationships"><Relationship Type="http://schemas.openxmlformats.org/officeDocument/2006/relationships/slide" Target="/ppt/slides/slide102.xml" Id="R9ec1be889abf4747"/><Relationship Type="http://schemas.openxmlformats.org/officeDocument/2006/relationships/notesMaster" Target="/ppt/notesMasters/notesMaster1.xml" Id="Ra4cbf48a85004011"/></Relationships>
</file>

<file path=ppt/notesSlides/_rels/notesSlide103.xml.rels><?xml version="1.0" encoding="utf-8"?><Relationships xmlns="http://schemas.openxmlformats.org/package/2006/relationships"><Relationship Type="http://schemas.openxmlformats.org/officeDocument/2006/relationships/slide" Target="/ppt/slides/slide103.xml" Id="R4118d3e401d44e6c"/><Relationship Type="http://schemas.openxmlformats.org/officeDocument/2006/relationships/notesMaster" Target="/ppt/notesMasters/notesMaster1.xml" Id="R59b9d3aca398484b"/></Relationships>
</file>

<file path=ppt/notesSlides/_rels/notesSlide104.xml.rels><?xml version="1.0" encoding="utf-8"?><Relationships xmlns="http://schemas.openxmlformats.org/package/2006/relationships"><Relationship Type="http://schemas.openxmlformats.org/officeDocument/2006/relationships/slide" Target="/ppt/slides/slide104.xml" Id="R28d3a752c1654d93"/><Relationship Type="http://schemas.openxmlformats.org/officeDocument/2006/relationships/notesMaster" Target="/ppt/notesMasters/notesMaster1.xml" Id="Ra809662fe7414499"/></Relationships>
</file>

<file path=ppt/notesSlides/_rels/notesSlide105.xml.rels><?xml version="1.0" encoding="utf-8"?><Relationships xmlns="http://schemas.openxmlformats.org/package/2006/relationships"><Relationship Type="http://schemas.openxmlformats.org/officeDocument/2006/relationships/slide" Target="/ppt/slides/slide105.xml" Id="R30e45e9a0633454a"/><Relationship Type="http://schemas.openxmlformats.org/officeDocument/2006/relationships/notesMaster" Target="/ppt/notesMasters/notesMaster1.xml" Id="R789f04a5ee1340b9"/></Relationships>
</file>

<file path=ppt/notesSlides/_rels/notesSlide106.xml.rels><?xml version="1.0" encoding="utf-8"?><Relationships xmlns="http://schemas.openxmlformats.org/package/2006/relationships"><Relationship Type="http://schemas.openxmlformats.org/officeDocument/2006/relationships/slide" Target="/ppt/slides/slide106.xml" Id="R6d958c84c0a24bdb"/><Relationship Type="http://schemas.openxmlformats.org/officeDocument/2006/relationships/notesMaster" Target="/ppt/notesMasters/notesMaster1.xml" Id="R498467402c07474b"/></Relationships>
</file>

<file path=ppt/notesSlides/_rels/notesSlide107.xml.rels><?xml version="1.0" encoding="utf-8"?><Relationships xmlns="http://schemas.openxmlformats.org/package/2006/relationships"><Relationship Type="http://schemas.openxmlformats.org/officeDocument/2006/relationships/slide" Target="/ppt/slides/slide107.xml" Id="R339477906d8e4199"/><Relationship Type="http://schemas.openxmlformats.org/officeDocument/2006/relationships/notesMaster" Target="/ppt/notesMasters/notesMaster1.xml" Id="Rd231d4a707e548bc"/></Relationships>
</file>

<file path=ppt/notesSlides/_rels/notesSlide108.xml.rels><?xml version="1.0" encoding="utf-8"?><Relationships xmlns="http://schemas.openxmlformats.org/package/2006/relationships"><Relationship Type="http://schemas.openxmlformats.org/officeDocument/2006/relationships/slide" Target="/ppt/slides/slide108.xml" Id="R7135a359516b4f01"/><Relationship Type="http://schemas.openxmlformats.org/officeDocument/2006/relationships/notesMaster" Target="/ppt/notesMasters/notesMaster1.xml" Id="R49e2134f87444dec"/></Relationships>
</file>

<file path=ppt/notesSlides/_rels/notesSlide109.xml.rels><?xml version="1.0" encoding="utf-8"?><Relationships xmlns="http://schemas.openxmlformats.org/package/2006/relationships"><Relationship Type="http://schemas.openxmlformats.org/officeDocument/2006/relationships/slide" Target="/ppt/slides/slide109.xml" Id="R73e62c672b6149a9"/><Relationship Type="http://schemas.openxmlformats.org/officeDocument/2006/relationships/notesMaster" Target="/ppt/notesMasters/notesMaster1.xml" Id="Rcf79b18562284a12"/></Relationships>
</file>

<file path=ppt/notesSlides/_rels/notesSlide110.xml.rels><?xml version="1.0" encoding="utf-8"?><Relationships xmlns="http://schemas.openxmlformats.org/package/2006/relationships"><Relationship Type="http://schemas.openxmlformats.org/officeDocument/2006/relationships/slide" Target="/ppt/slides/slide110.xml" Id="Rcbbf893184ea4b4f"/><Relationship Type="http://schemas.openxmlformats.org/officeDocument/2006/relationships/notesMaster" Target="/ppt/notesMasters/notesMaster1.xml" Id="Re73de6cf821b4c89"/></Relationships>
</file>

<file path=ppt/notesSlides/_rels/notesSlide111.xml.rels><?xml version="1.0" encoding="utf-8"?><Relationships xmlns="http://schemas.openxmlformats.org/package/2006/relationships"><Relationship Type="http://schemas.openxmlformats.org/officeDocument/2006/relationships/slide" Target="/ppt/slides/slide111.xml" Id="R7702ee77e1344abd"/><Relationship Type="http://schemas.openxmlformats.org/officeDocument/2006/relationships/notesMaster" Target="/ppt/notesMasters/notesMaster1.xml" Id="R9ce33fbf1e97475c"/></Relationships>
</file>

<file path=ppt/notesSlides/_rels/notesSlide112.xml.rels><?xml version="1.0" encoding="utf-8"?><Relationships xmlns="http://schemas.openxmlformats.org/package/2006/relationships"><Relationship Type="http://schemas.openxmlformats.org/officeDocument/2006/relationships/slide" Target="/ppt/slides/slide112.xml" Id="R7d0b24138dea41be"/><Relationship Type="http://schemas.openxmlformats.org/officeDocument/2006/relationships/notesMaster" Target="/ppt/notesMasters/notesMaster1.xml" Id="Rd6d4f46725ed4448"/></Relationships>
</file>

<file path=ppt/notesSlides/_rels/notesSlide113.xml.rels><?xml version="1.0" encoding="utf-8"?><Relationships xmlns="http://schemas.openxmlformats.org/package/2006/relationships"><Relationship Type="http://schemas.openxmlformats.org/officeDocument/2006/relationships/slide" Target="/ppt/slides/slide113.xml" Id="R45e579cfd1b74751"/><Relationship Type="http://schemas.openxmlformats.org/officeDocument/2006/relationships/notesMaster" Target="/ppt/notesMasters/notesMaster1.xml" Id="Rc6bf7d350d8f400a"/></Relationships>
</file>

<file path=ppt/notesSlides/_rels/notesSlide114.xml.rels><?xml version="1.0" encoding="utf-8"?><Relationships xmlns="http://schemas.openxmlformats.org/package/2006/relationships"><Relationship Type="http://schemas.openxmlformats.org/officeDocument/2006/relationships/slide" Target="/ppt/slides/slide114.xml" Id="Rae043a76808647db"/><Relationship Type="http://schemas.openxmlformats.org/officeDocument/2006/relationships/notesMaster" Target="/ppt/notesMasters/notesMaster1.xml" Id="R67ed9e5ab2d544b5"/></Relationships>
</file>

<file path=ppt/notesSlides/_rels/notesSlide115.xml.rels><?xml version="1.0" encoding="utf-8"?><Relationships xmlns="http://schemas.openxmlformats.org/package/2006/relationships"><Relationship Type="http://schemas.openxmlformats.org/officeDocument/2006/relationships/slide" Target="/ppt/slides/slide115.xml" Id="Redcec79e7d494b53"/><Relationship Type="http://schemas.openxmlformats.org/officeDocument/2006/relationships/notesMaster" Target="/ppt/notesMasters/notesMaster1.xml" Id="R44c72230652f43f5"/></Relationships>
</file>

<file path=ppt/notesSlides/_rels/notesSlide116.xml.rels><?xml version="1.0" encoding="utf-8"?><Relationships xmlns="http://schemas.openxmlformats.org/package/2006/relationships"><Relationship Type="http://schemas.openxmlformats.org/officeDocument/2006/relationships/slide" Target="/ppt/slides/slide116.xml" Id="R58179a36448c4275"/><Relationship Type="http://schemas.openxmlformats.org/officeDocument/2006/relationships/notesMaster" Target="/ppt/notesMasters/notesMaster1.xml" Id="R38560c6956584fa4"/></Relationships>
</file>

<file path=ppt/notesSlides/_rels/notesSlide117.xml.rels><?xml version="1.0" encoding="utf-8"?><Relationships xmlns="http://schemas.openxmlformats.org/package/2006/relationships"><Relationship Type="http://schemas.openxmlformats.org/officeDocument/2006/relationships/slide" Target="/ppt/slides/slide117.xml" Id="Rb745a901479e4157"/><Relationship Type="http://schemas.openxmlformats.org/officeDocument/2006/relationships/notesMaster" Target="/ppt/notesMasters/notesMaster1.xml" Id="R9b2585fdc2c843bb"/></Relationships>
</file>

<file path=ppt/notesSlides/_rels/notesSlide118.xml.rels><?xml version="1.0" encoding="utf-8"?><Relationships xmlns="http://schemas.openxmlformats.org/package/2006/relationships"><Relationship Type="http://schemas.openxmlformats.org/officeDocument/2006/relationships/slide" Target="/ppt/slides/slide118.xml" Id="Re9189c18ad9a47e6"/><Relationship Type="http://schemas.openxmlformats.org/officeDocument/2006/relationships/notesMaster" Target="/ppt/notesMasters/notesMaster1.xml" Id="Rf35708420cc741cc"/></Relationships>
</file>

<file path=ppt/notesSlides/_rels/notesSlide119.xml.rels><?xml version="1.0" encoding="utf-8"?><Relationships xmlns="http://schemas.openxmlformats.org/package/2006/relationships"><Relationship Type="http://schemas.openxmlformats.org/officeDocument/2006/relationships/slide" Target="/ppt/slides/slide119.xml" Id="Rf7e4586e1afd46f0"/><Relationship Type="http://schemas.openxmlformats.org/officeDocument/2006/relationships/notesMaster" Target="/ppt/notesMasters/notesMaster1.xml" Id="R9a58555e79244a2d"/></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ChatGPT 웹 첨부/요청창을 따라간다. UI는 자료 전달 방식을 재구성했으며 실제 Chatbot 응답은 보여 주지 않는다.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DEC-0107의 오른쪽 UI: assets/product-ui/S11-chatgpt-web.png.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DEC-0107: 오른쪽 대화창을 ChatGPT 웹 UI 재구성으로 바꾼다. 사람이 골라 둔 코드·테스트·명세와 로그·권한 정보를 첨부하고 crop 오류 설명을 요청하는 모습만 보여 준다. 응답이나 실제 비교 결과를 추가하지 않는다. 왼쪽 다섯 자료·가운데 사람·연결선·우측 상단의 기존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 Codex UI는 과거 CLI에서 관찰한 조사 내용을 담은 재구성이다. 실제 Desktop 실행 화면이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DEC-0107의 오른쪽 UI: assets/product-ui/S12-codex-project.png.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DEC-0107: 오른쪽 결과 영역을 프로젝트가 열린 Codex UI 재구성으로 바꾼다. 테스트·관련 코드, Crop 명세와 구현 차이, 실행 중 권한 제한이라는 기존 CLI 조사 요약을 담는다. “화면 재구성 · 근거는 CLI 조사 기록”을 바로 아래 표시한다. 실제 Desktop 실행·새 로그·권한 해결을 뜻하지 않는다. 왼쪽 자료·가운데 Agent·연결선·우측 상단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a:t>
            </a:r>
          </a:p>
          <a:p>
            <a:r>
              <a:t xml:space="preserve">ACT 0 / 0E–0F</a:t>
            </a:r>
          </a:p>
          <a:p>
            <a:r>
              <a:t xml:space="preserve"/>
            </a:r>
          </a:p>
          <a:p>
            <a:r>
              <a:t xml:space="preserve">Allocated Time:</a:t>
            </a:r>
          </a:p>
          <a:p>
            <a:r>
              <a:t xml:space="preserve">5 minutes</a:t>
            </a:r>
          </a:p>
          <a:p>
            <a:r>
              <a:t xml:space="preserve"/>
            </a:r>
          </a:p>
          <a:p>
            <a:r>
              <a:t xml:space="preserve">Mode Split:</a:t>
            </a:r>
          </a:p>
          <a:p>
            <a:r>
              <a:t xml:space="preserve">Lecture 2 minutes + Q&amp;A 3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(0:00–0:35 / Lecture) 사람과 Agent가 허용된 파일·구현·테스트를 함께 살펴볼 수 있음을 왼쪽에서 회수한다.</a:t>
            </a:r>
          </a:p>
          <a:p>
            <a:r>
              <a:t xml:space="preserve">2. (0:35–1:15 / Lecture) 오른쪽의 원하는 결과·허용 범위·완료 수용은 사람이 최종 정한다. Agent가 조사·제안할 수 있다는 기존 경계를 유지한다.</a:t>
            </a:r>
          </a:p>
          <a:p>
            <a:r>
              <a:t xml:space="preserve">3. (1:15–2:00 / Lecture) 하단의 “결정한 목표·조건·완료 기준을 요청에 담는다.”를 짚는다. 프로젝트를 여는 것 다음에는 원하는 작업을 요청으로 전달해야 한다는 문제만 남긴다. ACT1의 기법과 사례의 답을 먼저 설명하지 않는다.</a:t>
            </a:r>
          </a:p>
          <a:p>
            <a:r>
              <a:t xml:space="preserve">4. (2:00–5:00 / Q&amp;A) ACT0의 자발적인 질문을 받는다. 질문이 없으면 “코드에서 확인할 사실과 이번 요청에서 정할 것은 어떻게 다를까요?”를 설명용 질문으로 짚고 원래 자료와 판단 책임을 회수한다. 응답·실습을 강제하지 않는다.</a:t>
            </a:r>
          </a:p>
          <a:p>
            <a:r>
              <a:t xml:space="preserve">5. Q&amp;A 종료 후 S15의 ACT1 제목 “Prompt를 작업 명세로 만들기”로 이동한다. S16의 기존 “filter 성능 개선해줘”는 요청 정보가 빠진 예로 이어가며 제조 검사 Task를 새로 떠올리게 하지 않는다.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a:t>
            </a:r>
          </a:p>
          <a:p>
            <a:r>
              <a:t xml:space="preserve">Lecture2분의 역할 구분을 관찰한 뒤 ACT0 Q&amp;A3분을 운영한다. 질문은 선택 사항이며 실습·공개 답변·새 작업 설계를 요구하지 않는다.</a:t>
            </a:r>
          </a:p>
          <a:p>
            <a:r>
              <a:t xml:space="preserve"/>
            </a:r>
          </a:p>
          <a:p>
            <a:r>
              <a:t xml:space="preserve">**Transition:**</a:t>
            </a:r>
          </a:p>
          <a:p>
            <a:r>
              <a:t xml:space="preserve">“이제 원하는 변화·지킬 조건·완료 근거를 요청에 어떻게 담을지 보겠습니다.”라고 S15의 ACT1 제목을 연 뒤 S16의 기존 모호한 요청 사례로 이어간다.</a:t>
            </a:r>
          </a:p>
          <a:p>
            <a:r>
              <a:t xml:space="preserve"/>
            </a:r>
          </a:p>
          <a:p>
            <a:r>
              <a:t xml:space="preserve">Time Management:</a:t>
            </a:r>
          </a:p>
          <a:p>
            <a:r>
              <a:t xml:space="preserve">Lecture2분 + Q&amp;A3분 = 5분. 기존 S14의 설명2분과 삭제한 이전 S15의 Q&amp;A3분을 합친다. 이전 전환3분은 삭제하여 ACT0는42분, 전체417분이다. 다음 ACT 제목의 Transition1분과 중복 계산하지 않는다. 실측 리허설은 UNVERIFIED.</a:t>
            </a:r>
          </a:p>
          <a:p>
            <a:r>
              <a:t xml:space="preserve"/>
            </a:r>
          </a:p>
          <a:p>
            <a:r>
              <a:t xml:space="preserve">Fallback:</a:t>
            </a:r>
          </a:p>
          <a:p>
            <a:r>
              <a:t xml:space="preserve">production/preview/full/S14.png 또는 production/preview/act0/S14.png의 정적 도식을 사용한다. “자료는 함께 살펴보고, 목표·허용 범위·완료 수용은 사람이 최종 정하며 이 결정을 요청에 담는다”고 설명한 뒤 ACT0 Q&amp;A를 마무리하고 S15로 이동한다. Agent의 제안 가능성과 사람의 최종 책임을 유지한다.</a:t>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전체420분이다.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Task에는 무엇이 아직 정해지지 않았을까?</a:t>
            </a:r>
          </a:p>
          <a:p>
            <a:r>
              <a:t xml:space="preserve"/>
            </a:r>
          </a:p>
          <a:p>
            <a:r>
              <a:t xml:space="preserve">Slide ID:</a:t>
            </a:r>
          </a:p>
          <a:p>
            <a:r>
              <a:t xml:space="preserve">S16</a:t>
            </a:r>
          </a:p>
          <a:p>
            <a:r>
              <a:t xml:space="preserve"/>
            </a:r>
          </a:p>
          <a:p>
            <a:r>
              <a:t xml:space="preserve">Working Title: Task에는 무엇이 아직 정해지지 않았을까?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코드가 보이더라도 무엇을 바꾸고, 무엇을 보존하며, 언제 끝났다고 판단할지는 요청에 명시되어야 한다.</a:t>
            </a:r>
          </a:p>
          <a:p>
            <a:r>
              <a:t xml:space="preserve"/>
            </a:r>
          </a:p>
          <a:p>
            <a:r>
              <a:t xml:space="preserve">Opening Question: “원하는 변화, 지킬 조건, 완료 근거 중 무엇이 아직 요청에 없을까?”</a:t>
            </a:r>
          </a:p>
          <a:p>
            <a:r>
              <a:t xml:space="preserve"/>
            </a:r>
          </a:p>
          <a:p>
            <a:r>
              <a:t xml:space="preserve">Speaker Flow:</a:t>
            </a:r>
          </a:p>
          <a:p>
            <a:r>
              <a:t xml:space="preserve">1. **REQUEST (0:00–1:30):** S14에서 정한 목표·조건을 요청으로 전달한다는 연결을 회수하고 입력창의 “filter 성능 개선해줘”를 읽는다. ACT 1은 원하는 변화·지켜야 할 조건·완료를 판단할 근거를 요청에 담는 구간이라고 짧게 고정한다. 화면은 실제 실행 기록이 아닌 교육용 요청이다.</a:t>
            </a:r>
          </a:p>
          <a:p>
            <a:r>
              <a:t xml:space="preserve">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a:r>
              <a:t xml:space="preserve">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a:r>
              <a:t xml:space="preserve">4. **NARROW THE CASE (5:30–7:00):** filter에서 남은 의도 문제를 이미 본 crop 사례로 좁힌다고 전환 이유를 말한다. 다른 성능 실험을 시작하는 것이 아니라 같은 모호함을 친숙한 동작 명세로 구체화하는 것이다.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a:r>
              <a:t xml:space="preserve"/>
            </a:r>
          </a:p>
          <a:p>
            <a:r>
              <a:t xml:space="preserve">보존된 상세 범위: 실제 Agent 실패·측정 결과·기하급수 증가 법칙이 아닙니다. 필요한 정보를 되묻는 선택도 가능합니다.</a:t>
            </a:r>
          </a:p>
          <a:p>
            <a:r>
              <a:t xml:space="preserve"/>
            </a:r>
          </a:p>
          <a:p>
            <a:r>
              <a:t xml:space="preserve">Beginner Explanation: “성능을 개선해줘”만으로는 어떤 변경을 원하고 무엇을 지켜야 하는지 빠질 수 있다. 필요한 선택을 먼저 밝혀 두면 불필요한 재탐색을 줄일 여지가 있다.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“성능 요청에서 남은 결정을, 앞서 본 crop 사례로 좁혀 보겠습니다. 같은 모호함을 구체적으로 보기 위한 예시 전환입니다.”라고 S17로 이동한다.</a:t>
            </a:r>
          </a:p>
          <a:p>
            <a:r>
              <a:t xml:space="preserve"/>
            </a:r>
          </a:p>
          <a:p>
            <a:r>
              <a:t xml:space="preserve">Time Management: Case 7분 유지. 요청 1분30초, 오른쪽 미정 질문 2분30초, 비용 개념 1분30초, 다음 사례 연결 1분30초로 제한한다. 곡선·토큰 단가·제품 내부 추론 강의를 추가하지 않는다. 실측 발표 시간은 UNVERIFIED다.</a:t>
            </a:r>
          </a:p>
          <a:p>
            <a:r>
              <a:t xml:space="preserve"/>
            </a:r>
          </a:p>
          <a:p>
            <a:r>
              <a:t xml:space="preserve">Fallback:</a:t>
            </a:r>
          </a:p>
          <a:p>
            <a:r>
              <a:t xml:space="preserve">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요청만으로는 의도가 보이지 않는다</a:t>
            </a:r>
          </a:p>
          <a:p>
            <a:r>
              <a:t xml:space="preserve"/>
            </a:r>
          </a:p>
          <a:p>
            <a:r>
              <a:t xml:space="preserve">Slide ID:</a:t>
            </a:r>
          </a:p>
          <a:p>
            <a:r>
              <a:t xml:space="preserve">S17</a:t>
            </a:r>
          </a:p>
          <a:p>
            <a:r>
              <a:t xml:space="preserve"/>
            </a:r>
          </a:p>
          <a:p>
            <a:r>
              <a:t xml:space="preserve">Working Title: 요청만으로는 의도가 보이지 않는다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Repository를 볼 수 있어도 바꿀 범위와 완료 조건까지 알 수 있는 것은 아니다.</a:t>
            </a:r>
          </a:p>
          <a:p>
            <a:r>
              <a:t xml:space="preserve"/>
            </a:r>
          </a:p>
          <a:p>
            <a:r>
              <a:t xml:space="preserve">Opening Question: “앞서 본 crop 요청에서도, 사람이 원하는 작업 경로는 정해졌을까?”</a:t>
            </a:r>
          </a:p>
          <a:p>
            <a:r>
              <a:t xml:space="preserve"/>
            </a:r>
          </a:p>
          <a:p>
            <a:r>
              <a:t xml:space="preserve">Speaker Flow:</a:t>
            </a:r>
          </a:p>
          <a:p>
            <a:r>
              <a:t xml:space="preserve"/>
            </a:r>
          </a:p>
          <a:p>
            <a:r>
              <a:t xml:space="preserve">1. **SAME AMBIGUITY (0:00–0:30):** 성능 요청에서 보았던 “어떤 변화를 원하나?”를 앞서 조사한 crop으로 좁혔다고 회수한다. 입력창의 “crop test 고쳐줘”는 수업용 요청이며 실제 TRIAL-002 Prompt가 아니다.</a:t>
            </a:r>
          </a:p>
          <a:p>
            <a:r>
              <a:t xml:space="preserve">2. **POSSIBLE PATHS (0:30–1:20):** 같은 Agent에서 나뉜 테스트 변경·구현 변경·먼저 질문의 세 경로를 짚는다. 요청에 없는 의도 때문에 남는 가능한 해석이며 실제 반복 실험·확률·동시 Subagent 실행 결과가 아니다.</a:t>
            </a:r>
          </a:p>
          <a:p>
            <a:r>
              <a:t xml:space="preserve">3. **MISSING INFORMATION (1:20–2:00):** 목표 세부·보존 조건·수정 범위·확인 근거·완료 조건을 아직 채워야 할 정보로 읽는다. 어떤 경로를 원했는지 요청에 담는 다음 장으로 넘긴다.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a:r>
              <a:t xml:space="preserve"/>
            </a:r>
          </a:p>
          <a:p>
            <a:r>
              <a:t xml:space="preserve">보존된 상세 범위: 짧은 요청의 가능한 해석을 그렸습니다. 실제 TRIAL-002 Prompt나 특정 실패의 재현이 아닙니다.</a:t>
            </a:r>
          </a:p>
          <a:p>
            <a:r>
              <a:t xml:space="preserve"/>
            </a:r>
          </a:p>
          <a:p>
            <a:r>
              <a:t xml:space="preserve">Beginner Explanation: 같은 말이라도 기대값을 고치라는 뜻인지, 구현을 명세에 맞추라는 뜻인지 아직 남아 있을 수 있다. 먼저 확인을 요청하는 해석도 가능하다.</a:t>
            </a:r>
          </a:p>
          <a:p>
            <a:r>
              <a:t xml:space="preserve"/>
            </a:r>
          </a:p>
          <a:p>
            <a:r>
              <a:t xml:space="preserve">Advanced Insight: The timelines represent unresolved interpretation, not measured nondeterminism. Missing constraints are human intent that cannot be reliably inferred from repository access alone.</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요청의 해석과 아래 다섯 미정 정보를 잠시 생각하게 한다. 정답 분류·공개 응답·실습을 요구하지 않는다.</a:t>
            </a:r>
          </a:p>
          <a:p>
            <a:r>
              <a:t xml:space="preserve"/>
            </a:r>
          </a:p>
          <a:p>
            <a:r>
              <a:t xml:space="preserve">Transition:</a:t>
            </a:r>
          </a:p>
          <a:p>
            <a:r>
              <a:t xml:space="preserve">“이 미정 정보를 요청에 담으면, 어떤 작업 경로를 원한다는 뜻인지 더 분명해질까요?”라고 S18의 교육용 구체화 예시로 이동한다.</a:t>
            </a:r>
          </a:p>
          <a:p>
            <a:r>
              <a:t xml:space="preserve"/>
            </a:r>
          </a:p>
          <a:p>
            <a:r>
              <a:t xml:space="preserve">Time Management:</a:t>
            </a:r>
          </a:p>
          <a:p>
            <a:r>
              <a:t xml:space="preserve">원래 Case 4분을 S17 Case 2분 + 새 S18 Case 2분으로 나눈다. 여기서는 요청 30초, 가능 경로 50초, 미정 정보 40초만 다루고 세 경로의 세부 알고리즘을 강의하지 않는다.</a:t>
            </a:r>
          </a:p>
          <a:p>
            <a:r>
              <a:t xml:space="preserve"/>
            </a:r>
          </a:p>
          <a:p>
            <a:r>
              <a:t xml:space="preserve">Fallback:</a:t>
            </a:r>
          </a:p>
          <a:p>
            <a:r>
              <a:t xml:space="preserve">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작업 경로를 Prompt에 담는다</a:t>
            </a:r>
          </a:p>
          <a:p>
            <a:r>
              <a:t xml:space="preserve"/>
            </a:r>
          </a:p>
          <a:p>
            <a:r>
              <a:t xml:space="preserve">Slide ID:</a:t>
            </a:r>
          </a:p>
          <a:p>
            <a:r>
              <a:t xml:space="preserve">S18</a:t>
            </a:r>
          </a:p>
          <a:p>
            <a:r>
              <a:t xml:space="preserve"/>
            </a:r>
          </a:p>
          <a:p>
            <a:r>
              <a:t xml:space="preserve">Working Title: 원하는 작업 경로를 Prompt에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목표·보존 조건·수정 범위·확인 근거·완료 조건을 요청에 담아 원하는 작업 경로를 명시하고 해석의 여지를 줄인다.</a:t>
            </a:r>
          </a:p>
          <a:p>
            <a:r>
              <a:t xml:space="preserve"/>
            </a:r>
          </a:p>
          <a:p>
            <a:r>
              <a:t xml:space="preserve">Opening Question: “확인·보고 사항까지 담으니 어떤 작업을 원했는지 더 분명해졌을까?”</a:t>
            </a:r>
          </a:p>
          <a:p>
            <a:r>
              <a:t xml:space="preserve"/>
            </a:r>
          </a:p>
          <a:p>
            <a:r>
              <a:t xml:space="preserve">Speaker Flow:</a:t>
            </a:r>
          </a:p>
          <a:p>
            <a:r>
              <a:t xml:space="preserve"/>
            </a:r>
          </a:p>
          <a:p>
            <a:r>
              <a:t xml:space="preserve">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a:r>
              <a:t xml:space="preserve">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a:r>
              <a:t xml:space="preserve">3. **GENERALIZE (1:30–2:00):** 구체 답은 여기서 마치고, 다른 작업을 요청할 때 사람이 먼저 답해야 할 질문으로 일반화한다.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앞 장과 달라진 정보와 원하는 경로의 연결을 눈으로 확인하게 한다. 프롬프트 작성·답변·공유·실습을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a:t>
            </a:r>
          </a:p>
          <a:p>
            <a:r>
              <a:t xml:space="preserve">Case 2분. 다섯 줄 요청 45초, 목표 경로와 검증 경계 45초, 다음 질문 연결 30초. S17와 합쳐 원래 Case 4분, Section 1B 전체420분을 유지한다. 실제 발화 시간은 UNVERIFIED다.</a:t>
            </a:r>
          </a:p>
          <a:p>
            <a:r>
              <a:t xml:space="preserve"/>
            </a:r>
          </a:p>
          <a:p>
            <a:r>
              <a:t xml:space="preserve">Fallback:</a:t>
            </a:r>
          </a:p>
          <a:p>
            <a:r>
              <a:t xml:space="preserve">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 요청 문장의 어디에 들어가는지 보겠습니다.”라고 S21의 교육용 요청 예시로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더 긴 Prompt보다 분명한 경계</a:t>
            </a:r>
          </a:p>
          <a:p>
            <a:r>
              <a:t xml:space="preserve"/>
            </a:r>
          </a:p>
          <a:p>
            <a:r>
              <a:t xml:space="preserve">Slide ID:</a:t>
            </a:r>
          </a:p>
          <a:p>
            <a:r>
              <a:t xml:space="preserve">S21</a:t>
            </a:r>
          </a:p>
          <a:p>
            <a:r>
              <a:t xml:space="preserve"/>
            </a:r>
          </a:p>
          <a:p>
            <a:r>
              <a:t xml:space="preserve">Working Title: 더 긴 Prompt보다 분명한 경계</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유용성은 Prompt의 길이보다 Goal과 제약, 과정, 검증 경계가 분명한 데서 나온다.</a:t>
            </a:r>
          </a:p>
          <a:p>
            <a:r>
              <a:t xml:space="preserve"/>
            </a:r>
          </a:p>
          <a:p>
            <a:r>
              <a:t xml:space="preserve">Opening Question: “다섯 항목은 구체적인 요청 문장의 어디에서 드러나는가?”</a:t>
            </a:r>
          </a:p>
          <a:p>
            <a:r>
              <a:t xml:space="preserve"/>
            </a:r>
          </a:p>
          <a:p>
            <a:r>
              <a:t xml:space="preserve">Speaker Flow:</a:t>
            </a:r>
          </a:p>
          <a:p>
            <a:r>
              <a:t xml:space="preserve"/>
            </a:r>
          </a:p>
          <a:p>
            <a:r>
              <a:t xml:space="preserve">1. (0:00–2:00 / Lecture) 짧은 요청과 교육용으로 구체화한 요청을 비교한다. 앞 장의 다섯 항목을 다시 정의하지 않고 어떤 문장이 목표·맥락·제약·과정·검증을 드러내는지 짚는다.</a:t>
            </a:r>
          </a:p>
          <a:p>
            <a:r>
              <a:t xml:space="preserve">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a:r>
              <a:t xml:space="preserve">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a:r>
              <a:t xml:space="preserve">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a:r>
              <a:t xml:space="preserve">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a:r>
              <a:t xml:space="preserve"/>
            </a:r>
          </a:p>
          <a:p>
            <a:r>
              <a:t xml:space="preserve">Evidence / Source: BEAT-005, TRIAL-002, CLM-0029, OQ-001, OQ-007. TEACHING_MODEL / CONCEPTUAL. DEC-0042는 요청 설계와 기존 사례의 연결·용어를 정렬한 결정이며 새로운 실험 근거가 아니다.</a:t>
            </a:r>
          </a:p>
          <a:p>
            <a:r>
              <a:t xml:space="preserve"/>
            </a:r>
          </a:p>
          <a:p>
            <a:r>
              <a:t xml:space="preserve">보존된 상세 출처: 교육용 Before / After · 실제 Trial Prompt나 우월성 비교 실험이 아님</a:t>
            </a:r>
          </a:p>
          <a:p>
            <a:r>
              <a:t xml:space="preserve"/>
            </a:r>
          </a:p>
          <a:p>
            <a:r>
              <a:t xml:space="preserve">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a:r>
              <a:t xml:space="preserve"/>
            </a:r>
          </a:p>
          <a:p>
            <a:r>
              <a:t xml:space="preserve">보존된 상세 범위: 완료 조건과 C++ 적용은 교육용 예시입니다. 특정 Windows·빌드 환경을 검증한 것은 아닙니다.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Make the allowed change surface and completion evidence reviewable; do not claim a causal performance advantage.</a:t>
            </a:r>
          </a:p>
          <a:p>
            <a:r>
              <a:t xml:space="preserve"/>
            </a:r>
          </a:p>
          <a:p>
            <a:r>
              <a:t xml:space="preserve">C++ Vision Bridge: SUPPORTING footer strip — 출력·API/ABI의 보존 범위와 Release 검증 조건을 먼저 정하는 사례다. 특정 Windows, shell, IDE, hardware의 실제 사용법이나 검증 결과로 주장하지 않는다.</a:t>
            </a:r>
          </a:p>
          <a:p>
            <a:r>
              <a:t xml:space="preserve"/>
            </a:r>
          </a:p>
          <a:p>
            <a:r>
              <a:t xml:space="preserve">Demo Operation: N/A — the comparison is conceptual and is not the exact Trial-002 Prompt.</a:t>
            </a:r>
          </a:p>
          <a:p>
            <a:r>
              <a:t xml:space="preserve"/>
            </a:r>
          </a:p>
          <a:p>
            <a:r>
              <a:t xml:space="preserve">Audience Interaction: 마지막 Case 3분에는 구체 완료 조건을 90초 동안 따라 읽고, 나머지 90초에 두 요청에서 새로 명시된 책임을 마음속으로 비교한다. 작성 실습이나 발표 응답은 요구하지 않는다.</a:t>
            </a:r>
          </a:p>
          <a:p>
            <a:r>
              <a:t xml:space="preserve"/>
            </a:r>
          </a:p>
          <a:p>
            <a:r>
              <a:t xml:space="preserve">Transition:</a:t>
            </a:r>
          </a:p>
          <a:p>
            <a:r>
              <a:t xml:space="preserve">“여기까지는 교육용 요청 예시였습니다. 이제 실제 기록에서는 어떤 지시를 전달했고, 그 지시와 작업 과정이 어떻게 연결됐는지 보겠습니다.”라고 S22의 TRIAL-002 실제 Prompt 발췌·번역으로 이동한다.</a:t>
            </a:r>
          </a:p>
          <a:p>
            <a:r>
              <a:t xml:space="preserve"/>
            </a:r>
          </a:p>
          <a:p>
            <a:r>
              <a:t xml:space="preserve">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a:r>
              <a:t xml:space="preserve"/>
            </a:r>
          </a:p>
          <a:p>
            <a:r>
              <a:t xml:space="preserve">Fallback:</a:t>
            </a:r>
          </a:p>
          <a:p>
            <a:r>
              <a:t xml:space="preserve">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a:r>
              <a:t xml:space="preserve">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a:r>
              <a:t xml:space="preserve">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a:r>
              <a:t xml:space="preserve">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a:r>
              <a:t xml:space="preserve">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a:r>
              <a:t xml:space="preserve"/>
            </a:r>
          </a:p>
          <a:p>
            <a:r>
              <a:t xml:space="preserve">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a:r>
              <a:t xml:space="preserve"/>
            </a:r>
          </a:p>
          <a:p>
            <a:r>
              <a:t xml:space="preserve">보존된 상세 출처: TRIAL-002 · 요청 발췌·번역 / 관찰 기록 요약 · 2026-09-28 · Codex CLI 0.154.0</a:t>
            </a:r>
          </a:p>
          <a:p>
            <a:r>
              <a:t xml:space="preserve"/>
            </a:r>
          </a:p>
          <a:p>
            <a:r>
              <a:t xml:space="preserve">Claim Boundary:</a:t>
            </a:r>
          </a:p>
          <a:p>
            <a:r>
              <a:t xml:space="preserve">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a:r>
              <a:t xml:space="preserve"/>
            </a:r>
          </a:p>
          <a:p>
            <a:r>
              <a:t xml:space="preserve">보존된 상세 범위: 원문 로그 캡처 아님 · S22 예시의 실행 결과 아님 · 단일 CLI 관찰이며 Prompt 단독 효과는 미입증</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a:t>
            </a:r>
          </a:p>
          <a:p>
            <a:r>
              <a:t xml:space="preserve">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a:t>
            </a:r>
          </a:p>
          <a:p>
            <a:r>
              <a:t xml:space="preserve">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a:r>
              <a:t xml:space="preserve"/>
            </a:r>
          </a:p>
          <a:p>
            <a:r>
              <a:t xml:space="preserve">Validation Status:</a:t>
            </a:r>
          </a:p>
          <a:p>
            <a:r>
              <a:t xml:space="preserve">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승인된 ON-SCREEN SUPPORTING vector·GoogleTest 도식으로 완료 조건과 검사 범위를 연결한다. 주요 C++ 패턴 전이는 S75에서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판단할 근거를 요청할 때, 어떤 검사와 기대값까지 명시해야 할까요?”라고 S26의 명세 기반 완료 조건으로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Check마다 확인하는 범위</a:t>
            </a:r>
          </a:p>
          <a:p>
            <a:r>
              <a:t xml:space="preserve"/>
            </a:r>
          </a:p>
          <a:p>
            <a:r>
              <a:t xml:space="preserve">Slide ID:</a:t>
            </a:r>
          </a:p>
          <a:p>
            <a:r>
              <a:t xml:space="preserve">S26</a:t>
            </a:r>
          </a:p>
          <a:p>
            <a:r>
              <a:t xml:space="preserve"/>
            </a:r>
          </a:p>
          <a:p>
            <a:r>
              <a:t xml:space="preserve">Working Title: Check마다 확인하는 범위</a:t>
            </a:r>
          </a:p>
          <a:p>
            <a:r>
              <a:t xml:space="preserve"/>
            </a:r>
          </a:p>
          <a:p>
            <a:r>
              <a:t xml:space="preserve">ACT / Section: ACT 1 / 1E + 1F</a:t>
            </a:r>
          </a:p>
          <a:p>
            <a:r>
              <a:t xml:space="preserve"/>
            </a:r>
          </a:p>
          <a:p>
            <a:r>
              <a:t xml:space="preserve">Allocated Time: 5 minutes</a:t>
            </a:r>
          </a:p>
          <a:p>
            <a:r>
              <a:t xml:space="preserve"/>
            </a:r>
          </a:p>
          <a:p>
            <a:r>
              <a:t xml:space="preserve">Mode Split: Lecture 4 minutes + Reflection 1 minute</a:t>
            </a:r>
          </a:p>
          <a:p>
            <a:r>
              <a:t xml:space="preserve"/>
            </a:r>
          </a:p>
          <a:p>
            <a:r>
              <a:t xml:space="preserve">Primary Message: Check 하나가 모든 정확성을 증명하지는 않는다.</a:t>
            </a:r>
          </a:p>
          <a:p>
            <a:r>
              <a:t xml:space="preserve"/>
            </a:r>
          </a:p>
          <a:p>
            <a:r>
              <a:t xml:space="preserve">Opening Question: “완료 조건에 어떤 검사와 기대값을 적어야 할까?”</a:t>
            </a:r>
          </a:p>
          <a:p>
            <a:r>
              <a:t xml:space="preserve"/>
            </a:r>
          </a:p>
          <a:p>
            <a:r>
              <a:t xml:space="preserve">Speaker Flow:</a:t>
            </a:r>
          </a:p>
          <a:p>
            <a:r>
              <a:t xml:space="preserve">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a:r>
              <a:t xml:space="preserve">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a:r>
              <a:t xml:space="preserve">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a:r>
              <a:t xml:space="preserve">4. (4:00–5:00 / Reflection) 내가 요청할 완료 근거가 어떤 명세 위반을 구별할지 조용히 떠올린다. 작성·실습·답변을 요구하지 않는다. 요청의 표현 방법을 추가로 살펴본 뒤 반복 조건을 생각하게 한다.</a:t>
            </a:r>
          </a:p>
          <a:p>
            <a:r>
              <a:t xml:space="preserve"/>
            </a:r>
          </a:p>
          <a:p>
            <a:r>
              <a:t xml:space="preserve">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a:r>
              <a:t xml:space="preserve"/>
            </a:r>
          </a:p>
          <a:p>
            <a:r>
              <a:t xml:space="preserve">보존된 상세 출처: TRIAL-002: 관련·전체 테스트 / CLI 샘플 실행 / 변경 확인 · 우측은 C++ 교육용 도식</a:t>
            </a:r>
          </a:p>
          <a:p>
            <a:r>
              <a:t xml:space="preserve"/>
            </a:r>
          </a:p>
          <a:p>
            <a:r>
              <a:t xml:space="preserve">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a:r>
              <a:t xml:space="preserve"/>
            </a:r>
          </a:p>
          <a:p>
            <a:r>
              <a:t xml:space="preserve">보존된 상세 범위: 실제 Trial은 Python unittest입니다. Benchmark 미실행 · 우측은 새 실행·PASS 결과가 아닙니다.</a:t>
            </a:r>
          </a:p>
          <a:p>
            <a:r>
              <a:t xml:space="preserve"/>
            </a:r>
          </a:p>
          <a:p>
            <a:r>
              <a:t xml:space="preserve">Beginner Explanation: “테스트해줘”에서 멈추지 않고 이 입력에서 어떤 개수·값을 기대하며 무엇을 비교해 보고할지 요청에 담는다. 비어 있지 않음은 빈 결과를 찾지만 이 추가 원소 오류는 구별하지 못한다.</a:t>
            </a:r>
          </a:p>
          <a:p>
            <a:r>
              <a:t xml:space="preserve"/>
            </a:r>
          </a:p>
          <a:p>
            <a:r>
              <a:t xml:space="preserve">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a:r>
              <a:t xml:space="preserve"/>
            </a:r>
          </a:p>
          <a:p>
            <a:r>
              <a:t xml:space="preserve">C++ Vision Bridge:</a:t>
            </a:r>
          </a:p>
          <a:p>
            <a:r>
              <a:t xml:space="preserve">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S75에 유지한다. No Windows, shell, IDE, hardware or new C++ execution is asserted.</a:t>
            </a:r>
          </a:p>
          <a:p>
            <a:r>
              <a:t xml:space="preserve"/>
            </a:r>
          </a:p>
          <a:p>
            <a:r>
              <a:t xml:space="preserve">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a:r>
              <a:t xml:space="preserve"/>
            </a:r>
          </a:p>
          <a:p>
            <a:r>
              <a:t xml:space="preserve">Audience Interaction: 마지막 1분은 각자가 익숙한 Check와 그 조건이 확인하거나 놓칠 수 있는 명세 위반을 조용히 생각한다. 결과 발표나 테스트 작성은 요구하지 않는다.</a:t>
            </a:r>
          </a:p>
          <a:p>
            <a:r>
              <a:t xml:space="preserve"/>
            </a:r>
          </a:p>
          <a:p>
            <a:r>
              <a:t xml:space="preserve">Transition:</a:t>
            </a:r>
          </a:p>
          <a:p>
            <a:r>
              <a:t xml:space="preserve">“요청에 담을 내용은 정했습니다. 이제 상황에 맞게 전달하는 문장 도구를 보겠습니다.”라고 신규 S27로 이동한다. 기존 반복 Context 질문은 새8장 뒤의 S35–S36에서 회수한다.</a:t>
            </a:r>
          </a:p>
          <a:p>
            <a:r>
              <a:t xml:space="preserve"/>
            </a:r>
          </a:p>
          <a:p>
            <a:r>
              <a:t xml:space="preserve">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a:r>
              <a:t xml:space="preserve"/>
            </a:r>
          </a:p>
          <a:p>
            <a:r>
              <a:t xml:space="preserve">Fallback:</a:t>
            </a:r>
          </a:p>
          <a:p>
            <a:r>
              <a:t xml:space="preserve">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지시와 참고 자료의 구분</a:t>
            </a:r>
          </a:p>
          <a:p>
            <a:r>
              <a:t xml:space="preserve"/>
            </a:r>
          </a:p>
          <a:p>
            <a:r>
              <a:t xml:space="preserve">Slide ID:</a:t>
            </a:r>
          </a:p>
          <a:p>
            <a:r>
              <a:t xml:space="preserve">S27</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S27 또는 production/preview/act1/S27.png.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입력과 기대 결과의 작은 예시</a:t>
            </a:r>
          </a:p>
          <a:p>
            <a:r>
              <a:t xml:space="preserve"/>
            </a:r>
          </a:p>
          <a:p>
            <a:r>
              <a:t xml:space="preserve">Slide ID:</a:t>
            </a:r>
          </a:p>
          <a:p>
            <a:r>
              <a:t xml:space="preserve">S28</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S28 또는 production/preview/act1/S28.png.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바로 검토할 수 있는 결과 형식</a:t>
            </a:r>
          </a:p>
          <a:p>
            <a:r>
              <a:t xml:space="preserve"/>
            </a:r>
          </a:p>
          <a:p>
            <a:r>
              <a:t xml:space="preserve">Slide ID:</a:t>
            </a:r>
          </a:p>
          <a:p>
            <a:r>
              <a:t xml:space="preserve">S29</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근거가 있는 설명과 미확인의 구분</a:t>
            </a:r>
          </a:p>
          <a:p>
            <a:r>
              <a:t xml:space="preserve"/>
            </a:r>
          </a:p>
          <a:p>
            <a:r>
              <a:t xml:space="preserve">Slide ID:</a:t>
            </a:r>
          </a:p>
          <a:p>
            <a:r>
              <a:t xml:space="preserve">S30</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결과를 바꾸는 결정에서 확인 질문</a:t>
            </a:r>
          </a:p>
          <a:p>
            <a:r>
              <a:t xml:space="preserve"/>
            </a:r>
          </a:p>
          <a:p>
            <a:r>
              <a:t xml:space="preserve">Slide ID:</a:t>
            </a:r>
          </a:p>
          <a:p>
            <a:r>
              <a:t xml:space="preserve">S31</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큰 작업을 검토할 결과물로 나누기</a:t>
            </a:r>
          </a:p>
          <a:p>
            <a:r>
              <a:t xml:space="preserve"/>
            </a:r>
          </a:p>
          <a:p>
            <a:r>
              <a:t xml:space="preserve">Slide ID:</a:t>
            </a:r>
          </a:p>
          <a:p>
            <a:r>
              <a:t xml:space="preserve">S32</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기준을 지정한 코드 리뷰 요청</a:t>
            </a:r>
          </a:p>
          <a:p>
            <a:r>
              <a:t xml:space="preserve"/>
            </a:r>
          </a:p>
          <a:p>
            <a:r>
              <a:t xml:space="preserve">Slide ID:</a:t>
            </a:r>
          </a:p>
          <a:p>
            <a:r>
              <a:t xml:space="preserve">S33</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구체적인 근거로 수정 방향 피드백</a:t>
            </a:r>
          </a:p>
          <a:p>
            <a:r>
              <a:t xml:space="preserve"/>
            </a:r>
          </a:p>
          <a:p>
            <a:r>
              <a:t xml:space="preserve">Slide ID:</a:t>
            </a:r>
          </a:p>
          <a:p>
            <a:r>
              <a:t xml:space="preserve">S34</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“이 조건 중 다음 작업에도 다시 적게 될 것은 무엇일까요?”라고 기존 S27–S28의 반복 Context 질문으로 연결한다. 현재 기존 두 장은 S35–S36이다.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“이 조건 중 다음 작업에도 다시 적게 될 것은 무엇일까요?”라고 기존 S27–S28의 반복 Context 질문으로 연결한다. 현재 기존 두 장은 S35–S36이다.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이번 Task인가, 계속 유지할 Project 정보인가?</a:t>
            </a:r>
          </a:p>
          <a:p>
            <a:r>
              <a:t xml:space="preserve"/>
            </a:r>
          </a:p>
          <a:p>
            <a:r>
              <a:t xml:space="preserve">Slide ID:</a:t>
            </a:r>
          </a:p>
          <a:p>
            <a:r>
              <a:t xml:space="preserve">S35</a:t>
            </a:r>
          </a:p>
          <a:p>
            <a:r>
              <a:t xml:space="preserve"/>
            </a:r>
          </a:p>
          <a:p>
            <a:r>
              <a:t xml:space="preserve">Working Title: 이번 Task인가, 계속 유지할 Project 정보인가?</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 두 종류의 정보를 구분할 필요가 있음을 먼저 인식한다.</a:t>
            </a:r>
          </a:p>
          <a:p>
            <a:r>
              <a:t xml:space="preserve"/>
            </a:r>
          </a:p>
          <a:p>
            <a:r>
              <a:t xml:space="preserve">Opening Question: “잘 쓴 요청의 테스트 명령과 보존 조건을, 다음 작업에도 다시 적어야 할까?”</a:t>
            </a:r>
          </a:p>
          <a:p>
            <a:r>
              <a:t xml:space="preserve"/>
            </a:r>
          </a:p>
          <a:p>
            <a:r>
              <a:t xml:space="preserve">Speaker Flow:</a:t>
            </a:r>
          </a:p>
          <a:p>
            <a:r>
              <a:t xml:space="preserve">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a:r>
              <a:t xml:space="preserve">2. (1:00–3:00 / Q&amp;A) 자발적인 질문을 받는다. 분류의 정답이나 저장 방식·AGENTS.md를 미리 공개하지 않는다. 침묵도 정상 진행이다.</a:t>
            </a:r>
          </a:p>
          <a:p>
            <a:r>
              <a:t xml:space="preserve">3. (3:00) S36에서 정보의 수명·범위를 후보 예시로 비교하겠다고 넘긴다.</a:t>
            </a:r>
          </a:p>
          <a:p>
            <a:r>
              <a:t xml:space="preserve"/>
            </a:r>
          </a:p>
          <a:p>
            <a:r>
              <a:t xml:space="preserve">Evidence / Source: BEAT-007 → BEAT-008 handoff, CLM-0029, CLM-0027, CLM-0003, CLM-0005. TEACHING_MODEL. DEC-0042는 요청 설계와 기존 사례의 연결·용어를 정렬한 결정이며 새로운 실험 근거가 아니다.</a:t>
            </a:r>
          </a:p>
          <a:p>
            <a:r>
              <a:t xml:space="preserve"/>
            </a:r>
          </a:p>
          <a:p>
            <a:r>
              <a:t xml:space="preserve">보존된 상세 출처: 생각해 보기 · 이 과정의 교육 모델</a:t>
            </a:r>
          </a:p>
          <a:p>
            <a:r>
              <a:t xml:space="preserve"/>
            </a:r>
          </a:p>
          <a:p>
            <a:r>
              <a:t xml:space="preserve">Claim Boundary: 두 Bucket은 Reflection을 위한 과정의 모델이다. 이 장에서는 정답, 제품 기능, AGENTS.md 또는 완전한 분류를 제시하지 않는다.</a:t>
            </a:r>
          </a:p>
          <a:p>
            <a:r>
              <a:t xml:space="preserve"/>
            </a:r>
          </a:p>
          <a:p>
            <a:r>
              <a:t xml:space="preserve">보존된 상세 범위: 1분 동안 개인적으로 생각한 뒤 2분간 자발적인 질문을 받습니다.</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Consider information lifetime and scope without deciding the storage mechanism yet.</a:t>
            </a:r>
          </a:p>
          <a:p>
            <a:r>
              <a:t xml:space="preserve"/>
            </a:r>
          </a:p>
          <a:p>
            <a:r>
              <a:t xml:space="preserve">C++ Vision Bridge: N/A.</a:t>
            </a:r>
          </a:p>
          <a:p>
            <a:r>
              <a:t xml:space="preserve"/>
            </a:r>
          </a:p>
          <a:p>
            <a:r>
              <a:t xml:space="preserve">Demo Operation: N/A.</a:t>
            </a:r>
          </a:p>
          <a:p>
            <a:r>
              <a:t xml:space="preserve"/>
            </a:r>
          </a:p>
          <a:p>
            <a:r>
              <a:t xml:space="preserve">Audience Interaction: 순서: Reflection 1분 후 Q&amp;A 2분. Reflection은 사적 생각 시간이고 공유는 자발적이다. 응답이 없으면 질문을 한 번 더 읽고 진행한다.</a:t>
            </a:r>
          </a:p>
          <a:p>
            <a:r>
              <a:t xml:space="preserve"/>
            </a:r>
          </a:p>
          <a:p>
            <a:r>
              <a:t xml:space="preserve">Transition:</a:t>
            </a:r>
          </a:p>
          <a:p>
            <a:r>
              <a:t xml:space="preserve">“방금 떠올린 반복 문장을 이번 Task 정보와 계속 참고할 Project 정보의 후보로 나눠 보겠습니다.”라고 S36으로 이동한다.</a:t>
            </a:r>
          </a:p>
          <a:p>
            <a:r>
              <a:t xml:space="preserve"/>
            </a:r>
          </a:p>
          <a:p>
            <a:r>
              <a:t xml:space="preserve">Time Management: Reflection 1분, Q&amp;A 2분을 보존한다. 긴 토론이나 개인 업무 공개를 요구하지 않는다.</a:t>
            </a:r>
          </a:p>
          <a:p>
            <a:r>
              <a:t xml:space="preserve"/>
            </a:r>
          </a:p>
          <a:p>
            <a:r>
              <a:t xml:space="preserve">Fallback:</a:t>
            </a:r>
          </a:p>
          <a:p>
            <a:r>
              <a:t xml:space="preserve">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반복하는 설명을 두 범주로 나누기</a:t>
            </a:r>
          </a:p>
          <a:p>
            <a:r>
              <a:t xml:space="preserve"/>
            </a:r>
          </a:p>
          <a:p>
            <a:r>
              <a:t xml:space="preserve">Slide ID:</a:t>
            </a:r>
          </a:p>
          <a:p>
            <a:r>
              <a:t xml:space="preserve">S36</a:t>
            </a:r>
          </a:p>
          <a:p>
            <a:r>
              <a:t xml:space="preserve"/>
            </a:r>
          </a:p>
          <a:p>
            <a:r>
              <a:t xml:space="preserve">Working Title: 반복하는 설명을 두 범주로 나누기</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 Task 정보와 Project 정보는 수명과 적용 범위가 다르다.</a:t>
            </a:r>
          </a:p>
          <a:p>
            <a:r>
              <a:t xml:space="preserve"/>
            </a:r>
          </a:p>
          <a:p>
            <a:r>
              <a:t xml:space="preserve">Opening Question: “같은 Project 설명을 다음 요청에서도 왜 반복하게 될까?”</a:t>
            </a:r>
          </a:p>
          <a:p>
            <a:r>
              <a:t xml:space="preserve"/>
            </a:r>
          </a:p>
          <a:p>
            <a:r>
              <a:t xml:space="preserve">**Speaker Flow:**</a:t>
            </a:r>
          </a:p>
          <a:p>
            <a:r>
              <a:t xml:space="preserve">1. (0:00–1:00 / Reflection) 앞 장에서 떠올린 반복 문장을 이번 Task 정보와 계속 참고할 Project 정보의 후보로 생각한다. 분류 시험이나 답안 작성은 아니다.</a:t>
            </a:r>
          </a:p>
          <a:p>
            <a:r>
              <a:t xml:space="preserve">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a:r>
              <a:t xml:space="preserve">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a:r>
              <a:t xml:space="preserve">4. (4:00–6:00 / Q&amp;A) 자발적인 질문을 받고 6분에 ACT 2로 간다. 질문이 없으면 반복 Project 설명이라는 마지막 질문을 한 번 읽고 정시에 넘긴다.</a:t>
            </a:r>
          </a:p>
          <a:p>
            <a:r>
              <a:t xml:space="preserve">기존 연결 질문을 유지한 채 ACT 2 제목 S37를 거쳐 S38의 첫 문제로 이어간다. 제목의 Transition1분은 다음 ACT에 별도로 배정한다.</a:t>
            </a:r>
          </a:p>
          <a:p>
            <a:r>
              <a:t xml:space="preserve"/>
            </a:r>
          </a:p>
          <a:p>
            <a:r>
              <a:t xml:space="preserve">Evidence / Source: BEAT-007, BEAT-008, TRANS-003, CLM-0029, CLM-0027, CLM-0003, CLM-0005. TEACHING_MODEL / CONCEPTUAL. DEC-0042는 요청 설계와 기존 사례의 연결·용어를 정렬한 결정이며 새로운 실험 근거가 아니다.</a:t>
            </a:r>
          </a:p>
          <a:p>
            <a:r>
              <a:t xml:space="preserve"/>
            </a:r>
          </a:p>
          <a:p>
            <a:r>
              <a:t xml:space="preserve">보존된 상세 출처: 교육용 후보 예시 · 모든 프로젝트에 적용되는 유일한 분류가 아님</a:t>
            </a:r>
          </a:p>
          <a:p>
            <a:r>
              <a:t xml:space="preserve"/>
            </a:r>
          </a:p>
          <a:p>
            <a:r>
              <a:t xml:space="preserve">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a:r>
              <a:t xml:space="preserve"/>
            </a:r>
          </a:p>
          <a:p>
            <a:r>
              <a:t xml:space="preserve">보존된 상세 범위: 다음 질문: Project 정보를 왜 매번 Prompt에 다시 적고 있을까요?</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Information reuse scope and lifetime may differ; the next ACT will examine the repeated-fact problem before introducing a mechanism.</a:t>
            </a:r>
          </a:p>
          <a:p>
            <a:r>
              <a:t xml:space="preserve"/>
            </a:r>
          </a:p>
          <a:p>
            <a:r>
              <a:t xml:space="preserve">C++ Vision Bridge: N/A.</a:t>
            </a:r>
          </a:p>
          <a:p>
            <a:r>
              <a:t xml:space="preserve"/>
            </a:r>
          </a:p>
          <a:p>
            <a:r>
              <a:t xml:space="preserve">Demo Operation: N/A.</a:t>
            </a:r>
          </a:p>
          <a:p>
            <a:r>
              <a:t xml:space="preserve"/>
            </a:r>
          </a:p>
          <a:p>
            <a:r>
              <a:t xml:space="preserve">Audience Interaction: Reflection 1분 후 map 순서대로 ACT 2 Transition 3분, Q&amp;A 2분. 예시는 후보로만 말하고, 자발적 응답을 받되 정답 분류를 평가하지 않는다.</a:t>
            </a:r>
          </a:p>
          <a:p>
            <a:r>
              <a:t xml:space="preserve"/>
            </a:r>
          </a:p>
          <a:p>
            <a:r>
              <a:t xml:space="preserve">**Transition:**</a:t>
            </a:r>
          </a:p>
          <a:p>
            <a:r>
              <a:t xml:space="preserve">“요청은 구체화했지만, 같은 테스트 명령과 보존 조건은 다음 작업에도 다시 적게 됩니다. Project 설명을 왜 매번 Prompt에 다시 쓰고 있을까요?”라고 S38의 반복 Project Context 문제로 연결한다.</a:t>
            </a:r>
          </a:p>
          <a:p>
            <a:r>
              <a:t xml:space="preserve">기존 연결 질문을 유지한 채 ACT 2 제목 S37를 거쳐 S38의 첫 문제로 이어간다. 제목의 Transition1분은 다음 ACT에 별도로 배정한다.</a:t>
            </a:r>
          </a:p>
          <a:p>
            <a:r>
              <a:t xml:space="preserve"/>
            </a:r>
          </a:p>
          <a:p>
            <a:r>
              <a:t xml:space="preserve">Time Management: 0–1분 Reflection, 1–4분 Transition, 4–6분 Q&amp;A. 기존 Notes의 1–5분 전환/5–6분 Q&amp;A 불일치를 승인된 Mode Split 1+3+2로 정렬한다. Project Context 해결책이나 AGENTS.md는 미리 공개하지 않는다.</a:t>
            </a:r>
          </a:p>
          <a:p>
            <a:r>
              <a:t xml:space="preserve"/>
            </a:r>
          </a:p>
          <a:p>
            <a:r>
              <a:t xml:space="preserve">Fallback:</a:t>
            </a:r>
          </a:p>
          <a:p>
            <a:r>
              <a:t xml:space="preserve">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필요한 정보를 찾아 쓰게 하기</a:t>
            </a:r>
          </a:p>
          <a:p>
            <a:r>
              <a:t xml:space="preserve"/>
            </a:r>
          </a:p>
          <a:p>
            <a:r>
              <a:t xml:space="preserve">**Slide ID:**</a:t>
            </a:r>
          </a:p>
          <a:p>
            <a:r>
              <a:t xml:space="preserve">S37</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S38의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S38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S38로 넘긴다. 실측 리허설 UNVERIFIED.</a:t>
            </a:r>
          </a:p>
          <a:p>
            <a:r>
              <a:t xml:space="preserve"/>
            </a:r>
          </a:p>
          <a:p>
            <a:r>
              <a:t xml:space="preserve">**Fallback:**</a:t>
            </a:r>
          </a:p>
          <a:p>
            <a:r>
              <a:t xml:space="preserve">LOCAL STATIC ARTIFACT — production/preview/full/S37.png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다른 Task에 같은 설명이 반복된다</a:t>
            </a:r>
          </a:p>
          <a:p>
            <a:r>
              <a:t xml:space="preserve"/>
            </a:r>
          </a:p>
          <a:p>
            <a:r>
              <a:t xml:space="preserve">Slide ID:</a:t>
            </a:r>
          </a:p>
          <a:p>
            <a:r>
              <a:t xml:space="preserve">S38</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a:t>
            </a:r>
          </a:p>
          <a:p>
            <a:r>
              <a:t xml:space="preserve">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작은 Project Context의 첫 기록</a:t>
            </a:r>
          </a:p>
          <a:p>
            <a:r>
              <a:t xml:space="preserve"/>
            </a:r>
          </a:p>
          <a:p>
            <a:r>
              <a:t xml:space="preserve">Slide ID:</a:t>
            </a:r>
          </a:p>
          <a:p>
            <a:r>
              <a:t xml:space="preserve">S39</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S40로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a:t>
            </a:r>
          </a:p>
          <a:p>
            <a:r>
              <a:t xml:space="preserve">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a:t>
            </a:r>
          </a:p>
          <a:p>
            <a:r>
              <a:t xml:space="preserve">`production/ACT_2.pptx`의 S39 및 `production/preview/act2/S39.png`에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a:t>
            </a:r>
          </a:p>
          <a:p>
            <a:r>
              <a:t xml:space="preserve">Demo 4분 유지. 1분 상태 전환, 2분 네 발췌, 1분 의미와 S40 handoff. 명령어 옵션별 설명은 생략한다.</a:t>
            </a:r>
          </a:p>
          <a:p>
            <a:r>
              <a:t xml:space="preserve"/>
            </a:r>
          </a:p>
          <a:p>
            <a:r>
              <a:t xml:space="preserve">Fallback:</a:t>
            </a:r>
          </a:p>
          <a:p>
            <a:r>
              <a:t xml:space="preserve">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AGENTS.md의 지침대로 검증했다</a:t>
            </a:r>
          </a:p>
          <a:p>
            <a:r>
              <a:t xml:space="preserve"/>
            </a:r>
          </a:p>
          <a:p>
            <a:r>
              <a:t xml:space="preserve">Slide ID:</a:t>
            </a:r>
          </a:p>
          <a:p>
            <a:r>
              <a:t xml:space="preserve">S40</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a:t>
            </a:r>
          </a:p>
          <a:p>
            <a:r>
              <a:t xml:space="preserve">1분 실제 요청과 외부 주석,1분 프로젝트 작업 지침,1분 테스트 실행·11/11 결과,1분 해석 한계와 S41 연결. Demo4분·기존 Mode는 유지하며 실측 리허설은 UNVERIFIED다.</a:t>
            </a:r>
          </a:p>
          <a:p>
            <a:r>
              <a:t xml:space="preserve"/>
            </a:r>
          </a:p>
          <a:p>
            <a:r>
              <a:t xml:space="preserve">Fallback:</a:t>
            </a:r>
          </a:p>
          <a:p>
            <a:r>
              <a:t xml:space="preserve">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Task Prompt와 Project Context</a:t>
            </a:r>
          </a:p>
          <a:p>
            <a:r>
              <a:t xml:space="preserve"/>
            </a:r>
          </a:p>
          <a:p>
            <a:r>
              <a:t xml:space="preserve">Slide ID:</a:t>
            </a:r>
          </a:p>
          <a:p>
            <a:r>
              <a:t xml:space="preserve">S41</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S39–S37.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a:t>
            </a:r>
          </a:p>
          <a:p>
            <a:r>
              <a:t xml:space="preserve">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정확한 정보도 계속 늘어난다</a:t>
            </a:r>
          </a:p>
          <a:p>
            <a:r>
              <a:t xml:space="preserve"/>
            </a:r>
          </a:p>
          <a:p>
            <a:r>
              <a:t xml:space="preserve">Slide ID:</a:t>
            </a:r>
          </a:p>
          <a:p>
            <a:r>
              <a:t xml:space="preserve">S42</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S43의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a:t>
            </a:r>
          </a:p>
          <a:p>
            <a:r>
              <a:t xml:space="preserve">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정확하지만 이번 작업에는 불필요한 정보</a:t>
            </a:r>
          </a:p>
          <a:p>
            <a:r>
              <a:t xml:space="preserve"/>
            </a:r>
          </a:p>
          <a:p>
            <a:r>
              <a:t xml:space="preserve">Slide ID:</a:t>
            </a:r>
          </a:p>
          <a:p>
            <a:r>
              <a:t xml:space="preserve">S43</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a:t>
            </a:r>
          </a:p>
          <a:p>
            <a:r>
              <a:t xml:space="preserve">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정보의 범위와 제공 시점</a:t>
            </a:r>
          </a:p>
          <a:p>
            <a:r>
              <a:t xml:space="preserve"/>
            </a:r>
          </a:p>
          <a:p>
            <a:r>
              <a:t xml:space="preserve">Slide ID:</a:t>
            </a:r>
          </a:p>
          <a:p>
            <a:r>
              <a:t xml:space="preserve">S44</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a:t>
            </a:r>
          </a:p>
          <a:p>
            <a:r>
              <a:t xml:space="preserve">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a:t>
            </a:r>
          </a:p>
          <a:p>
            <a:r>
              <a:t xml:space="preserve">S43 회수30초, 공통 안내1분, 요청별 상세1분, 재사용 절차1분, 경계·S45 연결30초로 Lecture4분을 유지한다. 제품 기능이나 Skill 호출 설명으로 확장하지 않는다.</a:t>
            </a:r>
          </a:p>
          <a:p>
            <a:r>
              <a:t xml:space="preserve"/>
            </a:r>
          </a:p>
          <a:p>
            <a:r>
              <a:t xml:space="preserve">Fallback:</a:t>
            </a:r>
          </a:p>
          <a:p>
            <a:r>
              <a:t xml:space="preserve">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많이 담아도 같은 근거를 똑같이 쓰는가?</a:t>
            </a:r>
          </a:p>
          <a:p>
            <a:r>
              <a:t xml:space="preserve"/>
            </a:r>
          </a:p>
          <a:p>
            <a:r>
              <a:t xml:space="preserve">Slide ID:</a:t>
            </a:r>
          </a:p>
          <a:p>
            <a:r>
              <a:t xml:space="preserve">S45</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a:t>
            </a:r>
          </a:p>
          <a:p>
            <a:r>
              <a:t xml:space="preserve">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S46으로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a:t>
            </a:r>
          </a:p>
          <a:p>
            <a:r>
              <a:t xml:space="preserve">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AI가 필요한 코드를 찾았다는 것을 무엇으로 확인할까?</a:t>
            </a:r>
          </a:p>
          <a:p>
            <a:r>
              <a:t xml:space="preserve"/>
            </a:r>
          </a:p>
          <a:p>
            <a:r>
              <a:t xml:space="preserve">Slide ID:</a:t>
            </a:r>
          </a:p>
          <a:p>
            <a:r>
              <a:t xml:space="preserve">S46</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a:t>
            </a:r>
          </a:p>
          <a:p>
            <a:r>
              <a:t xml:space="preserve">1. (0:00–0:40) S45의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S47의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a:t>
            </a:r>
          </a:p>
          <a:p>
            <a:r>
              <a:t xml:space="preserve">Lecture4분 유지. S45 연결40초, 위치 확인40초, 명세·코드 대응60초, 주변 근거60초, S47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a:t>
            </a:r>
          </a:p>
          <a:p>
            <a:r>
              <a:t xml:space="preserve">LOCAL STATIC ARTIFACT — production/ACT_2.pptx / S46; production/preview/act2/S46.png.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a:t>
            </a:r>
          </a:p>
          <a:p>
            <a:r>
              <a:t xml:space="preserve">DEC-0105 — S45→S46→S47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필요한 상세 정보로 가는 길</a:t>
            </a:r>
          </a:p>
          <a:p>
            <a:r>
              <a:t xml:space="preserve"/>
            </a:r>
          </a:p>
          <a:p>
            <a:r>
              <a:t xml:space="preserve">Slide ID:</a:t>
            </a:r>
          </a:p>
          <a:p>
            <a:r>
              <a:t xml:space="preserve">S47</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a:t>
            </a:r>
          </a:p>
          <a:p>
            <a:r>
              <a:t xml:space="preserve">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AGENTS.md에는 무엇을 남길까?</a:t>
            </a:r>
          </a:p>
          <a:p>
            <a:r>
              <a:t xml:space="preserve"/>
            </a:r>
          </a:p>
          <a:p>
            <a:r>
              <a:t xml:space="preserve">Slide ID:</a:t>
            </a:r>
          </a:p>
          <a:p>
            <a:r>
              <a:t xml:space="preserve">S48</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S49, 문서 접근의 관찰과 한계는 S51–S53에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a:t>
            </a:r>
          </a:p>
          <a:p>
            <a:r>
              <a:t xml:space="preserve">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정보를 지우지 않고 위치를 나누기</a:t>
            </a:r>
          </a:p>
          <a:p>
            <a:r>
              <a:t xml:space="preserve"/>
            </a:r>
          </a:p>
          <a:p>
            <a:r>
              <a:t xml:space="preserve">Slide ID:</a:t>
            </a:r>
          </a:p>
          <a:p>
            <a:r>
              <a:t xml:space="preserve">S49</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a:t>
            </a:r>
          </a:p>
          <a:p>
            <a:r>
              <a:t xml:space="preserve">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서로 다른 두 Task가 무엇을 읽을까?</a:t>
            </a:r>
          </a:p>
          <a:p>
            <a:r>
              <a:t xml:space="preserve"/>
            </a:r>
          </a:p>
          <a:p>
            <a:r>
              <a:t xml:space="preserve">Slide ID:</a:t>
            </a:r>
          </a:p>
          <a:p>
            <a:r>
              <a:t xml:space="preserve">S50</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S51–S53의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a:t>
            </a:r>
          </a:p>
          <a:p>
            <a:r>
              <a:t xml:space="preserve">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Crop Task에서 관찰한 접근</a:t>
            </a:r>
          </a:p>
          <a:p>
            <a:r>
              <a:t xml:space="preserve"/>
            </a:r>
          </a:p>
          <a:p>
            <a:r>
              <a:t xml:space="preserve">Slide ID:</a:t>
            </a:r>
          </a:p>
          <a:p>
            <a:r>
              <a:t xml:space="preserve">S51</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a:t>
            </a:r>
          </a:p>
          <a:p>
            <a:r>
              <a:t xml:space="preserve">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a:t>
            </a:r>
          </a:p>
          <a:p>
            <a:r>
              <a:t xml:space="preserve">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a:r>
              <a:t xml:space="preserve"/>
            </a:r>
          </a:p>
          <a:p>
            <a:r>
              <a:t xml:space="preserve">Fallback:</a:t>
            </a:r>
          </a:p>
          <a:p>
            <a:r>
              <a:t xml:space="preserve">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의존성 질문은 설정과 소스로 답했다</a:t>
            </a:r>
          </a:p>
          <a:p>
            <a:r>
              <a:t xml:space="preserve"/>
            </a:r>
          </a:p>
          <a:p>
            <a:r>
              <a:t xml:space="preserve">Slide ID:</a:t>
            </a:r>
          </a:p>
          <a:p>
            <a:r>
              <a:t xml:space="preserve">S52</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a:t>
            </a:r>
          </a:p>
          <a:p>
            <a:r>
              <a:t xml:space="preserve">1. (0–1분) S50의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a:t>
            </a:r>
          </a:p>
          <a:p>
            <a:r>
              <a:t xml:space="preserve">LOCAL STATIC ARTIFACT — production/ACT_2.pptx / S52; production/preview/act2/S52.png.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Task별 접근은 달랐지만 완벽하지는 않다</a:t>
            </a:r>
          </a:p>
          <a:p>
            <a:r>
              <a:t xml:space="preserve"/>
            </a:r>
          </a:p>
          <a:p>
            <a:r>
              <a:t xml:space="preserve">Slide ID:</a:t>
            </a:r>
          </a:p>
          <a:p>
            <a:r>
              <a:t xml:space="preserve">S53</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a:t>
            </a:r>
          </a:p>
          <a:p>
            <a:r>
              <a:t xml:space="preserve">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Context 정리에서 확인한 네 가지</a:t>
            </a:r>
          </a:p>
          <a:p>
            <a:r>
              <a:t xml:space="preserve"/>
            </a:r>
          </a:p>
          <a:p>
            <a:r>
              <a:t xml:space="preserve">Slide ID:</a:t>
            </a:r>
          </a:p>
          <a:p>
            <a:r>
              <a:t xml:space="preserve">S54</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S55–S57의 팁을 거친 뒤 S58의 기존 수행 방법 질문으로 돌아간다.</a:t>
            </a:r>
          </a:p>
          <a:p>
            <a:r>
              <a:t xml:space="preserve"/>
            </a:r>
          </a:p>
          <a:p>
            <a:r>
              <a:t xml:space="preserve">Time Management: Lecture2+Reflection1분. 과거 Trial을 다시 시연하지 않는다.</a:t>
            </a:r>
          </a:p>
          <a:p>
            <a:r>
              <a:t xml:space="preserve"/>
            </a:r>
          </a:p>
          <a:p>
            <a:r>
              <a:t xml:space="preserve">Fallback:</a:t>
            </a:r>
          </a:p>
          <a:p>
            <a:r>
              <a:t xml:space="preserve">LOCAL STATIC ARTIFACT — production/ACT_2.pptx / S54; production/preview/act2/S54.png.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AGENTS.md는 어디에 둘까?</a:t>
            </a:r>
          </a:p>
          <a:p>
            <a:r>
              <a:t xml:space="preserve"/>
            </a:r>
          </a:p>
          <a:p>
            <a:r>
              <a:t xml:space="preserve">**Slide ID:**</a:t>
            </a:r>
          </a:p>
          <a:p>
            <a:r>
              <a:t xml:space="preserve">S55</a:t>
            </a:r>
          </a:p>
          <a:p>
            <a:r>
              <a:t xml:space="preserve"/>
            </a:r>
          </a:p>
          <a:p>
            <a:r>
              <a:t xml:space="preserve">**Working Title:**</a:t>
            </a:r>
          </a:p>
          <a:p>
            <a:r>
              <a:t xml:space="preserve">AGENTS.md는 어디에 둘까?</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개인 기본값과 프로젝트 공통 규칙, 모듈별 지침을 구분해 두고 현재 작업에 해당하는 범위를 확인한다.</a:t>
            </a:r>
          </a:p>
          <a:p>
            <a:r>
              <a:t xml:space="preserve"/>
            </a:r>
          </a:p>
          <a:p>
            <a:r>
              <a:t xml:space="preserve">**Opening Question:**</a:t>
            </a:r>
          </a:p>
          <a:p>
            <a:r>
              <a:t xml:space="preserve">“공통 규칙과 특정 모듈 규칙을 어디에 둘까?”</a:t>
            </a:r>
          </a:p>
          <a:p>
            <a:r>
              <a:t xml:space="preserve"/>
            </a:r>
          </a:p>
          <a:p>
            <a:r>
              <a:t xml:space="preserve">**Speaker Flow:**</a:t>
            </a:r>
          </a:p>
          <a:p>
            <a:r>
              <a:t xml:space="preserve">1. (0–1분) S54는 실제 Demo의 Context 정리 회수였다. 여기부터 공식 지침을 적용한 별도 검사 프로젝트 예다. 개인 기본값의 언어/Git 규칙을 가리킨다.</a:t>
            </a:r>
          </a:p>
          <a:p>
            <a:r>
              <a:t xml:space="preserve">2. (1–2분) 루트 공통 API 보존과 vision의 ROI 명세를 폴더 위치에 연결한다. device의 하드웨어 연동 규칙은 형제 모듈 규칙이다.</a:t>
            </a:r>
          </a:p>
          <a:p>
            <a:r>
              <a:t xml:space="preserve">3. (2–3분) crop.cpp가 속한 가지를 짚는다. 이 그림은 적용 범위를 설명하며 전체 하위 파일의 자동 로드를 뜻하지 않는다. 다음은 공통·전용 규칙의 결합이다.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루트의 공통 규칙과 작업 폴더에만 필요한 규칙을 구분한다.</a:t>
            </a:r>
          </a:p>
          <a:p>
            <a:r>
              <a:t xml:space="preserve"/>
            </a:r>
          </a:p>
          <a:p>
            <a:r>
              <a:t xml:space="preserve">**Advanced Insight:**</a:t>
            </a:r>
          </a:p>
          <a:p>
            <a:r>
              <a:t xml:space="preserve">규칙의 논리적 범위와 런타임 수집 여부를 혼동하지 않고 다음 장에서 병합 관계를 본다.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“crop.cpp를 수정할 때, 공통 지침과 vision 지침은 어떻게 함께 적용될까요?” S56로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S55; production/preview/act2/S55.png.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S56 — 공통 지침에 모듈 지침을 더한다</a:t>
            </a:r>
          </a:p>
          <a:p>
            <a:r>
              <a:t xml:space="preserve"/>
            </a:r>
          </a:p>
          <a:p>
            <a:r>
              <a:t xml:space="preserve">**Slide ID:**</a:t>
            </a:r>
          </a:p>
          <a:p>
            <a:r>
              <a:t xml:space="preserve">S56</a:t>
            </a:r>
          </a:p>
          <a:p>
            <a:r>
              <a:t xml:space="preserve"/>
            </a:r>
          </a:p>
          <a:p>
            <a:r>
              <a:t xml:space="preserve">**Working Title:**</a:t>
            </a:r>
          </a:p>
          <a:p>
            <a:r>
              <a:t xml:space="preserve">공통 지침에 모듈 지침을 더한다</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공통 지침을 유지하면서 모듈 전용 지침을 더한다. 충돌하는 기본값은 더 가까운 지침을 우선한다.</a:t>
            </a:r>
          </a:p>
          <a:p>
            <a:r>
              <a:t xml:space="preserve"/>
            </a:r>
          </a:p>
          <a:p>
            <a:r>
              <a:t xml:space="preserve">**Opening Question:**</a:t>
            </a:r>
          </a:p>
          <a:p>
            <a:r>
              <a:t xml:space="preserve">“모듈 지침이 있으면 루트 지침은 없어질까?”</a:t>
            </a:r>
          </a:p>
          <a:p>
            <a:r>
              <a:t xml:space="preserve"/>
            </a:r>
          </a:p>
          <a:p>
            <a:r>
              <a:t xml:space="preserve">**Speaker Flow:**</a:t>
            </a:r>
          </a:p>
          <a:p>
            <a:r>
              <a:t xml:space="preserve">1. (0–1분) 수정 대상은 같은 src/vision/crop.cpp다. 루트의 공개 API 유지와 기본 검증 진입점을 읽는다.</a:t>
            </a:r>
          </a:p>
          <a:p>
            <a:r>
              <a:t xml:space="preserve">2. (1–2분) vision의 ROI 명세와 전용 검증 진입점을 더한다. 결합한 목록에서 공개 API 유지가 사라지지 않았음을 확인한다.</a:t>
            </a:r>
          </a:p>
          <a:p>
            <a:r>
              <a:t xml:space="preserve">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모듈 규칙을 추가해도 공통 제약이 남는다는 점을 이해한다.</a:t>
            </a:r>
          </a:p>
          <a:p>
            <a:r>
              <a:t xml:space="preserve"/>
            </a:r>
          </a:p>
          <a:p>
            <a:r>
              <a:t xml:space="preserve">**Advanced Insight:**</a:t>
            </a:r>
          </a:p>
          <a:p>
            <a:r>
              <a:t xml:space="preserve">상속과 충돌 해결을 구별하고 검증 진입점 기본값과 필수 검증 의무를 혼동하지 않는다.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“적용할 규칙을 배치했다면, Codex가 실제로 그 파일을 읽었을까요?” S57로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S56; production/preview/act2/S56.png.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S57 — 적용할 지침을 실제로 읽었을까?</a:t>
            </a:r>
          </a:p>
          <a:p>
            <a:r>
              <a:t xml:space="preserve"/>
            </a:r>
          </a:p>
          <a:p>
            <a:r>
              <a:t xml:space="preserve">**Slide ID:**</a:t>
            </a:r>
          </a:p>
          <a:p>
            <a:r>
              <a:t xml:space="preserve">S57</a:t>
            </a:r>
          </a:p>
          <a:p>
            <a:r>
              <a:t xml:space="preserve"/>
            </a:r>
          </a:p>
          <a:p>
            <a:r>
              <a:t xml:space="preserve">**Working Title:**</a:t>
            </a:r>
          </a:p>
          <a:p>
            <a:r>
              <a:t xml:space="preserve">적용할 지침을 실제로 읽었을까?</a:t>
            </a:r>
          </a:p>
          <a:p>
            <a:r>
              <a:t xml:space="preserve"/>
            </a:r>
          </a:p>
          <a:p>
            <a:r>
              <a:t xml:space="preserve">**ACT / Section:**</a:t>
            </a:r>
          </a:p>
          <a:p>
            <a:r>
              <a:t xml:space="preserve">ACT 2 / 2I Discussion·Transition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시작 시 자동 수집은 루트에서 시작 작업 폴더까지의 경로를 따른다. 작업에 필요한 하위 지침은 적용 경로와 본문을 확인해 읽도록 요청한다.</a:t>
            </a:r>
          </a:p>
          <a:p>
            <a:r>
              <a:t xml:space="preserve"/>
            </a:r>
          </a:p>
          <a:p>
            <a:r>
              <a:t xml:space="preserve">**Opening Question:**</a:t>
            </a:r>
          </a:p>
          <a:p>
            <a:r>
              <a:t xml:space="preserve">“파일이 그 위치에 있으면 반드시 읽혔다고 볼 수 있을까?”</a:t>
            </a:r>
          </a:p>
          <a:p>
            <a:r>
              <a:t xml:space="preserve"/>
            </a:r>
          </a:p>
          <a:p>
            <a:r>
              <a:t xml:space="preserve">**Speaker Flow:**</a:t>
            </a:r>
          </a:p>
          <a:p>
            <a:r>
              <a:t xml:space="preserve">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a:r>
              <a:t xml:space="preserve">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a:r>
              <a:t xml:space="preserve"/>
            </a:r>
          </a:p>
          <a:p>
            <a:r>
              <a:t xml:space="preserve">**Beginner Explanation:**</a:t>
            </a:r>
          </a:p>
          <a:p>
            <a:r>
              <a:t xml:space="preserve">파일을 두는 것과 실제로 읽히는 것을 구분하고 확인할 요청을 쓸 수 있다.</a:t>
            </a:r>
          </a:p>
          <a:p>
            <a:r>
              <a:t xml:space="preserve"/>
            </a:r>
          </a:p>
          <a:p>
            <a:r>
              <a:t xml:space="preserve">**Advanced Insight:**</a:t>
            </a:r>
          </a:p>
          <a:p>
            <a:r>
              <a:t xml:space="preserve">시작 시 instruction chain과 이후 명시적 파일 읽기를 구분하며 경로·내용·필요 시 로그를 대조한다.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“지침의 위치와 읽을 범위를 정리해도, 작업마다 같은 수행 절차를 다시 요청하는 문제는 남습니다.” S58의 기존 Harness 질문으로 돌아간다.</a:t>
            </a:r>
          </a:p>
          <a:p>
            <a:r>
              <a:t xml:space="preserve"/>
            </a:r>
          </a:p>
          <a:p>
            <a:r>
              <a:t xml:space="preserve">**Time Management:**</a:t>
            </a:r>
          </a:p>
          <a:p>
            <a:r>
              <a:t xml:space="preserve">Lecture 2분. 화면의 질문·도식·다음 질문을 정해진 순서로 짚고 시간에 넘긴다. 실제 리허설 UNVERIFIED.</a:t>
            </a:r>
          </a:p>
          <a:p>
            <a:r>
              <a:t xml:space="preserve"/>
            </a:r>
          </a:p>
          <a:p>
            <a:r>
              <a:t xml:space="preserve">**Fallback:**</a:t>
            </a:r>
          </a:p>
          <a:p>
            <a:r>
              <a:t xml:space="preserve">LOCAL STATIC ARTIFACT — production/ACT_2.pptx / S57; production/preview/act2/S57.png.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S58 — 지식은 정리됐지만 절차는 반복된다</a:t>
            </a:r>
          </a:p>
          <a:p>
            <a:r>
              <a:t xml:space="preserve"/>
            </a:r>
          </a:p>
          <a:p>
            <a:r>
              <a:t xml:space="preserve">Slide ID:</a:t>
            </a:r>
          </a:p>
          <a:p>
            <a:r>
              <a:t xml:space="preserve">S58</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S60으로 넘긴다.</a:t>
            </a:r>
          </a:p>
          <a:p>
            <a:r>
              <a:t xml:space="preserve">기존 연결 질문을 유지한 채 ACT 3 제목 S59를 거쳐 S60의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a:t>
            </a:r>
          </a:p>
          <a:p>
            <a:r>
              <a:t xml:space="preserve">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S60에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a:t>
            </a:r>
          </a:p>
          <a:p>
            <a:r>
              <a:t xml:space="preserve">N/A — native 문서 배치와 두 성능 요청의 압축 요약을 정적으로 보여준다. Prompt 전문·실제 Screenshot·현재 제품 실행으로 표현하지 않는다. 이 장은 새 Trial이나 추가 Demo 시간이 아니다. 다음 S60에서 기록의 반복 구조를 확인한다.</a:t>
            </a:r>
          </a:p>
          <a:p>
            <a:r>
              <a:t xml:space="preserve"/>
            </a:r>
          </a:p>
          <a:p>
            <a:r>
              <a:t xml:space="preserve">Audience Interaction:</a:t>
            </a:r>
          </a:p>
          <a:p>
            <a:r>
              <a:t xml:space="preserve">Q&amp;A6分은 팀에서 반복하는 작업 방법을 묻는다. S53의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S59를 거쳐 S60의 첫 문제로 이어간다. 제목의 Transition1분은 다음 ACT에 별도로 배정한다.</a:t>
            </a:r>
          </a:p>
          <a:p>
            <a:r>
              <a:t xml:space="preserve"/>
            </a:r>
          </a:p>
          <a:p>
            <a:r>
              <a:t xml:space="preserve">Time Management:</a:t>
            </a:r>
          </a:p>
          <a:p>
            <a:r>
              <a:t xml:space="preserve">Transition4분 후 Q&amp;A6분을 유지한다. 두 실제 요청 전문 비교는 여기서 하지 않는다. 질문은9:40에 마무리하고 마지막20초에 S60으로 handoff한다.</a:t>
            </a:r>
          </a:p>
          <a:p>
            <a:r>
              <a:t xml:space="preserve"/>
            </a:r>
          </a:p>
          <a:p>
            <a:r>
              <a:t xml:space="preserve">Fallback:</a:t>
            </a:r>
          </a:p>
          <a:p>
            <a:r>
              <a:t xml:space="preserve">LOCAL STATIC ARTIFACT — production/ACT_2.pptx의 S58 또는 production/preview/act2/S58.png를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AI가 일할 방법과 환경 설계하기</a:t>
            </a:r>
          </a:p>
          <a:p>
            <a:r>
              <a:t xml:space="preserve"/>
            </a:r>
          </a:p>
          <a:p>
            <a:r>
              <a:t xml:space="preserve">**Slide ID:**</a:t>
            </a:r>
          </a:p>
          <a:p>
            <a:r>
              <a:t xml:space="preserve">S59</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S60의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S60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S60로 넘긴다. 실측 리허설 UNVERIFIED.</a:t>
            </a:r>
          </a:p>
          <a:p>
            <a:r>
              <a:t xml:space="preserve"/>
            </a:r>
          </a:p>
          <a:p>
            <a:r>
              <a:t xml:space="preserve">**Fallback:**</a:t>
            </a:r>
          </a:p>
          <a:p>
            <a:r>
              <a:t xml:space="preserve">LOCAL STATIC ARTIFACT — production/preview/full/S59.png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두 실제 요청에 같은 절차가 반복됐다</a:t>
            </a:r>
          </a:p>
          <a:p>
            <a:r>
              <a:t xml:space="preserve"/>
            </a:r>
          </a:p>
          <a:p>
            <a:r>
              <a:t xml:space="preserve">Slide ID:</a:t>
            </a:r>
          </a:p>
          <a:p>
            <a:r>
              <a:t xml:space="preserve">S60</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1. (0:00–1:00) S58의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a:t>
            </a:r>
          </a:p>
          <a:p>
            <a:r>
              <a:t xml:space="preserve">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테스트 명령을 언제 쓰고 무엇을 판단할까?</a:t>
            </a:r>
          </a:p>
          <a:p>
            <a:r>
              <a:t xml:space="preserve"/>
            </a:r>
          </a:p>
          <a:p>
            <a:r>
              <a:t xml:space="preserve">Slide ID:</a:t>
            </a:r>
          </a:p>
          <a:p>
            <a:r>
              <a:t xml:space="preserve">S61</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S60의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S62의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a:t>
            </a:r>
          </a:p>
          <a:p>
            <a:r>
              <a:t xml:space="preserve">Lecture4분: 반복 요청·상단 정보0.75, 변경 전/후1.5, 완료 판단1, S62 연결0.75. 시간이 부족하면 기존 실패의 확장 예를 줄이고 같은 명령/다른 질문과 교육용 경계는 유지한다.</a:t>
            </a:r>
          </a:p>
          <a:p>
            <a:r>
              <a:t xml:space="preserve"/>
            </a:r>
          </a:p>
          <a:p>
            <a:r>
              <a:t xml:space="preserve">Fallback:</a:t>
            </a:r>
          </a:p>
          <a:p>
            <a:r>
              <a:t xml:space="preserve">LOCAL STATIC ARTIFACT — production/ACT_3.pptx / S61, production/preview/act3/S61.png 및 production/preview/full/S61.png.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목표·기준·방법을 한 작업에 적용한다</a:t>
            </a:r>
          </a:p>
          <a:p>
            <a:r>
              <a:t xml:space="preserve"/>
            </a:r>
          </a:p>
          <a:p>
            <a:r>
              <a:t xml:space="preserve">Slide ID:</a:t>
            </a:r>
          </a:p>
          <a:p>
            <a:r>
              <a:t xml:space="preserve">S62</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1. (0:00–1:00) S61에서 명령의 사용 시점·판단 기준까지 정한 방법을 봤음을 한 문장으로 회수한다. 상단 이번 목표 ‘normalize 성능을 조사해줘’를 읽고, 아래 작업 영역으로 들어가는 연결을 짚는다. S61의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S63에서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a:t>
            </a:r>
          </a:p>
          <a:p>
            <a:r>
              <a:t xml:space="preserve">Lecture5분: S61 회수·목표1, 기준·한 작업1.5, 방법 적용1.5, S63 재사용 질문1. 시간이 부족하면 다른 Task 예시는 생략하고 세 요소가 같은 작업에 적용된다는 관계와 교육용 경계를 유지한다.</a:t>
            </a:r>
          </a:p>
          <a:p>
            <a:r>
              <a:t xml:space="preserve"/>
            </a:r>
          </a:p>
          <a:p>
            <a:r>
              <a:t xml:space="preserve">Fallback:</a:t>
            </a:r>
          </a:p>
          <a:p>
            <a:r>
              <a:t xml:space="preserve">LOCAL STATIC ARTIFACT — production/ACT_3.pptx / S62, production/preview/act3/S62.png 및 production/preview/full/S62.png.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반복 절차를 Skill로 모으는 이유</a:t>
            </a:r>
          </a:p>
          <a:p>
            <a:r>
              <a:t xml:space="preserve"/>
            </a:r>
          </a:p>
          <a:p>
            <a:r>
              <a:t xml:space="preserve">Slide ID:</a:t>
            </a:r>
          </a:p>
          <a:p>
            <a:r>
              <a:t xml:space="preserve">S63</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1. (0:00–0:45) S62의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S62의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S61에서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S64의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S65에서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a:t>
            </a:r>
          </a:p>
          <a:p>
            <a:r>
              <a:t xml:space="preserve">Lecture4분: S62 회수0.75, 요청/기준 구분1, 공통 Skill과 관리 이유1.25, 선택 범위/S60 연결1. 시간이 부족하면 절차 항목 설명을 줄이고 Task별 정보·한 곳의 방법·설계 경계는 유지한다.</a:t>
            </a:r>
          </a:p>
          <a:p>
            <a:r>
              <a:t xml:space="preserve"/>
            </a:r>
          </a:p>
          <a:p>
            <a:r>
              <a:t xml:space="preserve">Fallback:</a:t>
            </a:r>
          </a:p>
          <a:p>
            <a:r>
              <a:t xml:space="preserve">LOCAL STATIC ARTIFACT — production/ACT_3.pptx / S63, production/preview/act3/S63.png 및 production/preview/full/S63.png.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Skill 발견·호출·본문 포함의 근거</a:t>
            </a:r>
          </a:p>
          <a:p>
            <a:r>
              <a:t xml:space="preserve"/>
            </a:r>
          </a:p>
          <a:p>
            <a:r>
              <a:t xml:space="preserve">Slide ID:</a:t>
            </a:r>
          </a:p>
          <a:p>
            <a:r>
              <a:t xml:space="preserve">S64</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1. (0:00–0:45) S63의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S65에서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a:t>
            </a:r>
          </a:p>
          <a:p>
            <a:r>
              <a:t xml:space="preserve">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S65로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a:t>
            </a:r>
          </a:p>
          <a:p>
            <a:r>
              <a:t xml:space="preserve">Demo5분: S63 회수·업무 목적0.75, 목록1, 요청1, trace1.5, 범위·S65 전환0.75. 시간이 부족하면 영문 설명과 경로를 낭독하지 않고 세 근거의 차이를 짚는다. 본문 포함과 실제 준수의 구분은 생략하지 않는다.</a:t>
            </a:r>
          </a:p>
          <a:p>
            <a:r>
              <a:t xml:space="preserve"/>
            </a:r>
          </a:p>
          <a:p>
            <a:r>
              <a:t xml:space="preserve">Fallback:</a:t>
            </a:r>
          </a:p>
          <a:p>
            <a:r>
              <a:t xml:space="preserve">LOCAL STATIC ARTIFACT — production/ACT_3.pptx / S64, production/preview/act3/S64.png 및 production/preview/full/S64.png.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Skill 지침과 실제 작업 기록의 대응</a:t>
            </a:r>
          </a:p>
          <a:p>
            <a:r>
              <a:t xml:space="preserve"/>
            </a:r>
          </a:p>
          <a:p>
            <a:r>
              <a:t xml:space="preserve">Slide ID:</a:t>
            </a:r>
          </a:p>
          <a:p>
            <a:r>
              <a:t xml:space="preserve">S65</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1. (0:00–0:30, Demo) 상단 왼쪽에서 S64의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S67에서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a:t>
            </a:r>
          </a:p>
          <a:p>
            <a:r>
              <a:t xml:space="preserve">LOCAL STATIC RECORD — S64의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S68–S69로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S66 팁 뒤 S67에서 절차와 작업별 답의 경계를 회수한다.</a:t>
            </a:r>
          </a:p>
          <a:p>
            <a:r>
              <a:t xml:space="preserve"/>
            </a:r>
          </a:p>
          <a:p>
            <a:r>
              <a:t xml:space="preserve">Time Management:</a:t>
            </a:r>
          </a:p>
          <a:p>
            <a:r>
              <a:t xml:space="preserve">Demo3분(본문 포함 회수0.5, 기준선0.75, 계획·diff0.75, 검증1) + Case3분(근거 구분·요청 책임1.5, 범위·S67 연결1.5). 지연 시 명령과 테스트 이름을 낭독하지 않고 행별 대응을 짚는다. 조건부 계획, 입력/수행 구분, 단독 효과 미입증은 생략하지 않는다. 6분에 S67으로 이동한다.</a:t>
            </a:r>
          </a:p>
          <a:p>
            <a:r>
              <a:t xml:space="preserve"/>
            </a:r>
          </a:p>
          <a:p>
            <a:r>
              <a:t xml:space="preserve">Fallback:</a:t>
            </a:r>
          </a:p>
          <a:p>
            <a:r>
              <a:t xml:space="preserve">LOCAL STATIC ARTIFACT — production/ACT_3.pptx의 S65, production/preview/act3/S65.png 및 production/preview/full/S65.png.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대화로 재사용할 Skill 만들기</a:t>
            </a:r>
          </a:p>
          <a:p>
            <a:r>
              <a:t xml:space="preserve"/>
            </a:r>
          </a:p>
          <a:p>
            <a:r>
              <a:t xml:space="preserve">**Slide ID:**</a:t>
            </a:r>
          </a:p>
          <a:p>
            <a:r>
              <a:t xml:space="preserve">S66</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S65에서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S67의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S66이 이동한 S67로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S66 / production/preview/full/S66.png.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절차는 재사용하고, 답은 근거로 정한다</a:t>
            </a:r>
          </a:p>
          <a:p>
            <a:r>
              <a:t xml:space="preserve"/>
            </a:r>
          </a:p>
          <a:p>
            <a:r>
              <a:t xml:space="preserve">Slide ID:</a:t>
            </a:r>
          </a:p>
          <a:p>
            <a:r>
              <a:t xml:space="preserve">S67</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S66에서 대화로 Skill 초안을 만들 수 있음을 봤다. 이제 그 지침 안에서 다음 작업에도 유지할 수행 절차와 이번 Task의 근거로 결정할 답을 나눈다. 앞의 S65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S68에서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a:t>
            </a:r>
          </a:p>
          <a:p>
            <a:r>
              <a:t xml:space="preserve">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S68/S64보다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a:t>
            </a:r>
          </a:p>
          <a:p>
            <a:r>
              <a:t xml:space="preserve">Lecture3분: S65 회수0.5, 재사용 방법0.75, 이번 근거·답1, 채택/보류와 S68 연결0.75. 지연 시 지침 원문과 세 질문을 전부 낭독하지 않는다. 허용된 보류와 실제 결과의 구분은 생략하지 않고3분에 S68으로 이동한다.</a:t>
            </a:r>
          </a:p>
          <a:p>
            <a:r>
              <a:t xml:space="preserve"/>
            </a:r>
          </a:p>
          <a:p>
            <a:r>
              <a:t xml:space="preserve">Fallback:</a:t>
            </a:r>
          </a:p>
          <a:p>
            <a:r>
              <a:t xml:space="preserve">LOCAL STATIC ARTIFACT — production/ACT_3.pptx의 S67, production/preview/act3/S67.png 및 production/preview/full/S67.png.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밝기 통계 계산의 성능 개선 후보</a:t>
            </a:r>
          </a:p>
          <a:p>
            <a:r>
              <a:t xml:space="preserve"/>
            </a:r>
          </a:p>
          <a:p>
            <a:r>
              <a:t xml:space="preserve">Slide ID:</a:t>
            </a:r>
          </a:p>
          <a:p>
            <a:r>
              <a:t xml:space="preserve">S68</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1. (0:00–0:45) S67의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S69은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a:t>
            </a:r>
          </a:p>
          <a:p>
            <a:r>
              <a:t xml:space="preserve">S68에는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S69의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a:t>
            </a:r>
          </a:p>
          <a:p>
            <a:r>
              <a:t xml:space="preserve">LOCAL STATIC ARTIFACT — production/ACT_3.pptx의 S68, production/preview/act3/S68.png 및 production/preview/full/S68.png.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선택한 변경의 시간·메모리·동작 확인</a:t>
            </a:r>
          </a:p>
          <a:p>
            <a:r>
              <a:t xml:space="preserve"/>
            </a:r>
          </a:p>
          <a:p>
            <a:r>
              <a:t xml:space="preserve">Slide ID:</a:t>
            </a:r>
          </a:p>
          <a:p>
            <a:r>
              <a:t xml:space="preserve">S69</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1. (0:00–0:45) S68에서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a:t>
            </a:r>
          </a:p>
          <a:p>
            <a:r>
              <a:t xml:space="preserve">LOCAL STATIC ARTIFACT — production/ACT_3.pptx의 S69, production/preview/act3/S69.png 및 production/preview/full/S69.png.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한 Agent 조사와 Subagent 역할 분리</a:t>
            </a:r>
          </a:p>
          <a:p>
            <a:r>
              <a:t xml:space="preserve"/>
            </a:r>
          </a:p>
          <a:p>
            <a:r>
              <a:t xml:space="preserve">Slide ID:</a:t>
            </a:r>
          </a:p>
          <a:p>
            <a:r>
              <a:t xml:space="preserve">S70</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1. (0:00–0:30 / Demo) S69의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S72의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S73에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S71 제작 팁을 거친 뒤 S72의 실제 밝기 통계 판단으로 돌아온다.</a:t>
            </a:r>
          </a:p>
          <a:p>
            <a:r>
              <a:t xml:space="preserve"/>
            </a:r>
          </a:p>
          <a:p>
            <a:r>
              <a:t xml:space="preserve">Time Management:</a:t>
            </a:r>
          </a:p>
          <a:p>
            <a:r>
              <a:t xml:space="preserve">Demo3분(VISUAL): 앞 장 회수·가정0.5, 단일 Agent0.75, 역할 분담1, 통합·비용0.75. Q&amp;A1분: 질문·회수0.75, cutoff·전환0.25. 지연 시 조사별 세부 자료 낭독을 줄이고 독립성, 같은 주 Agent의 통합 책임, 가정이라는 경계를 유지한다. 4분에 S72으로 이동한다.</a:t>
            </a:r>
          </a:p>
          <a:p>
            <a:r>
              <a:t xml:space="preserve"/>
            </a:r>
          </a:p>
          <a:p>
            <a:r>
              <a:t xml:space="preserve">Fallback:</a:t>
            </a:r>
          </a:p>
          <a:p>
            <a:r>
              <a:t xml:space="preserve">LOCAL STATIC ARTIFACT — production/ACT_3.pptx의 S70, production/preview/act3/S70.png 및 production/preview/full/S70.png.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대화로 조사 Agent 만들기</a:t>
            </a:r>
          </a:p>
          <a:p>
            <a:r>
              <a:t xml:space="preserve"/>
            </a:r>
          </a:p>
          <a:p>
            <a:r>
              <a:t xml:space="preserve">**Slide ID:**</a:t>
            </a:r>
          </a:p>
          <a:p>
            <a:r>
              <a:t xml:space="preserve">S71</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S70의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S72의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S70이 이동한 S72에서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S71 / production/preview/full/S71.png.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밝기 통계 작업을 나누지 않은 이유</a:t>
            </a:r>
          </a:p>
          <a:p>
            <a:r>
              <a:t xml:space="preserve"/>
            </a:r>
          </a:p>
          <a:p>
            <a:r>
              <a:t xml:space="preserve">Slide ID:</a:t>
            </a:r>
          </a:p>
          <a:p>
            <a:r>
              <a:t xml:space="preserve">S72</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a:t>
            </a:r>
          </a:p>
          <a:p>
            <a:r>
              <a:t xml:space="preserve">“S70의 독립 조사 기준을 이 밝기 통계 작업에도 적용할 수 있었을까요?”</a:t>
            </a:r>
          </a:p>
          <a:p>
            <a:r>
              <a:t xml:space="preserve"/>
            </a:r>
          </a:p>
          <a:p>
            <a:r>
              <a:t xml:space="preserve">Speaker Flow:</a:t>
            </a:r>
          </a:p>
          <a:p>
            <a:r>
              <a:t xml:space="preserve">1. (0:00–1:00 / Lecture) S70에서는 성능·빌드·테스트 조사가 서로 기다리지 않아도 된다고 가정했다. 이제 S68/S64의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S68에서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S69에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a:t>
            </a:r>
          </a:p>
          <a:p>
            <a:r>
              <a:t xml:space="preserve">S70의 C++ 독립 조사 가정과 이 Python 밝기 통계 작업을 같은 관찰로 섞지 않는다. 이번 화면은 실제 작업 판단만 보여준다.</a:t>
            </a:r>
          </a:p>
          <a:p>
            <a:r>
              <a:t xml:space="preserve"/>
            </a:r>
          </a:p>
          <a:p>
            <a:r>
              <a:t xml:space="preserve">Demo Operation:</a:t>
            </a:r>
          </a:p>
          <a:p>
            <a:r>
              <a:t xml:space="preserve">LOCAL STATIC VISUAL — 상단 같은 함수·명세 → 왼쪽 조사 → 조사 결과 화살표 → 가운데 코드 변경 → 바뀐 코드 화살표 → 오른쪽 출력·테스트·시간·할당량 확인 → 아래 한 Agent 유지 판단. S70의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a:t>
            </a:r>
          </a:p>
          <a:p>
            <a:r>
              <a:t xml:space="preserve">Lecture1분(S70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S73로 이동한다.</a:t>
            </a:r>
          </a:p>
          <a:p>
            <a:r>
              <a:t xml:space="preserve"/>
            </a:r>
          </a:p>
          <a:p>
            <a:r>
              <a:t xml:space="preserve">Fallback:</a:t>
            </a:r>
          </a:p>
          <a:p>
            <a:r>
              <a:t xml:space="preserve">LOCAL STATIC ARTIFACT — production/ACT_3.pptx의 S72, production/preview/act3/S72.png 및 production/preview/full/S72.png.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이번 Context와 다시 쓸 지식</a:t>
            </a:r>
          </a:p>
          <a:p>
            <a:r>
              <a:t xml:space="preserve"/>
            </a:r>
          </a:p>
          <a:p>
            <a:r>
              <a:t xml:space="preserve">Slide ID:</a:t>
            </a:r>
          </a:p>
          <a:p>
            <a:r>
              <a:t xml:space="preserve">S73</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S72에서는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S74에서는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S75에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a:t>
            </a:r>
          </a:p>
          <a:p>
            <a:r>
              <a:t xml:space="preserve">Demo2분: S72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S74로 이동한다.</a:t>
            </a:r>
          </a:p>
          <a:p>
            <a:r>
              <a:t xml:space="preserve"/>
            </a:r>
          </a:p>
          <a:p>
            <a:r>
              <a:t xml:space="preserve">Fallback:</a:t>
            </a:r>
          </a:p>
          <a:p>
            <a:r>
              <a:t xml:space="preserve">LOCAL STATIC ARTIFACT — production/ACT_3.pptx의 S73, production/preview/act3/S73.png 및 production/preview/full/S73.png.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실제 Demo 지식의 원래 출처</a:t>
            </a:r>
          </a:p>
          <a:p>
            <a:r>
              <a:t xml:space="preserve"/>
            </a:r>
          </a:p>
          <a:p>
            <a:r>
              <a:t xml:space="preserve">Slide ID:</a:t>
            </a:r>
          </a:p>
          <a:p>
            <a:r>
              <a:t xml:space="preserve">S74</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a:t>
            </a:r>
          </a:p>
          <a:p>
            <a:r>
              <a:t xml:space="preserve">“S73의 보존 기준으로 실제 Demo를 보면, 새로 남길 지식은 어디에 있었을까요?”</a:t>
            </a:r>
          </a:p>
          <a:p>
            <a:r>
              <a:t xml:space="preserve"/>
            </a:r>
          </a:p>
          <a:p>
            <a:r>
              <a:t xml:space="preserve">Speaker Flow:</a:t>
            </a:r>
          </a:p>
          <a:p>
            <a:r>
              <a:t xml:space="preserve">1. (0:00–0:30) S73의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a:t>
            </a:r>
          </a:p>
          <a:p>
            <a:r>
              <a:t xml:space="preserve">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S75으로 이동한다.</a:t>
            </a:r>
          </a:p>
          <a:p>
            <a:r>
              <a:t xml:space="preserve"/>
            </a:r>
          </a:p>
          <a:p>
            <a:r>
              <a:t xml:space="preserve">Fallback:</a:t>
            </a:r>
          </a:p>
          <a:p>
            <a:r>
              <a:t xml:space="preserve">LOCAL STATIC ARTIFACT — production/ACT_3.pptx의 S74, production/preview/act3/S74.png 및 production/preview/full/S74.png.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밝기 통계 작업에 쓰인 구성의 역할</a:t>
            </a:r>
          </a:p>
          <a:p>
            <a:r>
              <a:t xml:space="preserve"/>
            </a:r>
          </a:p>
          <a:p>
            <a:r>
              <a:t xml:space="preserve">Slide ID:</a:t>
            </a:r>
          </a:p>
          <a:p>
            <a:r>
              <a:t xml:space="preserve">S75</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a:t>
            </a:r>
          </a:p>
          <a:p>
            <a:r>
              <a:t xml:space="preserve">“S74에서 본 자료들이 실제 밝기 통계 작업에서는 각각 무엇을 맡았을까요?”</a:t>
            </a:r>
          </a:p>
          <a:p>
            <a:r>
              <a:t xml:space="preserve"/>
            </a:r>
          </a:p>
          <a:p>
            <a:r>
              <a:t xml:space="preserve">Speaker Flow:</a:t>
            </a:r>
          </a:p>
          <a:p>
            <a:r>
              <a:t xml:space="preserve">1. (0:00–0:30 / Demo) S74의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S64/S61에서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S69처럼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a:t>
            </a:r>
          </a:p>
          <a:p>
            <a:r>
              <a:t xml:space="preserve">CAPTURED 정적 기본 경로 — S74의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S76에서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a:t>
            </a:r>
          </a:p>
          <a:p>
            <a:r>
              <a:t xml:space="preserve">Demo3분(CAPTURED 정적 요약): 실제 작업으로 복귀0.5, 입력 역할을 함께 회수1, 검증 근거1, 실행 조건·검토 책임으로 연결0.5. S64–S69의 지침·수치 설명을 반복하지 않는다. 실제3분 리허설은 UNVERIFIED다.</a:t>
            </a:r>
          </a:p>
          <a:p>
            <a:r>
              <a:t xml:space="preserve"/>
            </a:r>
          </a:p>
          <a:p>
            <a:r>
              <a:t xml:space="preserve">Fallback:</a:t>
            </a:r>
          </a:p>
          <a:p>
            <a:r>
              <a:t xml:space="preserve">LOCAL STATIC ARTIFACT — production/ACT_3.pptx의 S75, production/preview/act3/S75.png 및 production/preview/full/S75.png.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함께 작동하는 작업 환경, Harness</a:t>
            </a:r>
          </a:p>
          <a:p>
            <a:r>
              <a:t xml:space="preserve"/>
            </a:r>
          </a:p>
          <a:p>
            <a:r>
              <a:t xml:space="preserve">Slide ID:</a:t>
            </a:r>
          </a:p>
          <a:p>
            <a:r>
              <a:t xml:space="preserve">S76</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a:t>
            </a:r>
          </a:p>
          <a:p>
            <a:r>
              <a:t xml:space="preserve">“S75의 구성에 실행·검증 환경까지 함께 연결하면, Agent가 일하는 전체 구조는 어떻게 보일까요?”</a:t>
            </a:r>
          </a:p>
          <a:p>
            <a:r>
              <a:t xml:space="preserve"/>
            </a:r>
          </a:p>
          <a:p>
            <a:r>
              <a:t xml:space="preserve">**Speaker Flow:**</a:t>
            </a:r>
          </a:p>
          <a:p>
            <a:r>
              <a:t xml:space="preserve">1. (0:00–0:30 / Lecture) S75의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S77–S78를 연다. 제품이나 새 명령을 실행하지 않는다.</a:t>
            </a:r>
          </a:p>
          <a:p>
            <a:r>
              <a:t xml:space="preserve">마지막 연결은 다음 프로젝트에서도 사용할 기반의 가치다. 실행 조건의 세부는 S79–S83에서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S76의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S77–S78은 여러 프로젝트에 적용할 공통 기반과 프로젝트별 조건의 교육용 설계다.</a:t>
            </a:r>
          </a:p>
          <a:p>
            <a:r>
              <a:t xml:space="preserve"/>
            </a:r>
          </a:p>
          <a:p>
            <a:r>
              <a:t xml:space="preserve">Demo Operation:</a:t>
            </a:r>
          </a:p>
          <a:p>
            <a:r>
              <a:t xml:space="preserve">Lecture4분에는 왼쪽 세 입력 → Agent → 검증·사람의 검토, 아래 실행 환경 → 작업/검증의 관계를 설명한다. 이후 Demo2분은 기존 S75/STATE-04-PERF의 AGENTS.md·docs·Skill·tests·benchmark와 기록된 입력/실행 조건을 같은 도식에 대응하는 CAPTURED 정적 요약이다. 실제 실행 캡처가 아니며 제품·Agent·benchmark·Demo repository를 실행하거나 새 Trial을 만들지 않는다. S75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a:t>
            </a:r>
          </a:p>
          <a:p>
            <a:r>
              <a:t xml:space="preserve">LOCAL STATIC ARTIFACT — production/ACT_3.pptx의 S76, production/preview/act3/S76.png 및 production/preview/full/S76.png.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만든 Harness를 다음 프로젝트의 기반으로</a:t>
            </a:r>
          </a:p>
          <a:p>
            <a:r>
              <a:t xml:space="preserve"/>
            </a:r>
          </a:p>
          <a:p>
            <a:r>
              <a:t xml:space="preserve">**Slide ID:**</a:t>
            </a:r>
          </a:p>
          <a:p>
            <a:r>
              <a:t xml:space="preserve">S77</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S76의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S77 또는 production/preview/full/S77.png.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공통 기반에 프로젝트 기준을 연결한다</a:t>
            </a:r>
          </a:p>
          <a:p>
            <a:r>
              <a:t xml:space="preserve"/>
            </a:r>
          </a:p>
          <a:p>
            <a:r>
              <a:t xml:space="preserve">**Slide ID:**</a:t>
            </a:r>
          </a:p>
          <a:p>
            <a:r>
              <a:t xml:space="preserve">S78</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S79의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S78 또는 production/preview/full/S78.png.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이번 성공만으로 다음 작업까지 확인되지는 않는다</a:t>
            </a:r>
          </a:p>
          <a:p>
            <a:r>
              <a:t xml:space="preserve"/>
            </a:r>
          </a:p>
          <a:p>
            <a:r>
              <a:t xml:space="preserve">**Slide ID:**</a:t>
            </a:r>
          </a:p>
          <a:p>
            <a:r>
              <a:t xml:space="preserve">S79</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S78의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S80을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S79 또는 production/preview/full/S79.png.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첫 결과 뒤에도, 확인할 일이 남는다면?</a:t>
            </a:r>
          </a:p>
          <a:p>
            <a:r>
              <a:t xml:space="preserve"/>
            </a:r>
          </a:p>
          <a:p>
            <a:r>
              <a:t xml:space="preserve">**Slide ID:**</a:t>
            </a:r>
          </a:p>
          <a:p>
            <a:r>
              <a:t xml:space="preserve">S80</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S81로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S81로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S80; production/preview/act3/S80.png 및 production/preview/full/S80.png.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남은 문제를 다음 수정으로 이어주는 사람</a:t>
            </a:r>
          </a:p>
          <a:p>
            <a:r>
              <a:t xml:space="preserve"/>
            </a:r>
          </a:p>
          <a:p>
            <a:r>
              <a:t xml:space="preserve">**Slide ID:**</a:t>
            </a:r>
          </a:p>
          <a:p>
            <a:r>
              <a:t xml:space="preserve">S81</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S82로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S82로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S81; production/preview/act3/S81.png 및 production/preview/full/S81.png.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같은 목표의 수정과 검토가 끊기지 않게</a:t>
            </a:r>
          </a:p>
          <a:p>
            <a:r>
              <a:t xml:space="preserve"/>
            </a:r>
          </a:p>
          <a:p>
            <a:r>
              <a:t xml:space="preserve">**Slide ID:**</a:t>
            </a:r>
          </a:p>
          <a:p>
            <a:r>
              <a:t xml:space="preserve">S82</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S83에서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S83에서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다음 수정에 넘길 기록</a:t>
            </a:r>
          </a:p>
          <a:p>
            <a:r>
              <a:t xml:space="preserve"/>
            </a:r>
          </a:p>
          <a:p>
            <a:r>
              <a:t xml:space="preserve">**Slide ID:**</a:t>
            </a:r>
          </a:p>
          <a:p>
            <a:r>
              <a:t xml:space="preserve">S83</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S84에서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S84에서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내가 매번 이어 주는 다음 단계는 무엇일까?</a:t>
            </a:r>
          </a:p>
          <a:p>
            <a:r>
              <a:t xml:space="preserve"/>
            </a:r>
          </a:p>
          <a:p>
            <a:r>
              <a:t xml:space="preserve">**Slide ID:**</a:t>
            </a:r>
          </a:p>
          <a:p>
            <a:r>
              <a:t xml:space="preserve">S84</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S85의 목표 기반 실행·검토 시스템 제목을 거쳐 S86의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S85의 목표 기반 실행·검토 시스템 제목을 거쳐 S86의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목표를 이룰 때까지 수정하고 검토하기</a:t>
            </a:r>
          </a:p>
          <a:p>
            <a:r>
              <a:t xml:space="preserve"/>
            </a:r>
          </a:p>
          <a:p>
            <a:r>
              <a:t xml:space="preserve">**Slide ID:**</a:t>
            </a:r>
          </a:p>
          <a:p>
            <a:r>
              <a:t xml:space="preserve">S85</a:t>
            </a:r>
          </a:p>
          <a:p>
            <a:r>
              <a:t xml:space="preserve"/>
            </a:r>
          </a:p>
          <a:p>
            <a:r>
              <a:t xml:space="preserve">**Working Title:**</a:t>
            </a:r>
          </a:p>
          <a:p>
            <a:r>
              <a:t xml:space="preserve">목표를 이룰 때까지 수정하고 검토하기</a:t>
            </a:r>
          </a:p>
          <a:p>
            <a:r>
              <a:t xml:space="preserve"/>
            </a:r>
          </a:p>
          <a:p>
            <a:r>
              <a:t xml:space="preserve">**ACT / Section:**</a:t>
            </a:r>
          </a:p>
          <a:p>
            <a:r>
              <a:t xml:space="preserve">ACT 4 / 4R1 Goal-loop entry</a:t>
            </a:r>
          </a:p>
          <a:p>
            <a:r>
              <a:t xml:space="preserve"/>
            </a:r>
          </a:p>
          <a:p>
            <a:r>
              <a:t xml:space="preserve">**Allocated Time:**</a:t>
            </a:r>
          </a:p>
          <a:p>
            <a:r>
              <a:t xml:space="preserve">1 minutes</a:t>
            </a:r>
          </a:p>
          <a:p>
            <a:r>
              <a:t xml:space="preserve"/>
            </a:r>
          </a:p>
          <a:p>
            <a:r>
              <a:t xml:space="preserve">**Mode Split:**</a:t>
            </a:r>
          </a:p>
          <a:p>
            <a:r>
              <a:t xml:space="preserve">Transition 1분</a:t>
            </a:r>
          </a:p>
          <a:p>
            <a:r>
              <a:t xml:space="preserve"/>
            </a:r>
          </a:p>
          <a:p>
            <a:r>
              <a:t xml:space="preserve">**Primary Message:**</a:t>
            </a:r>
          </a:p>
          <a:p>
            <a:r>
              <a:t xml:space="preserve">Loop Engineering은 같은 목표의 구현·검토·수정을 피드백으로 연결하는 시스템 설계다.</a:t>
            </a:r>
          </a:p>
          <a:p>
            <a:r>
              <a:t xml:space="preserve"/>
            </a:r>
          </a:p>
          <a:p>
            <a:r>
              <a:t xml:space="preserve">**Opening Question:**</a:t>
            </a:r>
          </a:p>
          <a:p>
            <a:r>
              <a:t xml:space="preserve">다음 수정과 검토까지 작업 시스템이 이어가려면 무엇이 필요할까?</a:t>
            </a:r>
          </a:p>
          <a:p>
            <a:r>
              <a:t xml:space="preserve"/>
            </a:r>
          </a:p>
          <a:p>
            <a:r>
              <a:t xml:space="preserve">**Speaker Flow:**</a:t>
            </a:r>
          </a:p>
          <a:p>
            <a:r>
              <a:t xml:space="preserve">1. (0:00–1:00 / Transition) ACT3의 마지막 질문을 받아 제목과 부제만 안내한다. 목표·완료 기준이 반복을 이끈다는 관점을 예고하고 S86으로 넘긴다.</a:t>
            </a:r>
          </a:p>
          <a:p>
            <a:r>
              <a:t xml:space="preserve"/>
            </a:r>
          </a:p>
          <a:p>
            <a:r>
              <a:t xml:space="preserve">**Evidence / Source:**</a:t>
            </a:r>
          </a:p>
          <a:p>
            <a:r>
              <a:t xml:space="preserve">DEC-0097; BEAT-072; CASE-LOOP-01; CLM-0021. CASE-LOOP-01의 교육용 설계. 실제 자료와 설계를 구분한다.</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**Beginner Explanation:**</a:t>
            </a:r>
          </a:p>
          <a:p>
            <a:r>
              <a:t xml:space="preserve">Loop Engineering은 같은 목표의 구현·검토·수정을 피드백으로 연결하는 시스템 설계다.</a:t>
            </a:r>
          </a:p>
          <a:p>
            <a:r>
              <a:t xml:space="preserve"/>
            </a:r>
          </a:p>
          <a:p>
            <a:r>
              <a:t xml:space="preserve">**Advanced Insight:**</a:t>
            </a:r>
          </a:p>
          <a:p>
            <a:r>
              <a:t xml:space="preserve">이번 교육의 운영 정의다. 특정 제품의 기능명이나 보편 표준 분류로 주장하지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N/A — ACT 제목 안내.</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다음 수정도 사람이 매번 이어줘야 할까?의 질문으로 이어간다.</a:t>
            </a:r>
          </a:p>
          <a:p>
            <a:r>
              <a:t xml:space="preserve"/>
            </a:r>
          </a:p>
          <a:p>
            <a:r>
              <a:t xml:space="preserve">**Time Management:**</a:t>
            </a:r>
          </a:p>
          <a:p>
            <a:r>
              <a:t xml:space="preserve">Transition 1분 = 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S85; production/preview/act4/S85.png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다음 수정도 사람이 매번 이어줘야 할까?</a:t>
            </a:r>
          </a:p>
          <a:p>
            <a:r>
              <a:t xml:space="preserve"/>
            </a:r>
          </a:p>
          <a:p>
            <a:r>
              <a:t xml:space="preserve">**Slide ID:**</a:t>
            </a:r>
          </a:p>
          <a:p>
            <a:r>
              <a:t xml:space="preserve">S86</a:t>
            </a:r>
          </a:p>
          <a:p>
            <a:r>
              <a:t xml:space="preserve"/>
            </a:r>
          </a:p>
          <a:p>
            <a:r>
              <a:t xml:space="preserve">**Working Title:**</a:t>
            </a:r>
          </a:p>
          <a:p>
            <a:r>
              <a:t xml:space="preserve">다음 수정도 사람이 매번 이어줘야 할까?</a:t>
            </a:r>
          </a:p>
          <a:p>
            <a:r>
              <a:t xml:space="preserve"/>
            </a:r>
          </a:p>
          <a:p>
            <a:r>
              <a:t xml:space="preserve">**ACT / Section:**</a:t>
            </a:r>
          </a:p>
          <a:p>
            <a:r>
              <a:t xml:space="preserve">ACT 4 / 4R1 Goal-loop entry</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한 목표를 마치는 동안 사람이 검토·수정·재확인의 다음 요청을 계속 연결하는 문제를 드러낸다.</a:t>
            </a:r>
          </a:p>
          <a:p>
            <a:r>
              <a:t xml:space="preserve"/>
            </a:r>
          </a:p>
          <a:p>
            <a:r>
              <a:t xml:space="preserve">**Opening Question:**</a:t>
            </a:r>
          </a:p>
          <a:p>
            <a:r>
              <a:t xml:space="preserve">작업 방법이 있어도 다음 단계는 매번 사람이 다시 요청해야 할까?</a:t>
            </a:r>
          </a:p>
          <a:p>
            <a:r>
              <a:t xml:space="preserve"/>
            </a:r>
          </a:p>
          <a:p>
            <a:r>
              <a:t xml:space="preserve">**Speaker Flow:**</a:t>
            </a:r>
          </a:p>
          <a:p>
            <a:r>
              <a:t xml:space="preserve">1. (0:00–2:00 / Lecture) S84의 질문을 회수한다. 앞 ACT의 Harness는 수행 방법과 도구를 제공한다. 이 장의 세 요청은 실제 Trial이 아닌 가상 상황이며 같은 목표 안의 연속 단계라고 설명한다.</a:t>
            </a:r>
          </a:p>
          <a:p>
            <a:r>
              <a:t xml:space="preserve">2. (2:00–4:00 / Case) ACT3의 세 요청을 다시 나열하지 않고, 사람이 모아 전달하던 검토 의견이 다음 수정의 입력으로 들어가는 두 영역을 짚는다. 목표는 유지하고 남은 문제를 시스템 안에서 넘길 수 있겠다는 질문으로 S87의 완료 기준을 연다.</a:t>
            </a:r>
          </a:p>
          <a:p>
            <a:r>
              <a:t xml:space="preserve"/>
            </a:r>
          </a:p>
          <a:p>
            <a:r>
              <a:t xml:space="preserve">**Evidence / Source:**</a:t>
            </a:r>
          </a:p>
          <a:p>
            <a:r>
              <a:t xml:space="preserve">DEC-0097; BEAT-073;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한 목표를 마치는 동안 사람이 검토·수정·재확인의 다음 요청을 계속 연결하는 문제를 드러낸다.</a:t>
            </a:r>
          </a:p>
          <a:p>
            <a:r>
              <a:t xml:space="preserve"/>
            </a:r>
          </a:p>
          <a:p>
            <a:r>
              <a:t xml:space="preserve">**Advanced Insight:**</a:t>
            </a:r>
          </a:p>
          <a:p>
            <a:r>
              <a:t xml:space="preserve">Harness와 Loop를 배타적인 제품 단계로 구분하지 않는다. 여기서는 반복의 상태·피드백·다음 행동 제어라는 추가 설계 책임을 드러낸다.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먼저, 무엇이 되면 완료인지 정한다의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S86; production/preview/act4/S86.png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S87 — 먼저, 무엇이 되면 완료인지 정한다</a:t>
            </a:r>
          </a:p>
          <a:p>
            <a:r>
              <a:t xml:space="preserve"/>
            </a:r>
          </a:p>
          <a:p>
            <a:r>
              <a:t xml:space="preserve">**Slide ID:**</a:t>
            </a:r>
          </a:p>
          <a:p>
            <a:r>
              <a:t xml:space="preserve">S87</a:t>
            </a:r>
          </a:p>
          <a:p>
            <a:r>
              <a:t xml:space="preserve"/>
            </a:r>
          </a:p>
          <a:p>
            <a:r>
              <a:t xml:space="preserve">**Working Title:**</a:t>
            </a:r>
          </a:p>
          <a:p>
            <a:r>
              <a:t xml:space="preserve">먼저, 무엇이 되면 완료인지 정한다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밝기 통계의 출력·동작, 임시 할당, 실행시간 조건을 처음부터 완료 기준으로 두고 반복 중 유지한다.</a:t>
            </a:r>
          </a:p>
          <a:p>
            <a:r>
              <a:t xml:space="preserve"/>
            </a:r>
          </a:p>
          <a:p>
            <a:r>
              <a:t xml:space="preserve">**Opening Question:**</a:t>
            </a:r>
          </a:p>
          <a:p>
            <a:r>
              <a:t xml:space="preserve">이 최적화 작업은 무엇을 확인하면 완료라고 할 수 있을까?</a:t>
            </a:r>
          </a:p>
          <a:p>
            <a:r>
              <a:t xml:space="preserve"/>
            </a:r>
          </a:p>
          <a:p>
            <a:r>
              <a:t xml:space="preserve">**Speaker Flow:**</a:t>
            </a:r>
          </a:p>
          <a:p>
            <a:r>
              <a:t xml:space="preserve">1. (0:00–2:00 / Lecture) 별도 교육용 최적화 상황임을 먼저 밝힌다. 실제 명세의 여섯 출력은 width, height, pixel_count, minimum, maximum, mean이다. 기능 보존과 자원 조건을 함께 제시한다.</a:t>
            </a:r>
          </a:p>
          <a:p>
            <a:r>
              <a:t xml:space="preserve">2. (2:00–4:00 / Case) 반복할 때에도 같은 입력·환경·측정 기준을 사용한다. 수치·대표 입력은 실행 전에 확정해야 하며 현재 TBD다. 과거 측정값을 새 완료 기준이나 새 결과로 가져오지 않는다.</a:t>
            </a:r>
          </a:p>
          <a:p>
            <a:r>
              <a:t xml:space="preserve"/>
            </a:r>
          </a:p>
          <a:p>
            <a:r>
              <a:t xml:space="preserve">**Evidence / Source:**</a:t>
            </a:r>
          </a:p>
          <a:p>
            <a:r>
              <a:t xml:space="preserve">DEC-0097; BEAT-074; CASE-LOOP-01; existing six-field specification in DEMO_MATRIX.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할당량 목표·실행시간 상한·대표 입력은 실행 전에 확정 · 현재 수치는 TBD</a:t>
            </a:r>
          </a:p>
          <a:p>
            <a:r>
              <a:t xml:space="preserve"/>
            </a:r>
          </a:p>
          <a:p>
            <a:r>
              <a:t xml:space="preserve">**Beginner Explanation:**</a:t>
            </a:r>
          </a:p>
          <a:p>
            <a:r>
              <a:t xml:space="preserve">밝기 통계의 출력·동작, 임시 할당, 실행시간 조건을 처음부터 완료 기준으로 두고 반복 중 유지한다.</a:t>
            </a:r>
          </a:p>
          <a:p>
            <a:r>
              <a:t xml:space="preserve"/>
            </a:r>
          </a:p>
          <a:p>
            <a:r>
              <a:t xml:space="preserve">**Advanced Insight:**</a:t>
            </a:r>
          </a:p>
          <a:p>
            <a:r>
              <a:t xml:space="preserve">모델의 판단에 따라 목표나 테스트 기대값을 낮추지 않는다. 요구 변경이 필요하면 사람이 명시적으로 승인한다.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A가 첫 변경 후보를 만든다의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S87; production/preview/act4/S87.png 및 production/preview/full/S87.png.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S88 — 모델 A가 첫 변경 후보를 만든다</a:t>
            </a:r>
          </a:p>
          <a:p>
            <a:r>
              <a:t xml:space="preserve"/>
            </a:r>
          </a:p>
          <a:p>
            <a:r>
              <a:t xml:space="preserve">**Slide ID:**</a:t>
            </a:r>
          </a:p>
          <a:p>
            <a:r>
              <a:t xml:space="preserve">S88</a:t>
            </a:r>
          </a:p>
          <a:p>
            <a:r>
              <a:t xml:space="preserve"/>
            </a:r>
          </a:p>
          <a:p>
            <a:r>
              <a:t xml:space="preserve">**Working Title:**</a:t>
            </a:r>
          </a:p>
          <a:p>
            <a:r>
              <a:t xml:space="preserve">모델 A가 첫 변경 후보를 만든다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첫 구현은 검토할 후보이며 완료가 아니다. 가상 v1은 전체 값 복사가 남아 있는 계산 방식이다.</a:t>
            </a:r>
          </a:p>
          <a:p>
            <a:r>
              <a:t xml:space="preserve"/>
            </a:r>
          </a:p>
          <a:p>
            <a:r>
              <a:t xml:space="preserve">**Opening Question:**</a:t>
            </a:r>
          </a:p>
          <a:p>
            <a:r>
              <a:t xml:space="preserve">코드 초안이 나왔다는 사실만으로 할당량 목표를 이뤘다고 할 수 있을까?</a:t>
            </a:r>
          </a:p>
          <a:p>
            <a:r>
              <a:t xml:space="preserve"/>
            </a:r>
          </a:p>
          <a:p>
            <a:r>
              <a:t xml:space="preserve">**Speaker Flow:**</a:t>
            </a:r>
          </a:p>
          <a:p>
            <a:r>
              <a:t xml:space="preserve">1. (0:00–1:00 / Case) 고정된 목표 띠를 다시 짚고 모델 A가 첫 후보를 만드는 단계임을 보인다. 실제 STATE-04-PERF 이후의 회귀나 새 코드 실행이 아니다.</a:t>
            </a:r>
          </a:p>
          <a:p>
            <a:r>
              <a:t xml:space="preserve">2. (1:00–3:00 / Case) 가정한 v1의 전체 값 복사를 짚는다. 통계 결과가 맞아 보이는 것과 임시 할당 감소를 확인하는 것은 별개다. 실제 메모리·시간 수치를 표시하지 않는다.</a:t>
            </a:r>
          </a:p>
          <a:p>
            <a:r>
              <a:t xml:space="preserve">3. (3:00–4:00 / Case) 후보가 나온 시점에서 확인할 자료가 필요하다고 닫는다. 다음 장은 검사할 항목이며 실제 PASS/FAIL을 보여주는 장이 아니다.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첫 구현은 검토할 후보이며 완료가 아니다. 가상 v1은 전체 값 복사가 남아 있는 계산 방식이다.</a:t>
            </a:r>
          </a:p>
          <a:p>
            <a:r>
              <a:t xml:space="preserve"/>
            </a:r>
          </a:p>
          <a:p>
            <a:r>
              <a:t xml:space="preserve">**Advanced Insight:**</a:t>
            </a:r>
          </a:p>
          <a:p>
            <a:r>
              <a:t xml:space="preserve">후보 생성·실제 동작·자원 측정을 서로 다른 사건으로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실제 동작과 비용은 도구로 확인한다의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S88; production/preview/act4/S88.png 및 production/preview/full/S88.png.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S89 — 실제 동작과 비용은 도구로 확인한다</a:t>
            </a:r>
          </a:p>
          <a:p>
            <a:r>
              <a:t xml:space="preserve"/>
            </a:r>
          </a:p>
          <a:p>
            <a:r>
              <a:t xml:space="preserve">**Slide ID:**</a:t>
            </a:r>
          </a:p>
          <a:p>
            <a:r>
              <a:t xml:space="preserve">S89</a:t>
            </a:r>
          </a:p>
          <a:p>
            <a:r>
              <a:t xml:space="preserve"/>
            </a:r>
          </a:p>
          <a:p>
            <a:r>
              <a:t xml:space="preserve">**Working Title:**</a:t>
            </a:r>
          </a:p>
          <a:p>
            <a:r>
              <a:t xml:space="preserve">실제 동작과 비용은 도구로 확인한다</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Lecture 2분 + Case 3분</a:t>
            </a:r>
          </a:p>
          <a:p>
            <a:r>
              <a:t xml:space="preserve"/>
            </a:r>
          </a:p>
          <a:p>
            <a:r>
              <a:t xml:space="preserve">**Primary Message:**</a:t>
            </a:r>
          </a:p>
          <a:p>
            <a:r>
              <a:t xml:space="preserve">모델의 설명을 실제 검사·측정 기록으로 대조하도록 검증을 설계한다.</a:t>
            </a:r>
          </a:p>
          <a:p>
            <a:r>
              <a:t xml:space="preserve"/>
            </a:r>
          </a:p>
          <a:p>
            <a:r>
              <a:t xml:space="preserve">**Opening Question:**</a:t>
            </a:r>
          </a:p>
          <a:p>
            <a:r>
              <a:t xml:space="preserve">완료 기준의 각 항목을 어떤 자료로 확인해야 할까?</a:t>
            </a:r>
          </a:p>
          <a:p>
            <a:r>
              <a:t xml:space="preserve"/>
            </a:r>
          </a:p>
          <a:p>
            <a:r>
              <a:t xml:space="preserve">**Speaker Flow:**</a:t>
            </a:r>
          </a:p>
          <a:p>
            <a:r>
              <a:t xml:space="preserve">1. (0:00–2:00 / Lecture) 출력과 동작은 명세를 확인하는 테스트, 할당량은 대표 입력의 측정, 시간은 같은 환경에서의 반복 측정으로 확인한다고 연결한다.</a:t>
            </a:r>
          </a:p>
          <a:p>
            <a:r>
              <a:t xml:space="preserve">2. (2:00–5:00 / Case) 검사를 계획했다는 것과 실행 결과를 얻었다는 것을 구분한다. 이 장에는 실행 결과가 없다. 실제 운영에서는 입력·환경·명령·결과·미확인을 검토 모델에게 함께 넘긴다.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검사할 항목의 설계 · 실제 명령 실행·측정값·통과 결과를 제시하는 장이 아님</a:t>
            </a:r>
          </a:p>
          <a:p>
            <a:r>
              <a:t xml:space="preserve"/>
            </a:r>
          </a:p>
          <a:p>
            <a:r>
              <a:t xml:space="preserve">**Beginner Explanation:**</a:t>
            </a:r>
          </a:p>
          <a:p>
            <a:r>
              <a:t xml:space="preserve">모델의 설명을 실제 검사·측정 기록으로 대조하도록 검증을 설계한다.</a:t>
            </a:r>
          </a:p>
          <a:p>
            <a:r>
              <a:t xml:space="preserve"/>
            </a:r>
          </a:p>
          <a:p>
            <a:r>
              <a:t xml:space="preserve">**Advanced Insight:**</a:t>
            </a:r>
          </a:p>
          <a:p>
            <a:r>
              <a:t xml:space="preserve">테스트 통과도 확인한 범위의 근거다. 모든 결함 부재나 숨은 요구 충족을 보장하지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B는 무엇을 근거로 검토할까?의 질문으로 이어간다.</a:t>
            </a:r>
          </a:p>
          <a:p>
            <a:r>
              <a:t xml:space="preserve"/>
            </a:r>
          </a:p>
          <a:p>
            <a:r>
              <a:t xml:space="preserve">**Time Management:**</a:t>
            </a:r>
          </a:p>
          <a:p>
            <a:r>
              <a:t xml:space="preserve">Lecture 2분 + Case 3분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S89; production/preview/act4/S89.png 및 production/preview/full/S89.png.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S90 — 모델 B는 무엇을 근거로 검토할까?</a:t>
            </a:r>
          </a:p>
          <a:p>
            <a:r>
              <a:t xml:space="preserve"/>
            </a:r>
          </a:p>
          <a:p>
            <a:r>
              <a:t xml:space="preserve">**Slide ID:**</a:t>
            </a:r>
          </a:p>
          <a:p>
            <a:r>
              <a:t xml:space="preserve">S90</a:t>
            </a:r>
          </a:p>
          <a:p>
            <a:r>
              <a:t xml:space="preserve"/>
            </a:r>
          </a:p>
          <a:p>
            <a:r>
              <a:t xml:space="preserve">**Working Title:**</a:t>
            </a:r>
          </a:p>
          <a:p>
            <a:r>
              <a:t xml:space="preserve">모델 B는 무엇을 근거로 검토할까?</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Case 5분</a:t>
            </a:r>
          </a:p>
          <a:p>
            <a:r>
              <a:t xml:space="preserve"/>
            </a:r>
          </a:p>
          <a:p>
            <a:r>
              <a:t xml:space="preserve">**Primary Message:**</a:t>
            </a:r>
          </a:p>
          <a:p>
            <a:r>
              <a:t xml:space="preserve">다른 모델 B는 목표·명세·diff·검사 기록을 근거로 구체적인 검토 지적을 만든다.</a:t>
            </a:r>
          </a:p>
          <a:p>
            <a:r>
              <a:t xml:space="preserve"/>
            </a:r>
          </a:p>
          <a:p>
            <a:r>
              <a:t xml:space="preserve">**Opening Question:**</a:t>
            </a:r>
          </a:p>
          <a:p>
            <a:r>
              <a:t xml:space="preserve">잘 검토해 달라는 말에 무엇을 함께 전달해야 할까?</a:t>
            </a:r>
          </a:p>
          <a:p>
            <a:r>
              <a:t xml:space="preserve"/>
            </a:r>
          </a:p>
          <a:p>
            <a:r>
              <a:t xml:space="preserve">**Speaker Flow:**</a:t>
            </a:r>
          </a:p>
          <a:p>
            <a:r>
              <a:t xml:space="preserve">1. (0:00–2:00 / Case) 왼쪽의 명세·완료 기준, 후보 변경, 검사 기록을 짚는다. 모델 A가 잘 됐다고 요약한 말만 넘기는 대신 검토 가능한 원자료를 제공한다.</a:t>
            </a:r>
          </a:p>
          <a:p>
            <a:r>
              <a:t xml:space="preserve">2. (2:00–4:00 / Case) 가상 v1에서 임시 목록이 남았다는 지적과 대표 입력의 확인 자료가 없다는 지적을 구분한다. 두 번째는 동작 실패가 관찰됐다는 뜻이 아니다.</a:t>
            </a:r>
          </a:p>
          <a:p>
            <a:r>
              <a:t xml:space="preserve">3. (4:00–5:00 / Case) 검토 결과에는 파일·위치, 위반 기준, 근거와 다음에 확인할 것을 담는다. 모델 B는 다른 모델 역할의 설계이며 실제 조합이나 실행 기록은 아직 없다.</a:t>
            </a:r>
          </a:p>
          <a:p>
            <a:r>
              <a:t xml:space="preserve"/>
            </a:r>
          </a:p>
          <a:p>
            <a:r>
              <a:t xml:space="preserve">**Evidence / Source:**</a:t>
            </a:r>
          </a:p>
          <a:p>
            <a:r>
              <a:t xml:space="preserve">DEC-0097; BEAT-076;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다른 모델 B는 목표·명세·diff·검사 기록을 근거로 구체적인 검토 지적을 만든다.</a:t>
            </a:r>
          </a:p>
          <a:p>
            <a:r>
              <a:t xml:space="preserve"/>
            </a:r>
          </a:p>
          <a:p>
            <a:r>
              <a:t xml:space="preserve">**Advanced Insight:**</a:t>
            </a:r>
          </a:p>
          <a:p>
            <a:r>
              <a:t xml:space="preserve">검토자는 구현 모델의 결론을 반복하는 대신 명세와 변경·검사 기록을 독립적으로 대조하도록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지적이 다음 수정으로 이어진다의 질문으로 이어간다.</a:t>
            </a:r>
          </a:p>
          <a:p>
            <a:r>
              <a:t xml:space="preserve"/>
            </a:r>
          </a:p>
          <a:p>
            <a:r>
              <a:t xml:space="preserve">**Time Management:**</a:t>
            </a:r>
          </a:p>
          <a:p>
            <a:r>
              <a:t xml:space="preserve">Case 5분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S90; production/preview/act4/S90.png 및 production/preview/full/S90.png.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S91 — 지적이 다음 수정으로 이어진다</a:t>
            </a:r>
          </a:p>
          <a:p>
            <a:r>
              <a:t xml:space="preserve"/>
            </a:r>
          </a:p>
          <a:p>
            <a:r>
              <a:t xml:space="preserve">**Slide ID:**</a:t>
            </a:r>
          </a:p>
          <a:p>
            <a:r>
              <a:t xml:space="preserve">S91</a:t>
            </a:r>
          </a:p>
          <a:p>
            <a:r>
              <a:t xml:space="preserve"/>
            </a:r>
          </a:p>
          <a:p>
            <a:r>
              <a:t xml:space="preserve">**Working Title:**</a:t>
            </a:r>
          </a:p>
          <a:p>
            <a:r>
              <a:t xml:space="preserve">지적이 다음 수정으로 이어진다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검토 지적의 번호를 유지해 다음 변경 후보가 무엇을 고치는지 연결한다.</a:t>
            </a:r>
          </a:p>
          <a:p>
            <a:r>
              <a:t xml:space="preserve"/>
            </a:r>
          </a:p>
          <a:p>
            <a:r>
              <a:t xml:space="preserve">**Opening Question:**</a:t>
            </a:r>
          </a:p>
          <a:p>
            <a:r>
              <a:t xml:space="preserve">검토에서 찾은 문제는 다음 변경의 어느 부분으로 이어졌을까?</a:t>
            </a:r>
          </a:p>
          <a:p>
            <a:r>
              <a:t xml:space="preserve"/>
            </a:r>
          </a:p>
          <a:p>
            <a:r>
              <a:t xml:space="preserve">**Speaker Flow:**</a:t>
            </a:r>
          </a:p>
          <a:p>
            <a:r>
              <a:t xml:space="preserve">1. (0:00–1:00 / Case) 앞 장의 지적 ①과 ②를 같은 번호로 이어 받는다. 새 목표를 추가하는 장이 아니다.</a:t>
            </a:r>
          </a:p>
          <a:p>
            <a:r>
              <a:t xml:space="preserve">2. (1:00–3:00 / Case) ① 전체 값 복사 제거, ② 같은 결과 검사 추가라는 후보 변경을 각각 연결한다. 실행하지 않은 수정·테스트를 실제 이력으로 말하지 않는다.</a:t>
            </a:r>
          </a:p>
          <a:p>
            <a:r>
              <a:t xml:space="preserve">3. (3:00–4:00 / Case) 지적은 검증 후 수용·기각할 수 있다. 지금 그림은 지적이 타당하다고 가정한 설계이며 수정 후에는 같은 기준으로 다시 확인해야 한다고 넘긴다.</a:t>
            </a:r>
          </a:p>
          <a:p>
            <a:r>
              <a:t xml:space="preserve"/>
            </a:r>
          </a:p>
          <a:p>
            <a:r>
              <a:t xml:space="preserve">**Evidence / Source:**</a:t>
            </a:r>
          </a:p>
          <a:p>
            <a:r>
              <a:t xml:space="preserve">DEC-0097; BEAT-077;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검토 지적의 번호를 유지해 다음 변경 후보가 무엇을 고치는지 연결한다.</a:t>
            </a:r>
          </a:p>
          <a:p>
            <a:r>
              <a:t xml:space="preserve"/>
            </a:r>
          </a:p>
          <a:p>
            <a:r>
              <a:t xml:space="preserve">**Advanced Insight:**</a:t>
            </a:r>
          </a:p>
          <a:p>
            <a:r>
              <a:t xml:space="preserve">각 변경의 이유와 검토 항목을 연결하면 다음 검토자가 해결·미해결 여부를 추적할 수 있다.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고쳤다면, 같은 기준으로 다시 본다의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S91; production/preview/act4/S91.png 및 production/preview/full/S91.png.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S92 — 고쳤다면, 같은 기준으로 다시 본다</a:t>
            </a:r>
          </a:p>
          <a:p>
            <a:r>
              <a:t xml:space="preserve"/>
            </a:r>
          </a:p>
          <a:p>
            <a:r>
              <a:t xml:space="preserve">**Slide ID:**</a:t>
            </a:r>
          </a:p>
          <a:p>
            <a:r>
              <a:t xml:space="preserve">S92</a:t>
            </a:r>
          </a:p>
          <a:p>
            <a:r>
              <a:t xml:space="preserve"/>
            </a:r>
          </a:p>
          <a:p>
            <a:r>
              <a:t xml:space="preserve">**Working Title:**</a:t>
            </a:r>
          </a:p>
          <a:p>
            <a:r>
              <a:t xml:space="preserve">고쳤다면, 같은 기준으로 다시 본다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후보 v2를 같은 기준으로 재검증·재검토하고 남은 지적은 다음 수정으로 되돌린다.</a:t>
            </a:r>
          </a:p>
          <a:p>
            <a:r>
              <a:t xml:space="preserve"/>
            </a:r>
          </a:p>
          <a:p>
            <a:r>
              <a:t xml:space="preserve">**Opening Question:**</a:t>
            </a:r>
          </a:p>
          <a:p>
            <a:r>
              <a:t xml:space="preserve">지적한 부분을 고쳤다면 바로 끝내도 될까?</a:t>
            </a:r>
          </a:p>
          <a:p>
            <a:r>
              <a:t xml:space="preserve"/>
            </a:r>
          </a:p>
          <a:p>
            <a:r>
              <a:t xml:space="preserve">**Speaker Flow:**</a:t>
            </a:r>
          </a:p>
          <a:p>
            <a:r>
              <a:t xml:space="preserve">1. (0:00–2:00 / Case) 후보 v2와 갱신된 기록을 같은 목표 띠 아래에서 보여준다. 출력·할당량·시간 조건을 다시 대조하며 기존 동작의 회귀도 확인한다.</a:t>
            </a:r>
          </a:p>
          <a:p>
            <a:r>
              <a:t xml:space="preserve">2. (2:00–3:00 / Case) 조건을 충족했다는 근거가 있으면 완료 판단으로, 남은 문제가 있으면 다음 후보로 이어지는 분기를 짚는다. 실제 v2 성공·v3 실행은 관찰하지 않았다.</a:t>
            </a:r>
          </a:p>
          <a:p>
            <a:r>
              <a:t xml:space="preserve">3. (3:00–4:00 / Case) 완료 기준을 낮춰서 끝내지 않는다고 회수한다. 지금까지 단계별로 본 연결을 다음 장에서 하나의 루프로 묶는다.</a:t>
            </a:r>
          </a:p>
          <a:p>
            <a:r>
              <a:t xml:space="preserve"/>
            </a:r>
          </a:p>
          <a:p>
            <a:r>
              <a:t xml:space="preserve">**Evidence / Source:**</a:t>
            </a:r>
          </a:p>
          <a:p>
            <a:r>
              <a:t xml:space="preserve">DEC-0097; BEAT-078;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재검증·재검토의 운영 설계 · 후보 v2가 성공했다는 실제 결과는 없음</a:t>
            </a:r>
          </a:p>
          <a:p>
            <a:r>
              <a:t xml:space="preserve"/>
            </a:r>
          </a:p>
          <a:p>
            <a:r>
              <a:t xml:space="preserve">**Beginner Explanation:**</a:t>
            </a:r>
          </a:p>
          <a:p>
            <a:r>
              <a:t xml:space="preserve">후보 v2를 같은 기준으로 재검증·재검토하고 남은 지적은 다음 수정으로 되돌린다.</a:t>
            </a:r>
          </a:p>
          <a:p>
            <a:r>
              <a:t xml:space="preserve"/>
            </a:r>
          </a:p>
          <a:p>
            <a:r>
              <a:t xml:space="preserve">**Advanced Insight:**</a:t>
            </a:r>
          </a:p>
          <a:p>
            <a:r>
              <a:t xml:space="preserve">새 수정이 이전의 유효한 동작을 깨뜨릴 수 있다. 확인된 후보와 시도 이력을 남겨 되돌릴 수 있도록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같은 목표의 구현·검토 루프의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S92; production/preview/act4/S92.png 및 production/preview/full/S92.png.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S93 — 같은 목표의 구현·검토 루프</a:t>
            </a:r>
          </a:p>
          <a:p>
            <a:r>
              <a:t xml:space="preserve"/>
            </a:r>
          </a:p>
          <a:p>
            <a:r>
              <a:t xml:space="preserve">**Slide ID:**</a:t>
            </a:r>
          </a:p>
          <a:p>
            <a:r>
              <a:t xml:space="preserve">S93</a:t>
            </a:r>
          </a:p>
          <a:p>
            <a:r>
              <a:t xml:space="preserve"/>
            </a:r>
          </a:p>
          <a:p>
            <a:r>
              <a:t xml:space="preserve">**Working Title:**</a:t>
            </a:r>
          </a:p>
          <a:p>
            <a:r>
              <a:t xml:space="preserve">같은 목표의 구현·검토 루프</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목표·완료 기준 아래 구현, 도구 근거, 다른 모델의 검토와 다음 수정 판단을 하나의 닫힌 경로로 설계한다.</a:t>
            </a:r>
          </a:p>
          <a:p>
            <a:r>
              <a:t xml:space="preserve"/>
            </a:r>
          </a:p>
          <a:p>
            <a:r>
              <a:t xml:space="preserve">**Opening Question:**</a:t>
            </a:r>
          </a:p>
          <a:p>
            <a:r>
              <a:t xml:space="preserve">지금 본 여러 단계가 어떻게 하나의 시스템으로 연결될까?</a:t>
            </a:r>
          </a:p>
          <a:p>
            <a:r>
              <a:t xml:space="preserve"/>
            </a:r>
          </a:p>
          <a:p>
            <a:r>
              <a:t xml:space="preserve">**Speaker Flow:**</a:t>
            </a:r>
          </a:p>
          <a:p>
            <a:r>
              <a:t xml:space="preserve">1. (0:00–3:00 / Lecture) 위쪽의 구현·검사·검토를 따라간 뒤 아래쪽의 판단·피드백을 통해 같은 목표의 구현으로 돌아간다. Loop는 Harness의 방법·도구를 활용하며 가중치를 학습한다는 뜻이 아니다.</a:t>
            </a:r>
          </a:p>
          <a:p>
            <a:r>
              <a:t xml:space="preserve">2. (3:00–5:00 / Case) 앞의 지적 ①을 한 번만 전체 경로에 대응시킨다. 도구와 모델 검토의 선후·병렬 여부는 작업 의존관계에 따라 정하며 이 그림은 성능·병렬 실행의 실측 기록이 아니다.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목표와 근거를 다음 수정에 연결하는 시스템</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구체적 제품 기능·자동 실행 이력·모델 학습·완료 성과를 관찰한 결과가 아님</a:t>
            </a:r>
          </a:p>
          <a:p>
            <a:r>
              <a:t xml:space="preserve"/>
            </a:r>
          </a:p>
          <a:p>
            <a:r>
              <a:t xml:space="preserve">**Beginner Explanation:**</a:t>
            </a:r>
          </a:p>
          <a:p>
            <a:r>
              <a:t xml:space="preserve">목표·완료 기준 아래 구현, 도구 근거, 다른 모델의 검토와 다음 수정 판단을 하나의 닫힌 경로로 설계한다.</a:t>
            </a:r>
          </a:p>
          <a:p>
            <a:r>
              <a:t xml:space="preserve"/>
            </a:r>
          </a:p>
          <a:p>
            <a:r>
              <a:t xml:space="preserve">**Advanced Insight:**</a:t>
            </a:r>
          </a:p>
          <a:p>
            <a:r>
              <a:t xml:space="preserve">반복의 제어는 반드시 별도 모델이 맡아야 하는 것은 아니다. 목표·상태·피드백 전달·다음 행동을 정하는 운영 로직이 핵심이다.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언제 계속하고, 언제 끝낼까?의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S93; production/preview/act4/S93.png 및 production/preview/full/S93.png.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S94 — 언제 계속하고, 언제 끝낼까?</a:t>
            </a:r>
          </a:p>
          <a:p>
            <a:r>
              <a:t xml:space="preserve"/>
            </a:r>
          </a:p>
          <a:p>
            <a:r>
              <a:t xml:space="preserve">**Slide ID:**</a:t>
            </a:r>
          </a:p>
          <a:p>
            <a:r>
              <a:t xml:space="preserve">S94</a:t>
            </a:r>
          </a:p>
          <a:p>
            <a:r>
              <a:t xml:space="preserve"/>
            </a:r>
          </a:p>
          <a:p>
            <a:r>
              <a:t xml:space="preserve">**Working Title:**</a:t>
            </a:r>
          </a:p>
          <a:p>
            <a:r>
              <a:t xml:space="preserve">언제 계속하고, 언제 끝낼까?</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Reflection 2분</a:t>
            </a:r>
          </a:p>
          <a:p>
            <a:r>
              <a:t xml:space="preserve"/>
            </a:r>
          </a:p>
          <a:p>
            <a:r>
              <a:t xml:space="preserve">**Primary Message:**</a:t>
            </a:r>
          </a:p>
          <a:p>
            <a:r>
              <a:t xml:space="preserve">근거에 따라 완료, 다음 수정, 미완료 중단·사람 확인을 구분한다.</a:t>
            </a:r>
          </a:p>
          <a:p>
            <a:r>
              <a:t xml:space="preserve"/>
            </a:r>
          </a:p>
          <a:p>
            <a:r>
              <a:t xml:space="preserve">**Opening Question:**</a:t>
            </a:r>
          </a:p>
          <a:p>
            <a:r>
              <a:t xml:space="preserve">계속 돌리고 있다는 사실과 목표를 달성했다는 사실은 어떻게 구분할까?</a:t>
            </a:r>
          </a:p>
          <a:p>
            <a:r>
              <a:t xml:space="preserve"/>
            </a:r>
          </a:p>
          <a:p>
            <a:r>
              <a:t xml:space="preserve">**Speaker Flow:**</a:t>
            </a:r>
          </a:p>
          <a:p>
            <a:r>
              <a:t xml:space="preserve">1. (0:00–3:00 / Lecture) 세 갈래를 조건부터 읽는다. 기준 충족은 확인 범위를 보고하고 완료한다. 수정 가능하면 남은 문제를 전달한다. 근거 부족·정체·한도 도달은 미완료 상태를 보존해 사람에게 묻는다.</a:t>
            </a:r>
          </a:p>
          <a:p>
            <a:r>
              <a:t xml:space="preserve">2. (3:00–5:00 / Reflection) 우리 작업의 완료 근거와 중단 뒤 사람에게 넘길 질문 하나를 마음속으로 생각하게 한다. 공유·실습은 요구하지 않으며 숫자 한도는 실행 환경에 맞춰 정한다고 닫는다.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반복의 종료와 다음 행동을 정하는 기준</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미완료 중단은 목표 달성과 다름 · 반복·시간·비용 한도 수치는 실행 전에 정함</a:t>
            </a:r>
          </a:p>
          <a:p>
            <a:r>
              <a:t xml:space="preserve"/>
            </a:r>
          </a:p>
          <a:p>
            <a:r>
              <a:t xml:space="preserve">**Beginner Explanation:**</a:t>
            </a:r>
          </a:p>
          <a:p>
            <a:r>
              <a:t xml:space="preserve">근거에 따라 완료, 다음 수정, 미완료 중단·사람 확인을 구분한다.</a:t>
            </a:r>
          </a:p>
          <a:p>
            <a:r>
              <a:t xml:space="preserve"/>
            </a:r>
          </a:p>
          <a:p>
            <a:r>
              <a:t xml:space="preserve">**Advanced Insight:**</a:t>
            </a:r>
          </a:p>
          <a:p>
            <a:r>
              <a:t xml:space="preserve">회수 제한이나 예산 소진은 성공 판정이 아니다. 검토 항목의 해결 여부와 명세·검사 결과를 함께 확인한다.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계속 돌리고 있다는 사실과 목표를 달성했다는 사실은 어떻게 구분할까? 공유·기록·실습은 요구하지 않는다.</a:t>
            </a:r>
          </a:p>
          <a:p>
            <a:r>
              <a:t xml:space="preserve"/>
            </a:r>
          </a:p>
          <a:p>
            <a:r>
              <a:t xml:space="preserve">**Transition:**</a:t>
            </a:r>
          </a:p>
          <a:p>
            <a:r>
              <a:t xml:space="preserve">다음은 구현한 모델에게 다시 물으면 충분할까?의 질문으로 이어간다.</a:t>
            </a:r>
          </a:p>
          <a:p>
            <a:r>
              <a:t xml:space="preserve"/>
            </a:r>
          </a:p>
          <a:p>
            <a:r>
              <a:t xml:space="preserve">**Time Management:**</a:t>
            </a:r>
          </a:p>
          <a:p>
            <a:r>
              <a:t xml:space="preserve">Lecture 3분 + Reflection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S94; production/preview/act4/S94.png 및 production/preview/full/S94.png.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S95 — 구현한 모델에게 다시 물으면 충분할까?</a:t>
            </a:r>
          </a:p>
          <a:p>
            <a:r>
              <a:t xml:space="preserve"/>
            </a:r>
          </a:p>
          <a:p>
            <a:r>
              <a:t xml:space="preserve">**Slide ID:**</a:t>
            </a:r>
          </a:p>
          <a:p>
            <a:r>
              <a:t xml:space="preserve">S95</a:t>
            </a:r>
          </a:p>
          <a:p>
            <a:r>
              <a:t xml:space="preserve"/>
            </a:r>
          </a:p>
          <a:p>
            <a:r>
              <a:t xml:space="preserve">**Working Title:**</a:t>
            </a:r>
          </a:p>
          <a:p>
            <a:r>
              <a:t xml:space="preserve">구현한 모델에게 다시 물으면 충분할까?</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자기 피드백으로 개선된 연구와 외부 근거 없는 자기 교정의 한계 연구를 조건과 함께 설명한다.</a:t>
            </a:r>
          </a:p>
          <a:p>
            <a:r>
              <a:t xml:space="preserve"/>
            </a:r>
          </a:p>
          <a:p>
            <a:r>
              <a:t xml:space="preserve">**Opening Question:**</a:t>
            </a:r>
          </a:p>
          <a:p>
            <a:r>
              <a:t xml:space="preserve">같은 모델에게 다시 생각해 달라고 하면 언제나 좋아질까?</a:t>
            </a:r>
          </a:p>
          <a:p>
            <a:r>
              <a:t xml:space="preserve"/>
            </a:r>
          </a:p>
          <a:p>
            <a:r>
              <a:t xml:space="preserve">**Speaker Flow:**</a:t>
            </a:r>
          </a:p>
          <a:p>
            <a:r>
              <a:t xml:space="preserve">1. (0:00–2:00 / Lecture) Self-Refine은 같은 LLM이 생성·피드백·수정을 반복하고 여러 과제에서 개선을 보고했다. 다중 모델 비교 연구가 아니라는 점을 명시한다.</a:t>
            </a:r>
          </a:p>
          <a:p>
            <a:r>
              <a:t xml:space="preserve">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a:r>
              <a:t xml:space="preserve"/>
            </a:r>
          </a:p>
          <a:p>
            <a:r>
              <a:t xml:space="preserve">**Evidence / Source:**</a:t>
            </a:r>
          </a:p>
          <a:p>
            <a:r>
              <a:t xml:space="preserve">DEC-0097; BEAT-080; SRC-0223; SRC-0239; CLM-0045. Primary sources checked 2026-10-25: https://arxiv.org/abs/2303.17651; https://arxiv.org/abs/2310.01798</a:t>
            </a:r>
          </a:p>
          <a:p>
            <a:r>
              <a:t xml:space="preserve"/>
            </a:r>
          </a:p>
          <a:p>
            <a:r>
              <a:t xml:space="preserve">보존된 상세 출처: Self-Refine (2023) / Huang et al., ICLR 2024 · 서로 다른 실험 조건의 연구</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과거 연구 대상의 결과 · 현재 모든 모델의 자기 검토 능력이나 다중 모델 우월성을 뜻하지 않음</a:t>
            </a:r>
          </a:p>
          <a:p>
            <a:r>
              <a:t xml:space="preserve"/>
            </a:r>
          </a:p>
          <a:p>
            <a:r>
              <a:t xml:space="preserve">**Beginner Explanation:**</a:t>
            </a:r>
          </a:p>
          <a:p>
            <a:r>
              <a:t xml:space="preserve">자기 피드백으로 개선된 연구와 외부 근거 없는 자기 교정의 한계 연구를 조건과 함께 설명한다.</a:t>
            </a:r>
          </a:p>
          <a:p>
            <a:r>
              <a:t xml:space="preserve"/>
            </a:r>
          </a:p>
          <a:p>
            <a:r>
              <a:t xml:space="preserve">**Advanced Insight:**</a:t>
            </a:r>
          </a:p>
          <a:p>
            <a:r>
              <a:t xml:space="preserve">2023–2024년의 특정 모델·과제·방법에 관한 결과다. 현재 모든 모델이 자기 교정에 실패한다는 일반화는 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다른 모델의 관점이 도움이 된 실험의 질문으로 이어간다.</a:t>
            </a:r>
          </a:p>
          <a:p>
            <a:r>
              <a:t xml:space="preserve"/>
            </a:r>
          </a:p>
          <a:p>
            <a:r>
              <a:t xml:space="preserve">**Time Management:**</a:t>
            </a:r>
          </a:p>
          <a:p>
            <a:r>
              <a:t xml:space="preserve">Lecture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S95; production/preview/act4/S95.png 및 production/preview/full/S95.png.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S96 — 다른 모델의 관점이 도움이 된 실험</a:t>
            </a:r>
          </a:p>
          <a:p>
            <a:r>
              <a:t xml:space="preserve"/>
            </a:r>
          </a:p>
          <a:p>
            <a:r>
              <a:t xml:space="preserve">**Slide ID:**</a:t>
            </a:r>
          </a:p>
          <a:p>
            <a:r>
              <a:t xml:space="preserve">S96</a:t>
            </a:r>
          </a:p>
          <a:p>
            <a:r>
              <a:t xml:space="preserve"/>
            </a:r>
          </a:p>
          <a:p>
            <a:r>
              <a:t xml:space="preserve">**Working Title:**</a:t>
            </a:r>
          </a:p>
          <a:p>
            <a:r>
              <a:t xml:space="preserve">다른 모델의 관점이 도움이 된 실험</a:t>
            </a:r>
          </a:p>
          <a:p>
            <a:r>
              <a:t xml:space="preserve"/>
            </a:r>
          </a:p>
          <a:p>
            <a:r>
              <a:t xml:space="preserve">**ACT / Section:**</a:t>
            </a:r>
          </a:p>
          <a:p>
            <a:r>
              <a:t xml:space="preserve">ACT 4 / 4R4 Research and model choice</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ReConcile의 StrategyQA 실험에서 여러 모델 조합과 같은 ChatGPT 세 Agent 구성을 비교한 결과를 설명한다.</a:t>
            </a:r>
          </a:p>
          <a:p>
            <a:r>
              <a:t xml:space="preserve"/>
            </a:r>
          </a:p>
          <a:p>
            <a:r>
              <a:t xml:space="preserve">**Opening Question:**</a:t>
            </a:r>
          </a:p>
          <a:p>
            <a:r>
              <a:t xml:space="preserve">같은 모델을 여러 번 쓰는 것과 다른 모델을 조합하는 것은 같을까?</a:t>
            </a:r>
          </a:p>
          <a:p>
            <a:r>
              <a:t xml:space="preserve"/>
            </a:r>
          </a:p>
          <a:p>
            <a:r>
              <a:t xml:space="preserve">**Speaker Flow:**</a:t>
            </a:r>
          </a:p>
          <a:p>
            <a:r>
              <a:t xml:space="preserve">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a:r>
              <a:t xml:space="preserve">2. (3:00–5:00 / Case) 차이는 6.8 percentage points다. 모델 구성 변경에는 모델별 능력 차이도 포함된다. 코딩 반복 작업이나 현재 Codex에서 같은 향상·비용 절감이 입증됐다고 말하지 않는다.</a:t>
            </a:r>
          </a:p>
          <a:p>
            <a:r>
              <a:t xml:space="preserve"/>
            </a:r>
          </a:p>
          <a:p>
            <a:r>
              <a:t xml:space="preserve">**Evidence / Source:**</a:t>
            </a:r>
          </a:p>
          <a:p>
            <a:r>
              <a:t xml:space="preserve">DEC-0097; BEAT-081; SRC-0237; CLM-0043; ReConcile Table 7. Primary sources checked 2026-10-25: https://aclanthology.org/2024.acl-long.381.pdf (Table 7)</a:t>
            </a:r>
          </a:p>
          <a:p>
            <a:r>
              <a:t xml:space="preserve"/>
            </a:r>
          </a:p>
          <a:p>
            <a:r>
              <a:t xml:space="preserve">보존된 상세 출처: ReConcile · ACL 2024 · Table 7 · StrategyQA의 토론·합의 실험</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코드 수정 실험이 아님 · 현재 모델의 일반 성능·비용 개선으로 확대하지 않음</a:t>
            </a:r>
          </a:p>
          <a:p>
            <a:r>
              <a:t xml:space="preserve"/>
            </a:r>
          </a:p>
          <a:p>
            <a:r>
              <a:t xml:space="preserve">**Beginner Explanation:**</a:t>
            </a:r>
          </a:p>
          <a:p>
            <a:r>
              <a:t xml:space="preserve">ReConcile의 StrategyQA 실험에서 여러 모델 조합과 같은 ChatGPT 세 Agent 구성을 비교한 결과를 설명한다.</a:t>
            </a:r>
          </a:p>
          <a:p>
            <a:r>
              <a:t xml:space="preserve"/>
            </a:r>
          </a:p>
          <a:p>
            <a:r>
              <a:t xml:space="preserve">**Advanced Insight:**</a:t>
            </a:r>
          </a:p>
          <a:p>
            <a:r>
              <a:t xml:space="preserve">모델 다양성의 가능성을 보여주는 제한된 근거다. 토론·합의 프로토콜 전체와 모델 조합의 영향을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잘 만드는 능력과 잘 검토하는 능력의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S96; production/preview/act4/S96.png 및 production/preview/full/S96.png.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S97 — 잘 만드는 능력과 잘 검토하는 능력</a:t>
            </a:r>
          </a:p>
          <a:p>
            <a:r>
              <a:t xml:space="preserve"/>
            </a:r>
          </a:p>
          <a:p>
            <a:r>
              <a:t xml:space="preserve">**Slide ID:**</a:t>
            </a:r>
          </a:p>
          <a:p>
            <a:r>
              <a:t xml:space="preserve">S97</a:t>
            </a:r>
          </a:p>
          <a:p>
            <a:r>
              <a:t xml:space="preserve"/>
            </a:r>
          </a:p>
          <a:p>
            <a:r>
              <a:t xml:space="preserve">**Working Title:**</a:t>
            </a:r>
          </a:p>
          <a:p>
            <a:r>
              <a:t xml:space="preserve">잘 만드는 능력과 잘 검토하는 능력</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3분 + Case 1분</a:t>
            </a:r>
          </a:p>
          <a:p>
            <a:r>
              <a:t xml:space="preserve"/>
            </a:r>
          </a:p>
          <a:p>
            <a:r>
              <a:t xml:space="preserve">**Primary Message:**</a:t>
            </a:r>
          </a:p>
          <a:p>
            <a:r>
              <a:t xml:space="preserve">CriticBench의 생성·검토·수정 능력과 교차 모델 검토 결과를 근거로 검토자 선택을 따로 평가할 이유를 설명한다.</a:t>
            </a:r>
          </a:p>
          <a:p>
            <a:r>
              <a:t xml:space="preserve"/>
            </a:r>
          </a:p>
          <a:p>
            <a:r>
              <a:t xml:space="preserve">**Opening Question:**</a:t>
            </a:r>
          </a:p>
          <a:p>
            <a:r>
              <a:t xml:space="preserve">코드를 잘 생성하는 모델이 그 결과의 가장 좋은 검토자일까?</a:t>
            </a:r>
          </a:p>
          <a:p>
            <a:r>
              <a:t xml:space="preserve"/>
            </a:r>
          </a:p>
          <a:p>
            <a:r>
              <a:t xml:space="preserve">**Speaker Flow:**</a:t>
            </a:r>
          </a:p>
          <a:p>
            <a:r>
              <a:t xml:space="preserve">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a:r>
              <a:t xml:space="preserve">2. (3:00–4:00 / Case) 약한 모델이 언제나 더 좋은 검토자라는 뜻은 아니다. 이 결과로 검토자 역할을 따로 평가할 이유를 설명하고 다음 장의 모델 배치 설계로 연결한다.</a:t>
            </a:r>
          </a:p>
          <a:p>
            <a:r>
              <a:t xml:space="preserve"/>
            </a:r>
          </a:p>
          <a:p>
            <a:r>
              <a:t xml:space="preserve">**Evidence / Source:**</a:t>
            </a:r>
          </a:p>
          <a:p>
            <a:r>
              <a:t xml:space="preserve">DEC-0097; BEAT-081; SRC-0238; CLM-0044; CriticBench section 4.2.5. Primary sources checked 2026-10-25: https://aclanthology.org/2024.findings-acl.91.pdf (section 4.2.5)</a:t>
            </a:r>
          </a:p>
          <a:p>
            <a:r>
              <a:t xml:space="preserve"/>
            </a:r>
          </a:p>
          <a:p>
            <a:r>
              <a:t xml:space="preserve">보존된 상세 출처: CriticBench · Findings of ACL 2024 · 17개 모델 / §4.2.5 교차 모델 검토</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일부 모델·과제에서의 결과 · 이 교육의 코드 루프 완료율·비용 개선을 측정한 연구가 아님</a:t>
            </a:r>
          </a:p>
          <a:p>
            <a:r>
              <a:t xml:space="preserve"/>
            </a:r>
          </a:p>
          <a:p>
            <a:r>
              <a:t xml:space="preserve">**Beginner Explanation:**</a:t>
            </a:r>
          </a:p>
          <a:p>
            <a:r>
              <a:t xml:space="preserve">CriticBench의 생성·검토·수정 능력과 교차 모델 검토 결과를 근거로 검토자 선택을 따로 평가할 이유를 설명한다.</a:t>
            </a:r>
          </a:p>
          <a:p>
            <a:r>
              <a:t xml:space="preserve"/>
            </a:r>
          </a:p>
          <a:p>
            <a:r>
              <a:t xml:space="preserve">**Advanced Insight:**</a:t>
            </a:r>
          </a:p>
          <a:p>
            <a:r>
              <a:t xml:space="preserve">검토 정확도와 전체 개발 루프의 완료율·코스트는 다른 평가다. 이 교육의 모델 조합을 검증한 수치로 쓰지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구현과 검토에 모델을 어떻게 나눌까?의 질문으로 이어간다.</a:t>
            </a:r>
          </a:p>
          <a:p>
            <a:r>
              <a:t xml:space="preserve"/>
            </a:r>
          </a:p>
          <a:p>
            <a:r>
              <a:t xml:space="preserve">**Time Management:**</a:t>
            </a:r>
          </a:p>
          <a:p>
            <a:r>
              <a:t xml:space="preserve">Lecture 3분 + Case 1분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S97; production/preview/act4/S97.png 및 production/preview/full/S97.png.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S98 — 구현과 검토에 모델을 어떻게 나눌까?</a:t>
            </a:r>
          </a:p>
          <a:p>
            <a:r>
              <a:t xml:space="preserve"/>
            </a:r>
          </a:p>
          <a:p>
            <a:r>
              <a:t xml:space="preserve">**Slide ID:**</a:t>
            </a:r>
          </a:p>
          <a:p>
            <a:r>
              <a:t xml:space="preserve">S98</a:t>
            </a:r>
          </a:p>
          <a:p>
            <a:r>
              <a:t xml:space="preserve"/>
            </a:r>
          </a:p>
          <a:p>
            <a:r>
              <a:t xml:space="preserve">**Working Title:**</a:t>
            </a:r>
          </a:p>
          <a:p>
            <a:r>
              <a:t xml:space="preserve">구현과 검토에 모델을 어떻게 나눌까?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같은 모델의 역할 분리와 다른 모델의 구현·검토 조합을 구분하고 실제 작업에서 효과를 평가한다.</a:t>
            </a:r>
          </a:p>
          <a:p>
            <a:r>
              <a:t xml:space="preserve"/>
            </a:r>
          </a:p>
          <a:p>
            <a:r>
              <a:t xml:space="preserve">**Opening Question:**</a:t>
            </a:r>
          </a:p>
          <a:p>
            <a:r>
              <a:t xml:space="preserve">역할을 두 개 만들면 서로 다른 모델을 사용하는 셈일까?</a:t>
            </a:r>
          </a:p>
          <a:p>
            <a:r>
              <a:t xml:space="preserve"/>
            </a:r>
          </a:p>
          <a:p>
            <a:r>
              <a:t xml:space="preserve">**Speaker Flow:**</a:t>
            </a:r>
          </a:p>
          <a:p>
            <a:r>
              <a:t xml:space="preserve">1. (0:00–2:00 / Lecture) 같은 모델의 두 세션·Agent에 다른 역할을 주는 것과 서로 다른 모델을 선택하는 것은 다르다. 오른쪽 A/B 구성이 이번 교육에서 검토하는 다중 모델 설계라고 설명한다.</a:t>
            </a:r>
          </a:p>
          <a:p>
            <a:r>
              <a:t xml:space="preserve">2. (2:00–4:00 / Case) 실제로는 역할별 오류 탐지, 최종 동작, 지연·비용을 확인해야 한다. 모델·계정·실행 표면은 TBD이며 자동 연결 기능이나 성능 향상을 이미 확인한 것처럼 말하지 않는다.</a:t>
            </a:r>
          </a:p>
          <a:p>
            <a:r>
              <a:t xml:space="preserve"/>
            </a:r>
          </a:p>
          <a:p>
            <a:r>
              <a:t xml:space="preserve">**Evidence / Source:**</a:t>
            </a:r>
          </a:p>
          <a:p>
            <a:r>
              <a:t xml:space="preserve">DEC-0097; BEAT-082; CLM-0043; CLM-0044; CASE-LOOP-01. CASE-LOOP-01의 교육용 설계. 실제 자료와 설계를 구분한다.</a:t>
            </a:r>
          </a:p>
          <a:p>
            <a:r>
              <a:t xml:space="preserve"/>
            </a:r>
          </a:p>
          <a:p>
            <a:r>
              <a:t xml:space="preserve">보존된 상세 출처: 연구를 참고한 개발 작업의 역할 배치 제안 · 현재 제품의 자동 배치 기능 설명 아님</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같은 모델의 역할 분리와 서로 다른 모델 조합을 구분 · 실제 조합의 효과는 별도 평가</a:t>
            </a:r>
          </a:p>
          <a:p>
            <a:r>
              <a:t xml:space="preserve"/>
            </a:r>
          </a:p>
          <a:p>
            <a:r>
              <a:t xml:space="preserve">**Beginner Explanation:**</a:t>
            </a:r>
          </a:p>
          <a:p>
            <a:r>
              <a:t xml:space="preserve">같은 모델의 역할 분리와 다른 모델의 구현·검토 조합을 구분하고 실제 작업에서 효과를 평가한다.</a:t>
            </a:r>
          </a:p>
          <a:p>
            <a:r>
              <a:t xml:space="preserve"/>
            </a:r>
          </a:p>
          <a:p>
            <a:r>
              <a:t xml:space="preserve">**Advanced Insight:**</a:t>
            </a:r>
          </a:p>
          <a:p>
            <a:r>
              <a:t xml:space="preserve">Reviewer에게 구현 모델의 자신감만 전달하지 않고 독립적으로 대조할 명세·diff·원래 검사 기록을 제공한다.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검토 모델의 말도 확인해야 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S98; production/preview/act4/S98.png 및 production/preview/full/S98.png.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S99 — 검토 모델의 말도 확인해야 한다</a:t>
            </a:r>
          </a:p>
          <a:p>
            <a:r>
              <a:t xml:space="preserve"/>
            </a:r>
          </a:p>
          <a:p>
            <a:r>
              <a:t xml:space="preserve">**Slide ID:**</a:t>
            </a:r>
          </a:p>
          <a:p>
            <a:r>
              <a:t xml:space="preserve">S99</a:t>
            </a:r>
          </a:p>
          <a:p>
            <a:r>
              <a:t xml:space="preserve"/>
            </a:r>
          </a:p>
          <a:p>
            <a:r>
              <a:t xml:space="preserve">**Working Title:**</a:t>
            </a:r>
          </a:p>
          <a:p>
            <a:r>
              <a:t xml:space="preserve">검토 모델의 말도 확인해야 한다</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검토 모델의 지적도 명세와 검사 근거로 대조해 수용·기각·추가 확인을 결정한다.</a:t>
            </a:r>
          </a:p>
          <a:p>
            <a:r>
              <a:t xml:space="preserve"/>
            </a:r>
          </a:p>
          <a:p>
            <a:r>
              <a:t xml:space="preserve">**Opening Question:**</a:t>
            </a:r>
          </a:p>
          <a:p>
            <a:r>
              <a:t xml:space="preserve">검토 모델이 고치라고 하면 무조건 따라야 할까?</a:t>
            </a:r>
          </a:p>
          <a:p>
            <a:r>
              <a:t xml:space="preserve"/>
            </a:r>
          </a:p>
          <a:p>
            <a:r>
              <a:t xml:space="preserve">**Speaker Flow:**</a:t>
            </a:r>
          </a:p>
          <a:p>
            <a:r>
              <a:t xml:space="preserve">1. (0:00–2:00 / Lecture) 검토 모델도 틀릴 수 있다. 지적의 위치·위반 기준·근거가 실제 변경과 맞는지 대조하고, 동의만으로 완료하지 않는다고 설명한다.</a:t>
            </a:r>
          </a:p>
          <a:p>
            <a:r>
              <a:t xml:space="preserve">2. (2:00–4:00 / Case) 지적이 타당하면 수정, 틀리면 기각 이유를 남긴다. 명세가 모호하거나 검증이 불가능하면 사람에게 판단을 요청한다. 모델 다수결을 객관적 정답으로 대체하지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검토 지적의 수용·기각과 추가 확인</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모델 동의·다수결만으로 완료하지 않음 · 검토 모델도 틀릴 수 있음</a:t>
            </a:r>
          </a:p>
          <a:p>
            <a:r>
              <a:t xml:space="preserve"/>
            </a:r>
          </a:p>
          <a:p>
            <a:r>
              <a:t xml:space="preserve">**Beginner Explanation:**</a:t>
            </a:r>
          </a:p>
          <a:p>
            <a:r>
              <a:t xml:space="preserve">검토 모델의 지적도 명세와 검사 근거로 대조해 수용·기각·추가 확인을 결정한다.</a:t>
            </a:r>
          </a:p>
          <a:p>
            <a:r>
              <a:t xml:space="preserve"/>
            </a:r>
          </a:p>
          <a:p>
            <a:r>
              <a:t xml:space="preserve">**Advanced Insight:**</a:t>
            </a:r>
          </a:p>
          <a:p>
            <a:r>
              <a:t xml:space="preserve">잘못된 지적을 반복 반영해 정상 동작을 깨뜨리는 회귀와 무한 수정을 막는 제어도 Loop 설계의 일부다.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반복하려면 무엇을 이어받아야 할까?의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S99; production/preview/act4/S99.png 및 production/preview/full/S99.png.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S100 — 반복하려면 무엇을 이어받아야 할까?</a:t>
            </a:r>
          </a:p>
          <a:p>
            <a:r>
              <a:t xml:space="preserve"/>
            </a:r>
          </a:p>
          <a:p>
            <a:r>
              <a:t xml:space="preserve">**Slide ID:**</a:t>
            </a:r>
          </a:p>
          <a:p>
            <a:r>
              <a:t xml:space="preserve">S100</a:t>
            </a:r>
          </a:p>
          <a:p>
            <a:r>
              <a:t xml:space="preserve"/>
            </a:r>
          </a:p>
          <a:p>
            <a:r>
              <a:t xml:space="preserve">**Working Title:**</a:t>
            </a:r>
          </a:p>
          <a:p>
            <a:r>
              <a:t xml:space="preserve">반복하려면 무엇을 이어받아야 할까?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고정 목표, 현재 후보·검토·검사, 남은 문제와 한도를 다음 시도가 이어받도록 설계한다.</a:t>
            </a:r>
          </a:p>
          <a:p>
            <a:r>
              <a:t xml:space="preserve"/>
            </a:r>
          </a:p>
          <a:p>
            <a:r>
              <a:t xml:space="preserve">**Opening Question:**</a:t>
            </a:r>
          </a:p>
          <a:p>
            <a:r>
              <a:t xml:space="preserve">다음 시도가 처음부터 다시 시작하지 않게 하려면 무엇을 남길까?</a:t>
            </a:r>
          </a:p>
          <a:p>
            <a:r>
              <a:t xml:space="preserve"/>
            </a:r>
          </a:p>
          <a:p>
            <a:r>
              <a:t xml:space="preserve">**Speaker Flow:**</a:t>
            </a:r>
          </a:p>
          <a:p>
            <a:r>
              <a:t xml:space="preserve">1. (0:00–2:00 / Lecture) 목표·완료 기준은 고정하고 후보 버전·지적·검사 결과를 갱신한다. 검토 항목의 수용·기각, 현재 남은 문제와 시도 기록을 보존한다.</a:t>
            </a:r>
          </a:p>
          <a:p>
            <a:r>
              <a:t xml:space="preserve">2. (2:00–4:00 / Case) 반복·시간·비용 한도, 같은 실패의 정체, 회귀를 만나면 어떻게 멈추고 재개할지 정한다. 별도 Memory·프레임워크가 필수라는 주장이나 숫자 기본값을 만들지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같은 목표의 다음 시도를 위한 최소 기록</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새 Memory·프레임워크가 필수인 것은 아님 · 한도와 중단 후 재개는 별도 운영 기준</a:t>
            </a:r>
          </a:p>
          <a:p>
            <a:r>
              <a:t xml:space="preserve"/>
            </a:r>
          </a:p>
          <a:p>
            <a:r>
              <a:t xml:space="preserve">**Beginner Explanation:**</a:t>
            </a:r>
          </a:p>
          <a:p>
            <a:r>
              <a:t xml:space="preserve">고정 목표, 현재 후보·검토·검사, 남은 문제와 한도를 다음 시도가 이어받도록 설계한다.</a:t>
            </a:r>
          </a:p>
          <a:p>
            <a:r>
              <a:t xml:space="preserve"/>
            </a:r>
          </a:p>
          <a:p>
            <a:r>
              <a:t xml:space="preserve">**Advanced Insight:**</a:t>
            </a:r>
          </a:p>
          <a:p>
            <a:r>
              <a:t xml:space="preserve">목표의 상태와 실행의 상태를 분리한다. 실행이 중단됐다는 이유로 목표가 완료된 것으로 기록하지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확인한 근거와 아직 실행하지 않은 설계의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S100; production/preview/act4/S100.png 및 production/preview/full/S100.png.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S101 — 확인한 근거와 아직 실행하지 않은 설계</a:t>
            </a:r>
          </a:p>
          <a:p>
            <a:r>
              <a:t xml:space="preserve"/>
            </a:r>
          </a:p>
          <a:p>
            <a:r>
              <a:t xml:space="preserve">**Slide ID:**</a:t>
            </a:r>
          </a:p>
          <a:p>
            <a:r>
              <a:t xml:space="preserve">S101</a:t>
            </a:r>
          </a:p>
          <a:p>
            <a:r>
              <a:t xml:space="preserve"/>
            </a:r>
          </a:p>
          <a:p>
            <a:r>
              <a:t xml:space="preserve">**Working Title:**</a:t>
            </a:r>
          </a:p>
          <a:p>
            <a:r>
              <a:t xml:space="preserve">확인한 근거와 아직 실행하지 않은 설계</a:t>
            </a:r>
          </a:p>
          <a:p>
            <a:r>
              <a:t xml:space="preserve"/>
            </a:r>
          </a:p>
          <a:p>
            <a:r>
              <a:t xml:space="preserve">**ACT / Section:**</a:t>
            </a:r>
          </a:p>
          <a:p>
            <a:r>
              <a:t xml:space="preserve">ACT 4 / 4R6 Evidence and transfer</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기존 제품 Trial, 인용 연구, 이번 루프 설계의 세 근거 범위를 구분한다.</a:t>
            </a:r>
          </a:p>
          <a:p>
            <a:r>
              <a:t xml:space="preserve"/>
            </a:r>
          </a:p>
          <a:p>
            <a:r>
              <a:t xml:space="preserve">**Opening Question:**</a:t>
            </a:r>
          </a:p>
          <a:p>
            <a:r>
              <a:t xml:space="preserve">우리가 실제로 확인한 것은 어디까지일까?</a:t>
            </a:r>
          </a:p>
          <a:p>
            <a:r>
              <a:t xml:space="preserve"/>
            </a:r>
          </a:p>
          <a:p>
            <a:r>
              <a:t xml:space="preserve">**Speaker Flow:**</a:t>
            </a:r>
          </a:p>
          <a:p>
            <a:r>
              <a:t xml:space="preserve">1. (0:00–2:00 / Lecture) 실제 밝기 통계의 변경·출력·측정 근거는 기존 코드·입력·환경에 한정한다. 논문은 연구된 모델·과제·방법의 결과다.</a:t>
            </a:r>
          </a:p>
          <a:p>
            <a:r>
              <a:t xml:space="preserve">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a:r>
              <a:t xml:space="preserve"/>
            </a:r>
          </a:p>
          <a:p>
            <a:r>
              <a:t xml:space="preserve">**Evidence / Source:**</a:t>
            </a:r>
          </a:p>
          <a:p>
            <a:r>
              <a:t xml:space="preserve">DEC-0097; BEAT-083; STATE-04-PERF; TRIAL-008; SRC-0237; SRC-0238; CASE-LOOP-01. Primary sources checked 2026-10-25: https://aclanthology.org/2024.acl-long.381.pdf (Table 7); https://aclanthology.org/2024.findings-acl.91.pdf (section 4.2.5)</a:t>
            </a:r>
          </a:p>
          <a:p>
            <a:r>
              <a:t xml:space="preserve"/>
            </a:r>
          </a:p>
          <a:p>
            <a:r>
              <a:t xml:space="preserve">보존된 상세 출처: 기존 Product Trial / 인용한 연구 / CASE-LOOP-01 설계의 근거 경계</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기존 Trial을 다중 모델 루프의 실행 증거로 사용하지 않음 · 새 모델 조합·완료 성과 미검증</a:t>
            </a:r>
          </a:p>
          <a:p>
            <a:r>
              <a:t xml:space="preserve"/>
            </a:r>
          </a:p>
          <a:p>
            <a:r>
              <a:t xml:space="preserve">**Beginner Explanation:**</a:t>
            </a:r>
          </a:p>
          <a:p>
            <a:r>
              <a:t xml:space="preserve">기존 제품 Trial, 인용 연구, 이번 루프 설계의 세 근거 범위를 구분한다.</a:t>
            </a:r>
          </a:p>
          <a:p>
            <a:r>
              <a:t xml:space="preserve"/>
            </a:r>
          </a:p>
          <a:p>
            <a:r>
              <a:t xml:space="preserve">**Advanced Insight:**</a:t>
            </a:r>
          </a:p>
          <a:p>
            <a:r>
              <a:t xml:space="preserve">설계의 타당성, 실행의 존재, 결과의 품질, 비교 효과를 서로 다른 근거 단계로 평가한다.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설계·논문·실제 기록을 구분했습니다. 이어서 목표를 유지하며 작업을 계속하는 공식 Goal 기능을 실무 팁으로 살펴봅니다.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S101; production/preview/act4/S101.png 및 production/preview/full/S101.png.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S102 — Goal이 목표와 다음 작업을 이어준다</a:t>
            </a:r>
          </a:p>
          <a:p>
            <a:r>
              <a:t xml:space="preserve"/>
            </a:r>
          </a:p>
          <a:p>
            <a:r>
              <a:t xml:space="preserve">**Slide ID:**</a:t>
            </a:r>
          </a:p>
          <a:p>
            <a:r>
              <a:t xml:space="preserve">S102</a:t>
            </a:r>
          </a:p>
          <a:p>
            <a:r>
              <a:t xml:space="preserve"/>
            </a:r>
          </a:p>
          <a:p>
            <a:r>
              <a:t xml:space="preserve">**Working Title:**</a:t>
            </a:r>
          </a:p>
          <a:p>
            <a:r>
              <a:t xml:space="preserve">Goal이 목표와 다음 작업을 이어준다</a:t>
            </a:r>
          </a:p>
          <a:p>
            <a:r>
              <a:t xml:space="preserve"/>
            </a:r>
          </a:p>
          <a:p>
            <a:r>
              <a:t xml:space="preserve">**ACT / Section:**</a:t>
            </a:r>
          </a:p>
          <a:p>
            <a:r>
              <a:t xml:space="preserve">ACT 4 / 4T1 Goal continuation</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Goal은 턴을 넘어 목표·상태를 유지하고 근거 확인 뒤 계속 수행을 연결한다. 완료 기준과 검증·검토 역할은 작업에 맞게 설계한다.</a:t>
            </a:r>
          </a:p>
          <a:p>
            <a:r>
              <a:t xml:space="preserve"/>
            </a:r>
          </a:p>
          <a:p>
            <a:r>
              <a:t xml:space="preserve">**Opening Question:**</a:t>
            </a:r>
          </a:p>
          <a:p>
            <a:r>
              <a:t xml:space="preserve">매번 계속하라고 요청하지 않고, 같은 목표를 이어갈 수 있을까?</a:t>
            </a:r>
          </a:p>
          <a:p>
            <a:r>
              <a:t xml:space="preserve"/>
            </a:r>
          </a:p>
          <a:p>
            <a:r>
              <a:t xml:space="preserve">**Speaker Flow:**</a:t>
            </a:r>
          </a:p>
          <a:p>
            <a:r>
              <a:t xml:space="preserve">1. (0:00–0:35 / Lecture) ChatGPT 데스크톱의 /goal 입력 경로를 짚는다. 현재 화면은 사용법을 설명하는 도식이고 실행 캡처가 아님을 확인한다.</a:t>
            </a:r>
          </a:p>
          <a:p>
            <a:r>
              <a:t xml:space="preserve">2. (0:35–1:20 / Lecture) 목표가 턴을 넘어 유지되고 작업 뒤 근거를 보아 계속/완료를 판단하는 경로를 읽는다. 실제 제어는 앱의 안전한 작업 경계에서 이루어지며 무한 실행·목표 달성 보장을 뜻하지 않는다.</a:t>
            </a:r>
          </a:p>
          <a:p>
            <a:r>
              <a:t xml:space="preserve">3. (1:20–2:00 / Lecture) Goal의 계속 수행 기능과 별도 검증·다른 모델 검토 역할을 구분한다. 교육 계정의 기능 노출과 실행 환경은 후속 확인 대상으로 남긴다.</a:t>
            </a:r>
          </a:p>
          <a:p>
            <a:r>
              <a:t xml:space="preserve"/>
            </a:r>
          </a:p>
          <a:p>
            <a:r>
              <a:t xml:space="preserve">**Evidence / Source:**</a:t>
            </a:r>
          </a:p>
          <a:p>
            <a:r>
              <a:t xml:space="preserve">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공식 Goal 안내 · 2026-10-25 확인 · 사용법을 설명하는 도식</a:t>
            </a:r>
          </a:p>
          <a:p>
            <a:r>
              <a:t xml:space="preserve"/>
            </a:r>
          </a:p>
          <a:p>
            <a:r>
              <a:t xml:space="preserve">**Claim Boundary:**</a:t>
            </a:r>
          </a:p>
          <a:p>
            <a:r>
              <a:t xml:space="preserve">FROZEN WITH SCOPE — 공식 문서로 확인한 기능·안내와 교육용 도식. 사내 계정/버전/설정의 사용 가능 여부는 REQUIRES PRODUCT CHECK. 자동 다중 모델 배정·완료 보장·시간/비용 절감을 주장하지 않는다.</a:t>
            </a:r>
          </a:p>
          <a:p>
            <a:r>
              <a:t xml:space="preserve"/>
            </a:r>
          </a:p>
          <a:p>
            <a:r>
              <a:t xml:space="preserve">보존된 상세 범위: 실제 화면·실행 결과 아님 · 다른 모델 검토자는 별도 설계 · 사내 환경에서 사용 가능 여부 확인</a:t>
            </a:r>
          </a:p>
          <a:p>
            <a:r>
              <a:t xml:space="preserve"/>
            </a:r>
          </a:p>
          <a:p>
            <a:r>
              <a:t xml:space="preserve">**Beginner Explanation:**</a:t>
            </a:r>
          </a:p>
          <a:p>
            <a:r>
              <a:t xml:space="preserve">Goal은 턴을 넘어 목표·상태를 유지하고 근거 확인 뒤 계속 수행을 연결한다. 완료 기준과 검증·검토 역할은 작업에 맞게 설계한다.</a:t>
            </a:r>
          </a:p>
          <a:p>
            <a:r>
              <a:t xml:space="preserve"/>
            </a:r>
          </a:p>
          <a:p>
            <a:r>
              <a:t xml:space="preserve">**Advanced Insight:**</a:t>
            </a:r>
          </a:p>
          <a:p>
            <a:r>
              <a:t xml:space="preserve">Goal은 대화 범위의 목표·상태와 계속 수행 제어다. 권한을 확대하지 않으며 다른 모델의 코드 검토자를 자동 배정한다는 근거로 쓰지 않는다. 일반 요청 안에서도 수정·테스트가 반복될 수 있다.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기능이 계속 수행을 연결하더라도, 무엇이 완료인지 요청에 적어야 합니다. 다음은 Goal 작성 예시입니다.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S102, production/preview/full/S102.png.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S103 — Goal에는 완료 근거와 멈출 조건을 담는다</a:t>
            </a:r>
          </a:p>
          <a:p>
            <a:r>
              <a:t xml:space="preserve"/>
            </a:r>
          </a:p>
          <a:p>
            <a:r>
              <a:t xml:space="preserve">**Slide ID:**</a:t>
            </a:r>
          </a:p>
          <a:p>
            <a:r>
              <a:t xml:space="preserve">S103</a:t>
            </a:r>
          </a:p>
          <a:p>
            <a:r>
              <a:t xml:space="preserve"/>
            </a:r>
          </a:p>
          <a:p>
            <a:r>
              <a:t xml:space="preserve">**Working Title:**</a:t>
            </a:r>
          </a:p>
          <a:p>
            <a:r>
              <a:t xml:space="preserve">Goal에는 완료 근거와 멈출 조건을 담는다</a:t>
            </a:r>
          </a:p>
          <a:p>
            <a:r>
              <a:t xml:space="preserve"/>
            </a:r>
          </a:p>
          <a:p>
            <a:r>
              <a:t xml:space="preserve">**ACT / Section:**</a:t>
            </a:r>
          </a:p>
          <a:p>
            <a:r>
              <a:t xml:space="preserve">ACT 4 / 4T2 Goal request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 요청에는 원하는 변화, 보존 조건, 완료를 확인할 근거와 막혔을 때 보고할 조건을 담는다. 같은 기준으로 진행을 판단한다.</a:t>
            </a:r>
          </a:p>
          <a:p>
            <a:r>
              <a:t xml:space="preserve"/>
            </a:r>
          </a:p>
          <a:p>
            <a:r>
              <a:t xml:space="preserve">**Opening Question:**</a:t>
            </a:r>
          </a:p>
          <a:p>
            <a:r>
              <a:t xml:space="preserve">언제 끝내고 언제 미완료를 보고할지, Goal에 무엇을 적을까?</a:t>
            </a:r>
          </a:p>
          <a:p>
            <a:r>
              <a:t xml:space="preserve"/>
            </a:r>
          </a:p>
          <a:p>
            <a:r>
              <a:t xml:space="preserve">**Speaker Flow:**</a:t>
            </a:r>
          </a:p>
          <a:p>
            <a:r>
              <a:t xml:space="preserve">1. (0:00–0:25 / Lecture) 막연한 성능 개선 Goal에는 완료 근거가 없음을 짚는다.</a:t>
            </a:r>
          </a:p>
          <a:p>
            <a:r>
              <a:t xml:space="preserve">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a:r>
              <a:t xml:space="preserve">3. (1:30–2:00 / Lecture) 검증 불가·반복 실패는 미완료 사유와 필요한 판단을 보고하도록 요청한다. 다른 모델 검토가 필요한지는 별도로 설계하며 이 예시를 실행하지 않는다.</a:t>
            </a:r>
          </a:p>
          <a:p>
            <a:r>
              <a:t xml:space="preserve"/>
            </a:r>
          </a:p>
          <a:p>
            <a:r>
              <a:t xml:space="preserve">**Evidence / Source:**</a:t>
            </a:r>
          </a:p>
          <a:p>
            <a:r>
              <a:t xml:space="preserve">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Goals 작성 안내를 밝기 통계 작업으로 각색 · 실제 실행 요청·결과 아님</a:t>
            </a:r>
          </a:p>
          <a:p>
            <a:r>
              <a:t xml:space="preserve"/>
            </a:r>
          </a:p>
          <a:p>
            <a:r>
              <a:t xml:space="preserve">**Claim Boundary:**</a:t>
            </a:r>
          </a:p>
          <a:p>
            <a:r>
              <a:t xml:space="preserve">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a:r>
              <a:t xml:space="preserve"/>
            </a:r>
          </a:p>
          <a:p>
            <a:r>
              <a:t xml:space="preserve">보존된 상세 범위: 기준판·대표 입력·측정 방법을 먼저 확정 · 완료 보장 없음 · 다중 모델 검토를 자동 구성한다는 뜻 아님</a:t>
            </a:r>
          </a:p>
          <a:p>
            <a:r>
              <a:t xml:space="preserve"/>
            </a:r>
          </a:p>
          <a:p>
            <a:r>
              <a:t xml:space="preserve">**Beginner Explanation:**</a:t>
            </a:r>
          </a:p>
          <a:p>
            <a:r>
              <a:t xml:space="preserve">Goal 요청에는 원하는 변화, 보존 조건, 완료를 확인할 근거와 막혔을 때 보고할 조건을 담는다. 같은 기준으로 진행을 판단한다.</a:t>
            </a:r>
          </a:p>
          <a:p>
            <a:r>
              <a:t xml:space="preserve"/>
            </a:r>
          </a:p>
          <a:p>
            <a:r>
              <a:t xml:space="preserve">**Advanced Insight:**</a:t>
            </a:r>
          </a:p>
          <a:p>
            <a:r>
              <a:t xml:space="preserve">측정값 자체보다 어떤 기준판·대표 입력·환경·측정 방법을 고정할지가 중요하다. 검토 모델의 동의나 Goal의 완료 표시가 도구 근거와 최종 수용을 대신하지 않는다.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이 기능을 활용하더라도 우리 작업의 목표·검증·검토 판단은 남습니다. S104에서 필요한 루프를 정리한 뒤 ACT5의 조합과 덜어내기로 넘어갑니다.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S103, production/preview/full/S103.png.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S104 — 우리 작업에는 어떤 루프가 필요할까?</a:t>
            </a:r>
          </a:p>
          <a:p>
            <a:r>
              <a:t xml:space="preserve"/>
            </a:r>
          </a:p>
          <a:p>
            <a:r>
              <a:t xml:space="preserve">**Slide ID:**</a:t>
            </a:r>
          </a:p>
          <a:p>
            <a:r>
              <a:t xml:space="preserve">S104</a:t>
            </a:r>
          </a:p>
          <a:p>
            <a:r>
              <a:t xml:space="preserve"/>
            </a:r>
          </a:p>
          <a:p>
            <a:r>
              <a:t xml:space="preserve">**Working Title:**</a:t>
            </a:r>
          </a:p>
          <a:p>
            <a:r>
              <a:t xml:space="preserve">우리 작업에는 어떤 루프가 필요할까?</a:t>
            </a:r>
          </a:p>
          <a:p>
            <a:r>
              <a:t xml:space="preserve"/>
            </a:r>
          </a:p>
          <a:p>
            <a:r>
              <a:t xml:space="preserve">**ACT / Section:**</a:t>
            </a:r>
          </a:p>
          <a:p>
            <a:r>
              <a:t xml:space="preserve">ACT 4 / 4R6 Evidence and transfer</a:t>
            </a:r>
          </a:p>
          <a:p>
            <a:r>
              <a:t xml:space="preserve"/>
            </a:r>
          </a:p>
          <a:p>
            <a:r>
              <a:t xml:space="preserve">**Allocated Time:**</a:t>
            </a:r>
          </a:p>
          <a:p>
            <a:r>
              <a:t xml:space="preserve">11 minutes</a:t>
            </a:r>
          </a:p>
          <a:p>
            <a:r>
              <a:t xml:space="preserve"/>
            </a:r>
          </a:p>
          <a:p>
            <a:r>
              <a:t xml:space="preserve">**Mode Split:**</a:t>
            </a:r>
          </a:p>
          <a:p>
            <a:r>
              <a:t xml:space="preserve">Reflection 2분 + Q&amp;A 7분 + Transition 2분</a:t>
            </a:r>
          </a:p>
          <a:p>
            <a:r>
              <a:t xml:space="preserve"/>
            </a:r>
          </a:p>
          <a:p>
            <a:r>
              <a:t xml:space="preserve">**Primary Message:**</a:t>
            </a:r>
          </a:p>
          <a:p>
            <a:r>
              <a:t xml:space="preserve">Goal의 계속 수행 기능을 활용하되 내 업무에 필요한 목표·근거·검토 역할을 정리하고 ACT5의 조합·통합·제거로 이어간다.</a:t>
            </a:r>
          </a:p>
          <a:p>
            <a:r>
              <a:t xml:space="preserve"/>
            </a:r>
          </a:p>
          <a:p>
            <a:r>
              <a:t xml:space="preserve">**Opening Question:**</a:t>
            </a:r>
          </a:p>
          <a:p>
            <a:r>
              <a:t xml:space="preserve">내 작업에서 검토 결과가 다음 수정으로 돌아가려면 무엇이 필요할까?</a:t>
            </a:r>
          </a:p>
          <a:p>
            <a:r>
              <a:t xml:space="preserve"/>
            </a:r>
          </a:p>
          <a:p>
            <a:r>
              <a:t xml:space="preserve">**Speaker Flow:**</a:t>
            </a:r>
          </a:p>
          <a:p>
            <a:r>
              <a:t xml:space="preserve">1. (0:00–2:00 / Reflection) Goal이 맡는 계속 수행과, 내 업무에서 여전히 정할 목표·검증·검토를 구분해 생각하게 한다. 기존 목표·피드백·운영의 세 질문을 한 번씩 가리킨다.</a:t>
            </a:r>
          </a:p>
          <a:p>
            <a:r>
              <a:t xml:space="preserve">2. (2:00–9:00 / Q&amp;A) 질문을 받는다. 무질문이면 두 모델의 동의와 테스트 실패가 충돌할 때의 판단 또는 Goal이 완료를 보고했지만 측정이 빠진 상황을 묻는다. 새 기능 실행이나 정답 발표는 요구하지 않는다.</a:t>
            </a:r>
          </a:p>
          <a:p>
            <a:r>
              <a:t xml:space="preserve">3. (9:00–11:00 / Transition) 플랫폼 기능을 활용하되 필요한 기준과 검토를 조합한다는 문장으로 회수한다. S105의 ACT5 제목을 거쳐 S106의 대응 선택으로 넘긴다.</a:t>
            </a:r>
          </a:p>
          <a:p>
            <a:r>
              <a:t xml:space="preserve"/>
            </a:r>
          </a:p>
          <a:p>
            <a:r>
              <a:t xml:space="preserve">**Evidence / Source:**</a:t>
            </a:r>
          </a:p>
          <a:p>
            <a:r>
              <a:t xml:space="preserve">DEC-0097; BEAT-083; CASE-LOOP-01; CLM-0021. CASE-LOOP-01의 교육용 설계. 실제 자료와 설계를 구분한다.</a:t>
            </a:r>
          </a:p>
          <a:p>
            <a:r>
              <a:t xml:space="preserve"/>
            </a:r>
          </a:p>
          <a:p>
            <a:r>
              <a:t xml:space="preserve">보존된 상세 출처: 개인 성찰과 Q&amp;A · 실습·제출·구현 요구 없음</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목표·판단·검증·책임은 유지 · 다음 ACT에서 조합·통합·제거를 검토</a:t>
            </a:r>
          </a:p>
          <a:p>
            <a:r>
              <a:t xml:space="preserve"/>
            </a:r>
          </a:p>
          <a:p>
            <a:r>
              <a:t xml:space="preserve">**Beginner Explanation:**</a:t>
            </a:r>
          </a:p>
          <a:p>
            <a:r>
              <a:t xml:space="preserve">내 업무의 목표·피드백·운영 판단을 떠올리고 ACT5의 조합·통합·제거로 이어간다.</a:t>
            </a:r>
          </a:p>
          <a:p>
            <a:r>
              <a:t xml:space="preserve"/>
            </a:r>
          </a:p>
          <a:p>
            <a:r>
              <a:t xml:space="preserve">**Advanced Insight:**</a:t>
            </a:r>
          </a:p>
          <a:p>
            <a:r>
              <a:t xml:space="preserve">ACT5에서 현재 문제와 비용·효과를 보고 필요한 구성을 유지·통합·제거할 수 있게 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Reflection2분→Q&amp;A7분→Transition2분. 무질문이면 “Goal은 완료라고 했는데 측정 근거가 없다면?”을 사용한다. 9분에 전환으로 들어가고 11분에 마친다.</a:t>
            </a:r>
          </a:p>
          <a:p>
            <a:r>
              <a:t xml:space="preserve"/>
            </a:r>
          </a:p>
          <a:p>
            <a:r>
              <a:t xml:space="preserve">**Transition:**</a:t>
            </a:r>
          </a:p>
          <a:p>
            <a:r>
              <a:t xml:space="preserve">Goal의 계속 수행을 활용해도 검증과 역할을 모두 직접 구현할 필요는 없습니다. S105의 ACT5 제목을 거쳐 S106에서 필요한 대응의 조합을 생각합니다.</a:t>
            </a:r>
          </a:p>
          <a:p>
            <a:r>
              <a:t xml:space="preserve"/>
            </a:r>
          </a:p>
          <a:p>
            <a:r>
              <a:t xml:space="preserve">**Time Management:**</a:t>
            </a:r>
          </a:p>
          <a:p>
            <a:r>
              <a:t xml:space="preserve">Reflection 2분 + Q&amp;A 7분 + Transition 2분 = 11분.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S104; production/preview/act4/S104.png 및 production/preview/full/S104.png.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내 업무에 맞게 조합하고 덜어내기</a:t>
            </a:r>
          </a:p>
          <a:p>
            <a:r>
              <a:t xml:space="preserve"/>
            </a:r>
          </a:p>
          <a:p>
            <a:r>
              <a:t xml:space="preserve">**Slide ID:**</a:t>
            </a:r>
          </a:p>
          <a:p>
            <a:r>
              <a:t xml:space="preserve">S105</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S106에서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S106로 넘긴다. 실측 리허설 UNVERIFIED.</a:t>
            </a:r>
          </a:p>
          <a:p>
            <a:r>
              <a:t xml:space="preserve"/>
            </a:r>
          </a:p>
          <a:p>
            <a:r>
              <a:t xml:space="preserve">**Fallback:**</a:t>
            </a:r>
          </a:p>
          <a:p>
            <a:r>
              <a:t xml:space="preserve">LOCAL STATIC ARTIFACT — production/preview/full/S105.png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AI에게 맡기는 범위가 넓어졌다</a:t>
            </a:r>
          </a:p>
          <a:p>
            <a:r>
              <a:t xml:space="preserve"/>
            </a:r>
          </a:p>
          <a:p>
            <a:r>
              <a:t xml:space="preserve">**Slide ID:**</a:t>
            </a:r>
          </a:p>
          <a:p>
            <a:r>
              <a:t xml:space="preserve">S106</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S107의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S114/S115에서만 진행한다.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S106와 production/preview/act5/S106.png.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작업은 요청부터 검토·수정까지 이어진다</a:t>
            </a:r>
          </a:p>
          <a:p>
            <a:r>
              <a:t xml:space="preserve"/>
            </a:r>
          </a:p>
          <a:p>
            <a:r>
              <a:t xml:space="preserve">**Slide ID:**</a:t>
            </a:r>
          </a:p>
          <a:p>
            <a:r>
              <a:t xml:space="preserve">S107</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S108의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 흐름에는 정보·절차·도구가 연결된다</a:t>
            </a:r>
          </a:p>
          <a:p>
            <a:r>
              <a:t xml:space="preserve"/>
            </a:r>
          </a:p>
          <a:p>
            <a:r>
              <a:t xml:space="preserve">**Slide ID:**</a:t>
            </a:r>
          </a:p>
          <a:p>
            <a:r>
              <a:t xml:space="preserve">S108</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S107의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S109의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그렇게 얻은 결과를 완료 보고만으로 받아들일 수 있을까요? S109에서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결과를 수용할지는 사람이 판단한다</a:t>
            </a:r>
          </a:p>
          <a:p>
            <a:r>
              <a:t xml:space="preserve"/>
            </a:r>
          </a:p>
          <a:p>
            <a:r>
              <a:t xml:space="preserve">**Slide ID:**</a:t>
            </a:r>
          </a:p>
          <a:p>
            <a:r>
              <a:t xml:space="preserve">S109</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S108에서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S110로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이 수용 판단까지 연결되도록 작업 조건을 설계하고 운영하는 관점을 S110에서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AI가 일할 조건과 확인 경로를 설계한다</a:t>
            </a:r>
          </a:p>
          <a:p>
            <a:r>
              <a:t xml:space="preserve"/>
            </a:r>
          </a:p>
          <a:p>
            <a:r>
              <a:t xml:space="preserve">**Slide ID:**</a:t>
            </a:r>
          </a:p>
          <a:p>
            <a:r>
              <a:t xml:space="preserve">S110</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S106의 범위 확대, S107의 작업 흐름, S108의 수행 조건과 S109의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S111–S113에, 개인 문제와 다음 행동은 S114–S115에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이렇게 설계한 작업 방식도 모델·플랫폼이 달라지면 그대로 필요할까요? S111부터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모델·플랫폼이 바뀌면 Harness도 다시 본다</a:t>
            </a:r>
          </a:p>
          <a:p>
            <a:r>
              <a:t xml:space="preserve"/>
            </a:r>
          </a:p>
          <a:p>
            <a:r>
              <a:t xml:space="preserve">**Slide ID:**</a:t>
            </a:r>
          </a:p>
          <a:p>
            <a:r>
              <a:t xml:space="preserve">S111</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S110의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S112의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S114/S113에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S111와 production/preview/act5/S111.png.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무엇을 남기고, 무엇을 덜어낼까?</a:t>
            </a:r>
          </a:p>
          <a:p>
            <a:r>
              <a:t xml:space="preserve"/>
            </a:r>
          </a:p>
          <a:p>
            <a:r>
              <a:t xml:space="preserve">**Slide ID:**</a:t>
            </a:r>
          </a:p>
          <a:p>
            <a:r>
              <a:t xml:space="preserve">S112</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S111의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S113으로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S114/S113에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덜어낸 뒤에도 필요한 일을 하는가?</a:t>
            </a:r>
          </a:p>
          <a:p>
            <a:r>
              <a:t xml:space="preserve"/>
            </a:r>
          </a:p>
          <a:p>
            <a:r>
              <a:t xml:space="preserve">**Slide ID:**</a:t>
            </a:r>
          </a:p>
          <a:p>
            <a:r>
              <a:t xml:space="preserve">S113</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S112에서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S114에서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S114/S113에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내 업무에서는 무엇이 반복해서 막힐까?</a:t>
            </a:r>
          </a:p>
          <a:p>
            <a:r>
              <a:t xml:space="preserve"/>
            </a:r>
          </a:p>
          <a:p>
            <a:r>
              <a:t xml:space="preserve">**Slide ID:**</a:t>
            </a:r>
          </a:p>
          <a:p>
            <a:r>
              <a:t xml:space="preserve">S114</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S115에서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S115의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S114와 production/preview/act5/S114.png를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고른 문제에서, 다음 행동 하나로</a:t>
            </a:r>
          </a:p>
          <a:p>
            <a:r>
              <a:t xml:space="preserve"/>
            </a:r>
          </a:p>
          <a:p>
            <a:r>
              <a:t xml:space="preserve">**Slide ID:**</a:t>
            </a:r>
          </a:p>
          <a:p>
            <a:r>
              <a:t xml:space="preserve">S115</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S114에서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S116–S118의 찾아보기에서 팁 위치만 짚고 S119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S114과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S116의 마지막 찾아보기를 연다.</a:t>
            </a:r>
          </a:p>
          <a:p>
            <a:r>
              <a:t xml:space="preserve"/>
            </a:r>
          </a:p>
          <a:p>
            <a:r>
              <a:t xml:space="preserve">**Time Management:**</a:t>
            </a:r>
          </a:p>
          <a:p>
            <a:r>
              <a:t xml:space="preserve">Lecture2분+Reflection2분=4분. S114의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실무 적용 팁 · 작업 환경과 기준</a:t>
            </a:r>
          </a:p>
          <a:p>
            <a:r>
              <a:t xml:space="preserve"/>
            </a:r>
          </a:p>
          <a:p>
            <a:r>
              <a:t xml:space="preserve">**Slide ID:**</a:t>
            </a:r>
          </a:p>
          <a:p>
            <a:r>
              <a:t xml:space="preserve">S116</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S48, S55–S57, S61, S66, S71, S73, S83, S102다.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S55–S57은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S48 AGENTS.md에는 무엇을 남길까? / S61 테스트 명령을 언제 쓰고 무엇을 판단할까? / S66 대화로 재사용할 Skill 만들기 / S71 대화로 조사 Agent 만들기 / S73 이번 Context와 다시 쓸 지식 / S83 반복 보정을 개선으로 잇는 기록. 새 S66/S71을 포함해 제목·위치만 짚고 본문을 다시 강의하지 않는다.</a:t>
            </a:r>
          </a:p>
          <a:p>
            <a:r>
              <a:t xml:space="preserve">3. (0:45–1:00 / Lecture) 요청 작성 팁 목록 S117으로 이어간다.</a:t>
            </a:r>
          </a:p>
          <a:p>
            <a:r>
              <a:t xml:space="preserve"/>
            </a:r>
          </a:p>
          <a:p>
            <a:r>
              <a:t xml:space="preserve">**Evidence / Source:**</a:t>
            </a:r>
          </a:p>
          <a:p>
            <a:r>
              <a:t xml:space="preserve">DEC-0088, DEC-0093. 현재 Slide Map의 제목·ID와 실무 팁 목록. S67/S72은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S117으로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production/preview/full/S116.png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실무 적용 팁 · 요청 작성</a:t>
            </a:r>
          </a:p>
          <a:p>
            <a:r>
              <a:t xml:space="preserve"/>
            </a:r>
          </a:p>
          <a:p>
            <a:r>
              <a:t xml:space="preserve">**Slide ID:**</a:t>
            </a:r>
          </a:p>
          <a:p>
            <a:r>
              <a:t xml:space="preserve">S117</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S27, S28, S29, S30, S31, S32, S33, S34다.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a:r>
              <a:t xml:space="preserve">3. (0:45–1:00 / Lecture) S118로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S118로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production/preview/full/S117.png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검증과 개선</a:t>
            </a:r>
          </a:p>
          <a:p>
            <a:r>
              <a:t xml:space="preserve"/>
            </a:r>
          </a:p>
          <a:p>
            <a:r>
              <a:t xml:space="preserve">**Slide ID:**</a:t>
            </a:r>
          </a:p>
          <a:p>
            <a:r>
              <a:t xml:space="preserve">S118</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S90, S94, S103, S112, S113이다.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S90 원인을 고르기 전에 확인할 기록 / S94 지침을 고친 뒤, 무엇을 다시 확인할까? / S112 무엇을 남기고, 무엇을 덜어낼까? / S113 덜어낸 뒤에도 필요한 일을 하는가?.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Q&amp;A와 교육 마무리</a:t>
            </a:r>
          </a:p>
          <a:p>
            <a:r>
              <a:t xml:space="preserve"/>
            </a:r>
          </a:p>
          <a:p>
            <a:r>
              <a:t xml:space="preserve">**Slide ID:**</a:t>
            </a:r>
          </a:p>
          <a:p>
            <a:r>
              <a:t xml:space="preserve">S119</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S115에서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S106과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S115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S119와 production/preview/act5/S119.png를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Relationship Type="http://schemas.openxmlformats.org/officeDocument/2006/relationships/image" Target="/ppt/media/image3.png" Id="Rc4b2358a560b4548"/><Relationship Type="http://schemas.openxmlformats.org/officeDocument/2006/relationships/notesSlide" Target="/ppt/notesSlides/notesSlide11.xml" Id="R149468e77d4d43d2"/><Relationship Id="rIdProductUi" Type="http://schemas.openxmlformats.org/officeDocument/2006/relationships/image" Target="../media/S11-chatgpt-web.png"/></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Relationship Type="http://schemas.openxmlformats.org/officeDocument/2006/relationships/image" Target="/ppt/media/image4.png" Id="R31004c676db84349"/><Relationship Type="http://schemas.openxmlformats.org/officeDocument/2006/relationships/notesSlide" Target="/ppt/notesSlides/notesSlide12.xml" Id="R6fc04e52d96b45fc"/><Relationship Id="rIdProductUi" Type="http://schemas.openxmlformats.org/officeDocument/2006/relationships/image" Target="../media/S12-codex-project.png"/></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bc86d1ae9543496c"/><Relationship Type="http://schemas.openxmlformats.org/officeDocument/2006/relationships/notesSlide" Target="/ppt/notesSlides/notesSlide15.xml" Id="R2cc36672ded34c82"/></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94f82fb1fd3d49e1"/><Relationship Type="http://schemas.openxmlformats.org/officeDocument/2006/relationships/image" Target="/ppt/media/image8.png" Id="R2efa1f36d4c346d5"/><Relationship Type="http://schemas.openxmlformats.org/officeDocument/2006/relationships/image" Target="/ppt/media/image9.png" Id="R5a17842974b84b23"/><Relationship Type="http://schemas.openxmlformats.org/officeDocument/2006/relationships/image" Target="/ppt/media/image10.png" Id="Rc8496ccfbdb24bbd"/><Relationship Type="http://schemas.openxmlformats.org/officeDocument/2006/relationships/notesSlide" Target="/ppt/notesSlides/notesSlide16.xml" Id="Rc08dc7fbcbd84338"/></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f942763dc26745cc"/><Relationship Type="http://schemas.openxmlformats.org/officeDocument/2006/relationships/image" Target="/ppt/media/image11.png" Id="Rb45237697da14b98"/><Relationship Type="http://schemas.openxmlformats.org/officeDocument/2006/relationships/notesSlide" Target="/ppt/notesSlides/notesSlide17.xml" Id="R06f8a877baaf45b2"/></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6e647ebdd4334133"/><Relationship Type="http://schemas.openxmlformats.org/officeDocument/2006/relationships/image" Target="/ppt/media/image12.png" Id="R81713f9dcd884bf4"/><Relationship Type="http://schemas.openxmlformats.org/officeDocument/2006/relationships/notesSlide" Target="/ppt/notesSlides/notesSlide18.xml" Id="R6fb5276abe7941d0"/></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39de8e9d68904bb8"/><Relationship Type="http://schemas.openxmlformats.org/officeDocument/2006/relationships/notesSlide" Target="/ppt/notesSlides/notesSlide19.xml" Id="Rc75a195855f14ad6"/></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693d96199f1f4efb"/><Relationship Type="http://schemas.openxmlformats.org/officeDocument/2006/relationships/notesSlide" Target="/ppt/notesSlides/notesSlide20.xml" Id="Ra6ad3e79cf3245b4"/></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d1df4d96fb934631"/><Relationship Type="http://schemas.openxmlformats.org/officeDocument/2006/relationships/notesSlide" Target="/ppt/notesSlides/notesSlide21.xml" Id="R4792164f98424cd4"/></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5d6fdb91f6c749e9"/><Relationship Type="http://schemas.openxmlformats.org/officeDocument/2006/relationships/notesSlide" Target="/ppt/notesSlides/notesSlide22.xml" Id="R54f20733bb7944bf"/></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14e40d28c8eb402a"/><Relationship Type="http://schemas.openxmlformats.org/officeDocument/2006/relationships/notesSlide" Target="/ppt/notesSlides/notesSlide23.xml" Id="Rd9144291845145ef"/></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57b46db97083401e"/><Relationship Type="http://schemas.openxmlformats.org/officeDocument/2006/relationships/notesSlide" Target="/ppt/notesSlides/notesSlide24.xml" Id="R576996315fe9456a"/></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f719519429ab499f"/><Relationship Type="http://schemas.openxmlformats.org/officeDocument/2006/relationships/notesSlide" Target="/ppt/notesSlides/notesSlide25.xml" Id="R5b0a6ebd2da54a31"/></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6.xml" Id="R67557043997c4b2f"/></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c258987384ac4d43"/><Relationship Type="http://schemas.openxmlformats.org/officeDocument/2006/relationships/notesSlide" Target="/ppt/notesSlides/notesSlide27.xml" Id="Rff27a015abf24948"/></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fb901af085124628"/><Relationship Type="http://schemas.openxmlformats.org/officeDocument/2006/relationships/notesSlide" Target="/ppt/notesSlides/notesSlide28.xml" Id="R3a498e5233dc4a5a"/></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dc5bb51bb3434724"/><Relationship Type="http://schemas.openxmlformats.org/officeDocument/2006/relationships/notesSlide" Target="/ppt/notesSlides/notesSlide29.xml" Id="Rca442c894a154a13"/></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528a4ac3a8344e6f"/><Relationship Type="http://schemas.openxmlformats.org/officeDocument/2006/relationships/notesSlide" Target="/ppt/notesSlides/notesSlide30.xml" Id="R613eb6ac2da543d3"/></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0ad4ae7139c54630"/><Relationship Type="http://schemas.openxmlformats.org/officeDocument/2006/relationships/notesSlide" Target="/ppt/notesSlides/notesSlide31.xml" Id="R3f20303f114447e2"/></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5a097e6674c64ad9"/><Relationship Type="http://schemas.openxmlformats.org/officeDocument/2006/relationships/notesSlide" Target="/ppt/notesSlides/notesSlide32.xml" Id="R0acbc4fac3ad4c39"/></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7f50f77b0e5b4bf4"/><Relationship Type="http://schemas.openxmlformats.org/officeDocument/2006/relationships/notesSlide" Target="/ppt/notesSlides/notesSlide33.xml" Id="R840a07ea16114c83"/></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391973fa4d4c4528"/><Relationship Type="http://schemas.openxmlformats.org/officeDocument/2006/relationships/notesSlide" Target="/ppt/notesSlides/notesSlide34.xml" Id="Re0b8525972544589"/></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2c002f7bc4514c33"/><Relationship Type="http://schemas.openxmlformats.org/officeDocument/2006/relationships/notesSlide" Target="/ppt/notesSlides/notesSlide35.xml" Id="R7efc610a93a54954"/></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ec5a23af53ca4c78"/><Relationship Type="http://schemas.openxmlformats.org/officeDocument/2006/relationships/notesSlide" Target="/ppt/notesSlides/notesSlide36.xml" Id="R497580c3f0c3424c"/></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c9eaaf9a90b14d53"/><Relationship Type="http://schemas.openxmlformats.org/officeDocument/2006/relationships/notesSlide" Target="/ppt/notesSlides/notesSlide37.xml" Id="Rd075c9a9e36d48b4"/></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01b16e5cacac4c41"/><Relationship Type="http://schemas.openxmlformats.org/officeDocument/2006/relationships/notesSlide" Target="/ppt/notesSlides/notesSlide38.xml" Id="Ra72fc7dcfd7b41b1"/></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007511a518ff4525"/><Relationship Type="http://schemas.openxmlformats.org/officeDocument/2006/relationships/notesSlide" Target="/ppt/notesSlides/notesSlide39.xml" Id="R68e31d9f2fc14051"/></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6e56cb0a35a44a6"/><Relationship Type="http://schemas.openxmlformats.org/officeDocument/2006/relationships/notesSlide" Target="/ppt/notesSlides/notesSlide40.xml" Id="R1c812969c94f4890"/></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c63960e478f44ba0"/><Relationship Type="http://schemas.openxmlformats.org/officeDocument/2006/relationships/image" Target="/ppt/media/image13.png" Id="Ra2c2df2b248644e1"/><Relationship Type="http://schemas.openxmlformats.org/officeDocument/2006/relationships/image" Target="/ppt/media/image14.png" Id="R72384f96cf10468c"/><Relationship Type="http://schemas.openxmlformats.org/officeDocument/2006/relationships/notesSlide" Target="/ppt/notesSlides/notesSlide41.xml" Id="R9dcd712c96cb4920"/></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0b891b6ae719447b"/><Relationship Type="http://schemas.openxmlformats.org/officeDocument/2006/relationships/image" Target="/ppt/media/image15.png" Id="R05dd841e246a4bca"/><Relationship Type="http://schemas.openxmlformats.org/officeDocument/2006/relationships/notesSlide" Target="/ppt/notesSlides/notesSlide42.xml" Id="Rb3607c7c5ecc4fd4"/></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2cc15d7163564e26"/><Relationship Type="http://schemas.openxmlformats.org/officeDocument/2006/relationships/notesSlide" Target="/ppt/notesSlides/notesSlide43.xml" Id="R3f6a00bc3ef44a1b"/></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9311ca4a8a8348f3"/><Relationship Type="http://schemas.openxmlformats.org/officeDocument/2006/relationships/notesSlide" Target="/ppt/notesSlides/notesSlide44.xml" Id="R1c76f09a75e243d8"/></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6967597e80c34965"/><Relationship Type="http://schemas.openxmlformats.org/officeDocument/2006/relationships/notesSlide" Target="/ppt/notesSlides/notesSlide45.xml" Id="R4c7fbbd0eaca47b2"/></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91d0bd7a350c402d"/><Relationship Type="http://schemas.openxmlformats.org/officeDocument/2006/relationships/notesSlide" Target="/ppt/notesSlides/notesSlide46.xml" Id="R7fc76b79800c4517"/></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d316b761801843be"/><Relationship Type="http://schemas.openxmlformats.org/officeDocument/2006/relationships/notesSlide" Target="/ppt/notesSlides/notesSlide47.xml" Id="Rddf3b25f9736491c"/></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1a9f7b09a7b7459d"/><Relationship Type="http://schemas.openxmlformats.org/officeDocument/2006/relationships/notesSlide" Target="/ppt/notesSlides/notesSlide48.xml" Id="R3e24ddfd65984de7"/></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2ca8a0b691624094"/><Relationship Type="http://schemas.openxmlformats.org/officeDocument/2006/relationships/notesSlide" Target="/ppt/notesSlides/notesSlide49.xml" Id="Rf4c40cfa733f4d6f"/></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3428ef6e2ec24726"/><Relationship Type="http://schemas.openxmlformats.org/officeDocument/2006/relationships/notesSlide" Target="/ppt/notesSlides/notesSlide50.xml" Id="R57634cd0349c4959"/></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20e9d29fdb1c43a0"/><Relationship Type="http://schemas.openxmlformats.org/officeDocument/2006/relationships/notesSlide" Target="/ppt/notesSlides/notesSlide51.xml" Id="Re888c36c54cf4b94"/></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155d617a4fe64e7b"/><Relationship Type="http://schemas.openxmlformats.org/officeDocument/2006/relationships/notesSlide" Target="/ppt/notesSlides/notesSlide52.xml" Id="R47ee9cce5b494bbf"/></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c660c7b0c7044d2a"/><Relationship Type="http://schemas.openxmlformats.org/officeDocument/2006/relationships/notesSlide" Target="/ppt/notesSlides/notesSlide53.xml" Id="R65929069c5bf430e"/></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e9bc63cfa05c4c8d"/><Relationship Type="http://schemas.openxmlformats.org/officeDocument/2006/relationships/notesSlide" Target="/ppt/notesSlides/notesSlide54.xml" Id="Rcdd85d3d7ee74629"/></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55.xml" Id="R2fb43c6f70404522"/></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56.xml" Id="R20a4959413924f22"/></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57.xml" Id="R438ccbd9d6504e36"/></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3d60f040df744a36"/><Relationship Type="http://schemas.openxmlformats.org/officeDocument/2006/relationships/notesSlide" Target="/ppt/notesSlides/notesSlide58.xml" Id="Raa20956d6d1b4479"/></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cef566e4003a4b25"/><Relationship Type="http://schemas.openxmlformats.org/officeDocument/2006/relationships/notesSlide" Target="/ppt/notesSlides/notesSlide59.xml" Id="R54ba7668537b43fe"/></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3337c18cf1e045bd"/><Relationship Type="http://schemas.openxmlformats.org/officeDocument/2006/relationships/image" Target="/ppt/media/image16.png" Id="R2d4c45c5b4fd41f7"/><Relationship Type="http://schemas.openxmlformats.org/officeDocument/2006/relationships/image" Target="/ppt/media/image17.png" Id="Rc08951a4c1184da2"/><Relationship Type="http://schemas.openxmlformats.org/officeDocument/2006/relationships/notesSlide" Target="/ppt/notesSlides/notesSlide60.xml" Id="Rf4394eb0efae4bc2"/></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2d18b6cf2a8242bb"/><Relationship Type="http://schemas.openxmlformats.org/officeDocument/2006/relationships/notesSlide" Target="/ppt/notesSlides/notesSlide61.xml" Id="Rf2667cbaf12645c5"/></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af5c822f6d824712"/><Relationship Type="http://schemas.openxmlformats.org/officeDocument/2006/relationships/notesSlide" Target="/ppt/notesSlides/notesSlide62.xml" Id="Rd8f3f37e8c0e4855"/></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4555fbd5a9d746b3"/><Relationship Type="http://schemas.openxmlformats.org/officeDocument/2006/relationships/notesSlide" Target="/ppt/notesSlides/notesSlide63.xml" Id="R85a14c9750344ec0"/></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512eccc3c88542ce"/><Relationship Type="http://schemas.openxmlformats.org/officeDocument/2006/relationships/notesSlide" Target="/ppt/notesSlides/notesSlide64.xml" Id="Raf1d5a7b0c524dfa"/></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5063de0ef4a442ab"/><Relationship Type="http://schemas.openxmlformats.org/officeDocument/2006/relationships/notesSlide" Target="/ppt/notesSlides/notesSlide65.xml" Id="Rad52161ddcca407b"/></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6c202077a84e4c02"/><Relationship Type="http://schemas.openxmlformats.org/officeDocument/2006/relationships/notesSlide" Target="/ppt/notesSlides/notesSlide66.xml" Id="R16825de3fab740bf"/></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f1a717a3fb9647c8"/><Relationship Type="http://schemas.openxmlformats.org/officeDocument/2006/relationships/notesSlide" Target="/ppt/notesSlides/notesSlide67.xml" Id="R8b0233aae6a140ac"/></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000fadb9970d441f"/><Relationship Type="http://schemas.openxmlformats.org/officeDocument/2006/relationships/notesSlide" Target="/ppt/notesSlides/notesSlide68.xml" Id="R3d7c7a685cac4014"/></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93c3e6aad380400e"/><Relationship Type="http://schemas.openxmlformats.org/officeDocument/2006/relationships/chart" Target="/ppt/slides/charts/chart1.xml" Id="R17f0dc71d73a47f9"/><Relationship Type="http://schemas.openxmlformats.org/officeDocument/2006/relationships/notesSlide" Target="/ppt/notesSlides/notesSlide69.xml" Id="Raff3ca3ec59a4149"/></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2e17a19683704424"/><Relationship Type="http://schemas.openxmlformats.org/officeDocument/2006/relationships/notesSlide" Target="/ppt/notesSlides/notesSlide70.xml" Id="R1cbda8e4c54b4dd1"/></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0a88614b8bfd47c8"/><Relationship Type="http://schemas.openxmlformats.org/officeDocument/2006/relationships/notesSlide" Target="/ppt/notesSlides/notesSlide71.xml" Id="Rc8ffa309e5c34afa"/></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1b39ea3a0c344e75"/><Relationship Type="http://schemas.openxmlformats.org/officeDocument/2006/relationships/notesSlide" Target="/ppt/notesSlides/notesSlide72.xml" Id="Rf159e342b5e341d6"/></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cc7c79556b3c44e8"/><Relationship Type="http://schemas.openxmlformats.org/officeDocument/2006/relationships/notesSlide" Target="/ppt/notesSlides/notesSlide73.xml" Id="R63b536d641b84715"/></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35f3978e82494274"/><Relationship Type="http://schemas.openxmlformats.org/officeDocument/2006/relationships/notesSlide" Target="/ppt/notesSlides/notesSlide74.xml" Id="R32d6c074a7e4497a"/></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6fe0dca14c1f4fd3"/><Relationship Type="http://schemas.openxmlformats.org/officeDocument/2006/relationships/notesSlide" Target="/ppt/notesSlides/notesSlide75.xml" Id="Rc54545c27dea4caf"/></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88f114412418432e"/><Relationship Type="http://schemas.openxmlformats.org/officeDocument/2006/relationships/notesSlide" Target="/ppt/notesSlides/notesSlide76.xml" Id="R7f78e7867aa5421f"/></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f02938cab19f4130"/><Relationship Type="http://schemas.openxmlformats.org/officeDocument/2006/relationships/notesSlide" Target="/ppt/notesSlides/notesSlide77.xml" Id="R089a47929ed34abd"/></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b33c76af76314bef"/><Relationship Type="http://schemas.openxmlformats.org/officeDocument/2006/relationships/notesSlide" Target="/ppt/notesSlides/notesSlide78.xml" Id="R3b61134a2a454803"/></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5ed7a40cfc3e478b"/><Relationship Type="http://schemas.openxmlformats.org/officeDocument/2006/relationships/notesSlide" Target="/ppt/notesSlides/notesSlide79.xml" Id="R9e690c9a8b01411e"/></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1804990a871b4b14"/><Relationship Type="http://schemas.openxmlformats.org/officeDocument/2006/relationships/notesSlide" Target="/ppt/notesSlides/notesSlide80.xml" Id="Rcaebcb7911fd42e4"/></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11cd231f382843c6"/><Relationship Type="http://schemas.openxmlformats.org/officeDocument/2006/relationships/notesSlide" Target="/ppt/notesSlides/notesSlide81.xml" Id="R6bc44724aebe46dd"/></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55b225ea4f5b4aa2"/><Relationship Type="http://schemas.openxmlformats.org/officeDocument/2006/relationships/notesSlide" Target="/ppt/notesSlides/notesSlide82.xml" Id="R3aedd29c6ea7436c"/></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3bb9d0d8532148bf"/><Relationship Type="http://schemas.openxmlformats.org/officeDocument/2006/relationships/notesSlide" Target="/ppt/notesSlides/notesSlide83.xml" Id="Rae1cfc68b74141de"/></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6a218b8d785e4ded"/><Relationship Type="http://schemas.openxmlformats.org/officeDocument/2006/relationships/notesSlide" Target="/ppt/notesSlides/notesSlide84.xml" Id="R30e64919739f4c81"/></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9ec76ef1877f4d6a"/><Relationship Type="http://schemas.openxmlformats.org/officeDocument/2006/relationships/notesSlide" Target="/ppt/notesSlides/notesSlide85.xml" Id="R7da67322bac34beb"/></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81d29e1c6eb74e99"/><Relationship Type="http://schemas.openxmlformats.org/officeDocument/2006/relationships/notesSlide" Target="/ppt/notesSlides/notesSlide86.xml" Id="R983ef1b4941f47df"/></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ad9329a05df54960"/><Relationship Type="http://schemas.openxmlformats.org/officeDocument/2006/relationships/notesSlide" Target="/ppt/notesSlides/notesSlide87.xml" Id="R2bb221648fd04a50"/></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1286b6491ead4c4e"/><Relationship Type="http://schemas.openxmlformats.org/officeDocument/2006/relationships/notesSlide" Target="/ppt/notesSlides/notesSlide88.xml" Id="R87b72ed4cafc40d3"/></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ee1a9567d1114f97"/><Relationship Type="http://schemas.openxmlformats.org/officeDocument/2006/relationships/notesSlide" Target="/ppt/notesSlides/notesSlide89.xml" Id="Re6d646379adb4da1"/></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de6b98ba60334ffc"/><Relationship Type="http://schemas.openxmlformats.org/officeDocument/2006/relationships/notesSlide" Target="/ppt/notesSlides/notesSlide90.xml" Id="Rc4e6ef3588d54767"/></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c63ed8f256e046ae"/><Relationship Type="http://schemas.openxmlformats.org/officeDocument/2006/relationships/notesSlide" Target="/ppt/notesSlides/notesSlide91.xml" Id="R3bb29d806ae04c5c"/></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306159353bd44048"/><Relationship Type="http://schemas.openxmlformats.org/officeDocument/2006/relationships/notesSlide" Target="/ppt/notesSlides/notesSlide92.xml" Id="R4191341ed86e4215"/></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ae85677103a54aa9"/><Relationship Type="http://schemas.openxmlformats.org/officeDocument/2006/relationships/notesSlide" Target="/ppt/notesSlides/notesSlide93.xml" Id="R36180a95ed3c43fa"/></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d9d78715b41345c9"/><Relationship Type="http://schemas.openxmlformats.org/officeDocument/2006/relationships/notesSlide" Target="/ppt/notesSlides/notesSlide94.xml" Id="R5ef00a4c4bb04823"/></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d9c6691b946b4f7e"/><Relationship Type="http://schemas.openxmlformats.org/officeDocument/2006/relationships/notesSlide" Target="/ppt/notesSlides/notesSlide95.xml" Id="R1e275696a25b470a"/></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051f2b1126c74b66"/><Relationship Type="http://schemas.openxmlformats.org/officeDocument/2006/relationships/chart" Target="/ppt/slides/charts/chart2.xml" Id="R8424e74d430f440d"/><Relationship Type="http://schemas.openxmlformats.org/officeDocument/2006/relationships/notesSlide" Target="/ppt/notesSlides/notesSlide96.xml" Id="Reafb085964c34056"/></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79fae1ba01bf44f1"/><Relationship Type="http://schemas.openxmlformats.org/officeDocument/2006/relationships/notesSlide" Target="/ppt/notesSlides/notesSlide97.xml" Id="R7ea86b7511cd4629"/></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78a51a7220e14aff"/><Relationship Type="http://schemas.openxmlformats.org/officeDocument/2006/relationships/notesSlide" Target="/ppt/notesSlides/notesSlide98.xml" Id="Rd241e076ae0c4c89"/></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df1856371da24377"/><Relationship Type="http://schemas.openxmlformats.org/officeDocument/2006/relationships/notesSlide" Target="/ppt/notesSlides/notesSlide99.xml" Id="R9fd9b4d481214a08"/></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178e0f3a90104f65"/><Relationship Type="http://schemas.openxmlformats.org/officeDocument/2006/relationships/notesSlide" Target="/ppt/notesSlides/notesSlide100.xml" Id="R212a1ecf528b465a"/></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b2dc162891be401c"/><Relationship Type="http://schemas.openxmlformats.org/officeDocument/2006/relationships/notesSlide" Target="/ppt/notesSlides/notesSlide101.xml" Id="R7c714979becd470e"/></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299602d0ca914412"/><Relationship Type="http://schemas.openxmlformats.org/officeDocument/2006/relationships/notesSlide" Target="/ppt/notesSlides/notesSlide102.xml" Id="R068559301c394576"/></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a9f8ae37510c4d76"/><Relationship Type="http://schemas.openxmlformats.org/officeDocument/2006/relationships/notesSlide" Target="/ppt/notesSlides/notesSlide103.xml" Id="R24afd0dfb79d41f0"/></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9a1aacd4ca7047da"/><Relationship Type="http://schemas.openxmlformats.org/officeDocument/2006/relationships/notesSlide" Target="/ppt/notesSlides/notesSlide104.xml" Id="R908895dc2cd64f82"/></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8dbaf0c429c24e9c"/><Relationship Type="http://schemas.openxmlformats.org/officeDocument/2006/relationships/notesSlide" Target="/ppt/notesSlides/notesSlide105.xml" Id="R9030d1fdb5114f76"/></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7beed766b02548d0"/><Relationship Type="http://schemas.openxmlformats.org/officeDocument/2006/relationships/notesSlide" Target="/ppt/notesSlides/notesSlide106.xml" Id="R311f6d7d4b354399"/></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9f22b112e6e94dd4"/><Relationship Type="http://schemas.openxmlformats.org/officeDocument/2006/relationships/notesSlide" Target="/ppt/notesSlides/notesSlide107.xml" Id="R5248189ceda34d20"/></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2045274a7abc4a46"/><Relationship Type="http://schemas.openxmlformats.org/officeDocument/2006/relationships/notesSlide" Target="/ppt/notesSlides/notesSlide108.xml" Id="Rb075385bb68b49a3"/></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581eabaa06924d52"/><Relationship Type="http://schemas.openxmlformats.org/officeDocument/2006/relationships/notesSlide" Target="/ppt/notesSlides/notesSlide109.xml" Id="Rfca130f2343a4cf9"/></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4b6940130d634b17"/><Relationship Type="http://schemas.openxmlformats.org/officeDocument/2006/relationships/notesSlide" Target="/ppt/notesSlides/notesSlide110.xml" Id="R0a5721e8688f465f"/></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411120660fc84ee3"/><Relationship Type="http://schemas.openxmlformats.org/officeDocument/2006/relationships/notesSlide" Target="/ppt/notesSlides/notesSlide111.xml" Id="Ree3d1ac02cbb4442"/></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855433a5e91a4c16"/><Relationship Type="http://schemas.openxmlformats.org/officeDocument/2006/relationships/notesSlide" Target="/ppt/notesSlides/notesSlide112.xml" Id="Rd75f8c7cfc1e4c42"/></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0475320a47d34ddd"/><Relationship Type="http://schemas.openxmlformats.org/officeDocument/2006/relationships/notesSlide" Target="/ppt/notesSlides/notesSlide113.xml" Id="R2fbfac11f8a04b0a"/></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fbd2458269354b52"/><Relationship Type="http://schemas.openxmlformats.org/officeDocument/2006/relationships/notesSlide" Target="/ppt/notesSlides/notesSlide114.xml" Id="Rfb9c411f0bc743b8"/></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785446bd54374fad"/><Relationship Type="http://schemas.openxmlformats.org/officeDocument/2006/relationships/notesSlide" Target="/ppt/notesSlides/notesSlide115.xml" Id="R690e88ea3d1c4b3f"/></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16.xml" Id="R4a5121eea5284374"/></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966b7a57abd049bd"/><Relationship Type="http://schemas.openxmlformats.org/officeDocument/2006/relationships/notesSlide" Target="/ppt/notesSlides/notesSlide117.xml" Id="Ra6812a34cdf44996"/></Relationships>
</file>

<file path=ppt/slides/_rels/slide118.xml.rels><?xml version="1.0" encoding="utf-8"?><Relationships xmlns="http://schemas.openxmlformats.org/package/2006/relationships"><Relationship Type="http://schemas.openxmlformats.org/officeDocument/2006/relationships/slideLayout" Target="/ppt/slideLayouts/slideLayout6.xml" Id="Rc6ffb81ea8f44af4"/><Relationship Type="http://schemas.openxmlformats.org/officeDocument/2006/relationships/notesSlide" Target="/ppt/notesSlides/notesSlide118.xml" Id="R619b15d573e54123"/></Relationships>
</file>

<file path=ppt/slides/_rels/slide119.xml.rels><?xml version="1.0" encoding="utf-8"?><Relationships xmlns="http://schemas.openxmlformats.org/package/2006/relationships"><Relationship Type="http://schemas.openxmlformats.org/officeDocument/2006/relationships/slideLayout" Target="/ppt/slideLayouts/slideLayout6.xml" Id="R160ffd9a6510466b"/><Relationship Type="http://schemas.openxmlformats.org/officeDocument/2006/relationships/notesSlide" Target="/ppt/notesSlides/notesSlide119.xml" Id="R48d24d913b224978"/></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2C7A60BD-CA87-4107-89CB-7BE5DD3D6B5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ChatGPT 웹 · 자료 첨부 예시">
            <a:extLst xmlns:a="http://schemas.openxmlformats.org/drawingml/2006/main">
              <a:ext uri="{FF2B5EF4-FFF2-40B4-BE49-F238E27FC236}">
                <a16:creationId xmlns:a16="http://schemas.microsoft.com/office/drawing/2014/main" id="{758BF9A0-4B5A-45E3-ACAD-03A1C493C28E}"/>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ChatGPT 웹 · 자료 첨부 예시</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ABE9A0FC-5F21-455D-BA0E-EA8090B7DC1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화면 재구성 · 근거는 CLI 조사 기록">
            <a:extLst xmlns:a="http://schemas.openxmlformats.org/drawingml/2006/main">
              <a:ext uri="{FF2B5EF4-FFF2-40B4-BE49-F238E27FC236}">
                <a16:creationId xmlns:a16="http://schemas.microsoft.com/office/drawing/2014/main" id="{F66D9DDF-5ED8-4AD4-8CD3-B9215EC9BB37}"/>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화면 재구성 · 근거는 CLI 조사 기록</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05225"/>
            <a:ext cx="4953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파일</a:t>
            </a:r>
          </a:p>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구현</a:t>
            </a:r>
          </a:p>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05225"/>
            <a:ext cx="44005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원하는 결과</a:t>
            </a:r>
          </a:p>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허용할 범위</a:t>
            </a:r>
          </a:p>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010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
        <p:nvSpPr>
          <p:cNvPr id="24" name="결정한 목표·조건·완료 기준을 요청에 담는다.">
            <a:extLst xmlns:a="http://schemas.openxmlformats.org/drawingml/2006/main">
              <a:ext uri="{FF2B5EF4-FFF2-40B4-BE49-F238E27FC236}">
                <a16:creationId xmlns:a16="http://schemas.microsoft.com/office/drawing/2014/main" id="{3FF7CC58-6F63-424F-BC23-EDD92043B3D6}"/>
              </a:ext>
            </a:extLst>
          </p:cNvPr>
          <p:cNvSpPr>
            <a:spLocks xmlns:a="http://schemas.openxmlformats.org/drawingml/2006/main" noGrp="1"/>
          </p:cNvSpPr>
          <p:nvPr/>
        </p:nvSpPr>
        <p:spPr>
          <a:xfrm xmlns:a="http://schemas.openxmlformats.org/drawingml/2006/main">
            <a:off x="609600" y="53721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결정한 목표·조건·완료 기준을 요청에 담는다.</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7AFB219B-BDB8-436E-8261-035F8AE226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E2B27BE3-EEED-4693-993C-E1771B3D7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Task에는 무엇이 아직 정해지지 않았을까?">
            <a:extLst xmlns:a="http://schemas.openxmlformats.org/drawingml/2006/main">
              <a:ext uri="{FF2B5EF4-FFF2-40B4-BE49-F238E27FC236}">
                <a16:creationId xmlns:a16="http://schemas.microsoft.com/office/drawing/2014/main" id="{63282C86-4888-4922-B5C7-EB6BF08E88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7B6C61C-40F8-47D5-B36C-C845368F0B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1991EB10-EB44-465A-98E6-F64ACBFF48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개념도 · 실측 아님</a:t>
            </a:r>
          </a:p>
        </p:txBody>
      </p:sp>
      <p:sp>
        <p:nvSpPr>
          <p:cNvPr id="7" name="같은 Repository를 보고 있습니다.">
            <a:extLst xmlns:a="http://schemas.openxmlformats.org/drawingml/2006/main">
              <a:ext uri="{FF2B5EF4-FFF2-40B4-BE49-F238E27FC236}">
                <a16:creationId xmlns:a16="http://schemas.microsoft.com/office/drawing/2014/main" id="{17889DE0-27DF-4492-8BCA-5547318B764E}"/>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41AAD310-5C58-411A-B7AF-FEC75616433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B22C1BD-2CC0-4827-8E8F-94632C2AB1E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1922429-3805-452D-8D78-41ED54A28127}"/>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3505A91B-A2F8-40F8-AD9D-7729CEA3BB4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7D45958-A76E-434A-AEDB-829B6BDE02CA}"/>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E33FBEC-C2EE-4DC6-AB24-ABF25B591479}"/>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BB9FA9B-620C-43FE-BC5C-E1D9DF32791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2AB0A6-A493-4985-8711-2673684D5942}"/>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661052A-D589-45D5-B4C9-490220693D54}"/>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CFC0472E-4AD3-49C8-BB29-0210208662FA}"/>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59B2D581-B330-490F-9F5B-C5E3CB69AF0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2DAA26C-E8AC-495C-9E86-ED6C517C8337}"/>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4FCE256-1F03-476C-9583-000609AEBE87}"/>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0EDDE8AD-FCC2-40E3-995F-A53E1A8B8C66}"/>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3FFB7F6-2F61-484E-A1DB-6F8710D098C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0A83136-4FE5-4521-93BD-24E2921AC04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3E458C3-1FA6-4E1D-812A-058E9843C240}"/>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A883F5F1-0BBE-46B8-A7DC-30302B977AF0}"/>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DACA6A30-3D1C-491F-8FFD-60EDFF2E163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D7B8F482-8085-413C-9880-A14831776959}"/>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51F2D768-C70F-4327-A234-AC2BB1CBB473}"/>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AF8F7EC-07FE-48FF-B52D-851F6957457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BFD7B568-1A94-44DA-9770-C9778EDD3C1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E76447AA-C248-4112-AD89-63BEF0406E4A}"/>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616A589C-4F61-43D6-9548-41DAEEDBBE8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0606C291-EE90-4A89-9CC7-642F733B78A3}"/>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72D4022-5FBF-4C74-A672-F6A8171E0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151946A1-8FB6-44DA-973A-BC3293A194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1FA8C15-6052-484C-9F21-0D2BF619CC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만으로는 의도가 보이지 않는다">
            <a:extLst xmlns:a="http://schemas.openxmlformats.org/drawingml/2006/main">
              <a:ext uri="{FF2B5EF4-FFF2-40B4-BE49-F238E27FC236}">
                <a16:creationId xmlns:a16="http://schemas.microsoft.com/office/drawing/2014/main" id="{36E4AEB9-2332-49FD-ADB2-4D703D43C6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C2E7A97-137F-4358-A050-5DAF774C6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B7DA6C06-9E35-4B99-AD71-A00E27AA8A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가능한 해석의 예시</a:t>
            </a:r>
          </a:p>
        </p:txBody>
      </p:sp>
      <p:sp>
        <p:nvSpPr>
          <p:cNvPr id="7" name="같은 모호함을, 앞서 본 crop 사례로 좁혀 보자.">
            <a:extLst xmlns:a="http://schemas.openxmlformats.org/drawingml/2006/main">
              <a:ext uri="{FF2B5EF4-FFF2-40B4-BE49-F238E27FC236}">
                <a16:creationId xmlns:a16="http://schemas.microsoft.com/office/drawing/2014/main" id="{9765B835-7DB9-424E-A5B7-C266C8FCCC1D}"/>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8577E798-A81D-443D-8729-60469E55F504}"/>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B8200B6-E2F9-4980-952A-99E6FD3CB23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6141B23-B351-4C47-B681-D0959E5C0E06}"/>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DECEA85-7511-4F81-8AA7-8E1E1A832B4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FD2A7E2-DF66-41A7-BDAD-8A6BAA8CCC1C}"/>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F9E67D7-B7E6-4173-BD65-72443C8854BB}"/>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5823A0-D9BD-4A6E-AEF0-2C1CCF46227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17BC83D-2B06-4E6D-AFD8-BFDB0179F498}"/>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58237DDE-5BFC-44F4-9759-0CB31334AE5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CB6F1105-CDD5-44A6-920B-776B945C212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F050185F-0F63-42F8-A9C4-AC076276975C}"/>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8E70B71-964A-4382-9741-D3462C89CC80}"/>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A88DF7-56C4-4E5B-84DF-DED2568521D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E9B2AC43-78D1-4CAD-BAAA-E6F4715A4CB3}"/>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B5A3E5F4-F10E-42C5-AD2F-7B59E80AC92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0C768AEE-0ABB-40FD-8AF4-DCEB93BC111E}"/>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8DCEF81-3BA1-4A80-B137-D8FA4B81D450}"/>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EC1ABA70-32F3-41D5-92D2-1B68A4256E8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2A33CB06-5279-4259-83B0-C03AA43EB33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C144A61-A6AC-4272-949F-DBB3842D0B6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28454DF3-10DB-479D-B0A5-9E975AB37FB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C1E9D2C0-EC4D-4DD0-B99A-B79AF2EB523E}"/>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6A4B7C2F-7A36-4C3B-B2BB-37328CBCF14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F0DE1D2-02FB-43F0-B97B-1D9C62E1ED00}"/>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AEEFEAE-D06E-43F8-89BE-490AF9D5B64D}"/>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ED140E1-09E9-46DD-A8CC-997393577FD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6092638A-4AE0-4B05-A14B-9E8C97A0FFA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473E1FF-FF6B-4E43-866F-2746E4AB9CF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46F4274-3E29-488B-9D59-858C31C9241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9A2290F3-BA88-40BF-ADE2-D2426606E98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AD0F55-A1DF-4126-ADD5-3645031D1D5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1789EB47-F346-4B9E-8704-64E7AD14FEC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487288E-30F3-4C3B-94DB-3547E9982B3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04EEFB03-F3A4-459B-8486-2AE5F59D88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C9C53155-1672-47E1-9DD5-EFF2784E2F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442ED0B5-9FAE-4402-8918-6649999FCB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작업 경로를 Prompt에 담는다">
            <a:extLst xmlns:a="http://schemas.openxmlformats.org/drawingml/2006/main">
              <a:ext uri="{FF2B5EF4-FFF2-40B4-BE49-F238E27FC236}">
                <a16:creationId xmlns:a16="http://schemas.microsoft.com/office/drawing/2014/main" id="{0C898DF9-A344-48EC-9FBA-ADA66F2D31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4579ED6E-6AE0-44DB-BAE5-2987C8F89D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FD39514-B40A-47EE-A7E4-928C9D6CD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의도한 경로</a:t>
            </a:r>
          </a:p>
        </p:txBody>
      </p:sp>
      <p:sp>
        <p:nvSpPr>
          <p:cNvPr id="7" name="">
            <a:extLst xmlns:a="http://schemas.openxmlformats.org/drawingml/2006/main">
              <a:ext uri="{FF2B5EF4-FFF2-40B4-BE49-F238E27FC236}">
                <a16:creationId xmlns:a16="http://schemas.microsoft.com/office/drawing/2014/main" id="{65FC6280-FA7C-4D77-8277-C0E5360B1ECC}"/>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43E0A7-32B8-4F21-A465-C6AE045F3F28}"/>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7AB8C059-0A39-416F-90E5-24D81572CA6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CB1E9C5-A337-4E92-8A14-9CC897A7F30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76FFC91C-0737-4F7D-A424-05610CC90E2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49C1416E-F34D-4A62-A948-F69C9F45624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113CF96-48E0-4EAE-A205-9086C0B0AE4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6D5545BC-E565-41D2-BECC-6970E34C8C79}"/>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FC62ABF-41D3-4B74-8C14-4AA189609C4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D5900E-24F0-4E04-9F9C-DB665BD46802}"/>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0BE7EAA-9082-4926-AD2D-F129A4960498}"/>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695DD385-27EB-42BF-8EA1-83E732046774}"/>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EE1FC61-BAB5-4E99-B5D3-6EFB42D2B4BA}"/>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1980B240-98DF-4D90-B5A4-E3EFA27ECDCE}"/>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F0A4C6F7-956A-4846-BEBC-3517F75A1CDB}"/>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E981587-7527-4D1A-B635-DE782A8C66BB}"/>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3B54A31-1EB9-4164-8FD0-DE60F21D627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1597F3C-0AF0-4290-B9D8-B53EBFBC5BC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5E57261A-68D0-4C0B-A249-3B0D17DFFA09}"/>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2B2714A-632C-4C6D-B243-2E380787AD5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7DBB77F-49B0-4FD5-AA8E-11FE7316E90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CA6E604D-D653-4E7C-BA7D-73C8B8E4EC6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A96727A-EB23-43A4-B6AD-F18C9E7E75C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698F939B-FA08-46DE-913D-DCB10798291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BEF54A76-6EC1-4AC3-97C8-784497A26B45}"/>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CCEF7B0C-5683-4F2A-AC98-1EEED7BF57BF}"/>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5DCB08B-58ED-4789-BD3A-51BDEC40E3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DA9CC6CF-FE79-4AB8-A1C1-B44F290161A9}"/>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BF42534-CE4C-423F-9E6A-3D2406F3B889}"/>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3FF6C6DF-272D-439F-973E-846C0C00623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A7C7573E-12EF-4836-A737-AF7BD4B85C91}"/>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CF55862-8D60-4FAA-8804-DB1375ED388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D2FDB292-7A9A-430B-962D-A40CBED1291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FDB48C64-7393-43BD-8675-ECA076B12ACC}"/>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762E52AE-A5EF-4E49-AE2E-9C2F0659D782}"/>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A489066-CC3D-41CD-A94B-3BFE4F8F796C}"/>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7B494D49-410D-49C7-AF3D-F30C0B8BBD24}"/>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892BC47-9296-462E-9636-0311EAD0ACFC}"/>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EE439359-849A-48A8-8C0A-54303EC10D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E9AA143-66A4-4DA1-BAF6-07D23325BD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CD054361-7820-4998-9882-3022F5C889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8089C7DA-D9E0-40EC-A495-AA523F0107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6DDFB4B-9B55-4BB5-B280-355417A490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4A91D6F-6715-4BFA-902F-F7CE61331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처음 요청">
            <a:extLst xmlns:a="http://schemas.openxmlformats.org/drawingml/2006/main">
              <a:ext uri="{FF2B5EF4-FFF2-40B4-BE49-F238E27FC236}">
                <a16:creationId xmlns:a16="http://schemas.microsoft.com/office/drawing/2014/main" id="{13C1D1BD-EE5E-48E7-95D2-14FFE23CF0D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7BA8976-C9B8-4A73-9B57-8578EB46A956}"/>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E881DB3A-0882-42C7-8BFF-0507A20D64E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A006D9F-7024-4624-8D5A-4BAF3E8482C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A522533F-6CD0-4D0A-BF7A-86A68B20067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6763342-A8BB-4778-B985-5044E67626A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B2CF4F8-F514-4CD2-AA2A-0B29AAE03A0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5C85CAF-1B51-4A49-8480-C83BE0E4E28D}"/>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8A0A0B20-37B1-4FE3-8CE0-D3AAEFC3F437}"/>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FADA450A-F932-43CF-B822-D5CFF24613E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3491645-5599-4860-A3B0-1273F8A8C965}"/>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2290AED-7385-409E-85B0-3129BE250A3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34EE2A1B-4112-4413-899C-B3572B4AD4DD}"/>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0D3AB2F-8401-423B-935A-0FC2D81448FF}"/>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BFBEE25-17BB-4A5B-83B8-3D06BF2CEAF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6FC2287B-9F6B-445D-9878-AC3B43D2EDE9}"/>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F27FE76-2D1E-4D4E-8034-112CA4659727}"/>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C71B3EF-9823-4F4A-BEEF-441148421CE2}"/>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2DAE35CF-FEBA-448F-A15E-D30301C7E84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BD604F12-5A5A-45EF-9E45-377C9977851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F04CD9F1-0E69-4D89-A2BA-8140BC40E020}"/>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DB26B68E-5CD3-439E-9A01-C2E544EC10F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9996C20-5DCE-4DD8-BDEC-1178579325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EB1D5DC9-F2D9-42C6-82CA-84A8683CD3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C2BB554E-D257-45C0-A899-81447A3D9E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7823F3BF-BC7D-419A-9364-BCF47460B5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AACFE1-A02F-44AF-BA57-CB050288F1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133140C-9100-4FF2-9F9E-26968A563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발췌와 관찰 기록 · 앞선 요청 예시와 별도</a:t>
            </a:r>
          </a:p>
        </p:txBody>
      </p:sp>
      <p:sp>
        <p:nvSpPr>
          <p:cNvPr id="7" name="">
            <a:extLst xmlns:a="http://schemas.openxmlformats.org/drawingml/2006/main">
              <a:ext uri="{FF2B5EF4-FFF2-40B4-BE49-F238E27FC236}">
                <a16:creationId xmlns:a16="http://schemas.microsoft.com/office/drawing/2014/main" id="{5C6D4860-8813-4EAE-B441-92D8E5948F2D}"/>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92DA34E-BA68-4C0C-9B21-63442CB5B46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0606C0B-C453-4984-A798-A8A23A0F5D1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A2654A29-2626-4B69-A3A0-8F775A947F7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368C5A7-93A9-49DB-B926-AC7D67E5ADA9}"/>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E9E59C0-803B-4326-9694-FF40B47625C9}"/>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2FB2840D-FE55-476F-B7FF-65A3709839E5}"/>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FE68C102-5AE7-4F2C-BE54-52979F572A2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45FFD13-0922-405F-BE5E-3AEA677C84A5}"/>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1CACE27-1F0B-418F-AE31-AFCEBCD7A01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BD72411-336A-4C7A-9A03-EFFB509C36E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242AE06-70C6-4C1F-9441-9427A22BC10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1F9DF022-C652-47A7-840D-C21B31A247BF}"/>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F48FA0B-C4FC-4C46-93A4-A016C22B675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02CEF44-50E0-4269-808E-47F25402EFF4}"/>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502D726-9E42-4DD6-8F3C-600125578D55}"/>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8FAD6AC7-78E6-49FA-8C86-FD8A905DC49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79906BD-5105-451B-9F6F-0749CBDE97AD}"/>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8B0D034-3ED7-41CE-96C0-343450F8FD27}"/>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3890249C-BD2F-41F7-8383-D516A7E6126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5B9DC323-E40C-4273-A4CA-D6C2E935DC0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9497651-236B-4559-B5AE-BDA416FF98F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EBFAC7F-A580-444B-9A52-27CFC7242E3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BE5FFA3-6970-4EB3-B470-FAF57D281DC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5938FB1-7EA4-49A2-B4CF-FFB7171D68E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6458034C-224E-403E-B43B-E96641B8914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65709C6F-8295-4415-A27C-48DDCDAB0E0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38563604-69C5-4489-9ED8-16AAB3220C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7955C49-D056-4FC3-8179-6AF589E8DF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EBEF6351-4DFF-4496-9AD8-0D2234B2BC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F7000BB8-7FBF-4E40-948C-93C0AF2DC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EA2D006-1F46-47E1-8846-CF647D920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327103F-24FB-45F2-B765-56432657A2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우측은 C++ 검증 예시 · 실제 Trial은 Python</a:t>
            </a:r>
          </a:p>
        </p:txBody>
      </p:sp>
      <p:sp>
        <p:nvSpPr>
          <p:cNvPr id="7" name="요청할 확인">
            <a:extLst xmlns:a="http://schemas.openxmlformats.org/drawingml/2006/main">
              <a:ext uri="{FF2B5EF4-FFF2-40B4-BE49-F238E27FC236}">
                <a16:creationId xmlns:a16="http://schemas.microsoft.com/office/drawing/2014/main" id="{40771CFC-8F23-4587-ACD6-B9618AD13C3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D1B155A-94E0-4BF3-81A6-8A52DD87E765}"/>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7FEF365-92AD-4338-B0D2-73FB533A402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371C9E50-326B-4AFA-A901-EFDFA2DC786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C9B3873E-C99B-4497-B3CF-F224CD967C1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4C3BFF1-3036-4CA8-AEAC-0795B4C555B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AE65141-E335-4074-8ED7-193EF1E5B01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9506E2B8-D6F9-43D5-9DB9-D8B09981937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A8E88AC-E65D-491E-B0AD-E5EB79A4334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87C9729-A721-4F2F-B840-DC3149BC143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377351B-07DA-4BDB-9B28-1987372AB79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7657694-4572-4B97-848B-C86FA48BA2B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07920CA2-6C7C-46A7-AE4B-9EE38E46E877}"/>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6A28694-C6AD-4B05-BD86-292734A691E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8198F002-13A5-40E3-97DB-3B0D9D2C884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B1744CE-2E0C-4B9B-B88E-5CB6A24E45A4}"/>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6051DDA-720E-4D07-80B4-12AE26E22B3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C2E7830-14E3-41ED-90F7-3030C205988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999422C-A8BC-4664-B39F-0195D721D41A}"/>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6B21611-8A95-47FC-9287-B9E74E5D69E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E63752B-70C0-4751-96F7-62589B80F08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DB2421BE-540B-4B9E-992D-D7AE11646DA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D93A669-CA6F-431C-93E8-613651F4E8E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306014D-2623-459F-BEA8-12DBC4FB16D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F9722631-A0C3-45F1-A89B-A5E37965E00E}"/>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E29312C-3516-4206-BFB8-84E491FD523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20DFD93-0253-4E4D-A9C9-0F8FE07EC7B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01E582F-7E14-4537-9607-69055186ADC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452199C-2C12-4851-BCE2-8758D2C5AFF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7F1F9FB-B1B9-4F2D-86BC-E5CC5F2DF88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540A828-46AE-4B07-B1FA-09AF6603168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2DF7F24-E616-4616-B599-68FAF72DFEF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44D6264-62F3-4983-AA13-1A9EA783259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5BD6E3FC-61F1-49FD-9E93-87B33A76EDA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0D0BC03-64D1-4778-9FC1-102316FFAE3B}"/>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1920B65-FFA6-4B81-94E3-3AF1ED8CBD7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14551D3-ABBE-43E7-9619-6D19DCA4119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3DE57AE9-20CE-4308-9802-D7D09C61DF5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BD9844E4-45D8-439D-9E03-B8AA9F3F8C7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BE9FCFC-1A1A-4196-9502-4B1D4DEA8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5639950"/>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2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2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5227479-06B5-49EB-9549-F2A6AB43E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DA27DA1C-6BEE-468E-BF21-2B1D9B19E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6D12F5BA-B045-4182-80A9-0AB53F3F910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6455AF4-955E-4717-877E-4A322D94F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CE73F6DE-5BBD-4E4C-B08C-AF6C80D8525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30BCCAE-A90C-46EA-B9E0-7A146DC21B2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B87A9D-671D-41A4-9F82-0CD60CD1B21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31DDC90-51D1-4D43-9FD6-EF0D7C80D9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35329B1-0BFC-4663-A08B-FC86A67063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DA0B6C-192E-400D-A2AF-1A636AAD28F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30C299F-73AE-4136-A929-AAD3826713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7373900"/>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7D93910-EAA6-4A38-9FA8-A91D900BF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9D19D6FD-54B9-43FD-BB22-B4FB34037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EF1A956E-3318-453E-BA03-12F23C0BB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08867E2-48C9-4BF8-8D68-5663E11A41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9C0210A-D140-433D-99BE-C93678BF5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7BBA25-FC34-49CC-8817-22B766B050D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6BC7E05-D873-4EBF-BA98-875A99F76ED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DAC366F-9107-4C41-B6A8-351850A7A9F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903F5A6-1713-4896-9DB0-3EA5402769C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EE0D561-8280-49B2-B13F-53789DFB3DD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E8D93E5-FD9F-49BF-A513-58E1337C5D0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4217A0B-0701-466F-9F88-5F9316B6193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70B2CC-39E3-4D2F-9657-F988F7D074A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EE4B6FB-406E-49F8-A26E-1CBD80E1870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D561B74-1D9F-42ED-9DFA-88939ABB633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E5F21E6-DC0C-43DA-80F4-6079CC7FD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6781786"/>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5">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5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6">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5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7">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5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8">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9">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6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60">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61">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62">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3">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4">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5">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6">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7">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8">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9">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70">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71">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72">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3">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4">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5">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6">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7">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8">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9">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80">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81">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82">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3">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4">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5">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6">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0">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1">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2">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3">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4">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5">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6">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7">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8">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9">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0">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102">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3">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4">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5">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6">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7">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8">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9">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10">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11">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12">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3">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4">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5">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6">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8">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5–57">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S55–57</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1">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S61</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6">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S66</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1">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S71</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3">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S73</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3">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S83</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2">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S102</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7">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8">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90">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S90</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4">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S94</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3">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12">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S112</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3">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9">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119</ap:Slides>
  <ap:Notes>119</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