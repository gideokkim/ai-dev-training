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fca5203e9744ff1" /><Relationship Type="http://schemas.openxmlformats.org/officeDocument/2006/relationships/extended-properties" Target="/docProps/app.xml" Id="Rabdd2a06a2b14b45" /><Relationship Type="http://schemas.openxmlformats.org/officeDocument/2006/relationships/officeDocument" Target="/ppt/presentation.xml" Id="Ra8897cd88dfd499b" /></Relationships>
</file>

<file path=ppt/presentation.xml><?xml version="1.0" encoding="utf-8"?>
<p:presentation xmlns:p="http://schemas.openxmlformats.org/presentationml/2006/main">
  <p:sldMasterIdLst>
    <p:sldMasterId xmlns:r="http://schemas.openxmlformats.org/officeDocument/2006/relationships" id="2147483648" r:id="R4a13b3b6c3bd4410"/>
  </p:sldMasterIdLst>
  <p:notesMasterIdLst>
    <p:notesMasterId xmlns:r="http://schemas.openxmlformats.org/officeDocument/2006/relationships" r:id="R4c61e4094d0c4bad"/>
  </p:notesMasterIdLst>
  <p:sldIdLst>
    <p:sldId xmlns:r="http://schemas.openxmlformats.org/officeDocument/2006/relationships" id="256" r:id="R9d1fd76230684411"/>
    <p:sldId xmlns:r="http://schemas.openxmlformats.org/officeDocument/2006/relationships" id="257" r:id="R9518c3d705d645a5"/>
    <p:sldId xmlns:r="http://schemas.openxmlformats.org/officeDocument/2006/relationships" id="258" r:id="R8c15e5280bfd44c2"/>
    <p:sldId xmlns:r="http://schemas.openxmlformats.org/officeDocument/2006/relationships" id="259" r:id="Rcffee44c5cb84ab4"/>
    <p:sldId xmlns:r="http://schemas.openxmlformats.org/officeDocument/2006/relationships" id="260" r:id="R8e38544020d74468"/>
    <p:sldId xmlns:r="http://schemas.openxmlformats.org/officeDocument/2006/relationships" id="261" r:id="R3db5749e26e24a55"/>
    <p:sldId xmlns:r="http://schemas.openxmlformats.org/officeDocument/2006/relationships" id="262" r:id="Rc46c6968fd6f4a57"/>
    <p:sldId xmlns:r="http://schemas.openxmlformats.org/officeDocument/2006/relationships" id="263" r:id="R56a9e551239649aa"/>
    <p:sldId xmlns:r="http://schemas.openxmlformats.org/officeDocument/2006/relationships" id="264" r:id="Rb86a7824a9964b16"/>
    <p:sldId xmlns:r="http://schemas.openxmlformats.org/officeDocument/2006/relationships" id="265" r:id="Rb57de661a4304cac"/>
    <p:sldId xmlns:r="http://schemas.openxmlformats.org/officeDocument/2006/relationships" id="266" r:id="R6f2f038ced5447da"/>
    <p:sldId xmlns:r="http://schemas.openxmlformats.org/officeDocument/2006/relationships" id="267" r:id="R419b0d8fae144642"/>
    <p:sldId xmlns:r="http://schemas.openxmlformats.org/officeDocument/2006/relationships" id="268" r:id="R31510f79f6c84271"/>
    <p:sldId xmlns:r="http://schemas.openxmlformats.org/officeDocument/2006/relationships" id="269" r:id="R240b50b2f70b480e"/>
    <p:sldId xmlns:r="http://schemas.openxmlformats.org/officeDocument/2006/relationships" id="270" r:id="Rde4024ff15b54d08"/>
    <p:sldId xmlns:r="http://schemas.openxmlformats.org/officeDocument/2006/relationships" id="271" r:id="R070561a83db441d8"/>
    <p:sldId xmlns:r="http://schemas.openxmlformats.org/officeDocument/2006/relationships" id="272" r:id="R9005430db4034fcf"/>
    <p:sldId xmlns:r="http://schemas.openxmlformats.org/officeDocument/2006/relationships" id="273" r:id="R2ac33d09dd814b82"/>
    <p:sldId xmlns:r="http://schemas.openxmlformats.org/officeDocument/2006/relationships" id="274" r:id="R0198eab4ab464212"/>
    <p:sldId xmlns:r="http://schemas.openxmlformats.org/officeDocument/2006/relationships" id="275" r:id="Re8267e26cf0e45d1"/>
    <p:sldId xmlns:r="http://schemas.openxmlformats.org/officeDocument/2006/relationships" id="276" r:id="R161351bcfa974987"/>
    <p:sldId xmlns:r="http://schemas.openxmlformats.org/officeDocument/2006/relationships" id="277" r:id="R2b77abc1c95f414b"/>
    <p:sldId xmlns:r="http://schemas.openxmlformats.org/officeDocument/2006/relationships" id="278" r:id="R33994c7a2bdb416c"/>
    <p:sldId xmlns:r="http://schemas.openxmlformats.org/officeDocument/2006/relationships" id="279" r:id="R894e21b4c3bf4c8c"/>
    <p:sldId xmlns:r="http://schemas.openxmlformats.org/officeDocument/2006/relationships" id="280" r:id="Rbfc0f4f2c0884c88"/>
    <p:sldId xmlns:r="http://schemas.openxmlformats.org/officeDocument/2006/relationships" id="281" r:id="R6a4a6fce323d4e29"/>
    <p:sldId xmlns:r="http://schemas.openxmlformats.org/officeDocument/2006/relationships" id="282" r:id="R9cdb247093d941e1"/>
    <p:sldId xmlns:r="http://schemas.openxmlformats.org/officeDocument/2006/relationships" id="283" r:id="Rb4cc6cd2c4574a11"/>
    <p:sldId xmlns:r="http://schemas.openxmlformats.org/officeDocument/2006/relationships" id="284" r:id="R3f517c7d392a4098"/>
    <p:sldId xmlns:r="http://schemas.openxmlformats.org/officeDocument/2006/relationships" id="285" r:id="R4f102b0c2d784b88"/>
    <p:sldId xmlns:r="http://schemas.openxmlformats.org/officeDocument/2006/relationships" id="286" r:id="R1342163360414e0b"/>
    <p:sldId xmlns:r="http://schemas.openxmlformats.org/officeDocument/2006/relationships" id="287" r:id="Ra8c2a9d9877d4065"/>
    <p:sldId xmlns:r="http://schemas.openxmlformats.org/officeDocument/2006/relationships" id="288" r:id="Rc975095465c84fb7"/>
    <p:sldId xmlns:r="http://schemas.openxmlformats.org/officeDocument/2006/relationships" id="289" r:id="Rf8e9dc266ea14297"/>
    <p:sldId xmlns:r="http://schemas.openxmlformats.org/officeDocument/2006/relationships" id="290" r:id="R0a7fcf176a71476a"/>
    <p:sldId xmlns:r="http://schemas.openxmlformats.org/officeDocument/2006/relationships" id="291" r:id="R7036113cec674372"/>
    <p:sldId xmlns:r="http://schemas.openxmlformats.org/officeDocument/2006/relationships" id="292" r:id="R957e6b670f56440f"/>
    <p:sldId xmlns:r="http://schemas.openxmlformats.org/officeDocument/2006/relationships" id="293" r:id="Ra5be2ae79ce446ca"/>
    <p:sldId xmlns:r="http://schemas.openxmlformats.org/officeDocument/2006/relationships" id="294" r:id="Ra4bba3acd15542b2"/>
    <p:sldId xmlns:r="http://schemas.openxmlformats.org/officeDocument/2006/relationships" id="295" r:id="R42a59c4b3a37472d"/>
    <p:sldId xmlns:r="http://schemas.openxmlformats.org/officeDocument/2006/relationships" id="296" r:id="Rfde9d4a48dfe482f"/>
    <p:sldId xmlns:r="http://schemas.openxmlformats.org/officeDocument/2006/relationships" id="297" r:id="R00888333404b44f2"/>
    <p:sldId xmlns:r="http://schemas.openxmlformats.org/officeDocument/2006/relationships" id="298" r:id="R95dd6efb08874c03"/>
    <p:sldId xmlns:r="http://schemas.openxmlformats.org/officeDocument/2006/relationships" id="299" r:id="R9a81397e215e4211"/>
    <p:sldId xmlns:r="http://schemas.openxmlformats.org/officeDocument/2006/relationships" id="300" r:id="R467dfc36935d4115"/>
    <p:sldId xmlns:r="http://schemas.openxmlformats.org/officeDocument/2006/relationships" id="301" r:id="Rc09265205b2c4090"/>
    <p:sldId xmlns:r="http://schemas.openxmlformats.org/officeDocument/2006/relationships" id="302" r:id="R74e5c45e04364cd7"/>
    <p:sldId xmlns:r="http://schemas.openxmlformats.org/officeDocument/2006/relationships" id="303" r:id="R5a972a655ab540ec"/>
    <p:sldId xmlns:r="http://schemas.openxmlformats.org/officeDocument/2006/relationships" id="304" r:id="R8d3b77ab507c4057"/>
    <p:sldId xmlns:r="http://schemas.openxmlformats.org/officeDocument/2006/relationships" id="305" r:id="Rd5712832cf4442ce"/>
    <p:sldId xmlns:r="http://schemas.openxmlformats.org/officeDocument/2006/relationships" id="306" r:id="Rd8abb99829374bf7"/>
    <p:sldId xmlns:r="http://schemas.openxmlformats.org/officeDocument/2006/relationships" id="307" r:id="R21b5020c29eb411a"/>
    <p:sldId xmlns:r="http://schemas.openxmlformats.org/officeDocument/2006/relationships" id="308" r:id="Re8ed882a503a46fa"/>
    <p:sldId xmlns:r="http://schemas.openxmlformats.org/officeDocument/2006/relationships" id="309" r:id="Rb5c99b4b27e84979"/>
    <p:sldId xmlns:r="http://schemas.openxmlformats.org/officeDocument/2006/relationships" id="310" r:id="R135ca0fda7424127"/>
    <p:sldId xmlns:r="http://schemas.openxmlformats.org/officeDocument/2006/relationships" id="311" r:id="R13bfc0ee053249fa"/>
    <p:sldId xmlns:r="http://schemas.openxmlformats.org/officeDocument/2006/relationships" id="312" r:id="R5b52efb762194b9f"/>
    <p:sldId xmlns:r="http://schemas.openxmlformats.org/officeDocument/2006/relationships" id="313" r:id="R0feedc1648c74621"/>
    <p:sldId xmlns:r="http://schemas.openxmlformats.org/officeDocument/2006/relationships" id="314" r:id="R2d8d9db806f0454e"/>
    <p:sldId xmlns:r="http://schemas.openxmlformats.org/officeDocument/2006/relationships" id="315" r:id="R635ca966cfe448b7"/>
    <p:sldId xmlns:r="http://schemas.openxmlformats.org/officeDocument/2006/relationships" id="316" r:id="R57c84f254de64b97"/>
    <p:sldId xmlns:r="http://schemas.openxmlformats.org/officeDocument/2006/relationships" id="317" r:id="Rb845bc1c3e834be7"/>
    <p:sldId xmlns:r="http://schemas.openxmlformats.org/officeDocument/2006/relationships" id="318" r:id="R234c8fdf112b43fa"/>
    <p:sldId xmlns:r="http://schemas.openxmlformats.org/officeDocument/2006/relationships" id="319" r:id="Ree27900643314308"/>
    <p:sldId xmlns:r="http://schemas.openxmlformats.org/officeDocument/2006/relationships" id="320" r:id="Rbab2db16ee0c4adf"/>
    <p:sldId xmlns:r="http://schemas.openxmlformats.org/officeDocument/2006/relationships" id="321" r:id="Rdaa6f90c11ce408c"/>
    <p:sldId xmlns:r="http://schemas.openxmlformats.org/officeDocument/2006/relationships" id="322" r:id="R8f6525a86c5c4644"/>
    <p:sldId xmlns:r="http://schemas.openxmlformats.org/officeDocument/2006/relationships" id="323" r:id="Rf5c963205ab647b9"/>
    <p:sldId xmlns:r="http://schemas.openxmlformats.org/officeDocument/2006/relationships" id="324" r:id="R7d781d3e11204fa5"/>
    <p:sldId xmlns:r="http://schemas.openxmlformats.org/officeDocument/2006/relationships" id="325" r:id="Rb83bd668ff704d10"/>
    <p:sldId xmlns:r="http://schemas.openxmlformats.org/officeDocument/2006/relationships" id="326" r:id="Rb5168476ee2a4255"/>
    <p:sldId xmlns:r="http://schemas.openxmlformats.org/officeDocument/2006/relationships" id="327" r:id="R69ad26b6bf3d45f8"/>
    <p:sldId xmlns:r="http://schemas.openxmlformats.org/officeDocument/2006/relationships" id="328" r:id="Racf5926fd0cb48dd"/>
    <p:sldId xmlns:r="http://schemas.openxmlformats.org/officeDocument/2006/relationships" id="329" r:id="Rd8b37dddc5cf49c6"/>
    <p:sldId xmlns:r="http://schemas.openxmlformats.org/officeDocument/2006/relationships" id="330" r:id="R54552bd3b8e349de"/>
    <p:sldId xmlns:r="http://schemas.openxmlformats.org/officeDocument/2006/relationships" id="331" r:id="R7b1e43cdaa0f45d5"/>
    <p:sldId xmlns:r="http://schemas.openxmlformats.org/officeDocument/2006/relationships" id="332" r:id="R4c04db157f9243b6"/>
    <p:sldId xmlns:r="http://schemas.openxmlformats.org/officeDocument/2006/relationships" id="333" r:id="R944fd6526c324ced"/>
    <p:sldId xmlns:r="http://schemas.openxmlformats.org/officeDocument/2006/relationships" id="334" r:id="R039259b7fe794af9"/>
    <p:sldId xmlns:r="http://schemas.openxmlformats.org/officeDocument/2006/relationships" id="335" r:id="R96e8af2db89c49c8"/>
    <p:sldId xmlns:r="http://schemas.openxmlformats.org/officeDocument/2006/relationships" id="336" r:id="R015fdecfe616432b"/>
    <p:sldId xmlns:r="http://schemas.openxmlformats.org/officeDocument/2006/relationships" id="337" r:id="R09c2b17081084f51"/>
    <p:sldId xmlns:r="http://schemas.openxmlformats.org/officeDocument/2006/relationships" id="338" r:id="R007d9016e8f441d8"/>
    <p:sldId xmlns:r="http://schemas.openxmlformats.org/officeDocument/2006/relationships" id="339" r:id="Rf76a35e9b9ad44d4"/>
    <p:sldId xmlns:r="http://schemas.openxmlformats.org/officeDocument/2006/relationships" id="340" r:id="Rbc7ce374fd6a46cf"/>
    <p:sldId xmlns:r="http://schemas.openxmlformats.org/officeDocument/2006/relationships" id="341" r:id="Rcf51daf5668a4949"/>
    <p:sldId xmlns:r="http://schemas.openxmlformats.org/officeDocument/2006/relationships" id="342" r:id="R8e59bc3205ba463b"/>
    <p:sldId xmlns:r="http://schemas.openxmlformats.org/officeDocument/2006/relationships" id="343" r:id="R78ede606b0c149c9"/>
    <p:sldId xmlns:r="http://schemas.openxmlformats.org/officeDocument/2006/relationships" id="344" r:id="Rdfc9d5e136334039"/>
    <p:sldId xmlns:r="http://schemas.openxmlformats.org/officeDocument/2006/relationships" id="345" r:id="R254d4d05bb624d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619b90ca1a4491" /><Relationship Type="http://schemas.openxmlformats.org/officeDocument/2006/relationships/slideMaster" Target="/ppt/slideMasters/slideMaster1.xml" Id="R4a13b3b6c3bd4410" /><Relationship Type="http://schemas.openxmlformats.org/officeDocument/2006/relationships/notesMaster" Target="/ppt/notesMasters/notesMaster1.xml" Id="R4c61e4094d0c4bad" /><Relationship Type="http://schemas.openxmlformats.org/officeDocument/2006/relationships/presProps" Target="/ppt/presProps.xml" Id="Rfa1f2811543f4998" /><Relationship Type="http://schemas.openxmlformats.org/officeDocument/2006/relationships/tableStyles" Target="/ppt/tableStyles.xml" Id="Rb3757e6f62624bef" /><Relationship Type="http://schemas.openxmlformats.org/officeDocument/2006/relationships/slide" Target="/ppt/slides/slide1.xml" Id="R9d1fd76230684411" /><Relationship Type="http://schemas.openxmlformats.org/officeDocument/2006/relationships/slide" Target="/ppt/slides/slide2.xml" Id="R9518c3d705d645a5" /><Relationship Type="http://schemas.openxmlformats.org/officeDocument/2006/relationships/slide" Target="/ppt/slides/slide3.xml" Id="R8c15e5280bfd44c2" /><Relationship Type="http://schemas.openxmlformats.org/officeDocument/2006/relationships/slide" Target="/ppt/slides/slide4.xml" Id="Rcffee44c5cb84ab4" /><Relationship Type="http://schemas.openxmlformats.org/officeDocument/2006/relationships/slide" Target="/ppt/slides/slide5.xml" Id="R8e38544020d74468" /><Relationship Type="http://schemas.openxmlformats.org/officeDocument/2006/relationships/slide" Target="/ppt/slides/slide6.xml" Id="R3db5749e26e24a55" /><Relationship Type="http://schemas.openxmlformats.org/officeDocument/2006/relationships/slide" Target="/ppt/slides/slide7.xml" Id="Rc46c6968fd6f4a57" /><Relationship Type="http://schemas.openxmlformats.org/officeDocument/2006/relationships/slide" Target="/ppt/slides/slide8.xml" Id="R56a9e551239649aa" /><Relationship Type="http://schemas.openxmlformats.org/officeDocument/2006/relationships/slide" Target="/ppt/slides/slide9.xml" Id="Rb86a7824a9964b16" /><Relationship Type="http://schemas.openxmlformats.org/officeDocument/2006/relationships/slide" Target="/ppt/slides/slide10.xml" Id="Rb57de661a4304cac" /><Relationship Type="http://schemas.openxmlformats.org/officeDocument/2006/relationships/slide" Target="/ppt/slides/slide11.xml" Id="R6f2f038ced5447da" /><Relationship Type="http://schemas.openxmlformats.org/officeDocument/2006/relationships/slide" Target="/ppt/slides/slide12.xml" Id="R419b0d8fae144642" /><Relationship Type="http://schemas.openxmlformats.org/officeDocument/2006/relationships/slide" Target="/ppt/slides/slide13.xml" Id="R31510f79f6c84271" /><Relationship Type="http://schemas.openxmlformats.org/officeDocument/2006/relationships/slide" Target="/ppt/slides/slide14.xml" Id="R240b50b2f70b480e" /><Relationship Type="http://schemas.openxmlformats.org/officeDocument/2006/relationships/slide" Target="/ppt/slides/slide15.xml" Id="Rde4024ff15b54d08" /><Relationship Type="http://schemas.openxmlformats.org/officeDocument/2006/relationships/slide" Target="/ppt/slides/slide16.xml" Id="R070561a83db441d8" /><Relationship Type="http://schemas.openxmlformats.org/officeDocument/2006/relationships/slide" Target="/ppt/slides/slide17.xml" Id="R9005430db4034fcf" /><Relationship Type="http://schemas.openxmlformats.org/officeDocument/2006/relationships/slide" Target="/ppt/slides/slide18.xml" Id="R2ac33d09dd814b82" /><Relationship Type="http://schemas.openxmlformats.org/officeDocument/2006/relationships/slide" Target="/ppt/slides/slide19.xml" Id="R0198eab4ab464212" /><Relationship Type="http://schemas.openxmlformats.org/officeDocument/2006/relationships/slide" Target="/ppt/slides/slide20.xml" Id="Re8267e26cf0e45d1" /><Relationship Type="http://schemas.openxmlformats.org/officeDocument/2006/relationships/slide" Target="/ppt/slides/slide21.xml" Id="R161351bcfa974987" /><Relationship Type="http://schemas.openxmlformats.org/officeDocument/2006/relationships/slide" Target="/ppt/slides/slide22.xml" Id="R2b77abc1c95f414b" /><Relationship Type="http://schemas.openxmlformats.org/officeDocument/2006/relationships/slide" Target="/ppt/slides/slide23.xml" Id="R33994c7a2bdb416c" /><Relationship Type="http://schemas.openxmlformats.org/officeDocument/2006/relationships/slide" Target="/ppt/slides/slide24.xml" Id="R894e21b4c3bf4c8c" /><Relationship Type="http://schemas.openxmlformats.org/officeDocument/2006/relationships/slide" Target="/ppt/slides/slide25.xml" Id="Rbfc0f4f2c0884c88" /><Relationship Type="http://schemas.openxmlformats.org/officeDocument/2006/relationships/slide" Target="/ppt/slides/slide26.xml" Id="R6a4a6fce323d4e29" /><Relationship Type="http://schemas.openxmlformats.org/officeDocument/2006/relationships/slide" Target="/ppt/slides/slide27.xml" Id="R9cdb247093d941e1" /><Relationship Type="http://schemas.openxmlformats.org/officeDocument/2006/relationships/slide" Target="/ppt/slides/slide28.xml" Id="Rb4cc6cd2c4574a11" /><Relationship Type="http://schemas.openxmlformats.org/officeDocument/2006/relationships/slide" Target="/ppt/slides/slide29.xml" Id="R3f517c7d392a4098" /><Relationship Type="http://schemas.openxmlformats.org/officeDocument/2006/relationships/slide" Target="/ppt/slides/slide30.xml" Id="R4f102b0c2d784b88" /><Relationship Type="http://schemas.openxmlformats.org/officeDocument/2006/relationships/slide" Target="/ppt/slides/slide31.xml" Id="R1342163360414e0b" /><Relationship Type="http://schemas.openxmlformats.org/officeDocument/2006/relationships/slide" Target="/ppt/slides/slide32.xml" Id="Ra8c2a9d9877d4065" /><Relationship Type="http://schemas.openxmlformats.org/officeDocument/2006/relationships/slide" Target="/ppt/slides/slide33.xml" Id="Rc975095465c84fb7" /><Relationship Type="http://schemas.openxmlformats.org/officeDocument/2006/relationships/slide" Target="/ppt/slides/slide34.xml" Id="Rf8e9dc266ea14297" /><Relationship Type="http://schemas.openxmlformats.org/officeDocument/2006/relationships/slide" Target="/ppt/slides/slide35.xml" Id="R0a7fcf176a71476a" /><Relationship Type="http://schemas.openxmlformats.org/officeDocument/2006/relationships/slide" Target="/ppt/slides/slide36.xml" Id="R7036113cec674372" /><Relationship Type="http://schemas.openxmlformats.org/officeDocument/2006/relationships/slide" Target="/ppt/slides/slide37.xml" Id="R957e6b670f56440f" /><Relationship Type="http://schemas.openxmlformats.org/officeDocument/2006/relationships/slide" Target="/ppt/slides/slide38.xml" Id="Ra5be2ae79ce446ca" /><Relationship Type="http://schemas.openxmlformats.org/officeDocument/2006/relationships/slide" Target="/ppt/slides/slide39.xml" Id="Ra4bba3acd15542b2" /><Relationship Type="http://schemas.openxmlformats.org/officeDocument/2006/relationships/slide" Target="/ppt/slides/slide40.xml" Id="R42a59c4b3a37472d" /><Relationship Type="http://schemas.openxmlformats.org/officeDocument/2006/relationships/slide" Target="/ppt/slides/slide41.xml" Id="Rfde9d4a48dfe482f" /><Relationship Type="http://schemas.openxmlformats.org/officeDocument/2006/relationships/slide" Target="/ppt/slides/slide42.xml" Id="R00888333404b44f2" /><Relationship Type="http://schemas.openxmlformats.org/officeDocument/2006/relationships/slide" Target="/ppt/slides/slide43.xml" Id="R95dd6efb08874c03" /><Relationship Type="http://schemas.openxmlformats.org/officeDocument/2006/relationships/slide" Target="/ppt/slides/slide44.xml" Id="R9a81397e215e4211" /><Relationship Type="http://schemas.openxmlformats.org/officeDocument/2006/relationships/slide" Target="/ppt/slides/slide45.xml" Id="R467dfc36935d4115" /><Relationship Type="http://schemas.openxmlformats.org/officeDocument/2006/relationships/slide" Target="/ppt/slides/slide46.xml" Id="Rc09265205b2c4090" /><Relationship Type="http://schemas.openxmlformats.org/officeDocument/2006/relationships/slide" Target="/ppt/slides/slide47.xml" Id="R74e5c45e04364cd7" /><Relationship Type="http://schemas.openxmlformats.org/officeDocument/2006/relationships/slide" Target="/ppt/slides/slide48.xml" Id="R5a972a655ab540ec" /><Relationship Type="http://schemas.openxmlformats.org/officeDocument/2006/relationships/slide" Target="/ppt/slides/slide49.xml" Id="R8d3b77ab507c4057" /><Relationship Type="http://schemas.openxmlformats.org/officeDocument/2006/relationships/slide" Target="/ppt/slides/slide50.xml" Id="Rd5712832cf4442ce" /><Relationship Type="http://schemas.openxmlformats.org/officeDocument/2006/relationships/slide" Target="/ppt/slides/slide51.xml" Id="Rd8abb99829374bf7" /><Relationship Type="http://schemas.openxmlformats.org/officeDocument/2006/relationships/slide" Target="/ppt/slides/slide52.xml" Id="R21b5020c29eb411a" /><Relationship Type="http://schemas.openxmlformats.org/officeDocument/2006/relationships/slide" Target="/ppt/slides/slide53.xml" Id="Re8ed882a503a46fa" /><Relationship Type="http://schemas.openxmlformats.org/officeDocument/2006/relationships/slide" Target="/ppt/slides/slide54.xml" Id="Rb5c99b4b27e84979" /><Relationship Type="http://schemas.openxmlformats.org/officeDocument/2006/relationships/slide" Target="/ppt/slides/slide55.xml" Id="R135ca0fda7424127" /><Relationship Type="http://schemas.openxmlformats.org/officeDocument/2006/relationships/slide" Target="/ppt/slides/slide56.xml" Id="R13bfc0ee053249fa" /><Relationship Type="http://schemas.openxmlformats.org/officeDocument/2006/relationships/slide" Target="/ppt/slides/slide57.xml" Id="R5b52efb762194b9f" /><Relationship Type="http://schemas.openxmlformats.org/officeDocument/2006/relationships/slide" Target="/ppt/slides/slide58.xml" Id="R0feedc1648c74621" /><Relationship Type="http://schemas.openxmlformats.org/officeDocument/2006/relationships/slide" Target="/ppt/slides/slide59.xml" Id="R2d8d9db806f0454e" /><Relationship Type="http://schemas.openxmlformats.org/officeDocument/2006/relationships/slide" Target="/ppt/slides/slide60.xml" Id="R635ca966cfe448b7" /><Relationship Type="http://schemas.openxmlformats.org/officeDocument/2006/relationships/slide" Target="/ppt/slides/slide61.xml" Id="R57c84f254de64b97" /><Relationship Type="http://schemas.openxmlformats.org/officeDocument/2006/relationships/slide" Target="/ppt/slides/slide62.xml" Id="Rb845bc1c3e834be7" /><Relationship Type="http://schemas.openxmlformats.org/officeDocument/2006/relationships/slide" Target="/ppt/slides/slide63.xml" Id="R234c8fdf112b43fa" /><Relationship Type="http://schemas.openxmlformats.org/officeDocument/2006/relationships/slide" Target="/ppt/slides/slide64.xml" Id="Ree27900643314308" /><Relationship Type="http://schemas.openxmlformats.org/officeDocument/2006/relationships/slide" Target="/ppt/slides/slide65.xml" Id="Rbab2db16ee0c4adf" /><Relationship Type="http://schemas.openxmlformats.org/officeDocument/2006/relationships/slide" Target="/ppt/slides/slide66.xml" Id="Rdaa6f90c11ce408c" /><Relationship Type="http://schemas.openxmlformats.org/officeDocument/2006/relationships/slide" Target="/ppt/slides/slide67.xml" Id="R8f6525a86c5c4644" /><Relationship Type="http://schemas.openxmlformats.org/officeDocument/2006/relationships/slide" Target="/ppt/slides/slide68.xml" Id="Rf5c963205ab647b9" /><Relationship Type="http://schemas.openxmlformats.org/officeDocument/2006/relationships/slide" Target="/ppt/slides/slide69.xml" Id="R7d781d3e11204fa5" /><Relationship Type="http://schemas.openxmlformats.org/officeDocument/2006/relationships/slide" Target="/ppt/slides/slide70.xml" Id="Rb83bd668ff704d10" /><Relationship Type="http://schemas.openxmlformats.org/officeDocument/2006/relationships/slide" Target="/ppt/slides/slide71.xml" Id="Rb5168476ee2a4255" /><Relationship Type="http://schemas.openxmlformats.org/officeDocument/2006/relationships/slide" Target="/ppt/slides/slide72.xml" Id="R69ad26b6bf3d45f8" /><Relationship Type="http://schemas.openxmlformats.org/officeDocument/2006/relationships/slide" Target="/ppt/slides/slide73.xml" Id="Racf5926fd0cb48dd" /><Relationship Type="http://schemas.openxmlformats.org/officeDocument/2006/relationships/slide" Target="/ppt/slides/slide74.xml" Id="Rd8b37dddc5cf49c6" /><Relationship Type="http://schemas.openxmlformats.org/officeDocument/2006/relationships/slide" Target="/ppt/slides/slide75.xml" Id="R54552bd3b8e349de" /><Relationship Type="http://schemas.openxmlformats.org/officeDocument/2006/relationships/slide" Target="/ppt/slides/slide76.xml" Id="R7b1e43cdaa0f45d5" /><Relationship Type="http://schemas.openxmlformats.org/officeDocument/2006/relationships/slide" Target="/ppt/slides/slide77.xml" Id="R4c04db157f9243b6" /><Relationship Type="http://schemas.openxmlformats.org/officeDocument/2006/relationships/slide" Target="/ppt/slides/slide78.xml" Id="R944fd6526c324ced" /><Relationship Type="http://schemas.openxmlformats.org/officeDocument/2006/relationships/slide" Target="/ppt/slides/slide79.xml" Id="R039259b7fe794af9" /><Relationship Type="http://schemas.openxmlformats.org/officeDocument/2006/relationships/slide" Target="/ppt/slides/slide80.xml" Id="R96e8af2db89c49c8" /><Relationship Type="http://schemas.openxmlformats.org/officeDocument/2006/relationships/slide" Target="/ppt/slides/slide81.xml" Id="R015fdecfe616432b" /><Relationship Type="http://schemas.openxmlformats.org/officeDocument/2006/relationships/slide" Target="/ppt/slides/slide82.xml" Id="R09c2b17081084f51" /><Relationship Type="http://schemas.openxmlformats.org/officeDocument/2006/relationships/slide" Target="/ppt/slides/slide83.xml" Id="R007d9016e8f441d8" /><Relationship Type="http://schemas.openxmlformats.org/officeDocument/2006/relationships/slide" Target="/ppt/slides/slide84.xml" Id="Rf76a35e9b9ad44d4" /><Relationship Type="http://schemas.openxmlformats.org/officeDocument/2006/relationships/slide" Target="/ppt/slides/slide85.xml" Id="Rbc7ce374fd6a46cf" /><Relationship Type="http://schemas.openxmlformats.org/officeDocument/2006/relationships/slide" Target="/ppt/slides/slide86.xml" Id="Rcf51daf5668a4949" /><Relationship Type="http://schemas.openxmlformats.org/officeDocument/2006/relationships/slide" Target="/ppt/slides/slide87.xml" Id="R8e59bc3205ba463b" /><Relationship Type="http://schemas.openxmlformats.org/officeDocument/2006/relationships/slide" Target="/ppt/slides/slide88.xml" Id="R78ede606b0c149c9" /><Relationship Type="http://schemas.openxmlformats.org/officeDocument/2006/relationships/slide" Target="/ppt/slides/slide89.xml" Id="Rdfc9d5e136334039" /><Relationship Type="http://schemas.openxmlformats.org/officeDocument/2006/relationships/slide" Target="/ppt/slides/slide90.xml" Id="R254d4d05bb624d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495053b9b640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b9d8fc7adb4624" /><Relationship Type="http://schemas.openxmlformats.org/officeDocument/2006/relationships/notesMaster" Target="/ppt/notesMasters/notesMaster1.xml" Id="Ra656415b71e747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653704ce814854" /><Relationship Type="http://schemas.openxmlformats.org/officeDocument/2006/relationships/notesMaster" Target="/ppt/notesMasters/notesMaster1.xml" Id="Rf0444f5759514f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1d27af355a4e7f" /><Relationship Type="http://schemas.openxmlformats.org/officeDocument/2006/relationships/notesMaster" Target="/ppt/notesMasters/notesMaster1.xml" Id="R8470b789a7414f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3692fb37f24442" /><Relationship Type="http://schemas.openxmlformats.org/officeDocument/2006/relationships/notesMaster" Target="/ppt/notesMasters/notesMaster1.xml" Id="Ra58d1b41655b41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faf6058b40456d" /><Relationship Type="http://schemas.openxmlformats.org/officeDocument/2006/relationships/notesMaster" Target="/ppt/notesMasters/notesMaster1.xml" Id="R88615101597543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fea2a13a3645cb" /><Relationship Type="http://schemas.openxmlformats.org/officeDocument/2006/relationships/notesMaster" Target="/ppt/notesMasters/notesMaster1.xml" Id="R2d03caa771e24b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ee3243407c48c5" /><Relationship Type="http://schemas.openxmlformats.org/officeDocument/2006/relationships/notesMaster" Target="/ppt/notesMasters/notesMaster1.xml" Id="R2c7b76fdf33144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9e4f2eb77546a0" /><Relationship Type="http://schemas.openxmlformats.org/officeDocument/2006/relationships/notesMaster" Target="/ppt/notesMasters/notesMaster1.xml" Id="R6578c8b6dc7d42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f9fb9190c54d04" /><Relationship Type="http://schemas.openxmlformats.org/officeDocument/2006/relationships/notesMaster" Target="/ppt/notesMasters/notesMaster1.xml" Id="R5749bee553084d2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e99debc6124593" /><Relationship Type="http://schemas.openxmlformats.org/officeDocument/2006/relationships/notesMaster" Target="/ppt/notesMasters/notesMaster1.xml" Id="R42b1852fef9848a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befde0df7b4bb1" /><Relationship Type="http://schemas.openxmlformats.org/officeDocument/2006/relationships/notesMaster" Target="/ppt/notesMasters/notesMaster1.xml" Id="Rde908e1181db4ca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997463fcae4e16" /><Relationship Type="http://schemas.openxmlformats.org/officeDocument/2006/relationships/notesMaster" Target="/ppt/notesMasters/notesMaster1.xml" Id="R6266912144b34e3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7db4e2d3510450e" /><Relationship Type="http://schemas.openxmlformats.org/officeDocument/2006/relationships/notesMaster" Target="/ppt/notesMasters/notesMaster1.xml" Id="R2621b4c93a4641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6df8a156674b1c" /><Relationship Type="http://schemas.openxmlformats.org/officeDocument/2006/relationships/notesMaster" Target="/ppt/notesMasters/notesMaster1.xml" Id="R7b0626e5f8d2460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6993ffb3cde4c47" /><Relationship Type="http://schemas.openxmlformats.org/officeDocument/2006/relationships/notesMaster" Target="/ppt/notesMasters/notesMaster1.xml" Id="R518cfbc792af43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2021b7a8ca47ed" /><Relationship Type="http://schemas.openxmlformats.org/officeDocument/2006/relationships/notesMaster" Target="/ppt/notesMasters/notesMaster1.xml" Id="Ree9de36e730e4e1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7e337a3a0c74d90" /><Relationship Type="http://schemas.openxmlformats.org/officeDocument/2006/relationships/notesMaster" Target="/ppt/notesMasters/notesMaster1.xml" Id="R8a9b1c4fd76f4d5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f1fac857324bac" /><Relationship Type="http://schemas.openxmlformats.org/officeDocument/2006/relationships/notesMaster" Target="/ppt/notesMasters/notesMaster1.xml" Id="R5aee303e8619487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c7e0924e5c4ebe" /><Relationship Type="http://schemas.openxmlformats.org/officeDocument/2006/relationships/notesMaster" Target="/ppt/notesMasters/notesMaster1.xml" Id="R04db387e96f0437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adba59a627414a" /><Relationship Type="http://schemas.openxmlformats.org/officeDocument/2006/relationships/notesMaster" Target="/ppt/notesMasters/notesMaster1.xml" Id="R73532c61834947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715b4a10faf49ce" /><Relationship Type="http://schemas.openxmlformats.org/officeDocument/2006/relationships/notesMaster" Target="/ppt/notesMasters/notesMaster1.xml" Id="R67b11cb2c42c48c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e79345ebb574cbd" /><Relationship Type="http://schemas.openxmlformats.org/officeDocument/2006/relationships/notesMaster" Target="/ppt/notesMasters/notesMaster1.xml" Id="R246816fff6f7488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ad3fe783c034a4d" /><Relationship Type="http://schemas.openxmlformats.org/officeDocument/2006/relationships/notesMaster" Target="/ppt/notesMasters/notesMaster1.xml" Id="Ree649cd050cd476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b77a86db10d4c6a" /><Relationship Type="http://schemas.openxmlformats.org/officeDocument/2006/relationships/notesMaster" Target="/ppt/notesMasters/notesMaster1.xml" Id="Rdae7e59e9243426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a60cf2bd9884453" /><Relationship Type="http://schemas.openxmlformats.org/officeDocument/2006/relationships/notesMaster" Target="/ppt/notesMasters/notesMaster1.xml" Id="R20e9423ca91b4a5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ca492f561704466" /><Relationship Type="http://schemas.openxmlformats.org/officeDocument/2006/relationships/notesMaster" Target="/ppt/notesMasters/notesMaster1.xml" Id="R03dc24bfcd11472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fb9d41d02654f4b" /><Relationship Type="http://schemas.openxmlformats.org/officeDocument/2006/relationships/notesMaster" Target="/ppt/notesMasters/notesMaster1.xml" Id="R88a64c0a6d6e42a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024c51b1aa348a2" /><Relationship Type="http://schemas.openxmlformats.org/officeDocument/2006/relationships/notesMaster" Target="/ppt/notesMasters/notesMaster1.xml" Id="R789260dfcc8d443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d4e68baaaa44099" /><Relationship Type="http://schemas.openxmlformats.org/officeDocument/2006/relationships/notesMaster" Target="/ppt/notesMasters/notesMaster1.xml" Id="R2d4fbcb4d007477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69e620fd24d4bb1" /><Relationship Type="http://schemas.openxmlformats.org/officeDocument/2006/relationships/notesMaster" Target="/ppt/notesMasters/notesMaster1.xml" Id="R26b8708ef6554e7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72fbc1be54b4ccd" /><Relationship Type="http://schemas.openxmlformats.org/officeDocument/2006/relationships/notesMaster" Target="/ppt/notesMasters/notesMaster1.xml" Id="Rdf4ccae0839b466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20946b424f14dfb" /><Relationship Type="http://schemas.openxmlformats.org/officeDocument/2006/relationships/notesMaster" Target="/ppt/notesMasters/notesMaster1.xml" Id="R10d0539c65fd4cc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2a8d6c78ce64782" /><Relationship Type="http://schemas.openxmlformats.org/officeDocument/2006/relationships/notesMaster" Target="/ppt/notesMasters/notesMaster1.xml" Id="Rfdd8fe012688496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f7e018875154aeb" /><Relationship Type="http://schemas.openxmlformats.org/officeDocument/2006/relationships/notesMaster" Target="/ppt/notesMasters/notesMaster1.xml" Id="R725e956ad33844b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9d6c666cbfa4ff3" /><Relationship Type="http://schemas.openxmlformats.org/officeDocument/2006/relationships/notesMaster" Target="/ppt/notesMasters/notesMaster1.xml" Id="R3a0a7ef5721b4f3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68ac05629914d1f" /><Relationship Type="http://schemas.openxmlformats.org/officeDocument/2006/relationships/notesMaster" Target="/ppt/notesMasters/notesMaster1.xml" Id="Ref57c567f3cf472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2183733544d42c2" /><Relationship Type="http://schemas.openxmlformats.org/officeDocument/2006/relationships/notesMaster" Target="/ppt/notesMasters/notesMaster1.xml" Id="Rf4395efabba749f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4ca66dae8334c55" /><Relationship Type="http://schemas.openxmlformats.org/officeDocument/2006/relationships/notesMaster" Target="/ppt/notesMasters/notesMaster1.xml" Id="Rfe9ad434d87849e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651f1d9429644ba" /><Relationship Type="http://schemas.openxmlformats.org/officeDocument/2006/relationships/notesMaster" Target="/ppt/notesMasters/notesMaster1.xml" Id="Ra07327a191c54db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6ff650c4ec74200" /><Relationship Type="http://schemas.openxmlformats.org/officeDocument/2006/relationships/notesMaster" Target="/ppt/notesMasters/notesMaster1.xml" Id="R2ad30e3314854b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321a14a6863448b" /><Relationship Type="http://schemas.openxmlformats.org/officeDocument/2006/relationships/notesMaster" Target="/ppt/notesMasters/notesMaster1.xml" Id="R73a9eecd3d98488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d1743ccf9f34ab8" /><Relationship Type="http://schemas.openxmlformats.org/officeDocument/2006/relationships/notesMaster" Target="/ppt/notesMasters/notesMaster1.xml" Id="R8d2c9a16fa9b477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7651417718c4630" /><Relationship Type="http://schemas.openxmlformats.org/officeDocument/2006/relationships/notesMaster" Target="/ppt/notesMasters/notesMaster1.xml" Id="R0453955b9081494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c1bc3d383bc46af" /><Relationship Type="http://schemas.openxmlformats.org/officeDocument/2006/relationships/notesMaster" Target="/ppt/notesMasters/notesMaster1.xml" Id="Rfaa4e080d6ef45a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c8684bf8191402f" /><Relationship Type="http://schemas.openxmlformats.org/officeDocument/2006/relationships/notesMaster" Target="/ppt/notesMasters/notesMaster1.xml" Id="R7555524ae5604b8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498a36a582a4f41" /><Relationship Type="http://schemas.openxmlformats.org/officeDocument/2006/relationships/notesMaster" Target="/ppt/notesMasters/notesMaster1.xml" Id="R7db5bdd2749649c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630d45cb2834664" /><Relationship Type="http://schemas.openxmlformats.org/officeDocument/2006/relationships/notesMaster" Target="/ppt/notesMasters/notesMaster1.xml" Id="Re7e03cc7682e48e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a0673db2db544b5" /><Relationship Type="http://schemas.openxmlformats.org/officeDocument/2006/relationships/notesMaster" Target="/ppt/notesMasters/notesMaster1.xml" Id="R9ce6eaf79e45409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7b045893f394508" /><Relationship Type="http://schemas.openxmlformats.org/officeDocument/2006/relationships/notesMaster" Target="/ppt/notesMasters/notesMaster1.xml" Id="R6af06855aa474a5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1c5e462811a4b24" /><Relationship Type="http://schemas.openxmlformats.org/officeDocument/2006/relationships/notesMaster" Target="/ppt/notesMasters/notesMaster1.xml" Id="Rc7a45c2b1267445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2746613165e4694" /><Relationship Type="http://schemas.openxmlformats.org/officeDocument/2006/relationships/notesMaster" Target="/ppt/notesMasters/notesMaster1.xml" Id="R865237b9e00a4de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0e7b720e9aa49e1" /><Relationship Type="http://schemas.openxmlformats.org/officeDocument/2006/relationships/notesMaster" Target="/ppt/notesMasters/notesMaster1.xml" Id="R23d65787ad12421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0cfaef597f545aa" /><Relationship Type="http://schemas.openxmlformats.org/officeDocument/2006/relationships/notesMaster" Target="/ppt/notesMasters/notesMaster1.xml" Id="Rcc30c9a6b72143a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1b830eadf0c4fef" /><Relationship Type="http://schemas.openxmlformats.org/officeDocument/2006/relationships/notesMaster" Target="/ppt/notesMasters/notesMaster1.xml" Id="Rd11af8273c4f404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e92b52c6b004481" /><Relationship Type="http://schemas.openxmlformats.org/officeDocument/2006/relationships/notesMaster" Target="/ppt/notesMasters/notesMaster1.xml" Id="R120af06a14794a2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749d00b1dc3464c" /><Relationship Type="http://schemas.openxmlformats.org/officeDocument/2006/relationships/notesMaster" Target="/ppt/notesMasters/notesMaster1.xml" Id="Rd6f14d0ad11d4c2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36dcbc5f78b4007" /><Relationship Type="http://schemas.openxmlformats.org/officeDocument/2006/relationships/notesMaster" Target="/ppt/notesMasters/notesMaster1.xml" Id="Rb4d6f97a1ce5487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606ffa959064d69" /><Relationship Type="http://schemas.openxmlformats.org/officeDocument/2006/relationships/notesMaster" Target="/ppt/notesMasters/notesMaster1.xml" Id="Reac6bc95a15c46b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f0c6ae50c5c43d3" /><Relationship Type="http://schemas.openxmlformats.org/officeDocument/2006/relationships/notesMaster" Target="/ppt/notesMasters/notesMaster1.xml" Id="Rfaa71d3488374c3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a1dff4fbcaa4863" /><Relationship Type="http://schemas.openxmlformats.org/officeDocument/2006/relationships/notesMaster" Target="/ppt/notesMasters/notesMaster1.xml" Id="R1e7e372d689a4a3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cdfec1b46bd4d88" /><Relationship Type="http://schemas.openxmlformats.org/officeDocument/2006/relationships/notesMaster" Target="/ppt/notesMasters/notesMaster1.xml" Id="R6232e5e514584f9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c21586dc4e249a4" /><Relationship Type="http://schemas.openxmlformats.org/officeDocument/2006/relationships/notesMaster" Target="/ppt/notesMasters/notesMaster1.xml" Id="R6a517dcc98b2462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c89a4290e274520" /><Relationship Type="http://schemas.openxmlformats.org/officeDocument/2006/relationships/notesMaster" Target="/ppt/notesMasters/notesMaster1.xml" Id="R88c385d1520a47a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03937e1e1004ec4" /><Relationship Type="http://schemas.openxmlformats.org/officeDocument/2006/relationships/notesMaster" Target="/ppt/notesMasters/notesMaster1.xml" Id="R79d612213403437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2d3d67f5ba743ae" /><Relationship Type="http://schemas.openxmlformats.org/officeDocument/2006/relationships/notesMaster" Target="/ppt/notesMasters/notesMaster1.xml" Id="Rf1b9f424531b442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af26b5c1d364d66" /><Relationship Type="http://schemas.openxmlformats.org/officeDocument/2006/relationships/notesMaster" Target="/ppt/notesMasters/notesMaster1.xml" Id="Rc8e6aea52e5d46c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9faff6fe47548dd" /><Relationship Type="http://schemas.openxmlformats.org/officeDocument/2006/relationships/notesMaster" Target="/ppt/notesMasters/notesMaster1.xml" Id="R057a5bac0afb429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73f7e44002846ee" /><Relationship Type="http://schemas.openxmlformats.org/officeDocument/2006/relationships/notesMaster" Target="/ppt/notesMasters/notesMaster1.xml" Id="R8ce228d7d4164b0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c7d42801912450b" /><Relationship Type="http://schemas.openxmlformats.org/officeDocument/2006/relationships/notesMaster" Target="/ppt/notesMasters/notesMaster1.xml" Id="Rae5dd1d954bb4f0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1ec7da6f6db44ec" /><Relationship Type="http://schemas.openxmlformats.org/officeDocument/2006/relationships/notesMaster" Target="/ppt/notesMasters/notesMaster1.xml" Id="R5632968c94d1404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ec20ac090d041ea" /><Relationship Type="http://schemas.openxmlformats.org/officeDocument/2006/relationships/notesMaster" Target="/ppt/notesMasters/notesMaster1.xml" Id="R5326d3f37e3844c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550fbafd6a14d30" /><Relationship Type="http://schemas.openxmlformats.org/officeDocument/2006/relationships/notesMaster" Target="/ppt/notesMasters/notesMaster1.xml" Id="Rb4737442c26341d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5404297c2024c22" /><Relationship Type="http://schemas.openxmlformats.org/officeDocument/2006/relationships/notesMaster" Target="/ppt/notesMasters/notesMaster1.xml" Id="Re2c457625ef44b4d"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56b22848a7d44f2" /><Relationship Type="http://schemas.openxmlformats.org/officeDocument/2006/relationships/notesMaster" Target="/ppt/notesMasters/notesMaster1.xml" Id="Rf9a72b5af75d4b2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179f6fd8ba94e5e" /><Relationship Type="http://schemas.openxmlformats.org/officeDocument/2006/relationships/notesMaster" Target="/ppt/notesMasters/notesMaster1.xml" Id="R53934be6e6b5443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1454a51df284e69" /><Relationship Type="http://schemas.openxmlformats.org/officeDocument/2006/relationships/notesMaster" Target="/ppt/notesMasters/notesMaster1.xml" Id="R3e48fe202bed472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440a4a632fd498d" /><Relationship Type="http://schemas.openxmlformats.org/officeDocument/2006/relationships/notesMaster" Target="/ppt/notesMasters/notesMaster1.xml" Id="R6169484ff5fe4c6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459a4c5978545c9" /><Relationship Type="http://schemas.openxmlformats.org/officeDocument/2006/relationships/notesMaster" Target="/ppt/notesMasters/notesMaster1.xml" Id="Rad71327b2aad4f5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f61a3854eff4d63" /><Relationship Type="http://schemas.openxmlformats.org/officeDocument/2006/relationships/notesMaster" Target="/ppt/notesMasters/notesMaster1.xml" Id="R93a339cfd8b9462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95cd9f7d2304d63" /><Relationship Type="http://schemas.openxmlformats.org/officeDocument/2006/relationships/notesMaster" Target="/ppt/notesMasters/notesMaster1.xml" Id="R9e30d1eaaa7842f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b457a35eeae4e3a" /><Relationship Type="http://schemas.openxmlformats.org/officeDocument/2006/relationships/notesMaster" Target="/ppt/notesMasters/notesMaster1.xml" Id="R0aa0e900970b4a0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978a6b5fc8048d8" /><Relationship Type="http://schemas.openxmlformats.org/officeDocument/2006/relationships/notesMaster" Target="/ppt/notesMasters/notesMaster1.xml" Id="Rc2053abb00924a2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6be096a0246a478c" /><Relationship Type="http://schemas.openxmlformats.org/officeDocument/2006/relationships/notesMaster" Target="/ppt/notesMasters/notesMaster1.xml" Id="R65a4074a7a0a4b5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3abb8f28953f4e83" /><Relationship Type="http://schemas.openxmlformats.org/officeDocument/2006/relationships/notesMaster" Target="/ppt/notesMasters/notesMaster1.xml" Id="R6ad16c6557ba411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9cb1398b037461c" /><Relationship Type="http://schemas.openxmlformats.org/officeDocument/2006/relationships/notesMaster" Target="/ppt/notesMasters/notesMaster1.xml" Id="R8c9504142b30473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d6a04f3721447ef" /><Relationship Type="http://schemas.openxmlformats.org/officeDocument/2006/relationships/notesMaster" Target="/ppt/notesMasters/notesMaster1.xml" Id="R7d0748983e91418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93fb5f3f4674774" /><Relationship Type="http://schemas.openxmlformats.org/officeDocument/2006/relationships/notesMaster" Target="/ppt/notesMasters/notesMaster1.xml" Id="R8656ffadef3244e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38b7cc18b03476e" /><Relationship Type="http://schemas.openxmlformats.org/officeDocument/2006/relationships/notesMaster" Target="/ppt/notesMasters/notesMaster1.xml" Id="R9c4ac5caff574c6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2efd3688b9046c3" /><Relationship Type="http://schemas.openxmlformats.org/officeDocument/2006/relationships/notesMaster" Target="/ppt/notesMasters/notesMaster1.xml" Id="Rfc351db774c44ab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9caeebce52d40dc" /><Relationship Type="http://schemas.openxmlformats.org/officeDocument/2006/relationships/notesMaster" Target="/ppt/notesMasters/notesMaster1.xml" Id="R689c06aa9f394a6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한 번의 사용에서 확인된 것</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S34에서 본 기록을 회수한 뒤 두 열의 수명을 비교한다. 왼쪽은 다음 작업에서 바뀔 목표, 오른쪽은 여러 작업에서 다시 참고할 사실이다. S31의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S32–S34.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5807f73e3d4c6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0d7dabb59240b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f21e8c3f75c451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cf4420635a49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600c27c45b341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05d994cdb8446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515A44D-8A96-4243-A423-0457D1F7BE0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638A709-E020-4764-AC57-C9501A2CFD9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178456-5BF2-487D-BDCD-3EF8321F6A3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E8E026-BBDA-4169-9C4E-9A471395B1F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2F3E50A-78C9-4C06-9F18-3F2CA3BB9EA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9CF1350-8E72-41A7-B064-14205A4D30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35AFCC-D53E-466C-9A0B-13EE862791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B6521B-3814-430A-81AC-835658BA235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785FF3-D0BE-4EE1-84EC-DC822FD94B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1B1419-EED1-4245-82E6-D9BFB9729D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62b5a92d17244ac" /><Relationship Type="http://schemas.openxmlformats.org/officeDocument/2006/relationships/slideLayout" Target="/ppt/slideLayouts/slideLayout1.xml" Id="R8e2fff4c4a2e47f7" /><Relationship Type="http://schemas.openxmlformats.org/officeDocument/2006/relationships/slideLayout" Target="/ppt/slideLayouts/slideLayout2.xml" Id="Rc4d52f49e6a042c3" /><Relationship Type="http://schemas.openxmlformats.org/officeDocument/2006/relationships/slideLayout" Target="/ppt/slideLayouts/slideLayout3.xml" Id="R84859fcaf64748ab" /><Relationship Type="http://schemas.openxmlformats.org/officeDocument/2006/relationships/slideLayout" Target="/ppt/slideLayouts/slideLayout4.xml" Id="Rafdf6fa3342b454f" /><Relationship Type="http://schemas.openxmlformats.org/officeDocument/2006/relationships/slideLayout" Target="/ppt/slideLayouts/slideLayout5.xml" Id="R0b2be98e904b4dce" /><Relationship Type="http://schemas.openxmlformats.org/officeDocument/2006/relationships/slideLayout" Target="/ppt/slideLayouts/slideLayout6.xml" Id="Rdcd7a8cbf7f94f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2fff4c4a2e47f7"/>
    <p:sldLayoutId xmlns:r="http://schemas.openxmlformats.org/officeDocument/2006/relationships" id="2147483650" r:id="Rc4d52f49e6a042c3"/>
    <p:sldLayoutId xmlns:r="http://schemas.openxmlformats.org/officeDocument/2006/relationships" id="2147483651" r:id="R84859fcaf64748ab"/>
    <p:sldLayoutId xmlns:r="http://schemas.openxmlformats.org/officeDocument/2006/relationships" id="2147483652" r:id="Rafdf6fa3342b454f"/>
    <p:sldLayoutId xmlns:r="http://schemas.openxmlformats.org/officeDocument/2006/relationships" id="2147483653" r:id="R0b2be98e904b4dce"/>
    <p:sldLayoutId xmlns:r="http://schemas.openxmlformats.org/officeDocument/2006/relationships" id="2147483654" r:id="Rdcd7a8cbf7f94f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e2d3b1527841f6" /><Relationship Type="http://schemas.openxmlformats.org/officeDocument/2006/relationships/image" Target="/ppt/media/image.png" Id="R5951e8ac3b79453d" /><Relationship Type="http://schemas.openxmlformats.org/officeDocument/2006/relationships/notesSlide" Target="/ppt/notesSlides/notesSlide1.xml" Id="R4338a710166d456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39dfcb45b5d4741" /><Relationship Type="http://schemas.openxmlformats.org/officeDocument/2006/relationships/notesSlide" Target="/ppt/notesSlides/notesSlide2.xml" Id="R71651d23d1a543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c7fe3675f6a4b2c" /><Relationship Type="http://schemas.openxmlformats.org/officeDocument/2006/relationships/notesSlide" Target="/ppt/notesSlides/notesSlide3.xml" Id="Rb709120de40648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2aa8d06095041b9" /><Relationship Type="http://schemas.openxmlformats.org/officeDocument/2006/relationships/image" Target="/ppt/media/image2.png" Id="Rfe46363b39964604" /><Relationship Type="http://schemas.openxmlformats.org/officeDocument/2006/relationships/notesSlide" Target="/ppt/notesSlides/notesSlide4.xml" Id="R7009cfd0b61843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11def2342cb4bca" /><Relationship Type="http://schemas.openxmlformats.org/officeDocument/2006/relationships/notesSlide" Target="/ppt/notesSlides/notesSlide5.xml" Id="Rd44345a72dd742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4dd5c3f07794eba" /><Relationship Type="http://schemas.openxmlformats.org/officeDocument/2006/relationships/notesSlide" Target="/ppt/notesSlides/notesSlide6.xml" Id="R8fd582da237d4c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22783dc12fe4b53" /><Relationship Type="http://schemas.openxmlformats.org/officeDocument/2006/relationships/image" Target="/ppt/media/image3.png" Id="R786db0df32db41f5" /><Relationship Type="http://schemas.openxmlformats.org/officeDocument/2006/relationships/notesSlide" Target="/ppt/notesSlides/notesSlide7.xml" Id="R895b0cc82460456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f779ef759b640cc" /><Relationship Type="http://schemas.openxmlformats.org/officeDocument/2006/relationships/notesSlide" Target="/ppt/notesSlides/notesSlide8.xml" Id="Re9627bda1eda4f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f82bd2880434049" /><Relationship Type="http://schemas.openxmlformats.org/officeDocument/2006/relationships/image" Target="/ppt/media/image4.png" Id="R0fa460a94b774b5f" /><Relationship Type="http://schemas.openxmlformats.org/officeDocument/2006/relationships/image" Target="/ppt/media/image5.png" Id="R9cb1ed10349a4fbd" /><Relationship Type="http://schemas.openxmlformats.org/officeDocument/2006/relationships/image" Target="/ppt/media/image6.png" Id="R5f1230c0012c4909" /><Relationship Type="http://schemas.openxmlformats.org/officeDocument/2006/relationships/notesSlide" Target="/ppt/notesSlides/notesSlide9.xml" Id="Rabb19f5d48ed44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9f5290bffe64da4" /><Relationship Type="http://schemas.openxmlformats.org/officeDocument/2006/relationships/notesSlide" Target="/ppt/notesSlides/notesSlide10.xml" Id="Re57aa40c0ea14e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0e0ea0957f249a7" /><Relationship Type="http://schemas.openxmlformats.org/officeDocument/2006/relationships/image" Target="/ppt/media/image7.png" Id="R26f273f221564ccd" /><Relationship Type="http://schemas.openxmlformats.org/officeDocument/2006/relationships/image" Target="/ppt/media/image8.png" Id="R1556d4aef9294ef0" /><Relationship Type="http://schemas.openxmlformats.org/officeDocument/2006/relationships/image" Target="/ppt/media/image9.png" Id="R729a023885e44bde" /><Relationship Type="http://schemas.openxmlformats.org/officeDocument/2006/relationships/notesSlide" Target="/ppt/notesSlides/notesSlide11.xml" Id="Re9877ce463b746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6359399eaf24214" /><Relationship Type="http://schemas.openxmlformats.org/officeDocument/2006/relationships/image" Target="/ppt/media/image10.png" Id="Rb99bcf0ded5741f9" /><Relationship Type="http://schemas.openxmlformats.org/officeDocument/2006/relationships/notesSlide" Target="/ppt/notesSlides/notesSlide12.xml" Id="R93e03250e46a4d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fbf471c86ce4da1" /><Relationship Type="http://schemas.openxmlformats.org/officeDocument/2006/relationships/image" Target="/ppt/media/image11.png" Id="Re9ae380161094f1f" /><Relationship Type="http://schemas.openxmlformats.org/officeDocument/2006/relationships/notesSlide" Target="/ppt/notesSlides/notesSlide13.xml" Id="R7d2cb004daca435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877c2be6396486e" /><Relationship Type="http://schemas.openxmlformats.org/officeDocument/2006/relationships/notesSlide" Target="/ppt/notesSlides/notesSlide14.xml" Id="R0d71d4a277f44b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764088f14d74a74" /><Relationship Type="http://schemas.openxmlformats.org/officeDocument/2006/relationships/notesSlide" Target="/ppt/notesSlides/notesSlide15.xml" Id="R8a2b41d32d21483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862c0d3539f469f" /><Relationship Type="http://schemas.openxmlformats.org/officeDocument/2006/relationships/notesSlide" Target="/ppt/notesSlides/notesSlide16.xml" Id="Ra3fb8013986842d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d23f100cc7f44bb" /><Relationship Type="http://schemas.openxmlformats.org/officeDocument/2006/relationships/notesSlide" Target="/ppt/notesSlides/notesSlide17.xml" Id="R80b2d18bf4f94d8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30e6f38529d44bd" /><Relationship Type="http://schemas.openxmlformats.org/officeDocument/2006/relationships/notesSlide" Target="/ppt/notesSlides/notesSlide18.xml" Id="R81f2b85d6dab473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6895d07e7c146a2" /><Relationship Type="http://schemas.openxmlformats.org/officeDocument/2006/relationships/notesSlide" Target="/ppt/notesSlides/notesSlide19.xml" Id="Red1d9bf34dcd4d8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fa6536ba29e4d0e" /><Relationship Type="http://schemas.openxmlformats.org/officeDocument/2006/relationships/notesSlide" Target="/ppt/notesSlides/notesSlide20.xml" Id="R2e41504ed66842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d3ee13d595f4c8e" /><Relationship Type="http://schemas.openxmlformats.org/officeDocument/2006/relationships/notesSlide" Target="/ppt/notesSlides/notesSlide21.xml" Id="Rb5c2ce18fbdf4f5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affe14340684d6f" /><Relationship Type="http://schemas.openxmlformats.org/officeDocument/2006/relationships/notesSlide" Target="/ppt/notesSlides/notesSlide22.xml" Id="R6ae934d5f1d148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1b50c0157054cd6" /><Relationship Type="http://schemas.openxmlformats.org/officeDocument/2006/relationships/notesSlide" Target="/ppt/notesSlides/notesSlide23.xml" Id="R6b2ce9d0ef584bd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2cae7edfc5f4d77" /><Relationship Type="http://schemas.openxmlformats.org/officeDocument/2006/relationships/notesSlide" Target="/ppt/notesSlides/notesSlide24.xml" Id="Ra4530fbf2194421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17731e2595a419e" /><Relationship Type="http://schemas.openxmlformats.org/officeDocument/2006/relationships/notesSlide" Target="/ppt/notesSlides/notesSlide25.xml" Id="R383b9006d747432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db553c74695434b" /><Relationship Type="http://schemas.openxmlformats.org/officeDocument/2006/relationships/notesSlide" Target="/ppt/notesSlides/notesSlide26.xml" Id="R76a1286d064a42c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3f94b3516646b8" /><Relationship Type="http://schemas.openxmlformats.org/officeDocument/2006/relationships/notesSlide" Target="/ppt/notesSlides/notesSlide27.xml" Id="R9520c6ecb1c1401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472a79cbbd44607" /><Relationship Type="http://schemas.openxmlformats.org/officeDocument/2006/relationships/notesSlide" Target="/ppt/notesSlides/notesSlide28.xml" Id="R0ad65cc1463941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7be9c0f0c6d4ca3" /><Relationship Type="http://schemas.openxmlformats.org/officeDocument/2006/relationships/notesSlide" Target="/ppt/notesSlides/notesSlide29.xml" Id="R7b9378fec6fd4f0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3c05252ae464df0" /><Relationship Type="http://schemas.openxmlformats.org/officeDocument/2006/relationships/notesSlide" Target="/ppt/notesSlides/notesSlide30.xml" Id="R48409556690d4f9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c601c1ef1734fe3" /><Relationship Type="http://schemas.openxmlformats.org/officeDocument/2006/relationships/notesSlide" Target="/ppt/notesSlides/notesSlide31.xml" Id="Rdb9eb9ed3f404bf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3a0ce3da7f94bca" /><Relationship Type="http://schemas.openxmlformats.org/officeDocument/2006/relationships/notesSlide" Target="/ppt/notesSlides/notesSlide32.xml" Id="R76cded31000546d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4d3bb9a50444777" /><Relationship Type="http://schemas.openxmlformats.org/officeDocument/2006/relationships/notesSlide" Target="/ppt/notesSlides/notesSlide33.xml" Id="R1d24676911e44c1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f10ef18b0e64a94" /><Relationship Type="http://schemas.openxmlformats.org/officeDocument/2006/relationships/notesSlide" Target="/ppt/notesSlides/notesSlide34.xml" Id="Rb43178a21f114f5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ab223d249674abc" /><Relationship Type="http://schemas.openxmlformats.org/officeDocument/2006/relationships/notesSlide" Target="/ppt/notesSlides/notesSlide35.xml" Id="Rb59a589904fe47a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abc3e2bc4c145d9" /><Relationship Type="http://schemas.openxmlformats.org/officeDocument/2006/relationships/notesSlide" Target="/ppt/notesSlides/notesSlide36.xml" Id="Rca3403aac44b417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103ffe4336f4309" /><Relationship Type="http://schemas.openxmlformats.org/officeDocument/2006/relationships/notesSlide" Target="/ppt/notesSlides/notesSlide37.xml" Id="Rbb3c65349c6d403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4e0d3618f024da7" /><Relationship Type="http://schemas.openxmlformats.org/officeDocument/2006/relationships/notesSlide" Target="/ppt/notesSlides/notesSlide38.xml" Id="Rb12339c53f504d0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e1d92a090ee45d7" /><Relationship Type="http://schemas.openxmlformats.org/officeDocument/2006/relationships/notesSlide" Target="/ppt/notesSlides/notesSlide39.xml" Id="R1ba860b858c842e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242e207a6934c0d" /><Relationship Type="http://schemas.openxmlformats.org/officeDocument/2006/relationships/notesSlide" Target="/ppt/notesSlides/notesSlide40.xml" Id="Rcb2eaf2a20234ae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853d695d80c34584" /><Relationship Type="http://schemas.openxmlformats.org/officeDocument/2006/relationships/notesSlide" Target="/ppt/notesSlides/notesSlide41.xml" Id="R6f11f18b016a470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8b298d23cb94c0f" /><Relationship Type="http://schemas.openxmlformats.org/officeDocument/2006/relationships/notesSlide" Target="/ppt/notesSlides/notesSlide42.xml" Id="Ra37b50739ffa470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f5f694a64564341" /><Relationship Type="http://schemas.openxmlformats.org/officeDocument/2006/relationships/notesSlide" Target="/ppt/notesSlides/notesSlide43.xml" Id="Rf5f801a33bcf407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ca85e13ed0f4c77" /><Relationship Type="http://schemas.openxmlformats.org/officeDocument/2006/relationships/notesSlide" Target="/ppt/notesSlides/notesSlide44.xml" Id="R5bd42b60325644f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c9c717ad80644d2" /><Relationship Type="http://schemas.openxmlformats.org/officeDocument/2006/relationships/notesSlide" Target="/ppt/notesSlides/notesSlide45.xml" Id="R9ddace6d24f149e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9c88f47c4fd4b46" /><Relationship Type="http://schemas.openxmlformats.org/officeDocument/2006/relationships/notesSlide" Target="/ppt/notesSlides/notesSlide46.xml" Id="R557166745671442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092bdf661e041ad" /><Relationship Type="http://schemas.openxmlformats.org/officeDocument/2006/relationships/image" Target="/ppt/media/image12.png" Id="Rc410dd971d6b4194" /><Relationship Type="http://schemas.openxmlformats.org/officeDocument/2006/relationships/image" Target="/ppt/media/image13.png" Id="Rfefb3c6c1f284d3d" /><Relationship Type="http://schemas.openxmlformats.org/officeDocument/2006/relationships/image" Target="/ppt/media/image14.png" Id="Rf04d2f661b0f49fb" /><Relationship Type="http://schemas.openxmlformats.org/officeDocument/2006/relationships/image" Target="/ppt/media/image15.png" Id="R81ae290671414668" /><Relationship Type="http://schemas.openxmlformats.org/officeDocument/2006/relationships/notesSlide" Target="/ppt/notesSlides/notesSlide47.xml" Id="R63a0c736ef6c4af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cc1903c2da24f15" /><Relationship Type="http://schemas.openxmlformats.org/officeDocument/2006/relationships/notesSlide" Target="/ppt/notesSlides/notesSlide48.xml" Id="Rff1095c2e2324f3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53493ad564245ee" /><Relationship Type="http://schemas.openxmlformats.org/officeDocument/2006/relationships/notesSlide" Target="/ppt/notesSlides/notesSlide49.xml" Id="R4b169da95f6646d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b5acfe1d461465d" /><Relationship Type="http://schemas.openxmlformats.org/officeDocument/2006/relationships/notesSlide" Target="/ppt/notesSlides/notesSlide50.xml" Id="Rac017b75e50a431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68964c56b6f4d22" /><Relationship Type="http://schemas.openxmlformats.org/officeDocument/2006/relationships/notesSlide" Target="/ppt/notesSlides/notesSlide51.xml" Id="Reeddcabfa8fe498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00e4e15986e4d29" /><Relationship Type="http://schemas.openxmlformats.org/officeDocument/2006/relationships/notesSlide" Target="/ppt/notesSlides/notesSlide52.xml" Id="Rf15d3b37e356410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9cb3b71bd7745fb" /><Relationship Type="http://schemas.openxmlformats.org/officeDocument/2006/relationships/notesSlide" Target="/ppt/notesSlides/notesSlide53.xml" Id="Ra0c9ece0e25940a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90d6aa0088f64fa3" /><Relationship Type="http://schemas.openxmlformats.org/officeDocument/2006/relationships/notesSlide" Target="/ppt/notesSlides/notesSlide54.xml" Id="Rca013909a8c2436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0d99356861e408f" /><Relationship Type="http://schemas.openxmlformats.org/officeDocument/2006/relationships/chart" Target="/ppt/slides/charts/chart1.xml" Id="Rb9ebbf8bb8114948" /><Relationship Type="http://schemas.openxmlformats.org/officeDocument/2006/relationships/notesSlide" Target="/ppt/notesSlides/notesSlide55.xml" Id="R905e08ba2c4249f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3e72249dc4744725" /><Relationship Type="http://schemas.openxmlformats.org/officeDocument/2006/relationships/notesSlide" Target="/ppt/notesSlides/notesSlide56.xml" Id="Rf89497caa54b4bc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3135ecaeb304ce8" /><Relationship Type="http://schemas.openxmlformats.org/officeDocument/2006/relationships/notesSlide" Target="/ppt/notesSlides/notesSlide57.xml" Id="R28603d3d3fda467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4e599be595b42f7" /><Relationship Type="http://schemas.openxmlformats.org/officeDocument/2006/relationships/notesSlide" Target="/ppt/notesSlides/notesSlide58.xml" Id="R0d1b596f775a4ed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ea1b1f89ace4931" /><Relationship Type="http://schemas.openxmlformats.org/officeDocument/2006/relationships/notesSlide" Target="/ppt/notesSlides/notesSlide59.xml" Id="Re30da715e05a43f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f73920e2231434f" /><Relationship Type="http://schemas.openxmlformats.org/officeDocument/2006/relationships/notesSlide" Target="/ppt/notesSlides/notesSlide60.xml" Id="R0d83a37a37a840d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fa481af12cf433a" /><Relationship Type="http://schemas.openxmlformats.org/officeDocument/2006/relationships/notesSlide" Target="/ppt/notesSlides/notesSlide61.xml" Id="Rb95c8272162c48e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27cc558a4ce49a6" /><Relationship Type="http://schemas.openxmlformats.org/officeDocument/2006/relationships/notesSlide" Target="/ppt/notesSlides/notesSlide62.xml" Id="Rdac6d93841924d8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98fee4d809042e0" /><Relationship Type="http://schemas.openxmlformats.org/officeDocument/2006/relationships/image" Target="/ppt/media/image16.png" Id="Rff69806636164c2e" /><Relationship Type="http://schemas.openxmlformats.org/officeDocument/2006/relationships/notesSlide" Target="/ppt/notesSlides/notesSlide63.xml" Id="Rffa81f21f68b41d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633979f7e794651" /><Relationship Type="http://schemas.openxmlformats.org/officeDocument/2006/relationships/notesSlide" Target="/ppt/notesSlides/notesSlide64.xml" Id="R469e27894dc341b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90d4fcea3884d50" /><Relationship Type="http://schemas.openxmlformats.org/officeDocument/2006/relationships/notesSlide" Target="/ppt/notesSlides/notesSlide65.xml" Id="R534d6b04e44e45c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87ed372b261460f" /><Relationship Type="http://schemas.openxmlformats.org/officeDocument/2006/relationships/notesSlide" Target="/ppt/notesSlides/notesSlide66.xml" Id="R962965a2edc749d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1a72b26f12041c3" /><Relationship Type="http://schemas.openxmlformats.org/officeDocument/2006/relationships/notesSlide" Target="/ppt/notesSlides/notesSlide67.xml" Id="Rc61a09f16d974e8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9a1ce1c2d6574b71" /><Relationship Type="http://schemas.openxmlformats.org/officeDocument/2006/relationships/notesSlide" Target="/ppt/notesSlides/notesSlide68.xml" Id="Rec4387ad24314a2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fb3b680cedc64cac" /><Relationship Type="http://schemas.openxmlformats.org/officeDocument/2006/relationships/notesSlide" Target="/ppt/notesSlides/notesSlide69.xml" Id="Ra7fe2fd1b228468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d8928bea0a142af" /><Relationship Type="http://schemas.openxmlformats.org/officeDocument/2006/relationships/notesSlide" Target="/ppt/notesSlides/notesSlide70.xml" Id="R541731f979a5459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1dd7c0336504481" /><Relationship Type="http://schemas.openxmlformats.org/officeDocument/2006/relationships/notesSlide" Target="/ppt/notesSlides/notesSlide71.xml" Id="Rcc4af73c91704be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181b91f5e6e46cb" /><Relationship Type="http://schemas.openxmlformats.org/officeDocument/2006/relationships/notesSlide" Target="/ppt/notesSlides/notesSlide72.xml" Id="R7ff5d5e93b4c40a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282ab824fe2a435a" /><Relationship Type="http://schemas.openxmlformats.org/officeDocument/2006/relationships/notesSlide" Target="/ppt/notesSlides/notesSlide73.xml" Id="R37b366b9d9c3436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8ed6d1c684554756" /><Relationship Type="http://schemas.openxmlformats.org/officeDocument/2006/relationships/notesSlide" Target="/ppt/notesSlides/notesSlide74.xml" Id="R3a51baecb2e34c3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a9660042f4d84c0d" /><Relationship Type="http://schemas.openxmlformats.org/officeDocument/2006/relationships/notesSlide" Target="/ppt/notesSlides/notesSlide75.xml" Id="R1f43e87971fe49b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64f6f9be4ec64dda" /><Relationship Type="http://schemas.openxmlformats.org/officeDocument/2006/relationships/notesSlide" Target="/ppt/notesSlides/notesSlide76.xml" Id="Rc7c9d480be8142b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d6fcccfe1cfe46ce" /><Relationship Type="http://schemas.openxmlformats.org/officeDocument/2006/relationships/notesSlide" Target="/ppt/notesSlides/notesSlide77.xml" Id="Rad65cb4943524ec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1c006bacbd4480b" /><Relationship Type="http://schemas.openxmlformats.org/officeDocument/2006/relationships/notesSlide" Target="/ppt/notesSlides/notesSlide78.xml" Id="R8d14545d719b45b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afd65fe0aac477f" /><Relationship Type="http://schemas.openxmlformats.org/officeDocument/2006/relationships/notesSlide" Target="/ppt/notesSlides/notesSlide79.xml" Id="Rf3ab5eb6f4ce404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ef924d1002e544b3" /><Relationship Type="http://schemas.openxmlformats.org/officeDocument/2006/relationships/notesSlide" Target="/ppt/notesSlides/notesSlide80.xml" Id="Rece01a7c81cf4a2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349de4bd175046d5" /><Relationship Type="http://schemas.openxmlformats.org/officeDocument/2006/relationships/notesSlide" Target="/ppt/notesSlides/notesSlide81.xml" Id="R71cc29022229462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5df81246a344b0f" /><Relationship Type="http://schemas.openxmlformats.org/officeDocument/2006/relationships/image" Target="/ppt/media/image17.png" Id="R51f00c10b1dd4642" /><Relationship Type="http://schemas.openxmlformats.org/officeDocument/2006/relationships/notesSlide" Target="/ppt/notesSlides/notesSlide82.xml" Id="Rae92110fdc7c44b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1cda71757dfb43b4" /><Relationship Type="http://schemas.openxmlformats.org/officeDocument/2006/relationships/notesSlide" Target="/ppt/notesSlides/notesSlide83.xml" Id="R76937c838c1448d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c55762c69c447ef" /><Relationship Type="http://schemas.openxmlformats.org/officeDocument/2006/relationships/image" Target="/ppt/media/image18.png" Id="R596fe9bd637a4e68" /><Relationship Type="http://schemas.openxmlformats.org/officeDocument/2006/relationships/image" Target="/ppt/media/image19.png" Id="Rcccc692cacfc4b67" /><Relationship Type="http://schemas.openxmlformats.org/officeDocument/2006/relationships/image" Target="/ppt/media/image20.png" Id="R4beb96608cb34b0a" /><Relationship Type="http://schemas.openxmlformats.org/officeDocument/2006/relationships/notesSlide" Target="/ppt/notesSlides/notesSlide84.xml" Id="R1b8918212e724436"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7275085fb0004745" /><Relationship Type="http://schemas.openxmlformats.org/officeDocument/2006/relationships/notesSlide" Target="/ppt/notesSlides/notesSlide85.xml" Id="R1428ee6db3bd4ef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d55fe41539524b81" /><Relationship Type="http://schemas.openxmlformats.org/officeDocument/2006/relationships/notesSlide" Target="/ppt/notesSlides/notesSlide86.xml" Id="R2290b9fa5fe5493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a54e1935098a4dbc" /><Relationship Type="http://schemas.openxmlformats.org/officeDocument/2006/relationships/notesSlide" Target="/ppt/notesSlides/notesSlide87.xml" Id="R0372a0ed7e6c4a2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0aa0ef177c094ee5" /><Relationship Type="http://schemas.openxmlformats.org/officeDocument/2006/relationships/notesSlide" Target="/ppt/notesSlides/notesSlide88.xml" Id="Rd141c15b1fb94332"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1c034f5171a4bc3" /><Relationship Type="http://schemas.openxmlformats.org/officeDocument/2006/relationships/notesSlide" Target="/ppt/notesSlides/notesSlide89.xml" Id="Rd8fc9fa481ff43e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c8d28ee3c914b35" /><Relationship Type="http://schemas.openxmlformats.org/officeDocument/2006/relationships/notesSlide" Target="/ppt/notesSlides/notesSlide90.xml" Id="Rd6f3c0f42c4640c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34F1907-5BAB-4D9C-B3D8-0B328862C5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98842EC-F977-4AEC-AAE5-2AEF18B48F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BDE6F480-6483-4FBD-8472-F0BBA31100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1363ABC-1F38-4D4A-B72F-B8C870BC1B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718AC334-E03B-4E06-8705-CD99F357BF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D49050BA-C3B9-44E2-9316-BA9FBAF4D0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358D1BDE-4B56-40D2-9ED8-A2C3E49E3DD0}"/>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A371D83E-3D70-403F-BD2F-2E299707312D}"/>
              </a:ext>
            </a:extLst>
          </p:cNvPr>
          <p:cNvPicPr>
            <a:picLocks xmlns:a="http://schemas.openxmlformats.org/drawingml/2006/main" noChangeAspect="1"/>
          </p:cNvPicPr>
          <p:nvPr/>
        </p:nvPicPr>
        <p:blipFill>
          <a:blip xmlns:r="http://schemas.openxmlformats.org/officeDocument/2006/relationships" xmlns:a="http://schemas.openxmlformats.org/drawingml/2006/main" r:embed="R5951e8ac3b79453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93B0F13-B75A-4864-A7D1-8501A381167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3D1E5A9-5B8D-4947-95DC-75FF938899A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0B6AEC0-D3F4-49CA-9A2F-4950981A23A0}"/>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986BBA76-F3D3-4C80-BFB0-51B0483A26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2148980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4CB3685-6A21-4489-B765-271B05307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85FCBB4A-D9DA-4DB3-8778-F5965F602D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F256536-B891-44E9-BBC5-DFCF857486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92CB29C-860A-4035-8208-2F4B3C304A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F0CECEAD-523D-45B8-83B5-2D94637359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B739D70-DFD6-45EF-8C10-A76938A073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F288607-93BF-4F42-813B-655F20A0E4D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95F6155B-6728-4F02-A0AE-13937A1D036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6DA4D43-D9B9-4387-BCEA-B2ACD30F8DA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D0D26BFA-698E-43A0-A1BE-2B6EFA77839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7F3887-9907-4DA7-BB6F-20E8B161BCF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2DCB26A-DE09-465F-9358-F1C0F8B5358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2C2964C8-3FFF-4510-BDE6-4691E159616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F2B890-62E2-454C-AAC3-6BCDF473EF8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90C0896-5900-4D9C-837F-23EEF1C7728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7B34A90-353C-483C-B8BF-B1180A9F8B9A}"/>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9EA3CF9D-0F68-4E66-BE53-409944ED9795}"/>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8B33E366-500D-4E93-AC51-1B6BD1E0A27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F62B463B-A5A1-4B38-89D8-950B089898E2}"/>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BD88417-5999-4A7F-A647-4EDD538F7B8F}"/>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A1AC5BE-CDB6-4536-8753-271C05E39D8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D95BF3E-9276-44C2-88CA-F86673706DE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A9C2FE5-A192-4328-9DC6-EE36FBC7AA1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3AADE7B7-C551-4D15-9740-278DDEE69F3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259246AF-5447-46D2-B869-0052E1D50829}"/>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F80DA8AE-CCC1-428D-BF71-F49E449634DB}"/>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49B4A536-FF23-4934-822A-661754B5EB4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10B325CE-26EB-476F-91E0-32525FF6361C}"/>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4F0D7A2-1526-4CDC-90C5-D6FF5EF4CD6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5857512-14B9-4006-93DF-669B991F4D0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13D7E98-0F6C-4120-AA87-359DE3357251}"/>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2491779-DD65-4F1D-B0E5-1D6996264AE0}"/>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9363E96-9AB0-4B12-906A-3B7DD90BB412}"/>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9064AE9-B08E-4251-A8A2-961ABBFB387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E7346441-4BBF-4C74-9FEC-35949C024CC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C0B706D-75F6-4547-BEBD-43B772B4EF0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14B72CEF-71A3-40B7-80B8-518A2383AAE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2EE022ED-CD05-4B1E-8A7A-D21E9F518F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0581806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51F530C-D859-42CC-A5C6-0EE3621B3D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88F3319-3277-4004-80FD-149563B67B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277FB7A-4C79-4B6F-9205-C03C7C6F25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354E800F-828B-4D76-9F2D-4642492766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64D64975-4FC3-412D-93CB-9820CB16CF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55271D64-1352-4046-A395-A7A3AE4AEF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6FBAF969-34CD-45A6-AFD4-F015845884C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D27EB26B-5B20-4B18-8B22-BED6CF0616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3C5057EC-4AFC-4586-8DF2-A491188E8CE2}"/>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15112228-D784-49B2-868D-22F4D36A7FA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2936286-B334-420B-B9F0-88D5A854E30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36ED73C-6009-40B2-92F3-0BF057C201DC}"/>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BA0450F2-F535-43AC-A003-3219CF626B82}"/>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EABBE795-A23C-4813-B810-6BC85B4BEE08}"/>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43490E6-76FC-468A-8EA7-E9372F266A7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ACA26FC6-2F77-4664-B854-C29976B02E7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EB50495-9C64-4D34-9BA8-4C254AAA322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2B2601EE-C38E-42BC-82BC-6AE61EB93EBE}"/>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7EA24CA-158A-41FD-A92A-157A4BF0CE5F}"/>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37AAEB1D-9A63-4B6E-9254-D4152BF538D8}"/>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54B6A37-D4B3-448D-A5AF-DE8BA613C50E}"/>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5B26678-97B1-4010-B8B1-EEFF26A292A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3345C0F0-1E3A-4711-8C97-0D5B69340DB5}"/>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D93EAAB-60CF-47B3-8980-9FD81B51B24E}"/>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8DBAC78E-04A9-40FD-BE6D-EA1FDE9311F8}"/>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18C2CD7-8F68-4499-AAFD-E5F76C2021E5}"/>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35AA790-EC43-4530-BEAA-9F17BF007471}"/>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B90256D-7AB2-49C8-A937-DEFE9B6241A2}"/>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B5D4E0DE-D954-4E26-937C-E2476C7CF8C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14DAF74-3F11-4C6A-9327-22C421224F3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530C723-8B51-4FA6-8172-AB9F43514294}"/>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5A141C2-52D5-4D95-8F6C-B2841851C48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DE978D5-1134-40C4-8D17-A469836DF9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8532390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9E4DCDE2-4AD2-4C9B-B0EF-FA598F169C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8777E0A-2619-4EC4-8AE0-75A106CEBB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CB93BEB-543C-41EF-AF12-5B48B0C107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E51A45D-E59A-4392-8D39-EABA72F71B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634D4261-0D97-46C0-92EC-08FA463E0B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C1EE28B6-4584-4C27-8DC2-B0B76DB0CA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0CCD7F4-8143-4779-9A0D-2B0FE7B55EEE}"/>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EC5DC1D5-938F-4928-8803-6A51889E13A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BACA1466-C1F8-40CE-889E-A60569FF71E4}"/>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0FC2149-C6A4-4202-A901-F39B80F2EC9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D57F4E1-B95D-466D-96B5-ADE25787300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D213EA10-B789-4397-A378-D5A348C584FE}"/>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E52104F5-3F8F-48C7-9E03-249CE0713F8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9DCE7C32-AD70-4F9C-809E-5A6A556DD55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0595B8B8-6C5A-4951-8509-5F7A11BFCD3D}"/>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077342-01A7-480C-B129-ED6A6F52CB0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3A4BC975-E5E7-4858-B3D3-BCBAFBB223C8}"/>
              </a:ext>
            </a:extLst>
          </p:cNvPr>
          <p:cNvPicPr>
            <a:picLocks xmlns:a="http://schemas.openxmlformats.org/drawingml/2006/main" noChangeAspect="1"/>
          </p:cNvPicPr>
          <p:nvPr/>
        </p:nvPicPr>
        <p:blipFill>
          <a:blip xmlns:r="http://schemas.openxmlformats.org/officeDocument/2006/relationships" xmlns:a="http://schemas.openxmlformats.org/drawingml/2006/main" r:embed="Rfe46363b3996460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BCD8B4C1-3FC5-4393-A82E-ECE6A268B6EF}"/>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F4816D6-25BF-4DF3-8A6D-9E5ABB8708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9652845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1B68E42C-D7EC-4817-BEC4-1EFFB64E21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B783D602-AA2A-42CE-A406-FBEA3DAB8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BA206564-D0DF-4250-BB7E-4B0D8A102A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783F5580-1F52-417E-9EE5-69759C6057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BE55BD6A-8800-493A-B5E9-AEF79E5DE4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B70CEDB9-9EF5-4590-AE01-BA9D6F8088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81B453BF-8278-45C9-84BC-8302A0CE2B90}"/>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9520AFEC-558F-4488-98EC-3B5729877D73}"/>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55CEDF3E-02AA-4BC9-BB7E-D574A0404D6B}"/>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683CF107-E710-497C-9230-288ADD918C4E}"/>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D293A1EE-CE32-4A3D-A534-530E7F5E7B3E}"/>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DA29AF6-2A9C-4F3E-A520-EC44EDC38B9D}"/>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BF55F8D5-9F6B-41C1-BE10-59170744007F}"/>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33863C1-5F3F-47B0-8F35-0B0AE373EBB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06D8EB2-CF68-425D-A099-5A607DDDD10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F8EABF39-85B9-4EA9-9D6E-C2DC0AA7CCD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8EADE10D-3D80-430B-BC05-492CE132DA0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087FFEAE-60F1-4B82-88FC-53FCF7501C1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C0124660-7B91-43AD-8BCD-1443330CFF4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2FE5B419-D2AF-45C8-BB78-41F9A3A805B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EE43FED-55E1-4FF5-B3A0-AC5E5546AEA9}"/>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C5986558-F005-4FEB-95E1-3DEE4C74F10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1106960A-67C9-46FD-AEED-63702938BD51}"/>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DF2E9082-F679-4265-863A-8A94F9DD38F2}"/>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A913623C-2CF5-4F22-873C-EC32E7E2F325}"/>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390961A9-933B-4006-BB43-B57CE8BED65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9CB0E876-F63A-4CDC-B867-15748F576F7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BACE80EE-6947-42A8-AA54-D3D4AB255C9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6AA8F2BF-2F9B-4DF8-83B5-004398F69FE0}"/>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447A881-F432-4CCC-8372-AA4C8943D35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BEC1096F-A953-41D8-ABF5-B7D78455FDA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4AA7E1EB-72A3-4B9A-9019-CDFDE80C451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457C0714-20DD-41C2-ABB8-2C95E639814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88B7FD75-989D-4C2E-BAB3-E5D65818245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58AEB1D8-681D-4DD0-82B3-CEF1BA872E8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6B92EBC-6D9E-4F7F-8ABD-2C5F672463D6}"/>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8C6B81F-3F71-4221-8DD0-17C32DAC8090}"/>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EC51D244-A916-4C96-8CB7-775853A4547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6AD5E1D7-F841-4E13-A67B-E6A637FB1020}"/>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CCD48207-5E4E-4025-BDA7-EE8B75B2AFDB}"/>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F5E2EEC2-747A-4A59-A56A-359CD7CABB47}"/>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5ACD56F9-AB9A-4D16-BE0F-E50C22F6E952}"/>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8C74001E-11C2-4721-84F8-25E9C8C2DDF8}"/>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871F1288-2B70-45C1-B19E-C709DFB0E0F7}"/>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60C5493D-3276-4704-962D-E96B0AD39A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0561384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F994165F-3CCB-473C-853F-E627E5ED76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409C0875-F925-4AC9-8E4B-CF7614FF40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3A39F3D7-4FD3-4656-BFD5-40076B313F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A3442E00-D7BD-4B69-BC1E-65C8352F31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0DD95CC1-79C1-452A-9BE2-55B006C1C1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22F8A8FA-AFE5-486D-9541-DF2C04834B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FFE97DA-5F77-4697-9DEE-CB05CCD31A7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C5AF21D-101E-48B3-AF81-E226158B1CA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14382902-B0B4-415B-BCA5-4C0CE0E12C7A}"/>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5A384799-2609-4F44-8A4A-D115A5EBCC62}"/>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928DE18-14B4-43A2-94B5-3F79B7D406E5}"/>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8F67FD02-3BCE-4CD9-A7F8-B83C7C323950}"/>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8E095BC0-5E9B-4F43-8870-E32919B0BEE2}"/>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2BDC45D7-1EF1-4512-9093-9A9D4A79B43E}"/>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BB402355-80DF-4EFC-AB5B-496045586C9B}"/>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4BBD0E44-B16E-48A9-ABDA-7D37B6BEA504}"/>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83F5CD1-320D-49F6-B27E-920A1B7CB317}"/>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933C404-B060-438B-8A82-56AE5BD31E3B}"/>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73E230D4-652A-4EB4-BEA4-F158B6FEEA15}"/>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4E8E3557-E99B-457A-951F-23A214C6D5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3735942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18B06F16-C50E-4733-B75F-A724645663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AACCE54-08C7-42D1-80FC-572F0EC1B9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3AF325B7-121F-43A5-BF28-6A8CE535034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15E5FC3-0258-4260-A45A-7C38C3468C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D918309-0816-4365-9E66-02139B4237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86DD1B4C-5AD9-4721-8B45-579130D26D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8AB25575-22D4-4657-871E-9C1D1C7B5F4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E2F09A06-9F58-461F-8693-E69E5D0D69F1}"/>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34F2CAB8-44A0-4AD4-B1F7-9FF5708D016A}"/>
              </a:ext>
            </a:extLst>
          </p:cNvPr>
          <p:cNvPicPr>
            <a:picLocks xmlns:a="http://schemas.openxmlformats.org/drawingml/2006/main" noChangeAspect="1"/>
          </p:cNvPicPr>
          <p:nvPr/>
        </p:nvPicPr>
        <p:blipFill>
          <a:blip xmlns:r="http://schemas.openxmlformats.org/officeDocument/2006/relationships" xmlns:a="http://schemas.openxmlformats.org/drawingml/2006/main" r:embed="R786db0df32db41f5"/>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64DBC70C-2069-48A4-8675-5BCD545FB0C3}"/>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F8CC6699-4B58-4958-8457-93B9FBFF682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6AAA65C3-4D9E-4BBE-8D0A-CB0A65262D1B}"/>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248462CD-F66A-47C9-B596-CCD8806A6F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4474830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EF4C2B56-21EE-4C20-B391-02D8B53351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14DEC73E-0D31-4552-97D5-B92CB85CFE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7CE7A979-3A96-41D3-9173-82C40203B1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FB5AB5F-BD47-453C-8B1E-8B55839BA0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5461D358-2B7B-4783-A7E5-C412A8C7EF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AE5BDAB-F374-4255-BDEB-370B952058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29000267-5F55-4D5D-93D9-9677C012CA2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2FF904C4-333D-47D8-9CA4-26DF7ED57E08}"/>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2DEFB79-E2D5-45C4-AC99-139E462CD71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DD22B81-C81F-4469-A993-190974B73A22}"/>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9D007E5-C3E9-4E1B-85DA-1BED915D9D88}"/>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302DABC-A56D-4681-8599-36387314D4D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D443B1F-5778-4E54-9A1C-3FE42BAE66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CDE3E4F5-4706-413C-909A-33D7E27F5C6E}"/>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E01B6214-B8D9-42C9-B777-AA40DF7FE8F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EDE1F833-0124-4D31-BFA8-A04D5A34864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E2EF927-47FC-4327-9683-99C8F57A8D9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F69C5977-5734-4EB7-BDF1-FC27E1A74424}"/>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D326B7BA-93E9-4F24-A197-0CD30ED8F26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06A8E78-7009-42A5-AE9E-8F50EB642E15}"/>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9123C1A-73AB-4029-A6A1-DB369E2CD7C6}"/>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9B174592-BFF2-40B3-B338-C38DA5B9620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AD9E6ED-85DD-422E-8CC9-A4849EE521F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2BED0A6-0D07-44B7-9BAD-D425340D924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35D50E11-3C2F-4F9C-B83B-AF056CE2B914}"/>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A760FD1-39FD-4A36-A7C5-8B5190766E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BDC2B41-2697-4CD2-88C6-AEED374DD8E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D222546-3BAC-4616-972C-59A006B24B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6392608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344B66C3-B292-4B01-94DC-DFDEA7B631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B25C6BD-68CC-48FE-8998-3795620978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89B39AC-8334-4604-9A2D-36B287B09F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C079F866-8F4C-4D66-AC2A-2027632956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106EFF53-5D9E-416D-A8A6-77069D5CCC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B328E426-658C-45BF-85E3-25AA78E1D6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EA15442-AA06-4A65-9CD6-33B83E8D2DD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5D0DCC0-EF42-44E7-8BBE-4459951631D9}"/>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1E1FEEC2-1154-4DD4-B80D-4651DFF504BD}"/>
              </a:ext>
            </a:extLst>
          </p:cNvPr>
          <p:cNvPicPr>
            <a:picLocks xmlns:a="http://schemas.openxmlformats.org/drawingml/2006/main" noChangeAspect="1"/>
          </p:cNvPicPr>
          <p:nvPr/>
        </p:nvPicPr>
        <p:blipFill>
          <a:blip xmlns:r="http://schemas.openxmlformats.org/officeDocument/2006/relationships" xmlns:a="http://schemas.openxmlformats.org/drawingml/2006/main" r:embed="R0fa460a94b774b5f"/>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E878BB4-C930-4CD1-88C4-49E1ABEB14A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9284498-B7E1-4AF1-993F-FA90B9013256}"/>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CFC4A26-0840-494A-8903-06F6D12F5F28}"/>
              </a:ext>
            </a:extLst>
          </p:cNvPr>
          <p:cNvPicPr>
            <a:picLocks xmlns:a="http://schemas.openxmlformats.org/drawingml/2006/main" noChangeAspect="1"/>
          </p:cNvPicPr>
          <p:nvPr/>
        </p:nvPicPr>
        <p:blipFill>
          <a:blip xmlns:r="http://schemas.openxmlformats.org/officeDocument/2006/relationships" xmlns:a="http://schemas.openxmlformats.org/drawingml/2006/main" r:embed="R9cb1ed10349a4fbd"/>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525B2E77-5E8D-4D45-9ED8-923A3DB462BF}"/>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280EDBC3-BBA4-4304-99CF-F6E03F26156B}"/>
              </a:ext>
            </a:extLst>
          </p:cNvPr>
          <p:cNvPicPr>
            <a:picLocks xmlns:a="http://schemas.openxmlformats.org/drawingml/2006/main" noChangeAspect="1"/>
          </p:cNvPicPr>
          <p:nvPr/>
        </p:nvPicPr>
        <p:blipFill>
          <a:blip xmlns:r="http://schemas.openxmlformats.org/officeDocument/2006/relationships" xmlns:a="http://schemas.openxmlformats.org/drawingml/2006/main" r:embed="R5f1230c0012c4909"/>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0337DF1-7AC8-4B9A-BBB7-7F2F717B1FD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891CA40-7101-4446-86F5-544EA852C2C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46F39965-FD1E-4F32-B538-DDAE7ADBDE95}"/>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46890CD-C0A7-4E30-AD8C-9F05DC294E6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0977CF91-57E5-41A5-BE07-C7E20309B5C4}"/>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BB32308-54A1-4606-96C8-0583B9EDD76B}"/>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97285EA0-4880-4C90-B2E2-AEA8831E173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A0FCB6A-2C73-4F1C-9391-B4A3E5A3C8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2624830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1EB3E48-B8EB-4130-B2C4-28C1E405D9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8C03FFFD-8C4C-41F6-A1AC-B8DD0B8B42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6F4C5B8-35DC-40FA-81B6-8C6A793328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29F7935-074A-4108-9AFA-477C8013C5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84193C3-0D90-459C-B73B-722010785E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725B57E2-316D-4D16-B558-FB9DC932EB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D94133EA-AE4E-49F2-8494-AD4C8443E48F}"/>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7A58FFC-5C63-40F2-8999-4DB1D41DF2A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40F2983-DD21-4271-ADDF-44306320ED0A}"/>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1B38E92-B94D-41A7-8799-9E7CBEB1E7F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5F308981-7592-44AE-88F3-8D1B5B9766B9}"/>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1983669-9AED-4377-99F8-044A162AD625}"/>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ADA44B1-A354-4813-BC08-31105FFC59D7}"/>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FDC964F-097C-4B06-A846-58BE7E38FD76}"/>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735E3D0-3D88-44D2-95E9-E765E744DBBB}"/>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8143C9EC-F79E-42B9-B09F-BDADC40C0CEC}"/>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1C279A78-D905-4E23-AD10-A585F0B7E67B}"/>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088627CC-C791-4D24-A66F-06D2E8D0DF2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AF11694-E49D-42A4-9F06-BD5A5C3E1144}"/>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3106C6E9-0A84-4103-B4A4-CD6F2B98392A}"/>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A3BB496-5FE6-438E-A613-09B54A880D07}"/>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0A0C735D-A2FB-4EA6-8567-9EA09A30C6A7}"/>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359FEA3-E789-458F-900F-C84C18914CB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D595413-492F-4938-B30F-62C6CB7C3A11}"/>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AAB8418B-0C48-4DFB-94BB-BD736C24B95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E78BA7D-0DF7-4884-A4DC-B3AE969FA3C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EFD086C-CB14-445D-9081-30135F7CBDA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BC6F917-1ACF-42E7-AD93-0BE8236B63FF}"/>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E58EF7D-0D37-484D-8B9E-ADFDD6748160}"/>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B01D31A-4F6C-4214-BCB8-794C8E1CE437}"/>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E3726661-5B65-419E-80BD-8C1899C57BF4}"/>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B79A8E64-7635-48DE-97AF-8E1D5DAC486C}"/>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E0893A2A-2F24-41E8-8575-1636E913214D}"/>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828FFEF-CF15-4FE0-BE54-FBBF7F10C7B5}"/>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CC1F07DD-4ADE-4EE2-8BF1-8AC41FC5BDB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E78EF83-37CF-473A-8632-0EA2A30EA4AF}"/>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0BE3B152-7F99-465F-8C86-6C81F7258B1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A07A6B4D-AC30-41D6-BDC2-EBEC444A0C51}"/>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D78B546-09C2-4210-AA69-3696F952D8E5}"/>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880CFF2-9924-49C6-B9DD-EEDA33192E9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732C32C6-B8AC-4FAE-8811-5E5891ABC0D1}"/>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D7222D16-01F3-4F5C-956E-A6C09444F497}"/>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8D41B7A5-FB86-47E3-BF4F-80E2D3C5744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AB89B94-33F1-4FAB-9CBB-3332477CAD9C}"/>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E4E2071-750B-4526-9E30-B164B7221B8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94BBB334-92BD-44B7-8FE1-EA9B9C9BE5B9}"/>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8B4E530-576E-4AD3-84FF-A8AC7E404324}"/>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7831D28-4D2F-4397-9786-F8ADAC5F3F3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A0C7E4E3-83F8-4AE5-BA8A-74F1A0E623B6}"/>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C4B75FA-64B7-42AE-B35E-7FB75BD5556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83F32F2A-F261-4471-812D-38E9D3DB776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B36E7ADF-5DFF-4D0C-8641-19AB937903CB}"/>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283A4C6-081D-4B3D-AE26-168C9CDAC40D}"/>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12B98CB5-FC01-4B7B-BAEC-FDFDDD2B9128}"/>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70A864E1-088A-40C2-8AA5-86A23D62B74B}"/>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29FFB99-217A-427A-A549-931706FC063F}"/>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F82F3920-2C3B-4C4C-BE31-BD8BB1359E9A}"/>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C6161D7D-2141-4DCB-A171-3706296FF86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68DB1275-451B-4589-9022-E235F9BCAAB9}"/>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870B9450-41BE-4DD9-8616-C8586197DF0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EDD62E6-0068-4A87-BAAF-66BF4DFC60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4386114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689DD486-CFC6-4873-98A8-B3C52C192A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2BBDA9E4-9D28-412A-914D-10420EF708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77137DC3-6D16-4ECB-B699-5DE9220F57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1328B7D-7ADD-4ED4-8AE5-B8CC23940F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B40A0EF-F86B-4E2E-B73C-2E1F28A1E2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E53AB46F-EF1B-4AF3-95CE-8D6E110781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28E8253B-93E5-4C5D-8611-D6D155A6AF9D}"/>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C45CB85-73F1-434E-990C-A6F2F6B8CB4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5DD608F-5418-40D6-AFEC-799DF007BEB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9E5BACB-7A35-422B-AF43-0A130E22C6A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DB37D1B-CA1F-436F-9E66-E8CCA2D25C3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4BA34ACE-4556-48A2-B248-7EC327B973E0}"/>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D175D174-9916-4623-A47B-9C3756D6BEE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D9AB2F-550A-44C2-84C9-1B266EA6C243}"/>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662E26F-BC8E-4618-AA1E-A8DB482BBF56}"/>
              </a:ext>
            </a:extLst>
          </p:cNvPr>
          <p:cNvPicPr>
            <a:picLocks xmlns:a="http://schemas.openxmlformats.org/drawingml/2006/main" noChangeAspect="1"/>
          </p:cNvPicPr>
          <p:nvPr/>
        </p:nvPicPr>
        <p:blipFill>
          <a:blip xmlns:r="http://schemas.openxmlformats.org/officeDocument/2006/relationships" xmlns:a="http://schemas.openxmlformats.org/drawingml/2006/main" r:embed="R26f273f221564ccd"/>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FE3F3C0D-10C3-4E8D-A9AD-D536322DF449}"/>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28B130F0-0AB4-4151-B878-207B0B5A2E2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9F2DDC8C-584E-4F3A-8AD4-7F0AF56E00F7}"/>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FB01AF5B-13DB-4BF3-A12B-B8BAB93F509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BCF5E22-549B-4680-9D2C-E5A7BE6AB8FB}"/>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8112852-9CED-40D0-88BF-FE7846040D47}"/>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5988F866-8986-4875-A405-3A2D02F2F51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AC184C8-ED65-44E9-8FFC-38A155ADAD0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D81889A-BF09-4403-A98B-CCA684F8855C}"/>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99D6A3E4-28C8-49C4-9047-6DDC014F773D}"/>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FF07027-D6CB-401C-AC85-0E25C3B17E09}"/>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101EA90C-6E09-494E-B648-9CF38CBEE276}"/>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FDE63F2A-DC0D-480E-959B-3E4C8B5FA91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24DA7B50-454D-49D0-BE40-20A060C7B6EC}"/>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C3DADBA-40AA-473C-9173-4DD8F69448D5}"/>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618F27A-27F9-4344-9E54-534B38838635}"/>
              </a:ext>
            </a:extLst>
          </p:cNvPr>
          <p:cNvPicPr>
            <a:picLocks xmlns:a="http://schemas.openxmlformats.org/drawingml/2006/main" noChangeAspect="1"/>
          </p:cNvPicPr>
          <p:nvPr/>
        </p:nvPicPr>
        <p:blipFill>
          <a:blip xmlns:r="http://schemas.openxmlformats.org/officeDocument/2006/relationships" xmlns:a="http://schemas.openxmlformats.org/drawingml/2006/main" r:embed="R1556d4aef9294ef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EE73732-B8D6-495E-B407-AC68B99073A9}"/>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60875511-83E2-45B4-B20D-8CEECD595E35}"/>
              </a:ext>
            </a:extLst>
          </p:cNvPr>
          <p:cNvPicPr>
            <a:picLocks xmlns:a="http://schemas.openxmlformats.org/drawingml/2006/main" noChangeAspect="1"/>
          </p:cNvPicPr>
          <p:nvPr/>
        </p:nvPicPr>
        <p:blipFill>
          <a:blip xmlns:r="http://schemas.openxmlformats.org/officeDocument/2006/relationships" xmlns:a="http://schemas.openxmlformats.org/drawingml/2006/main" r:embed="R729a023885e44bd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44995732-261C-4C7B-BE9C-11F9577E3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2960619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9350CA39-85B1-4D1F-8D2E-9CF4E64B36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748A3EB6-A208-47FB-B1A2-3871726C2D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D608088C-C5A7-4A5D-89E0-E432D8F19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6FD9E6C9-A512-4C32-9E0B-FCAAB8DE7D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1B32A3AB-77D7-43B4-80B7-1870C77D21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B5E03EE-4AAB-4DCF-8051-8914ADD480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C547852A-CBD2-40FD-9243-D7EAAD44B142}"/>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B800F60-D1FF-4B36-B1E6-F2392331CCCD}"/>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1D00540-5941-42C2-A094-E5C8BBB58C28}"/>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F8290BA-6EAB-4A22-9C62-CD350B9C701F}"/>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DE43D84-FE75-4F78-B5A2-180AA86F2EE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14029FA9-5822-4FDA-B9CC-864E5BF1852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31E207A-6BC6-40C1-9E13-2D44CB667839}"/>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65A76E-A271-451C-AF1A-2143D1C32FED}"/>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06509AA-5078-4147-A66C-454E4DAF92B7}"/>
              </a:ext>
            </a:extLst>
          </p:cNvPr>
          <p:cNvPicPr>
            <a:picLocks xmlns:a="http://schemas.openxmlformats.org/drawingml/2006/main" noChangeAspect="1"/>
          </p:cNvPicPr>
          <p:nvPr/>
        </p:nvPicPr>
        <p:blipFill>
          <a:blip xmlns:r="http://schemas.openxmlformats.org/officeDocument/2006/relationships" xmlns:a="http://schemas.openxmlformats.org/drawingml/2006/main" r:embed="Rb99bcf0ded5741f9"/>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F390432E-DC35-4A8F-B98B-37DB7473B7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6BB0447-DD71-41EB-BC21-94030F3F8CBC}"/>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D0C579E8-2D25-443B-8194-F3C5232A9470}"/>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F956FF78-47DD-45F1-A675-4FDED341A10E}"/>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43ECAD49-AE7D-4951-9DDC-4775A2015E3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DE7736A6-7927-4792-BE74-6B74192501A6}"/>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1849D97-C4CA-4EB6-A59B-2734E4AA755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5A7D40F3-E4B4-4E88-9B75-783DFB7E134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D2BE1781-EA28-4034-B12D-F8EA89FB8FD1}"/>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A88D7953-AB7A-44EC-B76D-D079D2763CF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560C59D8-9296-4837-95AE-4DDFB047081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ECD05F8-A5FB-4771-8770-0B1F27E88EDD}"/>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4BC96586-8F54-4D50-95D0-C8BDD1971A1C}"/>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1081AF14-393A-45E4-92A2-9BAF57E06518}"/>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AF2AEB76-AF37-4A6F-8123-5E8B39D0303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197FE9BD-B179-4F24-BF95-6CBC92204C9B}"/>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4F034B93-AF5C-4C66-BBE0-E1F648E855E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7F03A11-5A28-453C-8679-4E5EC5935E8A}"/>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D8FE4E75-A806-47CA-ACDE-B829EB8656AE}"/>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BF5EA4B-6F09-42F5-9762-CBBE1846D1DC}"/>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BFB866E-5534-4D2A-878A-0EEC45548A6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37318A8-5A0B-47E9-A233-4C5CAB82D6C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4FCD66E-5F10-4DF3-991E-FFF03833E10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B721B8F5-D157-49ED-87D4-29C1843C3AD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BABD0E3-A200-42DC-8799-90E83D044CDE}"/>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BF883775-13A2-45D5-BC2D-C5F3A5F7F4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263295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20B969D0-1282-428B-9730-80F9B95B4C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DD8874E6-E120-4B74-87D5-318A69EE6D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6FD37574-8AB0-4322-8DF7-6393DDD965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AAC4F1C9-213F-4B00-95B0-3B2E6F8A64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7A576C3-F5D2-4E7B-96A1-AB93BD0FA6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B3E6E164-917A-4BF2-A7C1-D3F76FDB35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37E1EB3E-DEF4-4A8E-A95E-DE69A6DF8B10}"/>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EBC7F0BE-F290-4C56-B64F-CA1FA2B52A1B}"/>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8328E53-4FB7-4000-9A69-BE2F605BB8C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544C135-9358-4EF4-BCF5-F7CC32703B9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019E8A13-10AB-4913-9592-8E11301BAB30}"/>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A172CBC4-77C1-4039-9028-2E7C27E9969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B1F5E090-36D7-4A66-8366-62F7B7AE96BF}"/>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C16702AB-4BDB-4B2B-AFB6-D08FE464D1F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56AD9137-37E4-4889-81C8-C4C8511835C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CCE87F9D-380A-421F-89DF-29F26250E659}"/>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5DD78CF-4E39-4C59-81C3-7E809EE8BBA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8661769-B515-4B2F-8FCC-6256DFA1A0B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59DA185-D343-459F-81D8-5F8FB8151D45}"/>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9521030A-5A8D-4EF1-964B-53AFDC64700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B8B8154-64C3-45BA-BD3B-CA50CAB60C17}"/>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F677CA72-693C-4201-B435-F0E3263F00A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BFB555D-8594-450D-8DDE-E2373C25F8E6}"/>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714DCAAF-1F7D-49A6-B50D-EC9D1491BA8E}"/>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B7277C77-468D-4747-85CB-EE2374B04C31}"/>
              </a:ext>
            </a:extLst>
          </p:cNvPr>
          <p:cNvPicPr>
            <a:picLocks xmlns:a="http://schemas.openxmlformats.org/drawingml/2006/main" noChangeAspect="1"/>
          </p:cNvPicPr>
          <p:nvPr/>
        </p:nvPicPr>
        <p:blipFill>
          <a:blip xmlns:r="http://schemas.openxmlformats.org/officeDocument/2006/relationships" xmlns:a="http://schemas.openxmlformats.org/drawingml/2006/main" r:embed="Re9ae380161094f1f"/>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C857495-11B9-4721-B3A2-8B827964D0DA}"/>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6013846-3225-4B3E-9FE4-12170B1035E7}"/>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24A56AB-958B-4F78-ACED-500A65AB0AC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215AE5E-F4BD-4CF2-A4B2-DAAFEC12D296}"/>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F2F4941F-7D68-451B-B064-811AAB1E27C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08A9E89-F7B7-4F43-8673-E5B7E1BCFFAE}"/>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8E47DC1-615D-48A6-B1C1-C32B30ED4AB5}"/>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D08690F4-00AB-4BB4-9A7E-B0A2F169433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7C599D6-0F4F-4D78-94E3-FF0BB4298DC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FF45C0C-A824-4C5D-825B-7C329C903C2C}"/>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EF447E60-4FF1-4ED0-94BC-737AECBC679E}"/>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3AF91D72-81E4-4177-86CD-3D2481D9D0BC}"/>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669F161A-1541-41BD-94A4-5DDA6AFA875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AEDC28EB-3EA3-43B7-AC77-3622CD9C4047}"/>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FFF63E8-5C9A-455D-BD75-5BEBB5DF1019}"/>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8F7A488C-06BD-429B-B236-037D39DFE73A}"/>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45E8915A-3E6F-4EB8-9FEE-7D26CB69EE2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C19DDAE-3DD7-47FE-A392-92D7BD42F52B}"/>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F77FC90-22F9-4BC6-8700-B4C444BBF68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3268E694-C6CE-4949-9482-F89BD92707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059876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184F6103-9124-4A13-BF1C-6641F6C8A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17A8E82C-C877-4C2E-924C-73DA8F3408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08766526-96BD-4F4C-8925-A92E97EE62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8336993E-85C5-4065-9581-415FAE8112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200521A-D019-4C15-AE48-73F0F3B752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929C9E8-2D12-4E65-9D28-33F885116D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ECC8B3CC-820A-41C2-AF91-D46730DD608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5833733-76F8-4B44-8D21-536748858FD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EDC0BD5B-08D1-42C3-B1EF-1D1566B79B1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40B53619-4A9E-4DEA-AA82-05A6B4BEA93F}"/>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9EACF31E-2328-4833-9A94-CD226F25548A}"/>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9FC9D3C-B8DC-424B-BC36-F81F35D111FC}"/>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C988010-EC13-4818-B46C-68B0F763CD6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CC7FF67-3E7C-4ED6-AD0B-9D3C90352675}"/>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EEAFBB8-E60B-4575-AC55-76514CB7062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DAB35D1F-7275-4ED4-B547-2D01D1DB1A3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DB6CA933-87C2-40C6-A56C-05E6430DE86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8C131B3-953B-4B00-91E7-B12009153753}"/>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741BD4A-4A31-4A5E-ADC3-235515DA836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47525E8-410E-4D25-AFA0-9304918CF2C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6519DF3-E4F1-46E2-AFAA-EE096F7019C8}"/>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7D0CCCA-F5BD-4409-BE72-1487B1C6E660}"/>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0513A576-6B83-43C5-AFAC-6EA5C42A28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8374239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7879C4F-0D4B-4F53-9CCC-4A8342154B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0012BAF1-B3A0-461B-9738-E6D00235FC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8FE98E61-9710-4B2C-AED3-17596E3D6B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F7E956C1-BEEB-4CBA-9920-D4740C5D6D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25D9B558-5773-4FA6-92EE-BB0D6C9139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60A421FE-B806-45B2-BCC8-F04492BA6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470D423-BC80-42E9-B279-6FC8CFDE6874}"/>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815F5AE-DF2F-4B39-A9B0-6214D6E43E18}"/>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747943E-A346-43FD-BC56-739D71F548E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71BB70F-C762-468A-A95C-A0DA03C078F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C00F6087-290D-443A-B3D4-FEAAB20838A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991D2F1-774B-4838-8DEF-F822CFEE187C}"/>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D80BDF77-CD02-4F5C-8B3A-329C271F9626}"/>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801462D-F031-4162-9E6D-2B9ACD43A75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C74ECC9-38A9-4539-9E40-7216A2E3E21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BB45CD56-4219-4AA2-AAF3-1FD21E2FB9EA}"/>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2E22E935-9095-4098-9261-0C423B9E522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D575594E-6DA2-416D-BEE2-E36A6C3DF08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4CED3BB-8F0F-4F53-8C40-9CF2FBC87187}"/>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E3A800F2-8336-498E-A1E1-9E3B1C354BA8}"/>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B2386733-5130-43DE-8668-23C38778EF1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F0BE15DC-D80B-4EA9-AF15-6666ECF65E91}"/>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4B64194C-F64A-45D8-81C1-4A32A6EF3106}"/>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2173B000-640F-4397-AE5C-400B835D27F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59033ABE-AA6B-4238-B0E3-1F999A3638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359338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3A0D3BBD-A2BF-40A8-8D09-8791BD4560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C1CA0634-F37E-4903-865E-CEFB688287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2B1169FA-C200-404A-92B9-C981E8C8DD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E8783934-A378-48A6-A9F0-6D6E821607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8B3A5F4-95B2-4890-B1AF-AF2704FA8F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BCAC941-82F8-43EA-AF59-BD0CD4FAB5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F4DE1BE-B186-4FED-9EFE-36E1E832C25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0501C99B-5CA2-432F-9FB2-F16CA7721152}"/>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2C4FA4CA-35F4-4136-A52B-A1D17F569D36}"/>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9E71DEB7-224A-4A6D-A210-756AF9AE527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DB979B8-F3C0-43FC-AA8F-376E739318DB}"/>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11082779-B538-44CC-A468-14D44B36A3D8}"/>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392B5CE-8206-44E6-BFA4-BBFB8A1AEE78}"/>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D4BA16D0-39B5-4CB3-B8BD-5944646FCE19}"/>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1E2EE79C-56AC-420E-B681-2F0C9880E5A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D549DDB-408A-440D-B60F-0D2083D9514A}"/>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B534E63-7F96-43F7-9A42-96E1D33DAF5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27422DE8-3FDA-4FB8-B8B9-6B58691AF02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7DA9172F-F19A-4F66-B91E-906D50C8CE5B}"/>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59F9E716-46BB-46A8-9556-37BFC558A7E1}"/>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0C7FC01-B3A2-4BD7-B9A2-AB575425E7E0}"/>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CD4A085-F46C-402E-B621-2B749F764B95}"/>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9E3C5BFA-4C30-4907-81B7-DF4CC03AA8A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651CA63-8E1C-4791-A1E9-1D843CEA516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51190907-4C9B-41E4-A40C-C3388AFF925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720877F-D761-4C7A-BD20-DE9B27874FC7}"/>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D8EEFAFD-C38E-4054-BAB8-6F1BD440FC2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B059E187-C272-4E3B-A91D-CBD28105A1C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0D1A54CB-C569-4848-8FC9-6502B641D7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79323803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A372F8A4-0B9E-4734-92C9-7557F1766F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98B6F58F-B4D1-4659-B66C-F9131757E7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CDC19CA2-BEF3-48E6-B827-C94DC0DFA8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D38CDA53-89EF-4938-9BB6-348F3C8323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043E9437-D686-4605-A7DA-777106DA34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34E93763-7707-44F2-B2FD-45CEC4B828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A41D3D3F-0692-46A8-8093-BFC6A5B4E68E}"/>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7DE4A0E-0A97-4DA1-8D1D-EDE0054D4707}"/>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F346C9BB-353C-4504-922C-2BF24198D54E}"/>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04F6E1F-0271-4EB5-A035-49C55E9B1C94}"/>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9923C958-6C53-48C8-ACE3-F1E2F82B477D}"/>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EF110A03-68A5-445C-84AC-5F4A031B366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D079E893-9B2D-4608-A48D-5BBD215FF112}"/>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BDC9CFEC-637E-4116-B9EA-0853F608192F}"/>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8273A04E-1667-4085-B4DB-CDB56C6644A3}"/>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A384C66-42BA-49AC-9453-7436F3DFEA92}"/>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2E67B48-0027-4D9D-ADAB-649C1DBB9C7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041069E-FD31-42C6-9F86-6E9FA64E8044}"/>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837033BE-22EF-4CE0-A0A3-7E8527CF2B7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D3244CE5-D09D-40D9-9058-9B65D6748B9A}"/>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8F1FBAC9-59D6-4F2E-B74F-C4328950BC85}"/>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6FD1684-FA2B-4CE8-B0C3-B95ADDCEF3A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01A1CA4-9127-4EF8-A339-650421C2D570}"/>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F907CC0-53BE-40BC-AB28-5494DF6C4182}"/>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DFCF53A3-0EAD-4445-8710-C1641EA7674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475C3A02-A1AF-4056-B9A8-FEDF08A96C5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73C6E9DD-6B52-49A5-AC22-BD91D514953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4C50919B-BAB3-472D-976E-5AF6DBD3E3C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C192A3A9-5817-49C4-A170-82BEE0C121D9}"/>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A64CCD2-D6FA-43AE-BE4A-ACA673A478EE}"/>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EC09D0E5-3305-44B3-A571-2BC17EDA9A2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AD22AC23-EA49-4809-9908-EE1A59651BF7}"/>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34E74FB-75C7-47C2-9FBB-E7AA465E3420}"/>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D4C175BA-75EC-4592-839C-DE1AB2A4FC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143951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E9372C17-8B46-4B48-ABD2-95FDD8297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0F7B8B5D-9E50-4C88-9FF9-974E34D10B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7DA8DD79-775B-4932-89CA-5D85875D0A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BC745CFF-46B0-48C8-98A6-3852C1EDD3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6542EF6F-E7AA-40AC-B86B-316E982B6C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985CF205-26D5-496C-A6A5-C51BC8AC3A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F7CC1C6-1F59-495B-9C04-3F17FAD42EBF}"/>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1EBEAFA8-69A8-4CB8-AB06-61F35799FCD6}"/>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856304D-91E6-43B5-A4C3-D4C3D5EEA6A9}"/>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B649A5-8305-4E91-849C-B0823FBF4AB2}"/>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6DD02AD-4371-48E2-BB22-24D08F969CE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67BCE36-2208-47C4-8709-839F9A9C7031}"/>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29B5E0AE-378F-4B92-A600-9F8D20C2201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8140DAA-0FDA-4133-AA17-5F6A955D275E}"/>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A72B8C0-9718-476F-9951-F30CC8C2BAD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55D30FB-F2CA-44E8-B09A-0A6858589C44}"/>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24C273B4-13C7-450F-A4AA-E91E1012ADE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06EC579F-AAC2-4536-81E8-343176F6E542}"/>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488971B5-1033-4AE4-9933-086698B62D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088140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92038BC-7A77-40EF-8B0B-C7B79BE4D2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AC527308-59D8-4A46-99FF-9DC0EE3B48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A03A713-BAA0-46EF-8F5D-ED9336F825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981634ED-EF12-4FE1-8E8C-6DE26A9856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BCE7F9E-BB4F-40D5-885C-91671973DC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7E927BD-56D9-4F21-9719-532B2C3D4E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A5A01009-37CA-4FDB-9A5B-215AAAA4E605}"/>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641A9937-8791-49FE-AB7B-109B66FD844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A3C8E2F-624F-4DD6-81D6-930FC84C84ED}"/>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050ABEE0-27A2-4846-8775-933E84D01A66}"/>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7B999D19-866D-4CBB-A6E4-56B850F3B3A2}"/>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D43F3EB-9EDF-4BAA-9ECD-B756C703CF3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08B728D-5D52-4492-8132-BF2198655BA4}"/>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9B393F75-726D-4478-A9CE-AC51C708615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4A0A8EC8-534C-4DB0-AF12-4057E7443763}"/>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058B2D43-1A1B-4F82-9D2E-B20A5DA31039}"/>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9BC572A-8C22-4185-8267-1310BF0E7ADE}"/>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3336D8AF-95DC-4432-89BA-F18A8EB2107B}"/>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FB29CCA0-4CDD-4C26-9681-282AA181E6B4}"/>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31E90A9-9419-4E94-94B8-FA84998DA07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8506A6-7412-41B7-A070-AA8889167877}"/>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184CD9B-81B4-4A1E-AA40-1C67265BCE5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AC98A2D-A6A3-4B8E-B3A0-B16AB51227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7801315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838A9B7C-4E14-4BC0-95EC-9103201C01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4DE452EF-FAB8-4065-BC63-7D3608F8C9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AE06F2D3-6D12-41E0-BB14-8B77FEC995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9B5F84EB-1590-417B-BAC3-7F3716C14B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6ACF8B9-238C-4802-955A-72C88DB846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C0CC1B36-4A07-4F07-9C8B-F2659DA527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363527F9-4A58-47AF-B0B3-EC1DF600DE9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7AFCFBDA-8127-4DE7-A21A-53BF19A370A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BD08F82F-EB77-4869-801B-7B72479C490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5FC9A2C-54E3-4BE8-ADAC-FDBFDDDE462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E6958FEE-579D-4A03-831D-165684E7EBFA}"/>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54B3454-6000-48E5-99F2-A943AF5B0B0D}"/>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2CA74E29-8460-404F-B49E-C67F5B08F604}"/>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D022849-EC7A-46D6-A3B3-928EF6A1EF62}"/>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069AB43E-E7DC-4F45-B10C-CF6D7DE4EE27}"/>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7B0A8A7-B269-420F-9588-5A288E7942D2}"/>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57C2B63E-FE4A-4B06-B0F2-44E31B91C335}"/>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1702946-4B94-4403-8A2A-841DDCC4E0F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0F1FE69-50A8-431F-BA7F-8D61BF22702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09B9397-4A97-4820-B39A-32F42C63BBED}"/>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4226D27-CEF1-4687-B3FA-1DDB459C5C6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1C72F62-F975-423A-B906-60525202D0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7B94993-78BB-4219-814D-682456E202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3952627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5754BFA8-235D-4701-A892-B0B6E8250E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1E3C1296-BBF6-482A-A23F-88D9E14EDD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1A2CD38-8E9F-4A20-8E2B-50C4E97097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4E8C39A-B03C-4BC8-98B9-DE7A998D2B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22909CCC-3FE3-41CF-81B7-0FDCF8596F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9266C41F-8C61-480B-AAD5-18699C0F6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4583CC3A-9CBF-48D9-825B-76416710DCDA}"/>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6414655-15D3-4DF2-962E-A2E80C43D8C6}"/>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FB7BBBE-7117-4F29-BE96-B2E6B7061DF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95AB2A86-869F-472B-8904-DEBB152324F6}"/>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E64E4BBD-BA0B-4496-A09C-0319B55684C1}"/>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E78343D-51A7-4818-B230-29385A523CF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0E65BE08-15E4-4B4E-8A8D-EB83BA75CD2D}"/>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46869CB3-6AD6-4C9D-92BB-ABDE5D2D9807}"/>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347BE8B-1E86-48CF-BB56-D27E3C294694}"/>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27BBEB77-5B00-4831-9961-95A571D3916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CECF36C5-9D04-45EE-8661-BB75F4AAFFE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78754D7E-3A44-4142-A4A0-7EE9C0712DD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8763A62-60D8-4F8B-A0B2-E3C96103BBA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07093EB-8D2F-4541-95DE-FEF0F1C568FB}"/>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E8B3DC92-4FC8-4033-982E-28ED7662DFAB}"/>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57FC9D7-AEF1-4BEF-AA6A-C8D2CEF7A1E7}"/>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5E8763F8-1AA2-42E2-84E6-A3B60DB1158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7343FF73-5738-49EA-AABA-31A8AE67255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76CD90C-1D84-4AD4-B79D-9CCB333E39B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CEAD27D-04BC-482D-8E46-5A3716361CB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A7BC5358-16FE-411A-AFFB-87D049839D9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CDD04D09-B5A5-46D1-8BB8-7575127BF03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03839416-EE97-4CE4-BAF0-82D92956AAB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3116ECCA-46CC-4B08-934B-31C16F4A0CD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9B077E09-E07E-490D-B8E1-2870843F662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C892A76A-B0D3-4E61-8EE2-0567E11A436C}"/>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D4B9ECA0-0FF3-44F7-9420-7B58CA6E164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68D6333A-2C9C-44CF-8F44-D8D92ED30CA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D91DD8C-B895-41E5-A1EB-7B65BE853EE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79AA927-BFD8-4217-BAFA-E598C1F5EF1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870AB84-F740-4728-9B8B-2414E3918F33}"/>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A2C87B6C-104D-4CF7-8900-1D0738CA4EC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114B4F4-6BF5-4FD4-9EA5-1C365FF16390}"/>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FB6FA62C-54C7-49CE-9CA2-3457E5BD9992}"/>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46705A14-3AA1-46CC-824F-9281B6FEB7B5}"/>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106BEF98-5C4C-4F7F-A660-25A4979F266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9F3C0C58-F35C-4818-BDEB-9F539F3E396F}"/>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BE993328-F658-45D3-AE26-3BBF41300ED4}"/>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E2BBEE99-23D7-4975-BA3C-FE6EE71898CF}"/>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BD19947D-2351-49D1-B471-4DB73672E2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5081711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1/8 · Delimiters">
            <a:extLst xmlns:a="http://schemas.openxmlformats.org/drawingml/2006/main">
              <a:ext uri="{FF2B5EF4-FFF2-40B4-BE49-F238E27FC236}">
                <a16:creationId xmlns:a16="http://schemas.microsoft.com/office/drawing/2014/main" id="{531E1755-B656-49D5-B045-AEC196F96A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A5CC948B-102D-4B80-9C81-0B8F2FAD4A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A2197AEE-E373-4DF3-A16F-14E6C2E4A3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A7012811-2524-4233-956E-CF48A83330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7DECE6C-6FF6-4D93-9E99-C923E81CF8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79E8F63D-0F2F-4812-88FF-6CE542B2CD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언제  로그·명세·요청이 섞여 있을 때">
            <a:extLst xmlns:a="http://schemas.openxmlformats.org/drawingml/2006/main">
              <a:ext uri="{FF2B5EF4-FFF2-40B4-BE49-F238E27FC236}">
                <a16:creationId xmlns:a16="http://schemas.microsoft.com/office/drawing/2014/main" id="{26A7B961-10C5-4A67-A5F7-1F08CAA62EE9}"/>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로그·명세·요청이 섞여 있을 때</a:t>
            </a:r>
          </a:p>
        </p:txBody>
      </p:sp>
      <p:sp>
        <p:nvSpPr>
          <p:cNvPr id="8" name="">
            <a:extLst xmlns:a="http://schemas.openxmlformats.org/drawingml/2006/main">
              <a:ext uri="{FF2B5EF4-FFF2-40B4-BE49-F238E27FC236}">
                <a16:creationId xmlns:a16="http://schemas.microsoft.com/office/drawing/2014/main" id="{A90BCAC5-CBA3-477F-B928-81A2BAA5E06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FDD36A86-3335-4236-B937-B2D6D24C572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113C4E48-AC95-4D35-A6FE-650425BD837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3595D09-E124-4E97-8EF1-5B82C4111A8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2" name="따라야 할 요청">
            <a:extLst xmlns:a="http://schemas.openxmlformats.org/drawingml/2006/main">
              <a:ext uri="{FF2B5EF4-FFF2-40B4-BE49-F238E27FC236}">
                <a16:creationId xmlns:a16="http://schemas.microsoft.com/office/drawing/2014/main" id="{0B171934-4A06-4520-84A8-8A729BD27BE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3" name="">
            <a:extLst xmlns:a="http://schemas.openxmlformats.org/drawingml/2006/main">
              <a:ext uri="{FF2B5EF4-FFF2-40B4-BE49-F238E27FC236}">
                <a16:creationId xmlns:a16="http://schemas.microsoft.com/office/drawing/2014/main" id="{8A65C6FC-6AC5-48C6-903F-3A756A6E2DD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원인 후보 설명&#10;지금은 읽기 전용">
            <a:extLst xmlns:a="http://schemas.openxmlformats.org/drawingml/2006/main">
              <a:ext uri="{FF2B5EF4-FFF2-40B4-BE49-F238E27FC236}">
                <a16:creationId xmlns:a16="http://schemas.microsoft.com/office/drawing/2014/main" id="{B914F8DE-D4B9-4364-B33E-6F0ED02360D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5" name="분석할 자료">
            <a:extLst xmlns:a="http://schemas.openxmlformats.org/drawingml/2006/main">
              <a:ext uri="{FF2B5EF4-FFF2-40B4-BE49-F238E27FC236}">
                <a16:creationId xmlns:a16="http://schemas.microsoft.com/office/drawing/2014/main" id="{F48D4A7E-5903-4612-9E15-51B115F2440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6" name="">
            <a:extLst xmlns:a="http://schemas.openxmlformats.org/drawingml/2006/main">
              <a:ext uri="{FF2B5EF4-FFF2-40B4-BE49-F238E27FC236}">
                <a16:creationId xmlns:a16="http://schemas.microsoft.com/office/drawing/2014/main" id="{95E42FB5-AD59-49B1-9D73-AFBB278CBC3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명세·로그 예시&#10;새 지시와 구분">
            <a:extLst xmlns:a="http://schemas.openxmlformats.org/drawingml/2006/main">
              <a:ext uri="{FF2B5EF4-FFF2-40B4-BE49-F238E27FC236}">
                <a16:creationId xmlns:a16="http://schemas.microsoft.com/office/drawing/2014/main" id="{712A05ED-95CB-4D4D-854B-36B7F699A28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18" name="제목과 태그로 지시와 분석 자료의 경계를 표시한다.">
            <a:extLst xmlns:a="http://schemas.openxmlformats.org/drawingml/2006/main">
              <a:ext uri="{FF2B5EF4-FFF2-40B4-BE49-F238E27FC236}">
                <a16:creationId xmlns:a16="http://schemas.microsoft.com/office/drawing/2014/main" id="{A1A5F92A-DB9B-4C7C-A86F-DE52309E8D8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19" name="Legacy module connection">
            <a:extLst xmlns:a="http://schemas.openxmlformats.org/drawingml/2006/main">
              <a:ext uri="{FF2B5EF4-FFF2-40B4-BE49-F238E27FC236}">
                <a16:creationId xmlns:a16="http://schemas.microsoft.com/office/drawing/2014/main" id="{0D83A03F-B564-401F-A76F-0BFC182C30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842580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2/8 · Few-shot examples">
            <a:extLst xmlns:a="http://schemas.openxmlformats.org/drawingml/2006/main">
              <a:ext uri="{FF2B5EF4-FFF2-40B4-BE49-F238E27FC236}">
                <a16:creationId xmlns:a16="http://schemas.microsoft.com/office/drawing/2014/main" id="{952935CA-B3E8-4B3F-AAE0-52354E7799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79A34DAB-75E9-4EE8-9E5E-E421E0710A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9AAD0F96-60B7-45AD-AF33-85C3C21016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CFE7D279-72C0-4521-8823-AE00C701CD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3CF0835-92A8-489D-B30C-A62ADFEE92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8C024A9F-15DD-4411-ABA5-E27BDBF2F3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언제  범위·출력 패턴의 뜻이 엇갈릴 때">
            <a:extLst xmlns:a="http://schemas.openxmlformats.org/drawingml/2006/main">
              <a:ext uri="{FF2B5EF4-FFF2-40B4-BE49-F238E27FC236}">
                <a16:creationId xmlns:a16="http://schemas.microsoft.com/office/drawing/2014/main" id="{68957994-78DB-473B-89E6-0222FDFC455D}"/>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범위·출력 패턴의 뜻이 엇갈릴 때</a:t>
            </a:r>
          </a:p>
        </p:txBody>
      </p:sp>
      <p:sp>
        <p:nvSpPr>
          <p:cNvPr id="8" name="">
            <a:extLst xmlns:a="http://schemas.openxmlformats.org/drawingml/2006/main">
              <a:ext uri="{FF2B5EF4-FFF2-40B4-BE49-F238E27FC236}">
                <a16:creationId xmlns:a16="http://schemas.microsoft.com/office/drawing/2014/main" id="{0C61F547-3386-4361-860C-CF65CB8E72C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9389D280-8B6F-45C7-8457-737D743F9D5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9C1E9C58-8C42-4588-87F0-C6F3242D815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범위 설명을 아래 형식으로 작성해줘.&#10;입력 {1,2,3,4}에 대한 예시:&#10;[1,3) ⇒ {2,3}">
            <a:extLst xmlns:a="http://schemas.openxmlformats.org/drawingml/2006/main">
              <a:ext uri="{FF2B5EF4-FFF2-40B4-BE49-F238E27FC236}">
                <a16:creationId xmlns:a16="http://schemas.microsoft.com/office/drawing/2014/main" id="{5EDA4A16-D67A-45BE-A03C-068FEC7071D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2" name="보여주는 패턴">
            <a:extLst xmlns:a="http://schemas.openxmlformats.org/drawingml/2006/main">
              <a:ext uri="{FF2B5EF4-FFF2-40B4-BE49-F238E27FC236}">
                <a16:creationId xmlns:a16="http://schemas.microsoft.com/office/drawing/2014/main" id="{4B47A518-E811-49A6-A09B-D52D23A7981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3" name="">
            <a:extLst xmlns:a="http://schemas.openxmlformats.org/drawingml/2006/main">
              <a:ext uri="{FF2B5EF4-FFF2-40B4-BE49-F238E27FC236}">
                <a16:creationId xmlns:a16="http://schemas.microsoft.com/office/drawing/2014/main" id="{7159F334-8F89-472F-BB3F-03A797EAC52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범위&#10;포함한 값&#10;결과의 폭">
            <a:extLst xmlns:a="http://schemas.openxmlformats.org/drawingml/2006/main">
              <a:ext uri="{FF2B5EF4-FFF2-40B4-BE49-F238E27FC236}">
                <a16:creationId xmlns:a16="http://schemas.microsoft.com/office/drawing/2014/main" id="{13CBEE96-7E3D-4AC8-AB9E-D6E04B1E7B0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5" name="추가할 때">
            <a:extLst xmlns:a="http://schemas.openxmlformats.org/drawingml/2006/main">
              <a:ext uri="{FF2B5EF4-FFF2-40B4-BE49-F238E27FC236}">
                <a16:creationId xmlns:a16="http://schemas.microsoft.com/office/drawing/2014/main" id="{8374C3AB-C194-45E1-8221-5BF65BAE328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6" name="">
            <a:extLst xmlns:a="http://schemas.openxmlformats.org/drawingml/2006/main">
              <a:ext uri="{FF2B5EF4-FFF2-40B4-BE49-F238E27FC236}">
                <a16:creationId xmlns:a16="http://schemas.microsoft.com/office/drawing/2014/main" id="{15C9EEF5-E49E-4B0F-8B1D-2E81B3CDA3E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설명만으로&#10;의도가 안 맞을 때">
            <a:extLst xmlns:a="http://schemas.openxmlformats.org/drawingml/2006/main">
              <a:ext uri="{FF2B5EF4-FFF2-40B4-BE49-F238E27FC236}">
                <a16:creationId xmlns:a16="http://schemas.microsoft.com/office/drawing/2014/main" id="{E99B2EA9-6D91-4EA0-8A72-EFC6D41914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18" name="설명만으로 부족할 때 입력과 원하는 결과를 함께 준다.">
            <a:extLst xmlns:a="http://schemas.openxmlformats.org/drawingml/2006/main">
              <a:ext uri="{FF2B5EF4-FFF2-40B4-BE49-F238E27FC236}">
                <a16:creationId xmlns:a16="http://schemas.microsoft.com/office/drawing/2014/main" id="{12A3CD7E-7D25-43C6-9C47-263EE40A288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19" name="Legacy module connection">
            <a:extLst xmlns:a="http://schemas.openxmlformats.org/drawingml/2006/main">
              <a:ext uri="{FF2B5EF4-FFF2-40B4-BE49-F238E27FC236}">
                <a16:creationId xmlns:a16="http://schemas.microsoft.com/office/drawing/2014/main" id="{292FAF7F-1FC2-4F7A-83F2-BD26C6FE26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14221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3/8 · Output format">
            <a:extLst xmlns:a="http://schemas.openxmlformats.org/drawingml/2006/main">
              <a:ext uri="{FF2B5EF4-FFF2-40B4-BE49-F238E27FC236}">
                <a16:creationId xmlns:a16="http://schemas.microsoft.com/office/drawing/2014/main" id="{665F384D-98A8-4343-AE05-3526C38778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07493FE4-9C1B-4E0C-986B-BDCDD96868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6736AA49-3EF2-4458-BD8C-9E6E68C836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0DCC1100-363E-47D0-AB24-D3FC98C02F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46C71E8-6DBD-44A1-8AE8-555E946E28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3DC25FEF-AC7F-4526-8114-A1BE84D631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언제  장황한 답을 다시 가공하게 될 때">
            <a:extLst xmlns:a="http://schemas.openxmlformats.org/drawingml/2006/main">
              <a:ext uri="{FF2B5EF4-FFF2-40B4-BE49-F238E27FC236}">
                <a16:creationId xmlns:a16="http://schemas.microsoft.com/office/drawing/2014/main" id="{7CF73826-5A9B-4AC5-8110-3D31B203D28E}"/>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장황한 답을 다시 가공하게 될 때</a:t>
            </a:r>
          </a:p>
        </p:txBody>
      </p:sp>
      <p:sp>
        <p:nvSpPr>
          <p:cNvPr id="8" name="">
            <a:extLst xmlns:a="http://schemas.openxmlformats.org/drawingml/2006/main">
              <a:ext uri="{FF2B5EF4-FFF2-40B4-BE49-F238E27FC236}">
                <a16:creationId xmlns:a16="http://schemas.microsoft.com/office/drawing/2014/main" id="{C09572E4-F556-439C-A886-608EBDE25DA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235BAC65-095C-49F0-9B54-CC0930BCE2A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1E26A2E9-56F5-44FF-8637-6AC0CAD2F74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CEE07E0-0246-4BB0-835F-DA0DFE735EE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2" name="보고할 순서">
            <a:extLst xmlns:a="http://schemas.openxmlformats.org/drawingml/2006/main">
              <a:ext uri="{FF2B5EF4-FFF2-40B4-BE49-F238E27FC236}">
                <a16:creationId xmlns:a16="http://schemas.microsoft.com/office/drawing/2014/main" id="{B80FF70C-4285-4AC1-A4B6-A5883B3ED15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3" name="">
            <a:extLst xmlns:a="http://schemas.openxmlformats.org/drawingml/2006/main">
              <a:ext uri="{FF2B5EF4-FFF2-40B4-BE49-F238E27FC236}">
                <a16:creationId xmlns:a16="http://schemas.microsoft.com/office/drawing/2014/main" id="{D4C259FD-D2E1-480C-8E02-A26BD689364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변경 내용&#10;실행한 확인&#10;미확인·남은 결정">
            <a:extLst xmlns:a="http://schemas.openxmlformats.org/drawingml/2006/main">
              <a:ext uri="{FF2B5EF4-FFF2-40B4-BE49-F238E27FC236}">
                <a16:creationId xmlns:a16="http://schemas.microsoft.com/office/drawing/2014/main" id="{74C0D500-A999-4A6F-807F-987AADBFA00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5" name="사용할 곳">
            <a:extLst xmlns:a="http://schemas.openxmlformats.org/drawingml/2006/main">
              <a:ext uri="{FF2B5EF4-FFF2-40B4-BE49-F238E27FC236}">
                <a16:creationId xmlns:a16="http://schemas.microsoft.com/office/drawing/2014/main" id="{3162B16D-DFE9-49F2-8E19-8EB05742B4B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6" name="">
            <a:extLst xmlns:a="http://schemas.openxmlformats.org/drawingml/2006/main">
              <a:ext uri="{FF2B5EF4-FFF2-40B4-BE49-F238E27FC236}">
                <a16:creationId xmlns:a16="http://schemas.microsoft.com/office/drawing/2014/main" id="{A27C795B-8544-4303-995A-8F8ADB91F3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검토·회의·인계&#10;필요한 형태를 지정">
            <a:extLst xmlns:a="http://schemas.openxmlformats.org/drawingml/2006/main">
              <a:ext uri="{FF2B5EF4-FFF2-40B4-BE49-F238E27FC236}">
                <a16:creationId xmlns:a16="http://schemas.microsoft.com/office/drawing/2014/main" id="{44C3B84B-FAE2-433D-A4F5-4741F356EEB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18" name="받고 싶은 항목과 길이를 요청에 적는다.">
            <a:extLst xmlns:a="http://schemas.openxmlformats.org/drawingml/2006/main">
              <a:ext uri="{FF2B5EF4-FFF2-40B4-BE49-F238E27FC236}">
                <a16:creationId xmlns:a16="http://schemas.microsoft.com/office/drawing/2014/main" id="{89614FB7-98B0-4C9B-AF24-9B11C9C0730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19" name="Legacy module connection">
            <a:extLst xmlns:a="http://schemas.openxmlformats.org/drawingml/2006/main">
              <a:ext uri="{FF2B5EF4-FFF2-40B4-BE49-F238E27FC236}">
                <a16:creationId xmlns:a16="http://schemas.microsoft.com/office/drawing/2014/main" id="{C106ABF1-E82D-4C17-9311-2A06D79C36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462668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4/8 · Grounding">
            <a:extLst xmlns:a="http://schemas.openxmlformats.org/drawingml/2006/main">
              <a:ext uri="{FF2B5EF4-FFF2-40B4-BE49-F238E27FC236}">
                <a16:creationId xmlns:a16="http://schemas.microsoft.com/office/drawing/2014/main" id="{641E9460-FA62-45A9-AAB6-FFF6B202DC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1C1629C-A2BC-4ADE-B0B1-1FD4DCD8FB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964FCE4B-7BAC-4B90-A79C-F5A21E7824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7F813874-8CC8-4E88-9035-489F524CAC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F879D65B-6329-49FF-92D9-9A741C606F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28DFE04-3890-4BE7-98B5-6FA47984C9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언제  저장소 설명의 출처를 확인해야 할 때">
            <a:extLst xmlns:a="http://schemas.openxmlformats.org/drawingml/2006/main">
              <a:ext uri="{FF2B5EF4-FFF2-40B4-BE49-F238E27FC236}">
                <a16:creationId xmlns:a16="http://schemas.microsoft.com/office/drawing/2014/main" id="{EF67FAD7-C302-4ACA-B936-75EA688EDE14}"/>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저장소 설명의 출처를 확인해야 할 때</a:t>
            </a:r>
          </a:p>
        </p:txBody>
      </p:sp>
      <p:sp>
        <p:nvSpPr>
          <p:cNvPr id="8" name="">
            <a:extLst xmlns:a="http://schemas.openxmlformats.org/drawingml/2006/main">
              <a:ext uri="{FF2B5EF4-FFF2-40B4-BE49-F238E27FC236}">
                <a16:creationId xmlns:a16="http://schemas.microsoft.com/office/drawing/2014/main" id="{03B2EC77-F1F3-4FEA-8AEB-DFA10AA0277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46864995-2983-41DA-B617-F4B0197B99E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954AC186-83D4-4637-BBF2-4A2BE0C03DD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A2A064AC-710B-4467-AEB1-DA1C47921EA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2" name="받아야 할 연결">
            <a:extLst xmlns:a="http://schemas.openxmlformats.org/drawingml/2006/main">
              <a:ext uri="{FF2B5EF4-FFF2-40B4-BE49-F238E27FC236}">
                <a16:creationId xmlns:a16="http://schemas.microsoft.com/office/drawing/2014/main" id="{19AF2F95-0902-47CE-98D6-D5E79F6E88E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3" name="">
            <a:extLst xmlns:a="http://schemas.openxmlformats.org/drawingml/2006/main">
              <a:ext uri="{FF2B5EF4-FFF2-40B4-BE49-F238E27FC236}">
                <a16:creationId xmlns:a16="http://schemas.microsoft.com/office/drawing/2014/main" id="{1E0DCA45-5094-4E2C-9981-656BC340B1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주장과 자료 위치&#10;확인과 추정의 구분">
            <a:extLst xmlns:a="http://schemas.openxmlformats.org/drawingml/2006/main">
              <a:ext uri="{FF2B5EF4-FFF2-40B4-BE49-F238E27FC236}">
                <a16:creationId xmlns:a16="http://schemas.microsoft.com/office/drawing/2014/main" id="{5EBC35C2-DB10-4E1D-938C-9335884DB90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5" name="다시 확인할 것">
            <a:extLst xmlns:a="http://schemas.openxmlformats.org/drawingml/2006/main">
              <a:ext uri="{FF2B5EF4-FFF2-40B4-BE49-F238E27FC236}">
                <a16:creationId xmlns:a16="http://schemas.microsoft.com/office/drawing/2014/main" id="{54EF5D42-8225-4F2E-BFDB-CFA83743F00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6" name="">
            <a:extLst xmlns:a="http://schemas.openxmlformats.org/drawingml/2006/main">
              <a:ext uri="{FF2B5EF4-FFF2-40B4-BE49-F238E27FC236}">
                <a16:creationId xmlns:a16="http://schemas.microsoft.com/office/drawing/2014/main" id="{89FE582D-D1F9-466D-9BEE-332F9C21FF0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인용한 위치에&#10;실제 근거가 있나?">
            <a:extLst xmlns:a="http://schemas.openxmlformats.org/drawingml/2006/main">
              <a:ext uri="{FF2B5EF4-FFF2-40B4-BE49-F238E27FC236}">
                <a16:creationId xmlns:a16="http://schemas.microsoft.com/office/drawing/2014/main" id="{D8CD7897-D3EE-411F-BC26-6BD8BCE105E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18" name="결론에 자료 위치를 붙이고, 확인하지 못한 것은 남긴다.">
            <a:extLst xmlns:a="http://schemas.openxmlformats.org/drawingml/2006/main">
              <a:ext uri="{FF2B5EF4-FFF2-40B4-BE49-F238E27FC236}">
                <a16:creationId xmlns:a16="http://schemas.microsoft.com/office/drawing/2014/main" id="{48E93FD3-E209-4068-B90E-0E4A547EA0B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19" name="Legacy module connection">
            <a:extLst xmlns:a="http://schemas.openxmlformats.org/drawingml/2006/main">
              <a:ext uri="{FF2B5EF4-FFF2-40B4-BE49-F238E27FC236}">
                <a16:creationId xmlns:a16="http://schemas.microsoft.com/office/drawing/2014/main" id="{F9DFCEDA-4B07-4418-A6C6-FD194E0EF9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5539727"/>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5/8 · Clarification">
            <a:extLst xmlns:a="http://schemas.openxmlformats.org/drawingml/2006/main">
              <a:ext uri="{FF2B5EF4-FFF2-40B4-BE49-F238E27FC236}">
                <a16:creationId xmlns:a16="http://schemas.microsoft.com/office/drawing/2014/main" id="{391682DA-9644-47B1-8C49-E750864DB4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7F3604A8-D6ED-45FE-B332-49FFD8F7E2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F48DA5B-805B-42DE-BC34-CA48CEC6A4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E10BB4BA-D861-4783-B6D9-62EEF01D66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7E1DE405-CA7D-48B1-9DFD-5691AF3A69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D9D59FB0-F61A-4928-A185-6EB9340967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언제  정책을 사람이 선택해야 할 때">
            <a:extLst xmlns:a="http://schemas.openxmlformats.org/drawingml/2006/main">
              <a:ext uri="{FF2B5EF4-FFF2-40B4-BE49-F238E27FC236}">
                <a16:creationId xmlns:a16="http://schemas.microsoft.com/office/drawing/2014/main" id="{23062659-3E24-415D-AFCF-08FDC732F270}"/>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정책을 사람이 선택해야 할 때</a:t>
            </a:r>
          </a:p>
        </p:txBody>
      </p:sp>
      <p:sp>
        <p:nvSpPr>
          <p:cNvPr id="8" name="">
            <a:extLst xmlns:a="http://schemas.openxmlformats.org/drawingml/2006/main">
              <a:ext uri="{FF2B5EF4-FFF2-40B4-BE49-F238E27FC236}">
                <a16:creationId xmlns:a16="http://schemas.microsoft.com/office/drawing/2014/main" id="{3306F9FB-871F-49EE-9708-B17CF0A32A7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790F8820-0327-4BD6-AAC5-CC230470A51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4AF4DF8E-9CC6-4220-AB80-40E6CBB9E8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A23E021A-C6A9-4CE8-BB99-DEEC0E44190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2" name="저장소에 답이 있다">
            <a:extLst xmlns:a="http://schemas.openxmlformats.org/drawingml/2006/main">
              <a:ext uri="{FF2B5EF4-FFF2-40B4-BE49-F238E27FC236}">
                <a16:creationId xmlns:a16="http://schemas.microsoft.com/office/drawing/2014/main" id="{3178909E-37C0-4DDE-B611-9CBBD60FF60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3" name="">
            <a:extLst xmlns:a="http://schemas.openxmlformats.org/drawingml/2006/main">
              <a:ext uri="{FF2B5EF4-FFF2-40B4-BE49-F238E27FC236}">
                <a16:creationId xmlns:a16="http://schemas.microsoft.com/office/drawing/2014/main" id="{2B93C184-E1A3-4AF0-99F1-789E3CAF64A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조사하고&#10;근거를 보고">
            <a:extLst xmlns:a="http://schemas.openxmlformats.org/drawingml/2006/main">
              <a:ext uri="{FF2B5EF4-FFF2-40B4-BE49-F238E27FC236}">
                <a16:creationId xmlns:a16="http://schemas.microsoft.com/office/drawing/2014/main" id="{41CDA1E0-C448-4C2C-93C2-630E5F69B52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5" name="정책 선택이 남았다">
            <a:extLst xmlns:a="http://schemas.openxmlformats.org/drawingml/2006/main">
              <a:ext uri="{FF2B5EF4-FFF2-40B4-BE49-F238E27FC236}">
                <a16:creationId xmlns:a16="http://schemas.microsoft.com/office/drawing/2014/main" id="{3DFF0757-970A-47FF-B2F3-5893A2F0EC2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6" name="">
            <a:extLst xmlns:a="http://schemas.openxmlformats.org/drawingml/2006/main">
              <a:ext uri="{FF2B5EF4-FFF2-40B4-BE49-F238E27FC236}">
                <a16:creationId xmlns:a16="http://schemas.microsoft.com/office/drawing/2014/main" id="{513CF956-415B-4820-9139-476524AB5E2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영향을 설명하고&#10;사람에게 질문">
            <a:extLst xmlns:a="http://schemas.openxmlformats.org/drawingml/2006/main">
              <a:ext uri="{FF2B5EF4-FFF2-40B4-BE49-F238E27FC236}">
                <a16:creationId xmlns:a16="http://schemas.microsoft.com/office/drawing/2014/main" id="{391FB51F-048C-4FD3-9F3D-6653FB07691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18" name="조사할 사실과 답을 받아야 할 결정을 구분한다.">
            <a:extLst xmlns:a="http://schemas.openxmlformats.org/drawingml/2006/main">
              <a:ext uri="{FF2B5EF4-FFF2-40B4-BE49-F238E27FC236}">
                <a16:creationId xmlns:a16="http://schemas.microsoft.com/office/drawing/2014/main" id="{EAB21273-B3DC-49D8-970C-21577524999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19" name="Legacy module connection">
            <a:extLst xmlns:a="http://schemas.openxmlformats.org/drawingml/2006/main">
              <a:ext uri="{FF2B5EF4-FFF2-40B4-BE49-F238E27FC236}">
                <a16:creationId xmlns:a16="http://schemas.microsoft.com/office/drawing/2014/main" id="{F91BCDA2-E0AB-432C-A682-42F958D5C5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849756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6/8 · Task decomposition">
            <a:extLst xmlns:a="http://schemas.openxmlformats.org/drawingml/2006/main">
              <a:ext uri="{FF2B5EF4-FFF2-40B4-BE49-F238E27FC236}">
                <a16:creationId xmlns:a16="http://schemas.microsoft.com/office/drawing/2014/main" id="{2988074F-ADDD-4774-82F0-1DDD2892E0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44B6160A-0DAB-4C31-B187-4A72CCA54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771A0F0E-CDA8-4B52-A64A-127570F160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B47B56CD-6131-4681-B718-DC3206DF75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84A28E82-8BA8-425A-991D-7C61A8DFE2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5FA96457-F243-419A-8419-4CF70F4B10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언제  조사 결과에 따라 구현 범위가 달라질 때">
            <a:extLst xmlns:a="http://schemas.openxmlformats.org/drawingml/2006/main">
              <a:ext uri="{FF2B5EF4-FFF2-40B4-BE49-F238E27FC236}">
                <a16:creationId xmlns:a16="http://schemas.microsoft.com/office/drawing/2014/main" id="{313C464F-5E46-4083-8BC3-5C57D1A5C4F5}"/>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조사 결과에 따라 구현 범위가 달라질 때</a:t>
            </a:r>
          </a:p>
        </p:txBody>
      </p:sp>
      <p:sp>
        <p:nvSpPr>
          <p:cNvPr id="8" name="">
            <a:extLst xmlns:a="http://schemas.openxmlformats.org/drawingml/2006/main">
              <a:ext uri="{FF2B5EF4-FFF2-40B4-BE49-F238E27FC236}">
                <a16:creationId xmlns:a16="http://schemas.microsoft.com/office/drawing/2014/main" id="{FD3667EB-7410-497F-A04B-8EFF781F73E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754D22CE-2573-4C0A-9908-4A0891AC5E0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45AFAE85-C483-4E12-B250-7A930D27200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AE48487F-5787-4AC1-8413-51615784730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2" name="첫 요청의 결과">
            <a:extLst xmlns:a="http://schemas.openxmlformats.org/drawingml/2006/main">
              <a:ext uri="{FF2B5EF4-FFF2-40B4-BE49-F238E27FC236}">
                <a16:creationId xmlns:a16="http://schemas.microsoft.com/office/drawing/2014/main" id="{6CAD7CF5-37F4-4404-9B5B-4F4C0BAF879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3" name="">
            <a:extLst xmlns:a="http://schemas.openxmlformats.org/drawingml/2006/main">
              <a:ext uri="{FF2B5EF4-FFF2-40B4-BE49-F238E27FC236}">
                <a16:creationId xmlns:a16="http://schemas.microsoft.com/office/drawing/2014/main" id="{B4FA8423-4588-4036-9AC8-0319DBB8112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현재 전달 경로&#10;변경 후보·미확인">
            <a:extLst xmlns:a="http://schemas.openxmlformats.org/drawingml/2006/main">
              <a:ext uri="{FF2B5EF4-FFF2-40B4-BE49-F238E27FC236}">
                <a16:creationId xmlns:a16="http://schemas.microsoft.com/office/drawing/2014/main" id="{39E4266C-8D45-4F6E-8214-36A59F57307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5" name="다음 요청의 범위">
            <a:extLst xmlns:a="http://schemas.openxmlformats.org/drawingml/2006/main">
              <a:ext uri="{FF2B5EF4-FFF2-40B4-BE49-F238E27FC236}">
                <a16:creationId xmlns:a16="http://schemas.microsoft.com/office/drawing/2014/main" id="{A9C8D6F3-A2C9-4354-923B-2691F9F5E25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6" name="">
            <a:extLst xmlns:a="http://schemas.openxmlformats.org/drawingml/2006/main">
              <a:ext uri="{FF2B5EF4-FFF2-40B4-BE49-F238E27FC236}">
                <a16:creationId xmlns:a16="http://schemas.microsoft.com/office/drawing/2014/main" id="{D3BD8597-77F5-4958-A59C-B220F0BAF91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선택한 경로에서&#10;한 부분만 구현">
            <a:extLst xmlns:a="http://schemas.openxmlformats.org/drawingml/2006/main">
              <a:ext uri="{FF2B5EF4-FFF2-40B4-BE49-F238E27FC236}">
                <a16:creationId xmlns:a16="http://schemas.microsoft.com/office/drawing/2014/main" id="{1DA13251-BBD1-4281-922C-DD3169D6F5E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18" name="다음 결정을 할 수 있는 작은 결과부터 요청한다.">
            <a:extLst xmlns:a="http://schemas.openxmlformats.org/drawingml/2006/main">
              <a:ext uri="{FF2B5EF4-FFF2-40B4-BE49-F238E27FC236}">
                <a16:creationId xmlns:a16="http://schemas.microsoft.com/office/drawing/2014/main" id="{2083D7D8-655B-4876-94A8-F400AC7036E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19" name="Legacy module connection">
            <a:extLst xmlns:a="http://schemas.openxmlformats.org/drawingml/2006/main">
              <a:ext uri="{FF2B5EF4-FFF2-40B4-BE49-F238E27FC236}">
                <a16:creationId xmlns:a16="http://schemas.microsoft.com/office/drawing/2014/main" id="{5919B2DB-DB46-43A0-814C-7C09C8C67D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899448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7/8 · Criteria-focused review">
            <a:extLst xmlns:a="http://schemas.openxmlformats.org/drawingml/2006/main">
              <a:ext uri="{FF2B5EF4-FFF2-40B4-BE49-F238E27FC236}">
                <a16:creationId xmlns:a16="http://schemas.microsoft.com/office/drawing/2014/main" id="{6C4F3545-490E-4DA4-988D-DBC4E154A9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46578FA4-4381-4529-BE7E-964BFF9E4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30DF7DB7-0354-4F46-B89A-62D374864B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D96B1225-68BA-4F32-B917-28E42A728C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C124EB3-03EF-4C48-B0C2-4C3D8B018D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F72D55CD-F709-497F-9356-627AD0D16C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언제  “검토해줘”의 범위를 분명히 할 때">
            <a:extLst xmlns:a="http://schemas.openxmlformats.org/drawingml/2006/main">
              <a:ext uri="{FF2B5EF4-FFF2-40B4-BE49-F238E27FC236}">
                <a16:creationId xmlns:a16="http://schemas.microsoft.com/office/drawing/2014/main" id="{1D9CA393-B828-4AE1-980F-424C23A36D39}"/>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“검토해줘”의 범위를 분명히 할 때</a:t>
            </a:r>
          </a:p>
        </p:txBody>
      </p:sp>
      <p:sp>
        <p:nvSpPr>
          <p:cNvPr id="8" name="">
            <a:extLst xmlns:a="http://schemas.openxmlformats.org/drawingml/2006/main">
              <a:ext uri="{FF2B5EF4-FFF2-40B4-BE49-F238E27FC236}">
                <a16:creationId xmlns:a16="http://schemas.microsoft.com/office/drawing/2014/main" id="{EE44199F-0BCE-472A-B730-7DDA4F9FB59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DA4B277C-2A88-48A0-A684-6E41E3A920C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86D93D5C-4994-47EF-9DAC-1DCFF9E255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7C2A2CD5-A2B9-4FF8-B6AF-995FC7B8F8C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2" name="역할은 검토 관점">
            <a:extLst xmlns:a="http://schemas.openxmlformats.org/drawingml/2006/main">
              <a:ext uri="{FF2B5EF4-FFF2-40B4-BE49-F238E27FC236}">
                <a16:creationId xmlns:a16="http://schemas.microsoft.com/office/drawing/2014/main" id="{4770A870-EA1F-47C5-ACFB-2E2A2BA5ABB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3" name="">
            <a:extLst xmlns:a="http://schemas.openxmlformats.org/drawingml/2006/main">
              <a:ext uri="{FF2B5EF4-FFF2-40B4-BE49-F238E27FC236}">
                <a16:creationId xmlns:a16="http://schemas.microsoft.com/office/drawing/2014/main" id="{092F7DB4-CFC8-48EC-A6A7-112F059DF1D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토할 문제를&#10;구체적으로 지정">
            <a:extLst xmlns:a="http://schemas.openxmlformats.org/drawingml/2006/main">
              <a:ext uri="{FF2B5EF4-FFF2-40B4-BE49-F238E27FC236}">
                <a16:creationId xmlns:a16="http://schemas.microsoft.com/office/drawing/2014/main" id="{2ED0AC67-B89F-4CE9-8E50-D2151F49209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5" name="리뷰 항목의 형태">
            <a:extLst xmlns:a="http://schemas.openxmlformats.org/drawingml/2006/main">
              <a:ext uri="{FF2B5EF4-FFF2-40B4-BE49-F238E27FC236}">
                <a16:creationId xmlns:a16="http://schemas.microsoft.com/office/drawing/2014/main" id="{A8A0C087-25DE-4B04-B549-79328AA89D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6" name="">
            <a:extLst xmlns:a="http://schemas.openxmlformats.org/drawingml/2006/main">
              <a:ext uri="{FF2B5EF4-FFF2-40B4-BE49-F238E27FC236}">
                <a16:creationId xmlns:a16="http://schemas.microsoft.com/office/drawing/2014/main" id="{4413E06C-58B1-4751-B006-92B42C15226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위치·기준·영향&#10;수정 제안과 근거">
            <a:extLst xmlns:a="http://schemas.openxmlformats.org/drawingml/2006/main">
              <a:ext uri="{FF2B5EF4-FFF2-40B4-BE49-F238E27FC236}">
                <a16:creationId xmlns:a16="http://schemas.microsoft.com/office/drawing/2014/main" id="{8517BF5B-CE2C-4457-BA58-ABBD09AA547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18" name="무엇을 찾을지와 어떤 근거로 보고할지를 지정한다.">
            <a:extLst xmlns:a="http://schemas.openxmlformats.org/drawingml/2006/main">
              <a:ext uri="{FF2B5EF4-FFF2-40B4-BE49-F238E27FC236}">
                <a16:creationId xmlns:a16="http://schemas.microsoft.com/office/drawing/2014/main" id="{CC3252D1-06D4-4077-9225-84FF0FFDDE7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19" name="Legacy module connection">
            <a:extLst xmlns:a="http://schemas.openxmlformats.org/drawingml/2006/main">
              <a:ext uri="{FF2B5EF4-FFF2-40B4-BE49-F238E27FC236}">
                <a16:creationId xmlns:a16="http://schemas.microsoft.com/office/drawing/2014/main" id="{A02612A7-DD15-477E-926B-B7FADBB79E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166204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8/8 · Iterative refinement">
            <a:extLst xmlns:a="http://schemas.openxmlformats.org/drawingml/2006/main">
              <a:ext uri="{FF2B5EF4-FFF2-40B4-BE49-F238E27FC236}">
                <a16:creationId xmlns:a16="http://schemas.microsoft.com/office/drawing/2014/main" id="{0B971A36-D28E-40C1-BC88-8C752DE7DD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7A0A5591-34BB-4EA1-8A60-86F8D65B6A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6EFB01D-F4A8-462F-897B-09E1C0782F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1CBD23D-491D-4C5C-AA61-4B5AD8E1AD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C942E7A3-64AC-449F-9BC4-1E476DBDFE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2F3C8F2-65FA-47EE-9B5D-F40EA1939B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언제  첫 제안의 일부가 의도와 다를 때">
            <a:extLst xmlns:a="http://schemas.openxmlformats.org/drawingml/2006/main">
              <a:ext uri="{FF2B5EF4-FFF2-40B4-BE49-F238E27FC236}">
                <a16:creationId xmlns:a16="http://schemas.microsoft.com/office/drawing/2014/main" id="{BF950F73-63CE-4DA5-91B4-857FBA17CDD5}"/>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첫 제안의 일부가 의도와 다를 때</a:t>
            </a:r>
          </a:p>
        </p:txBody>
      </p:sp>
      <p:sp>
        <p:nvSpPr>
          <p:cNvPr id="8" name="">
            <a:extLst xmlns:a="http://schemas.openxmlformats.org/drawingml/2006/main">
              <a:ext uri="{FF2B5EF4-FFF2-40B4-BE49-F238E27FC236}">
                <a16:creationId xmlns:a16="http://schemas.microsoft.com/office/drawing/2014/main" id="{6817628E-164F-4ED3-B952-E0A72E2AACF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09FE3BB3-CC8E-408B-9711-9CEEB4D668B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80E807EC-0A05-4AED-AA07-7F751D2D614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BA397FCA-89E6-4FCF-86CC-89288DAA0AB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2" name="피드백에 담을 것">
            <a:extLst xmlns:a="http://schemas.openxmlformats.org/drawingml/2006/main">
              <a:ext uri="{FF2B5EF4-FFF2-40B4-BE49-F238E27FC236}">
                <a16:creationId xmlns:a16="http://schemas.microsoft.com/office/drawing/2014/main" id="{B1DE9C23-05A4-460D-84F7-BAFEAF6D989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3" name="">
            <a:extLst xmlns:a="http://schemas.openxmlformats.org/drawingml/2006/main">
              <a:ext uri="{FF2B5EF4-FFF2-40B4-BE49-F238E27FC236}">
                <a16:creationId xmlns:a16="http://schemas.microsoft.com/office/drawing/2014/main" id="{A5170C15-F012-4365-B8F4-3AF366D0CF0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틀린 지점과 근거&#10;원하는 변경&#10;유지할 조건">
            <a:extLst xmlns:a="http://schemas.openxmlformats.org/drawingml/2006/main">
              <a:ext uri="{FF2B5EF4-FFF2-40B4-BE49-F238E27FC236}">
                <a16:creationId xmlns:a16="http://schemas.microsoft.com/office/drawing/2014/main" id="{41086AE7-44D3-42C0-9454-2311F5F05D3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5" name="남는 질문">
            <a:extLst xmlns:a="http://schemas.openxmlformats.org/drawingml/2006/main">
              <a:ext uri="{FF2B5EF4-FFF2-40B4-BE49-F238E27FC236}">
                <a16:creationId xmlns:a16="http://schemas.microsoft.com/office/drawing/2014/main" id="{248A03E4-BA20-4263-9CAB-696AEA42F22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6" name="">
            <a:extLst xmlns:a="http://schemas.openxmlformats.org/drawingml/2006/main">
              <a:ext uri="{FF2B5EF4-FFF2-40B4-BE49-F238E27FC236}">
                <a16:creationId xmlns:a16="http://schemas.microsoft.com/office/drawing/2014/main" id="{9FCD2FF4-0CCF-48E5-8BF6-87D7DB443F4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다음 작업에도&#10;같은 조건을 쓴다면?">
            <a:extLst xmlns:a="http://schemas.openxmlformats.org/drawingml/2006/main">
              <a:ext uri="{FF2B5EF4-FFF2-40B4-BE49-F238E27FC236}">
                <a16:creationId xmlns:a16="http://schemas.microsoft.com/office/drawing/2014/main" id="{739377A7-CC0C-44E1-9748-2131B437444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18" name="어긋난 지점과 원하는 변경, 유지할 조건을 적는다.">
            <a:extLst xmlns:a="http://schemas.openxmlformats.org/drawingml/2006/main">
              <a:ext uri="{FF2B5EF4-FFF2-40B4-BE49-F238E27FC236}">
                <a16:creationId xmlns:a16="http://schemas.microsoft.com/office/drawing/2014/main" id="{EB91B930-744A-45FA-873B-AC02F309D0C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19" name="Legacy module connection">
            <a:extLst xmlns:a="http://schemas.openxmlformats.org/drawingml/2006/main">
              <a:ext uri="{FF2B5EF4-FFF2-40B4-BE49-F238E27FC236}">
                <a16:creationId xmlns:a16="http://schemas.microsoft.com/office/drawing/2014/main" id="{F048544B-1F18-4394-971E-04C3FD8F2E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0110841"/>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15E6F14-6B06-4D74-8F3F-1EA5BF320C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D2E980E5-7F0D-4CCE-B57B-83718C932A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AECBE1CC-D315-4C0F-8362-2DE373CEE6F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8CD8B98-D09C-4572-BC2F-21E6460347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F237B4B-7984-4D28-AA96-DED2CC3429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E2F1D62E-87D2-47AE-A91B-AB768AEA55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ACC74921-FCBC-4822-B657-073C4BAF9D0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9467F066-DE98-484A-84E7-8F91EC62717E}"/>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80913AA-FCB7-418F-9A1F-E7DD81A739B1}"/>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911D3F2A-B428-45D9-A9EA-996828546121}"/>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BF8CF6B-2887-44F4-B84E-350859314A2E}"/>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0F059DE-A128-415F-8F70-66EBB1448C7C}"/>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47CB0B0C-BBE7-4343-99CF-A787F3C19E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664085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AE6ED278-A310-4928-90E8-DC2ADB030F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8612CA7A-7BCB-477A-8777-9CDD83AAC5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16995FA7-BF91-4115-B034-2170B00314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F5D5DBD-9971-4FB0-BCFF-AC2A17B357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1D51F27C-1BFA-4AD0-804C-BE04C4E9C1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78E321C7-8077-4FE3-905E-ADF4967BAD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A5E811CD-BF52-446A-9350-D56906CB400A}"/>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F16424CB-871B-4A2D-BE8A-01C71E80E375}"/>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C7B44672-0219-4EC1-B2D7-3433C4F5F2D9}"/>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785DA2E6-4E45-446D-AA14-7C0B5C541C8B}"/>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226B352C-41B3-40E1-A436-15421231BBFC}"/>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4A222EC-F143-41F5-98E1-626D9117160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54FF1A6-6ED1-4E4A-A088-669E93D65E5B}"/>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1023AFC-7DC4-4367-B4FB-90789195637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92A36539-A048-4B4F-942F-ED83DC2FA5B1}"/>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BFF414A7-5E00-4D15-AE3A-BDEA55BBD72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EA487CDA-9113-474E-8978-E4DD0FF22D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489749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712C71F-D0FA-45C3-9B16-A3D06D0A5A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B878B2FE-AF32-457B-B740-B6FDF73230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8CD081E2-EE11-47D8-9C3D-9238C3CCE7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D49279F-8963-411F-918D-FEDED36A5E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15AE33D-CBB9-4A4A-95CF-015E115BB0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CD5A625F-42C9-47A9-BAF2-BAFFF0A9EF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C76F885-C832-4FC5-9D61-4DFF2353F90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0D6EC86C-305F-4797-87A1-99503A003A7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4C31070-F148-46FB-BC62-5CF26CD21DB8}"/>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9C996CB-7C47-4F76-B91E-1B57AFEE719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2E8E1AE-BEEE-4E33-8D7C-794FB8D3E4FC}"/>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E3F43AFA-DF51-4121-9444-A558FB718DD7}"/>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D73B86E-7714-45AE-9CF3-997183846A5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72F4E30-BDD0-4301-93C0-7E614A13E6F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B736482-B2FA-4C4C-8819-886C31FCA471}"/>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EAD8D3D-2E53-4B91-89D8-012EA26A07F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7F785E4-855E-45F1-8F2B-A30CEBAD4DE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3AC7EB6F-9998-4F2D-B121-17E83E46E05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710D7C81-D850-48FF-A345-C2C5FAA27543}"/>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88F248B-DB1B-4E52-9EC3-3233D187B03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CB3F042-0A6D-4AC0-BE2E-27EBF9680ECF}"/>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9768D5-BB88-4DC9-BA22-04E1FA8D4EE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A1D847D4-9725-47F1-A245-959F0E833A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882933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8D9BE33-CABA-479D-9215-A19DC52A48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7C31EBD8-1C13-4A4B-9780-F586AE52DB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A906B68-4975-484C-8D9C-B843FC7034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0A8A4321-94B1-4033-81E8-A52E2C4C18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B57B6891-EA82-4769-9167-B080F30539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BCB3D3C-B4D0-482B-9BAE-C57EB87739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C6F3451-EFBB-444C-A0A5-FC7DBBCDED5A}"/>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D8113B9-8F59-4BF5-90F3-EA89DE593F9F}"/>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AD63203-0CB1-4DC4-AAB9-C639620EE7C6}"/>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9353DE73-477F-4866-BAB6-A41C4A3F9F6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7FD39CA-89DA-41AD-9D60-C57C69465DA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D7D17C3-88BB-4587-ADAD-F2DD22F647EB}"/>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851382-CE93-4D3E-8643-403CC42D5D38}"/>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010BDD2-80F6-4444-941B-43BB6BBF392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BCAB642F-4DA2-4024-93D0-7281B834CF7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BF5EF5F-FA7D-4C5B-8FA3-2161E2465CEA}"/>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B20F801-50D0-43E2-9777-336748ECD9A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23055408-83B8-4E16-ACC5-9352CF155A9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CCFCD1E3-C6A4-44D6-A529-A8E366D5F44B}"/>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23B73C8-8F93-45C3-A471-2F076E81709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9731A3E-2776-496E-8D34-BF7A7F76C3B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381E8FB-39E2-4D32-B76B-2535DFBA7F95}"/>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4722531-8A72-471C-8E11-FBD72548008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6192AC9-5473-4E7A-9D6F-FC8E68FB301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FD78915D-DC9F-40B8-9BE7-AC356B49EA9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498B191-CF64-43B8-BF00-CF0E525670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1919695"/>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3EAB01F1-EA44-45F2-83EF-30AFEC20E2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34">
            <a:extLst xmlns:a="http://schemas.openxmlformats.org/drawingml/2006/main">
              <a:ext uri="{FF2B5EF4-FFF2-40B4-BE49-F238E27FC236}">
                <a16:creationId xmlns:a16="http://schemas.microsoft.com/office/drawing/2014/main" id="{2490728E-8D86-439A-BDA0-7E21F1573E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한 번의 사용에서 확인된 것">
            <a:extLst xmlns:a="http://schemas.openxmlformats.org/drawingml/2006/main">
              <a:ext uri="{FF2B5EF4-FFF2-40B4-BE49-F238E27FC236}">
                <a16:creationId xmlns:a16="http://schemas.microsoft.com/office/drawing/2014/main" id="{46D7ADDC-7C6A-4055-B7F7-0247A6132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E1F2DAE6-31E3-4CA2-96B9-F14AC8A102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6EE2A12E-EE9D-4F84-A4DA-8954C2C9BE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AC50B2E0-52E5-4969-937F-53910C21B2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4BEF028E-C53C-403E-8D40-328D4EAEFEEA}"/>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4C9809E5-0975-4C4E-BFE2-BDA832BFC5BC}"/>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2F8C6A7F-ABD7-4FD9-9095-FE11858BD114}"/>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E7779CB2-D389-4F3A-A0CB-91CD09CE9432}"/>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7FD78A46-7B4C-432B-AB84-B48CF69B18DF}"/>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06C8498B-299B-46B4-8ABA-B36E8C69096F}"/>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A8368055-019C-4FB6-8113-21D8892DDB74}"/>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5690D6FE-7573-49B0-8F9C-CD5165EBD25D}"/>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884BB60F-E50D-472C-AF2A-B0E7210BB67E}"/>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1BAFDB2A-FAF0-4AC1-8F64-05B3FEB3914A}"/>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3C3A7A54-52D7-4AEC-B797-BF3604E144BC}"/>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2F90D3C0-3A90-45B6-8C87-3B845C0665B2}"/>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2BD95D27-DFC4-4103-B48D-4DB999DF41D0}"/>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4124F40-5692-4058-83EC-64DC22E4EB82}"/>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D72BF3F-5D8B-45ED-91C5-FD304E19ED9B}"/>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CF7756FE-3AEE-44C5-A608-68C65CB8AA50}"/>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B1E93D24-AD38-487A-B278-B614617AD7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564691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A9D7C0B5-4F24-4E30-9DA5-1BD20732F9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A2DA8EFD-5EC2-46D9-B0E5-93B26AF414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57E0EFD-6D5B-4657-A840-14A7812065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61D0AE5-4894-424F-BE75-DA8A2E390F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CEA1AEF7-3A38-446D-B80B-CDADA1878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21A36E8-EF40-49C4-B9A0-2290AA015F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8E5B89D-9E17-41F8-B320-D62702A67B72}"/>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B80B5B4-7783-4C42-89E0-7E435914E94D}"/>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11F0C1A9-0D67-44CA-A723-837C0E95E0EC}"/>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0C5FECC1-54F2-4BF6-8BAD-FFEA75F4A606}"/>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609544A-3BE3-41B8-AF11-96AEF42351E4}"/>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50B8696C-6B3B-4E3A-8F28-0A76A0456F00}"/>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90C5F622-AB8C-4C49-8391-595B0E1590CC}"/>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AC654797-DE48-4A98-80A6-68C8DC7B3344}"/>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0053B147-3997-498A-A315-604E34378233}"/>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20BB524E-77A7-4882-9127-1164A7881839}"/>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ED30912-2663-49BE-80F7-B24F94BFA6CC}"/>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9BD4DE4F-0E9A-4A29-B3BA-FC6769BB8637}"/>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7DD095EC-7379-40C3-86F4-2E539F6293D6}"/>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6B8D26A3-D832-47C7-A4D7-49B8CA770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601284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0B22AA9E-DD8E-45C2-9855-A6844E214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4AB64366-DFCF-405D-915E-8BB4FECE74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6464A014-C6AE-45AC-B119-AC09264F86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7CD968A-84E3-448D-A1D6-F4F6F8836C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4B724C41-36BB-4563-9113-BFE39AA9C5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677FAC71-0DF4-476D-B055-32D0728E9D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52F12132-F09B-4679-BA20-D31FC56898EC}"/>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88DB441C-A8A0-4E39-B1D1-BB5AE478076B}"/>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C25019DC-787D-4F41-84C7-286E0BAE4CB3}"/>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00BFEB97-84FD-471F-B2F1-53944A085B8A}"/>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9AFF4442-485C-4695-BFDA-DF91EA1BA745}"/>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ACEA7DDF-5716-4721-AAD2-29D19D3FF517}"/>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FF250AF8-D318-494D-9F64-8BF8AD40A9EA}"/>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03B1D65D-9844-4C9D-A240-B770B309F5E3}"/>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290AC92E-C027-4263-95AD-706378DD693A}"/>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2E4F846C-C134-4186-A150-A9B6DAD313F1}"/>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E83C384B-F691-4DC3-96D8-D2D0FB95D05E}"/>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41CEAF30-DF85-44F3-8529-54C6A7AE765E}"/>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4A4CA2A9-C3EC-413C-BED8-03A158074FAE}"/>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0147C257-BE29-44F6-9BE6-1BAEA8EF868C}"/>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2F3A0275-9DBE-4700-8F7F-42F4AA76BCC7}"/>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CC7F3630-F113-4F77-AB83-8BC39771D9B8}"/>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A4DBA394-AE99-4733-88D6-D37D671D1F80}"/>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5E25C54F-5838-46A7-AD32-6D6666CEA6C4}"/>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E4B1902D-45EE-478D-B9B7-F2B7709EF11E}"/>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CFACF553-8418-4000-974B-1E06907AA1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436590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F6934AEC-8FB0-4456-A50F-EBF41D7721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C1DE7308-B59C-4347-A422-67DE41AD05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8C4B8DBB-EB5C-4534-A973-B3FB185CC3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8801ECFF-11E6-4BD4-B344-B91BD1E6B9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EB5810FD-672B-456C-B8BE-51965EFCC0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CFE86B85-024F-491B-B78F-FC472FD4B8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1F851304-78BD-4F9C-A778-4767EA8CE647}"/>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27B622C1-8E2F-4446-BC42-FB4318242ED4}"/>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E24921E5-F2BA-48B2-93E9-F121EB3098F1}"/>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8606257D-C981-464B-AF88-392ADA386D35}"/>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FB46844E-BA9F-47A9-8D82-64E62FB46268}"/>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E4F7E4AA-47AC-4A96-8AFF-6D657B2CCFE2}"/>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28CD9735-8CAC-4A1F-B83B-07BFD401A8AE}"/>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4DA50632-7798-46AC-BB87-D6150C6F2DF9}"/>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3B7A7100-4282-41E1-80C9-51C4B5D416E8}"/>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9C7254EA-8643-4124-AEBD-5734313756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5646935"/>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392B63D0-3B39-4526-8D2C-00150BF6CD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288FB68B-8FAE-47A4-9D68-1E113E394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1ED35D1D-862D-4A3F-93D0-D1D6898E59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066E5984-4586-4E3F-A82D-953259EB3F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B781B9AB-D542-4A21-9BA2-A86A01EE20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3D2AA4A0-5D0F-44D9-8CC5-48F2F4B086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D89D5EF0-FA93-45DB-B343-D60BCF7C617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752FFD45-9E43-4ECC-BA9A-7EAC957245DD}"/>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A1BD53E3-9F96-45CD-89E2-E7809139CF2C}"/>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D6E1A25F-42C2-4E35-89E7-6B54FBA72EAE}"/>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CB6462B9-6606-4A7B-AE9F-7215FAEE2DF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C1C95446-7FB0-4BB2-9253-0098B636F9DA}"/>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D7527F9D-A06B-4B25-9174-C978387847BA}"/>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51D89B20-4DBD-4F01-8F2E-15BF8A79EDDE}"/>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353B3B51-421A-4D7C-B4C1-132D23C1B1B4}"/>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D1C38CA9-1E7E-4F76-93A7-3C5AE8161758}"/>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A8C56D23-8416-421A-BC09-DDA055BE0109}"/>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30FAC4E2-1B60-4F42-BC02-89F2033A1C72}"/>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8CFCECAE-EA2E-428C-8415-6A0A161654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765642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1E24EEE2-FB2A-45BD-B4AB-866DFB08A5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B3F09A03-74F5-4DFC-970A-FCC3D900CC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9511646D-56B5-45F5-89E8-E631CCC0D8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387200FD-7459-4389-98E8-E2CAFCD2B3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00047BEF-62E7-4C5B-BE94-19F9B52111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085E8A67-61AB-46EC-924F-613A093775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C3CACFF9-07AE-4870-8874-747476D02BE8}"/>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69D8DFFF-88C4-4A6C-ACDE-91205AFED500}"/>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D4E3BB8B-733B-4840-A1B8-A6A4DAACB920}"/>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7E871EAB-D168-4C1D-A729-504B22FF95FB}"/>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36675CB9-D11A-41DF-8454-7D82914A6FC5}"/>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3C47BDAE-7805-4A75-86F7-3FCB7C5F2DD6}"/>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A3E24074-DD0C-4293-BC9A-C9B463548399}"/>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2EC47B2-6ABE-49C3-AC75-CB4B25641456}"/>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5FDDC4A-C7BA-46C0-AF1B-2C20AF33603B}"/>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802C0134-B661-4FBD-A86C-A6A8A8272C3B}"/>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C715448-4CF0-4E8F-8308-88454275C9C1}"/>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31DAB16-231A-446F-AB1F-40F7B55F45F1}"/>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2D8AA94-66E3-4605-AAD9-8544D4622F5F}"/>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BC475F9-F310-45F5-85B2-86D49C7809B1}"/>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1D05865-63FA-499B-9094-E866A2D28AD2}"/>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7A0842D-F20C-4338-8089-042157910575}"/>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94926F6-2072-4EBD-B1C2-1D88584561EE}"/>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6363DB6-340D-4975-99C8-5C2499045F98}"/>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2D994D4-7904-4658-A766-B25E2E4C12A4}"/>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C573176-40F6-4803-8F5F-242AD83F1ABB}"/>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63097243-7A88-484D-A078-0849960F90FF}"/>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5776ECD4-4E23-4E3D-8C9A-25F056E7DB7C}"/>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A9C7BCD3-4D08-4321-96C2-5217BAE1F5FB}"/>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BFD8E4D-6DDF-4D82-9662-CB5D6C80C58B}"/>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24F00BF6-ED12-4666-B3F0-7CBE154E7910}"/>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53FB7D1B-8077-4FBA-A7FA-8D416CEE9375}"/>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24DF15E5-9407-4551-9E4A-FD2670E71F37}"/>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A2A24BEF-E345-4A3A-AD5C-7EA3DE3BE51F}"/>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44002E71-FBC1-4D0F-88A0-6DACE379B981}"/>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BA1CBD70-32D1-4F7B-81AF-DFE60986EB37}"/>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A9731B7C-27D3-4179-88AF-08E27B31D4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81808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CAFC3BF6-A147-43E1-877A-662F4B15BC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46C99044-DB75-4803-9861-ECDB72E2C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73314B77-861F-467D-B33D-D0B2A3CB5E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9BBFDD8-AB3C-47F0-8F97-16A586D54C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FF5E67FC-E342-4891-B29C-795657EECF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8E1651C9-CE72-45A2-874B-762E99E3C4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911BAF50-F947-4D7F-84B4-EBD9C1E88D4C}"/>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113CCF06-854B-4C6D-9F68-96E562006BAB}"/>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04BF9E0F-3E16-46EA-B4EA-A9AAB6B28402}"/>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AAFEB8E1-3A44-4D9E-A91F-3AC0C0DB28FB}"/>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A8C74357-C890-4CFB-9E62-B61819AC2306}"/>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E2FEF9C-5D79-47D2-B636-8FDACB986918}"/>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0B4FD8E0-32C6-4C96-B073-4166E3C0C94B}"/>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BC7A69D3-05CE-4464-8BE5-307329A2C7F4}"/>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6B672DC6-39F5-4679-A662-DE8B0848977B}"/>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134FB4D-26C4-4B2A-B853-B926666F3CD2}"/>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A3AC9C04-039A-41BE-97CE-4F22EC754D8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971C90B0-EE55-4268-A678-89F29A0A63C0}"/>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9BA21ED1-AD74-49AF-A543-5CF16D6DBA17}"/>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A2B772B8-CA62-428E-841F-F382B298FE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510077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D5B3BCEE-2335-4DFB-9E44-A3A6B98031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41BBED05-6C94-4229-AC13-6DDCD29645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9B04534B-31BC-4B75-866E-C8FEF48BF6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3E11FD0-E031-4000-BDCF-4BB7091C7C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69A97800-4532-4C7C-B76A-6AC41041A0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36010195-1379-478C-91BF-0BB7AB6FF2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71D1C0E0-9D55-4382-B2B0-0B509B94F4F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33F6F8AF-710A-457C-B146-2A174B76CB78}"/>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4C3EDA17-84AB-4A5F-A9F6-112FBE60BC58}"/>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F48A6B22-6067-4303-AAF4-58893AEDD043}"/>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DD1AB894-0193-4C2E-8FDF-CEB85CFE6BC6}"/>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C8144A55-9EA1-4BD6-A661-B664FC6240D5}"/>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C4CB0CD4-C6C6-476B-81F6-CC38396FBA6C}"/>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55539E8D-823D-4CF8-8CB7-262FD35B8249}"/>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B3E5D3D7-6A4D-4FAE-9D73-32274D4069D6}"/>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DB34254B-C52A-4378-A1C0-0891F9E6364E}"/>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4C78CB19-41BD-4D54-B662-8B16FD05209B}"/>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D6DA2A15-2A32-4461-B4C2-70025D1E5057}"/>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CD4D578A-CAF4-4C7A-A815-0E7E17FA1E6D}"/>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A958FE2F-B864-4C95-B5B2-6DD37A93541B}"/>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AC1F2C09-9D82-472E-AE59-53AB27BE4FB9}"/>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167822E3-D907-4D45-88CB-37922765F072}"/>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E6CB8DF4-B514-4812-8FDC-601462734C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365613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3EBFEED0-252A-47F3-AC18-98B619174B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528851ED-CB8A-4967-85F1-8822459315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C085954F-8713-4B46-B15B-9FD5E3E7C2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018EA54-1A36-4830-833F-47A9B6D383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7DEC26D7-AA78-426B-927C-A800963D6C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E76B384A-4B4D-425D-BF18-A7A7DB46A5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396B8700-D894-4B61-AD07-9C76DABB0064}"/>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B0856915-F25E-40C8-97F6-67B61FC6D23E}"/>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19F9FBA7-9171-4463-8C98-F8DD3E0BD6D6}"/>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C4CDCCDE-EFA7-4C8B-BCFD-32165FEAD78C}"/>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B4C88FD9-FE3C-403C-8194-FC73DB40A45B}"/>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6DF61E12-CFEB-4CEB-A3D3-83D079B252CE}"/>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4D434CDF-F1DE-49D0-A761-48AB6C0702C9}"/>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C17B8B71-2AEB-46DC-9FD1-79BAC22806C6}"/>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B7344D5F-6E37-4DD7-A9A5-B88D66CA1665}"/>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C5911BB9-CC2E-4D9C-B14E-DCC520A1A98E}"/>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2882FDCE-9FBE-4629-ADD0-448C43F989EF}"/>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BF6FC462-26BA-47F0-86C3-21895845BA2D}"/>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D6219688-33E5-4C76-948B-C5A7CB432B77}"/>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4905F03E-0B24-474B-979F-F10E90917E6C}"/>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BAC03CC3-0705-46BC-AA79-F6A81C0CC5CF}"/>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D61C31C3-D176-4BA3-8A08-C7F72C58C1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952479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ADCBE377-2D77-481D-8EC1-9E421A7CDE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6A4D2BC6-01ED-455A-85D6-A3C062BD75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79776B98-C947-4C53-A06C-91441C65AB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63F38D8-35AD-4FF9-A04B-1E1367FB66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7E8E0145-9246-4AA3-8CD5-459B3A82F9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16E89885-A8E7-438C-9B8D-B2AAA6C9A4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B3412DB6-907B-47B7-8E33-2C55D0D202A3}"/>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9048F1D3-9277-48DE-A80B-2E741D5996E9}"/>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54AEF5A6-97A7-47A1-968D-F3D14E036D7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DD49114-3D06-472E-8389-305CCDDE93EB}"/>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67EBE24D-2A49-4AA7-B58E-680F65CD9CBC}"/>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182E6619-B428-4670-9D35-D0E822919718}"/>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D296858E-AD63-41D5-92CE-153C0914160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9A23CFF0-84B7-4F92-8126-FA8F6FB612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038173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54616AB5-C8E8-4129-865D-49676F59AD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CB4B70E8-EE0E-4B81-87DC-4481CDCDE5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1A1F54F8-F27E-44E8-8A94-4301E5F54E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C0E9FF7-827F-45C5-9B99-8B98158349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F9498AD3-CF66-4DC1-97CE-462008B53A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C15C572-7868-43A9-8F97-FF411F291B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BB2EAC94-5D6B-4C4B-84FF-E71579476D9E}"/>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9970134E-63D2-409C-9C76-F3547376576B}"/>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75AF7A7A-7BF6-4851-B303-69B0674079E1}"/>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B98AAE4D-BDF2-460F-B670-EA8D68E6D874}"/>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D63D1214-387B-4289-AC30-0938CDC7CCB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CCF53950-690E-47B7-BBF6-055BB7EF3603}"/>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55CF6220-E918-4659-967F-49D25826250E}"/>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86DF5CB-7173-4EE4-AED3-F4FF0A3D4C9B}"/>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235D3DB8-4607-4824-8E90-614D825F69AE}"/>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C40D2482-31E2-420F-892E-4CCFBBDA5D49}"/>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9971787C-EEDB-4592-A91B-4C46C184E408}"/>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5EB29EFC-C54F-45E4-B01D-064FD52C5FA0}"/>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799FF1E0-4024-48D7-B803-C4D3AC9AB9F9}"/>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68B4CC6E-735C-46A1-9D88-19091487E5AE}"/>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10E3AEC1-C563-4630-81A9-3AF9FC9356E8}"/>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A5C6BDFB-B56D-4520-BB67-3DB79AF01696}"/>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64B69BD7-9BA0-4DA7-93B4-EAE6FCF610C5}"/>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C4BE0BE-8723-42E7-B42C-294CAE56DA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4820698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3092491A-6B30-4FC7-BB1E-B513DE207C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01035934-0F17-4408-AA19-67790CB01C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4F311EAE-8C06-484F-8A62-62AAA21997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516A0A6D-4074-4A67-A1A4-DDF1DE8858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407A0E25-F0B4-4EB9-8C68-A10D1FDD31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4BEEF6CA-394C-4C00-A92C-57E64D99FD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B24555B0-1226-491E-9AA8-15996F3A4410}"/>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6D728F2-C6DB-4755-8D9C-B2AF7C2287A2}"/>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39CB0A8-BCCC-4276-A8FD-7DEE6330B3A4}"/>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F5D38710-C453-4BF1-B9C6-53EBF1EBB99B}"/>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B6E3892-6360-42E9-935E-929C4571F7C4}"/>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DB3667DA-CD84-43C4-B718-65045B6DA7E0}"/>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D134EB50-82E4-48F1-9748-5910501F056B}"/>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8708D67-CB38-4B18-BB34-48AB6C84BFC9}"/>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6E56C9F2-3264-428F-B275-9D8F6D465C6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117DAF44-3C32-4E62-9085-465916FE56DB}"/>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A1EE3F73-2AB3-440F-A0FF-7A2B72B4A344}"/>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5A9F8657-47B9-4F3A-A75D-7038AD235268}"/>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B02EC285-65D0-4051-8F50-F1EC219BAA3B}"/>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8212DF6C-C900-4F1F-A46D-CEDBF276F397}"/>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E1177D4-90DA-45D5-9742-5E956D6183EA}"/>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2ECE79D-352B-4598-8C94-998E3571E88C}"/>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375D5FF6-2570-4CEB-A47A-D36E0312FFEC}"/>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D208F7F7-A7DF-4E70-A675-64A617A5A6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469450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BF7EDD02-0091-4E2C-9E5F-D4601EF922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647FF2AA-E80F-4D35-96ED-3C5D3C5F66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56C996C7-3754-41CD-BE3B-1CA7223A02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4961568-2C44-4907-8487-492CDBC9E3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BE4DC251-7423-4691-8D2A-371ECFCF1A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C9B5C1DD-CFD3-4DFC-9F3B-B2A3CF79C9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2BF1322B-C151-4A08-96B4-576CC486EC91}"/>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C9A61D4A-DC45-4221-8CE0-8B2011EFE765}"/>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C040B628-531B-4505-AFAE-7CD65935AEE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A045902-4C83-41A5-A021-93B9E8C11A81}"/>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94FAA47B-3352-4DA2-AF38-C5CE9C1DDC9B}"/>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D00EB46C-52FC-4D70-A42C-A2E2BD86180F}"/>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30F5C854-33FD-4F55-ABAE-F0E5FDB50347}"/>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5FB8E562-F5BB-445A-9D9B-1A7F437E00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2911309"/>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A224D3E0-3B32-40DD-9AE1-F4C88F41D2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C0B643C3-DA86-4F71-B37B-04676F79D0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7F6D22D7-181B-4D35-B338-5E5613ABC54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00AC4274-7BEA-4DF5-BB5C-8B8B3AC516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C4C2ADFF-B8F9-4918-B0B1-FAEB7B166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38D51E2D-1E59-46BF-8D2E-9CA287CDF6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AC5A6F1B-1B4D-4A16-9324-E9B5826EAB64}"/>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CFC97415-1A19-4B2B-8C28-20A6D2013761}"/>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CCEFC7D1-1CF3-4838-ACA6-4BDA2B959A66}"/>
              </a:ext>
            </a:extLst>
          </p:cNvPr>
          <p:cNvPicPr>
            <a:picLocks xmlns:a="http://schemas.openxmlformats.org/drawingml/2006/main" noChangeAspect="1"/>
          </p:cNvPicPr>
          <p:nvPr/>
        </p:nvPicPr>
        <p:blipFill>
          <a:blip xmlns:r="http://schemas.openxmlformats.org/officeDocument/2006/relationships" xmlns:a="http://schemas.openxmlformats.org/drawingml/2006/main" r:embed="Rc410dd971d6b4194"/>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DCAD1EEB-872F-4B85-89AD-35921AE30F42}"/>
              </a:ext>
            </a:extLst>
          </p:cNvPr>
          <p:cNvPicPr>
            <a:picLocks xmlns:a="http://schemas.openxmlformats.org/drawingml/2006/main" noChangeAspect="1"/>
          </p:cNvPicPr>
          <p:nvPr/>
        </p:nvPicPr>
        <p:blipFill>
          <a:blip xmlns:r="http://schemas.openxmlformats.org/officeDocument/2006/relationships" xmlns:a="http://schemas.openxmlformats.org/drawingml/2006/main" r:embed="Rfefb3c6c1f284d3d"/>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FB88678-F348-4C8C-8EBD-546D7263C767}"/>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DCC74FAB-EC2C-4720-8A08-CAEB67AECC4A}"/>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FC689F28-9F67-45DF-967C-543C490C39F0}"/>
              </a:ext>
            </a:extLst>
          </p:cNvPr>
          <p:cNvPicPr>
            <a:picLocks xmlns:a="http://schemas.openxmlformats.org/drawingml/2006/main" noChangeAspect="1"/>
          </p:cNvPicPr>
          <p:nvPr/>
        </p:nvPicPr>
        <p:blipFill>
          <a:blip xmlns:r="http://schemas.openxmlformats.org/officeDocument/2006/relationships" xmlns:a="http://schemas.openxmlformats.org/drawingml/2006/main" r:embed="Rf04d2f661b0f49fb"/>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15342A66-38E5-4988-816E-0ECB835B38E4}"/>
              </a:ext>
            </a:extLst>
          </p:cNvPr>
          <p:cNvPicPr>
            <a:picLocks xmlns:a="http://schemas.openxmlformats.org/drawingml/2006/main" noChangeAspect="1"/>
          </p:cNvPicPr>
          <p:nvPr/>
        </p:nvPicPr>
        <p:blipFill>
          <a:blip xmlns:r="http://schemas.openxmlformats.org/officeDocument/2006/relationships" xmlns:a="http://schemas.openxmlformats.org/drawingml/2006/main" r:embed="R81ae290671414668"/>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4217DF5-B3B5-4928-935D-B9ACE6748E41}"/>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B2770185-5719-4C28-AF21-CA34313DA2B4}"/>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436086A-A9E0-4ED1-AACB-E5422D84EE27}"/>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8CE5B9FB-6AAF-4D8E-891E-3880FB4C94B9}"/>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D1164BAE-B91D-4413-B4DF-EAF2EDEA481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51377A4E-DECE-40A4-81CB-8BB8D3BA7865}"/>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0E4D457-515F-40C7-99D0-074E952FD0E0}"/>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1FCAE4C5-00A3-48AD-AD3C-A2B0D82BC07E}"/>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8ACC8FC-A4C0-4042-871A-8899AC0D68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87619517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E14304BE-5F3A-4EFC-BFBE-05B86DE865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7F9D6851-92BB-4FA4-96D8-8B08B819E4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200B1B14-4C5F-4E30-B9DB-3A59BEA297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DEBF9233-685E-427D-A624-FF5D2B4506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13D42925-5803-4A33-9025-94F52EF4D6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31EE634B-B8D2-498D-B7EC-5471114610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8CDE9D9F-02A9-4951-96D2-8962E53FD642}"/>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574948E3-DEA2-4FEF-87B6-9EEBE68A8689}"/>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F154C842-CF98-4801-A496-44895C853AA5}"/>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F038D63-6001-44C6-B9B4-95604798BC12}"/>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F38F4E18-DA79-4B04-BC38-FCB0FC5CA8E6}"/>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1116366C-8467-4598-9EA8-568446E802CE}"/>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91B785D3-79AA-44B0-9DE8-2D41581E7287}"/>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F5288457-C4D4-4181-A023-0C18C951722A}"/>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6E3BDF4D-5D03-4F8D-9F5C-242440664DF4}"/>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4702DE29-C62D-4E5D-9B60-187F36D5D247}"/>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CA640573-B033-42C2-BCA6-91641A53FDAA}"/>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0CFECC57-47FD-4CB4-BE0B-E4257A61F610}"/>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2CD5E883-DA7D-4C83-9CAA-010D315306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7320992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530DF06B-3001-4F4D-AA74-D1624907E3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92FD6029-BD9F-4E4F-A462-0C5EEA7A68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D864A2F0-77F3-45A9-B8B4-9DA0BD00A1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7F3ACDE4-3A2D-46FF-9FAE-7381118348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D19D3C3-1DB6-4349-833E-87BEC3BF8D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F1CA030A-B756-4C81-8E6C-E56911AD8C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DFFB12A4-F5D7-4618-8EEB-A5F83B1AC5B2}"/>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C509240A-7A4C-4830-95F3-C49251988132}"/>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1A8B5BB0-7774-4640-B5B7-0726C0F0192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094BE03C-ADCF-4E1D-8A89-0F4752787E62}"/>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1E623A46-FB8F-4260-AF63-D7B66B1ABB26}"/>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1A1CD514-27F0-427E-8B90-BF8110CA8718}"/>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401509A0-9951-4FF6-865F-5508B04B0E62}"/>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4FE619B1-8D61-41D8-BC21-726A0ACDB041}"/>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92A55FA-B13D-40F7-B3D7-645E15878C3E}"/>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D3746392-518C-4FAC-94A3-DBEA0143F524}"/>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7CC683FF-A524-4146-8D30-7CC642C8AB77}"/>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AFD6314F-8022-4EDD-B9BF-3AE1B545418F}"/>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20429901-E88C-4A39-A6A5-F1DCB3319A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3140932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638352BD-B830-4EDC-8FEC-B253BA8F11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CEEDEFB4-1CDC-4F65-84A4-64D8B50E89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94745797-2EE8-4859-A2BE-F9EE4396FC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CD1C9249-326A-4D29-9F6D-976223F732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1E029FA0-9AFB-40C1-8A7B-AF540BAD4D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58182D54-EF23-44D9-BE46-8974D96C9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96E71A31-4C3C-406E-BFB0-601B37B55C03}"/>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C7D0DDBA-CA3F-4E53-9312-03F93A203228}"/>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67D54126-1199-4639-ABC6-04F92D57F491}"/>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63B84EAE-0938-401D-9935-AB774C222F18}"/>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21A25907-C028-42AA-B119-A35198487929}"/>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40CFC1E1-5EF1-4615-943F-1D97A3D68BDB}"/>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F0C4636-2B71-45AE-8D54-10F4D5F7E0BA}"/>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E546E153-DECE-46E3-8DF3-46A3D39EB34C}"/>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14A9E547-6953-4C54-BADD-8231C7F8794D}"/>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1321A4C9-4FE2-47B5-90E4-CE500F980AC3}"/>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B4C655A4-CB74-4A54-A37F-D4FC2552A7CF}"/>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3944DB1C-9F22-4081-8B8C-80B9E31F64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801085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84FB547C-59D3-4725-A18E-EEAC069211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1D416831-8502-49FC-B48B-FED88A50B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0A7662AF-9951-4BBB-A374-27500A2877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9F7D5413-42AA-43E5-B238-14B7DC2FB7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A5C86659-6073-4B87-B8F4-40712A7147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29568E49-0EE5-4361-A3BD-E767D15F85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95D6302E-855F-461F-888C-121550A21014}"/>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07B2DA23-F967-4CC1-9637-BBE8E831954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27B86D63-24C2-42E4-B14C-42FBF42386DB}"/>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0E827B7F-10A8-42B4-8DD5-5DB21986525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0BC99BC9-66E9-4479-8732-E814E277886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DA964AF0-9353-4254-8195-17899589A44E}"/>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2AC013F7-3712-4D46-BA0D-B448D27755A4}"/>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E052A81A-C6E9-450D-B4B7-E3D718305C77}"/>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7900D717-A276-427B-873C-DADBB3F4CAFF}"/>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21669E42-00F9-46A5-83C1-E5338CD33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4762413"/>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8E7DE8A4-91F7-4915-B478-65F3777AED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263C0B05-8D12-4595-95FF-520AF48C7A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33B92665-945A-45E3-ACC2-684C8B9ED51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79F87A6C-D5F5-40D7-9F4E-DB71E8F534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AA38B941-C5D0-41F1-A4F5-472E6DC73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C3F8783B-6914-41AF-B47A-6E3C5549DE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724C9F9B-C099-44CB-B8C7-E0612D8E3D9E}"/>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39C80375-C226-436B-9AED-40D657333F54}"/>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87AA2532-8F5D-43E6-984F-D710D0F54DA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BBEF2BF-30B2-4777-98BC-5CBFD6CCBA03}"/>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7A8F9529-5B43-4B8F-AD84-518D71D3B904}"/>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18F8CB48-BC54-4F0E-B4C1-6129CA076A88}"/>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857F21A9-830B-45D2-8985-3BCCB2104AB9}"/>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1EE65326-55E0-4416-8A72-149ED5851C3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89634268-9E4C-4B49-9CDE-4BB014B6BA60}"/>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74A4D103-AE78-42D6-92E5-7021825ECE2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6B392022-FF9A-4655-87E3-EBDAA92439C0}"/>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BF73D1EF-DDE5-46A4-AF44-125EE66BE5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7481549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31F7230A-002F-4442-8830-BFD2633437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D3FEC9F6-C632-441C-B14B-75533277FB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988B48A6-196B-4C84-B7D6-F301B4253D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D34CF536-DDD1-47A3-84F5-5649757649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152A3A23-DCD4-4A60-A2A9-A4D4E4F18A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71D22DD9-9E76-4A3E-A4F6-270796061A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EFB1B452-EA66-471B-BE7A-1FCCC71D5D79}"/>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8510D473-DAD2-4E35-8430-FEA75FAA4D84}"/>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A5CA805B-5AD3-4324-80A3-D551084FBA5A}"/>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B452CE8C-D7C5-41FB-A310-6F3162CB2654}"/>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71533203-D52E-4438-BFF2-84A1A79D52D8}"/>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AE8D1FA6-FD61-4FE9-8072-29423110E925}"/>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AA18E2D3-29D2-49B0-90BD-C5ECAB1C175F}"/>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D109E719-3678-41B9-A31E-FB9D4516DA7C}"/>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112EF65F-D8D8-4FAA-B99D-5102518DF591}"/>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A82CD8C3-6836-499F-AF1D-CE9FF3CF50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7248642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00F12311-A8E6-40CE-87D2-D7C313587C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BF175397-EB90-472A-968E-EBE39A0C2C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2C3BA563-93E8-4E5E-B06B-0F73D4B98F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2018AB66-9912-46BC-A849-A8CEED74AB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9DA9A098-B471-49BB-918C-1C99C5F90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AF73298F-F905-43F4-8E2E-79BE0F0CAB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80FBE211-2A0C-465D-A8AD-7A5A3818175E}"/>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980FD721-DC74-4B48-B8BA-3F853550F481}"/>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8F185BE-3E22-468F-9F7E-6850F416A75F}"/>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4AE1463A-0ADA-4D03-8095-CFBD091F0A8D}"/>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789ED1C2-5F6A-43CF-A07F-D8182B0E5F43}"/>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CD206EDB-B3D3-44CE-8DE5-81D93F1F65CA}"/>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15F4BEC5-4E8C-4F9A-A155-70DFE1FFE6A9}"/>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713C52D6-DC29-4D78-952D-F503AC94FE02}"/>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2468542-0870-4ED5-A8E5-A328633CFFFE}"/>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CB4FF369-EF85-451B-BBF8-739C02F4009E}"/>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E120A1F6-7E90-48EB-BD46-E434D9FEBC2D}"/>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A8271E26-9E6A-41C4-99D4-CDF7A5F74D7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3825365B-423B-4F85-ABB3-8E509B5744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135171584"/>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0A161D71-24BE-4F6B-AF6B-0D83715518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97D3A354-C24D-4805-A7BE-F2C2903AA8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088D6A66-E5E7-4F0E-8EF3-382FAAFBC9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18397129-D8BB-4B86-AB5E-1E9C41FF34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DC19BE86-2E41-49C9-BBD0-214C5335A4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761AC9BF-9B6F-467B-AE5B-9B3B3AFD23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7DF0D2C-C992-4A3B-8E56-E4024B2EF2F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C29194E-1F87-4303-A2AD-FA5A380A96D0}"/>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715899F2-E39A-4813-B03B-21954D3306ED}"/>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A037D750-9A5C-4510-8F6E-BE4DA7E494EE}"/>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b9ebbf8bb8114948"/>
          </a:graphicData>
        </a:graphic>
      </p:graphicFrame>
      <p:sp>
        <p:nvSpPr>
          <p:cNvPr id="11" name="">
            <a:extLst xmlns:a="http://schemas.openxmlformats.org/drawingml/2006/main">
              <a:ext uri="{FF2B5EF4-FFF2-40B4-BE49-F238E27FC236}">
                <a16:creationId xmlns:a16="http://schemas.microsoft.com/office/drawing/2014/main" id="{7F6C278D-60EA-47AC-8553-394CFFB0E32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143A6B68-2AF4-489A-AE7C-9797154C76F2}"/>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07E6D98-D005-4510-82BB-62F7C238111B}"/>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0C112609-E1DC-4F8A-9A3D-7DF8145F1A9D}"/>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0E0979E-981D-479E-9616-93B1CC5881B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E8FCB99C-5BDA-4A92-A11A-A0A34DF848B8}"/>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DA360433-17F9-42FD-8F59-562BF2B1DDA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3E62E4B5-C3D2-4F4E-BEAF-6BF7E25BABD3}"/>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31AB18C-3F60-441C-AA22-59D1BAFC9E0A}"/>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62E3C6E2-B87A-4C14-948D-CF56816C78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26157255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3E4CB570-8B51-4BF6-9E03-3C3F44F81F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F562F22F-9E37-4B45-8517-76AC214D96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EC2D154F-E3C7-4F0C-8D6D-E4F1295E93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69F8DF89-FD61-4722-B0C5-F34D004BBC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9A6C8115-F5A8-4B1E-B312-87244E5C75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43AFD64D-7D89-4086-82C1-3171633B8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71CFF21C-5512-432D-BFCE-CD8BE2EE0922}"/>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76F1C7A4-95EA-4A89-8958-9080C8D0466C}"/>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41171FAD-B7B1-4942-ADF9-3E102A799269}"/>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E1D8D0EE-2131-428C-8B0B-BC9CA8212F48}"/>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6F8BDCC-5EDC-4648-BD70-4C4FC9B80157}"/>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288744BE-3C66-47F1-8FA0-3E7D0B58D386}"/>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FB222983-F46A-45E3-97DF-04A17B2CFC62}"/>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998C0454-486F-44B1-9F40-B0454480C647}"/>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5343C7-5259-4273-951C-9C12A7C8C974}"/>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7A9B8BE-72A4-4E35-B5AC-1368A4298F9B}"/>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7AFDB83D-FE8A-433D-ADE1-BCA01234ED27}"/>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DF58CFC2-1681-46B6-B1DC-9D35100C0708}"/>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A896782B-3D96-4F27-B4C5-D3478F567745}"/>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C57CFC7D-4CA3-4450-B429-5976DAB491D6}"/>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EBE8F8DA-FCCB-444D-B2B6-46DF4F5084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954633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A47853B5-2166-4C65-8405-6D688087F3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58E37E92-4421-4723-836B-58B36CBF5C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910E23A7-66AC-4DD6-8453-5967536B6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31264BFA-A49C-47A5-8648-1BD6DB3A3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05834F1C-356B-4645-8EA4-3762E65FDB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482895F9-D7B7-41E4-898C-701615E094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EF66ED36-AB8D-44AF-A3CA-AFA73A31BAA6}"/>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65F023EB-51E1-46C5-8EDE-73B37B506B1D}"/>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40D6A354-1259-4AF7-9D82-B8638B019146}"/>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70622D17-1321-4BBB-ADD0-434D58B9A6F9}"/>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CB8E29E3-E3D6-43CC-A114-33A26DE6567C}"/>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2476EEAD-32E8-4BB3-B224-472234DFF72E}"/>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783CB423-BF64-4B02-AA14-3EE71086CDD2}"/>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F6BAACDA-7D32-4728-913C-662C3DB4D8A4}"/>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BBB66125-B4FF-45C5-A3E9-E10F798B5105}"/>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121AB18D-9970-4067-8ABD-944021A6F8DA}"/>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1D0C0CCF-236D-427B-A82E-A9D7A5848790}"/>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6DBAE2A1-A4FD-48AD-A947-40920AE182E3}"/>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44D4115B-DEBC-43AF-927D-BA5D93BB7F4D}"/>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A62F0236-7747-4BE3-94F1-21ECCD44D02B}"/>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C6F19F1C-1A6C-4537-B17B-54976E109F52}"/>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218D22AA-7277-435A-B7C9-B6983CE819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11324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13D003B8-A085-44AB-896D-FC50AF5F1D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4C741C16-58C7-4407-BB1E-3056B2EE85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93FEF048-308E-4C18-B48B-CEB2BAF3FC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8BE20EFB-9DA6-4A4A-8D3E-291C79EA9E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BA304B53-D94C-4380-A082-2C24D58CF1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D0385208-775C-43C8-A89D-C3B50324CC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43EE42F7-0E57-4491-BAE5-F960D8CDB2EF}"/>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FBBD2AB5-C847-45A9-9996-61783640D4A4}"/>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B2AB49B8-3ED0-4BBD-93E1-1F703C097768}"/>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49F0CC78-AE7A-4D4D-87A0-350DE148DEF5}"/>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1251F882-23A9-4310-9534-51FFCF28E318}"/>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0E7BB004-1F7E-4639-8AB2-DC2EA21ADDEE}"/>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B3D5F725-3518-48E3-842C-EC90EA9B43F5}"/>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5223DAF9-1C87-4958-A6BA-11F954EB6260}"/>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6BD45965-319D-45C2-AA00-4BE346DD2F4F}"/>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18F6A49B-84D0-4D39-81EB-16409EE6167F}"/>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8C4A3444-AA30-44EE-A527-5912C12AA04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667DFEFE-11B7-4B74-B6C9-0FDBFF2077E6}"/>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EDD521AB-08A0-4EC3-9573-20393C08E2E2}"/>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E844695E-E12B-4D8D-8A4A-8C30B2842A64}"/>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5794CA1C-D9B2-4E35-9B7D-79F07B04FD86}"/>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5C6DEB19-6730-4314-A79B-85989F55A275}"/>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7C94DEE8-CB29-422A-8B0F-67564DF0E3EE}"/>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7E9A574C-1D15-455D-92FD-F0F4A56F1DD6}"/>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71313768-4EF2-41ED-B003-F963803458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5739813"/>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B29E7FE2-56DB-4A8A-A648-DE59B4AC29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EF8034F3-95C2-41F1-99CA-FB51E45EA2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58F7CE7F-DE61-401D-ACBB-9D011458A7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B9D712FE-A4AE-46B7-AD6B-FD53EAB064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E24FF5D2-1BB3-4BB3-BCE8-64DD3001C2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9E757B07-7E50-4BD1-9CAF-F350A54607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AFC3A8DA-B44B-4BBF-8BA6-85A66034B55D}"/>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724CF14C-60F1-4029-9551-1197C2E23C28}"/>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B375B887-C2B2-4904-B6FA-9CD99AFA7807}"/>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C7ECBF72-48E8-41F5-952D-D6E7A9B650DD}"/>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1A659545-0E39-4249-9B99-C044D38EAAE7}"/>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D0F9160A-A165-4AB7-8507-B52BE8FCDC92}"/>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E8F5C29D-93ED-4F41-B204-3FD051A0BA4D}"/>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D35E7CAB-85FB-4F9C-AC70-85BCD59295EB}"/>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E00172F4-626E-4C2A-AE64-5B5072352DA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8E35F7B1-ACC1-4163-887A-F603FA73038F}"/>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C446A9A2-E272-4A97-B681-BEEF67E3ED2A}"/>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CF82B6AF-95F1-4269-A7EE-C8E17490B007}"/>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BB4EB4E0-57EF-4CF6-B43F-F7296A62EEE4}"/>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919443C6-0EC4-4FEF-8588-4B436729BB2A}"/>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E2C6DCB9-609A-4882-AD40-FA8311C322E5}"/>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125BF628-B1D1-4E7D-8B67-9E0CE35080D3}"/>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D74C9556-ACD8-4C3B-920D-203692608F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185043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7731E0C2-EFD4-4EB1-9D5C-A01BE3F062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D873EEFD-A6AD-4EF5-AED6-EB2507E778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D7D7DE6B-0603-475E-8D56-94F14E7ECF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15F71AFF-3D72-4514-91BC-50C30D2458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712D922A-F33A-4F07-A652-3CA218CB66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E74A2CA9-584A-45CF-8776-BAAACB0149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D6BDF4DE-FD64-4FE6-A74E-DC8C72571416}"/>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9C5AF453-CCB9-4BBF-9D83-6EE93677BA28}"/>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AC9DFF85-163F-4E9F-AD28-5A1A709A5ED4}"/>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7574AE6D-2781-4714-921E-6B76C494606B}"/>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77F0B8BB-566D-40CA-A5AC-559C647A3E5A}"/>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FB2BE8D3-4855-482E-8B36-07A7F9676D9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87197898-E8B4-4D63-850C-9364795810B9}"/>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AE8FD35D-EB84-469D-A561-4AB202E1946B}"/>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71B450CF-484D-4D06-B1AE-8F9F29FEB574}"/>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3F9AC430-A920-4A95-BC1D-9B66C6CC7D5B}"/>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3E5EA409-41AA-4716-B5F8-6541E056CB26}"/>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915D5526-857B-4F52-8C4C-5C1CF7275FDA}"/>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9AC61295-AA08-4E2F-A2CE-101F5F50E10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99997772-CA2F-400E-A5BD-09CB155DB56B}"/>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AD9D8E14-02B8-4FCE-BEC4-28AB3FA1A40C}"/>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F48564FF-6C99-48D8-BE15-90EBF589CA9D}"/>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219135B-8564-42F3-9708-5853370BF089}"/>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E7114BB0-96EE-494C-B171-AECF07C0C7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645748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FABDC672-2115-448A-8BB1-E1AB387F2D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80BB64EE-5D81-44F3-87D7-6CB9D2063C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639BBD8E-7855-457F-BD96-09BDCA16A4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C9D102E7-39C4-4D72-BF95-5BC5240A2C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E355A9B7-C38E-4119-A218-0D8F7DACDE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79F36537-849D-4C3D-8886-0A625A0258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7B591845-6F4F-44A9-91F9-48D8A9841F34}"/>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C9545D0C-BAFD-4B11-898D-469D446656BE}"/>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FB5C1730-E33C-409C-BB45-FF4BC18A7C43}"/>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71554AEE-AE88-4217-964B-775AE6D91ABC}"/>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21533C5-874F-4960-A4AF-F6FCF4F4D89B}"/>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6D8923A6-B2E8-4745-9A02-AFD7E24A08AF}"/>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253ED91-9C9B-4565-8B17-1BCAD37A67D0}"/>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07AA94-DB28-4B85-9FCE-F1631EBF4EA4}"/>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F37E20CF-9C6E-47A0-85FD-818E0F468587}"/>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24ECBEFA-8542-484F-AD0A-17265DE5D60A}"/>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0DD8C978-0258-46BC-87D2-002FD1953BAE}"/>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5A585AB2-0E54-4831-89DE-5E982EA18D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896032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92C89B5B-9612-4A9B-9C1F-B020D37AA0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F5FCDCEC-D63C-42AE-A226-56D5E92583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84019E51-DD97-4392-A5AF-88FEA9E42C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A4FB49B2-9307-4465-B4DD-7D9778CC6C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3FF7683-EC62-452D-8739-BA6530BD7C5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9488DA25-E123-47D1-9AEC-BAD9627BCD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5FFBCE2D-9A8F-4446-B501-ABB3A595B7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ED94E7D8-B8DF-4462-B98B-BC99ADE0759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92F7301A-2EB6-4E96-9692-C0B3F4D170A5}"/>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0F122499-BDA7-4674-A1DB-9323E5F101ED}"/>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853CCEA-88D3-43D8-9212-E9B91B3F30F0}"/>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0CE5C35E-736F-4DF8-ACB5-C1EB993609FB}"/>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D3B9300D-8FE2-48F0-91C8-7BC8B2C2EA40}"/>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9BF84181-2EA4-4E76-A14B-FC8C2CC65C37}"/>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A8330827-3744-4470-9D9D-40FF7866E73A}"/>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EFB0ECB8-F733-45A3-87CD-0B436B3BEBAE}"/>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7D47638-07F7-441F-803C-2750B9B95738}"/>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B7C22E71-D906-40F7-9F13-1D99E788DB90}"/>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50FA8441-04A6-47A6-9B9E-7AC9A822DC75}"/>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C50A4DBF-51DF-48A2-87D5-3502598105DB}"/>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B7682C63-C016-40A0-B34A-71C8FDB84EE9}"/>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F36F78D6-22EE-4F37-827D-FDE03787F33B}"/>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3B207DA0-52B2-4878-9EDE-D7DD5450B2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69721696"/>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508813BA-2B91-4998-BE9B-9271F867BE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9B4E8C5E-717D-4209-984C-A90AA4EA9F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C1B6DF2E-88CA-44E6-AD0D-906BB3524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9A397194-87CE-418E-B72B-754BF1B764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65267FF-28BA-4FB9-9AA1-B46CC090DB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04B4ED1D-A793-4B0C-B7B7-B7A6F92648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23778D8-0BDB-4CB0-8981-3487AA662889}"/>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CBCE2987-6D56-4E03-9149-CE595480B116}"/>
              </a:ext>
            </a:extLst>
          </p:cNvPr>
          <p:cNvPicPr>
            <a:picLocks xmlns:a="http://schemas.openxmlformats.org/drawingml/2006/main" noChangeAspect="1"/>
          </p:cNvPicPr>
          <p:nvPr/>
        </p:nvPicPr>
        <p:blipFill>
          <a:blip xmlns:r="http://schemas.openxmlformats.org/officeDocument/2006/relationships" xmlns:a="http://schemas.openxmlformats.org/drawingml/2006/main" r:embed="Rff69806636164c2e"/>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8C40C76F-D199-45F5-AD6D-C59AB456F2FE}"/>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7BAA4EE4-0E53-4D6D-921B-C4A6DC5E909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52F8C168-4267-4490-AC64-4757D501908F}"/>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9D16F3E7-3B49-4798-9BFD-8469148BCE1B}"/>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494A8A2B-06DE-46AC-A477-C99A78733D49}"/>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0261130E-E36D-4244-8F23-BF323B00CC47}"/>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9C3FEA76-BE85-454D-8A09-B0AEECB1491F}"/>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5E07AE35-1F35-457C-B8A0-5310FD75DDE2}"/>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0111E145-918C-4A25-9F10-B5BEF6CB43A3}"/>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3D1B049F-F03A-4156-AE5C-9E6819F765A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305BD950-C85C-43B6-B791-76624FF79F6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6CAFC97B-0F54-4A4D-8698-0B5C23583375}"/>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BB1EB10A-2E09-448A-BC41-500D28F56B8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D4946DE6-2363-4678-95F2-07EDC0123D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0299562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87648BC3-988F-437E-98B5-91DBACF777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1E1241C8-735C-4572-A968-B2DAE573F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A2F34CDD-C8CF-4AE8-B5A2-5BD0502B66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C98B09E8-FD82-4FAA-AE74-A7F02D139C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B38F3A85-BB7C-48DC-871B-87E4945ACA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81BC6CCF-3727-4579-AC97-36D33B05FB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BE968059-1D40-4C4A-A67A-7488164E3599}"/>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B5E072EB-040E-4D26-8EFB-DA4E6211059E}"/>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3D575951-8120-43AA-8525-FDA1F762D6FF}"/>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43F49453-D3EE-428A-816F-124A690D8A7D}"/>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8341F3DF-2111-4FE5-A69B-7254BB662700}"/>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66AD2C5C-6765-4D40-9FC3-A2756F37FAC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5FF04402-3B1C-4B02-8797-4BFB8FE171B8}"/>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CBEAFAC6-AE22-49C1-913B-688DE9A6AC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4599233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5AE2B627-BAB3-4DD7-AF91-71E3C69BA1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F2A1F9CE-0313-4D8B-BC67-2E93282E67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BCC0B26E-D918-4F34-BB90-37C577F0A2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8300B74D-2FF9-4E0A-AE0E-17F55CA36F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65E4005-FDAE-45CF-873D-93F10A878E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3337FF12-0CE5-46F5-A4E5-8E25D1EF8E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B39AD6D5-8D96-4F8A-A7DD-FD0282DABFF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2168CA37-667A-4F90-AB86-DC81AB0EBB19}"/>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DA0C3DFD-5B7C-46C0-B10F-A71CA1A634A6}"/>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57E97D7F-4605-4602-8EC4-3EBC7174F843}"/>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A1F26129-AC27-45BA-AC65-8B983EA6B84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4EFA7F8-EDCC-41C4-9010-A3E3C5547ED9}"/>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150B513-0D1D-4E04-928E-11A1EE2A2626}"/>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BD512576-60AA-4DBE-AD43-067584A1188D}"/>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DA58AB82-F61C-4C7E-897D-078E13823A71}"/>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7A0DAD9D-96C8-4B4A-A5D4-773C3DE435F6}"/>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1E7F645-5325-4F3E-9234-8821B1A5E075}"/>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14AAB1FE-63AD-497A-8B2F-632805F699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054442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B100C8F-E945-4136-94E9-DFEBFB12B9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BC7BC427-73DE-4F84-9F0F-CF67BA4DFB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5B8AC916-A9BC-43DE-9881-3A3E4A3CF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4D9A546B-DB34-40BE-AF19-3EBDEB7E44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25F64376-A696-4A2D-B91A-6223BACE8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C31490C3-9F7F-4683-9836-597592D608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38703759-DE0D-462D-A416-143452C0295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82F2473C-82E4-4683-8E0A-473946CD85B9}"/>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99FDDA1B-A5B6-41B2-870D-87C28C2B7243}"/>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54970EE7-726B-4ACE-A3CC-FD50B783DB0E}"/>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09F8704-2B56-4296-A02E-9041EC2A68E6}"/>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0E341FEB-645D-44EF-B3DB-8A78135C6B62}"/>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302A2B6B-A37C-43E2-B019-E7D791B36EBD}"/>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316DE57E-47E2-4532-9CEA-CAFC7D63A8DD}"/>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178D4DF9-6A1D-4262-88E7-ECC9B160EC08}"/>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E32824DA-5EB9-41C6-89AF-163C3E5E87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5970760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F3A4C62F-CA9D-4489-9FD3-DF5D0351FDD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52CA2E07-6C5F-4393-AC5A-3F15355B7B2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B8056A19-1402-4A33-B18D-4733194302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879C2BBE-8782-4CC5-B2DC-0E6AD75527D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AEFEC030-D614-4811-9248-59E475E176A4}"/>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12E37520-E4FA-4529-B88F-1D90DA164032}"/>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04B8316-915C-4E24-8EAE-6E59011E45E2}"/>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44B69032-C16B-44FB-84AA-7DE831C454A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F9A2CC40-8FEF-40C3-A459-57624C2BADD0}"/>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2D1D1B2-72D3-4A58-AAF1-0674DA0B1835}"/>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35E7AA5-0322-44BE-8F18-A6A45B76274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DBBCEA6-979D-4477-AC22-59BB1635A1F5}"/>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E9788856-0FC3-4C8C-B525-F8FC37BDDAD5}"/>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3366CBE3-4118-4C91-89CB-64AC9772B227}"/>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E9108352-66B5-40FD-987C-47BB87D4728D}"/>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415875B-E21E-4A87-8E8F-569A83107EA5}"/>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4F4AA050-FA9A-40F6-ABFF-08001D0485D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05D15B1E-C08D-4279-9E75-55FC2BFC727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A1F3238C-D456-4E56-A1B2-6587C9E71266}"/>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B2533405-7FEF-4832-AE92-18D51AD513DE}"/>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74EBFF0C-A1A4-445A-83BD-E8FBF9D6BBA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28D8BAA-BA62-49A5-A011-E7BEC42E99B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4CD9890-503C-442C-A58F-190CEC07754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1B512452-687E-4791-BE1F-9C665C1242A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F54438E-7605-477C-8CAF-68B46F6B18E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2F79BD11-5505-4CEA-9F2B-E42F3405F2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36FC9520-630D-45D3-8E41-8646E7901D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1D6EFA14-111A-4409-9594-F539BFC6F0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280549A2-3D13-4301-B215-A5CE223FE6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929410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9447E81C-9D55-4472-A8A9-BB6EED062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61D48659-08FE-4ADD-A169-B5D61B819F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736EFD34-625D-494E-A5BE-55729BEC59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077A4BFE-343D-4498-85AF-171124CC98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711B67ED-676A-447E-9CA2-BFF4379840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47FEDB8-B42B-4480-9130-D13ED09121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D10A467C-B70D-4AFB-A7A1-AEC3C62AB69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080853BA-B5F4-4D8E-BD7A-D819FB98654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003DB33-C32B-40E3-8A14-6D148D356E1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9AFB9B23-BF5E-40BC-9A61-9919EB55385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785FBFD-2CAA-4227-AFAF-4D15E73F3C54}"/>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F39A3B5-4E23-41FD-9C4C-3B586D4EA952}"/>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0E35952A-42C5-4B87-AE7B-5AD622E82568}"/>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C713BC1A-11D9-4E72-B108-82F553C739B3}"/>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D40BF370-B8C5-4AF4-8DC9-53F299B49D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8825439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2560A132-49F2-40CD-8127-8CDF0BC6C4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CDF6911E-6E71-429B-A63B-B550C67F22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9025DFF7-B7F1-4D4B-814B-528A23F62E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21EEFBE-213C-41E6-9F05-0421C7EB0B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D0137FFE-2858-47EE-AA11-99191E86C9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F54B03C-9D04-4D83-8BAF-F27BDFF995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94073969-EEB6-4C00-BA63-3CE1990961DD}"/>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6094E6C2-D833-4A0A-BA26-178358BCFC93}"/>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2CF75ED1-D687-4816-8153-E418674CF20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5F43B632-86F0-4B6D-ACEE-94E50D05C669}"/>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7E719031-4640-49AB-B2B6-C9C9E32B6499}"/>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180DADF6-536C-465C-97C3-39347526D026}"/>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14F1C4B1-8E4B-4149-AEE8-21132FA0A372}"/>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33673CD3-1719-40C5-9DB0-163F34EA43BE}"/>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4D5D940F-EDE5-419E-BB63-95E0B6A449E6}"/>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074C7F52-81BC-4B4A-B9F2-F442ADB53B05}"/>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F0D444D6-79B5-4A34-917A-B308D5551843}"/>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85A074EA-1FBA-4504-9CC3-B463FC70D8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3673058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DD22D51-7BA0-4F3A-B8DC-A6BDFC986E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64FFB0A1-D33D-4B1E-AA45-2DEBC81ED7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9BC92F52-F05F-4F77-B267-1628E85A87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6E59E78A-ED55-47B2-939E-BB0F2B5CFD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03A331DE-6E95-42EE-B823-CBCF5D43BD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73712100-80CD-4954-8379-7649DD1893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BE0B8128-9E8E-4ABE-AA0E-0BF315B73A7C}"/>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FAABD65C-9626-4AE7-97F5-251076A39C55}"/>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BCAE7783-CE6A-4D55-BF20-D8655873EC29}"/>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000A2679-18BF-4C83-81AD-F15A7C22483C}"/>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14C82C16-CD96-4C72-915D-AAD56E4607E2}"/>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AFAF6AE1-CC12-49DF-92F4-DEED88D733E8}"/>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5569CD5E-4BCC-4AB3-9125-CEA97D06A7BA}"/>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5C6E8094-58EA-4DB7-AFB5-FF248EC22AB7}"/>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8D21EC17-B294-4BBD-87BA-AB8F8B851908}"/>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8EDD2D83-2FD0-4FB7-AAE8-4A4AE263822A}"/>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C1BF54D-7F6B-4CFD-832E-DCB1A625D33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DE893006-DFA9-4004-B498-434101B5261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B453B38-474B-49DD-B13D-890AC7B5C5E1}"/>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5E801401-A2B1-4664-8D67-48A947074011}"/>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5C717780-A4C6-4B11-BCA6-27A1AFB42CE2}"/>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6FEA6C8C-910B-437E-87F1-0B1BE10A62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8428109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D5B8B68-74A1-4EC4-AF0E-988F092152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6DEFD033-DDBB-4AFE-98C2-BE8471E8AE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BC6F760B-A3A9-4563-929E-FE3226A82A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17EAE5D2-4E5F-4535-A7CC-2180930994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DE8B09D6-741F-4731-93D6-EC1577D43F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B09ADA09-09E7-4D30-B962-6CB44BFA25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FFA76B73-B2A5-4F04-A188-FC9B3773C15E}"/>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1D2002BC-6F91-45E3-AE89-8F4BD22DF261}"/>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F1EE2CBB-1721-4387-89C1-72331A973E77}"/>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55E35AE-6343-4CFC-BC79-6BC992FD9514}"/>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5EEC2D79-0B58-4FA6-8C70-F6B023FEEE74}"/>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5F1876F7-B85A-4E34-A9CD-DBE87B05A63C}"/>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CC72C4FF-911E-4F7E-924F-1F9055AB1D3A}"/>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12C8E810-7733-4DAC-B832-0A34E6A601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46003043"/>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090D70BF-C57E-4C29-8D0E-0A7D812B71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A50C93B5-0B77-47A9-B1A4-A60E73DD17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478764A9-2C13-44E4-8DC0-31AB2CB9A2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E66C6C1-A44D-4E73-9B9F-FC3B0DE045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21BAC367-8510-4B5C-8D09-38F94289A2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C6F18DB0-7D5B-4D1F-BE09-D9428CA94B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6953FFA-8364-4088-82F2-7E0F969894F6}"/>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611BE4C8-1347-423E-8A05-E1043856EF2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438533F6-DC60-45AC-B818-3E56187704C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EE9396D2-20FA-491E-A8E6-09F8933C0F7A}"/>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22140F6B-B74A-4BBF-8C10-8F1EA6FBFBA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CB15541-98BC-4B7D-8B05-93AFEDB6AF2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1E06D1B2-62C5-4CC1-8937-10BEA5907977}"/>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A5FECEE-B894-499E-A01F-8A7E327D271A}"/>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9E9BF5F-7893-472D-818C-07F650252E77}"/>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90117CD9-FF32-4E8A-816C-CFBB608309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4936008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1F9A2040-3D24-42A4-B54E-C4F8CF7FFF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B8003D28-308A-41B9-B4B3-0DE203D3A5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621C0D78-05DA-47E6-9CFB-4A84538F4F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E5FCFE6-B39E-4916-A653-C7D127B008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7AE8C1E-AB83-413A-A2F1-9F646AAAE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727BC47-ADDC-4894-8268-E72C45A0F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483C8A5-DA0C-4165-AE45-161FC22B45F4}"/>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5340AB03-DD35-47CD-9F8B-DF3760F31F0D}"/>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F064A38F-2211-409F-9EBE-A0854D250E4E}"/>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673A20E-0022-4BB4-8E05-56AA899671E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00A609D0-2F33-4D53-918D-7E591F725BBF}"/>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71E99A8C-216B-4750-BF21-19F95094E577}"/>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70963B26-7EB5-423F-932E-92AE05377C3D}"/>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22AB0EBE-0943-4670-A36A-7E03EEBB10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4463359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9968EDE9-9F85-4CE9-A31F-6BEA880AC7C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A5AC5DEC-705D-4B7C-83EB-213192003D4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1BEDF8F0-8508-4568-AB77-A885914A01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45D98D8-90AC-4A9D-BC87-096819CF5A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AEEE216D-E176-400C-BF11-CC9A989A76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F38EEBC-97EC-4D94-8ABD-57D29987D6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CCBB0318-A671-447A-B9AC-BE2C353292F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74F1DCFE-974E-4124-AE49-66570EC3DB8B}"/>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FBD9F5DC-80B2-406E-A672-D195AAD59AF9}"/>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EF4D1838-D3A6-4691-B2AD-7E40DA50BC4D}"/>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84E6A87F-9622-477A-B96D-D86C5ED42820}"/>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EA84DC28-F1E9-4086-90B7-82AF5720AC49}"/>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CAEF8183-4A0A-467E-872B-04410D8D0341}"/>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94958A98-B713-4E4B-8A86-40C107B65F9E}"/>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BEA4BB8D-57FA-40DB-A920-D3321A1FCC08}"/>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B810D30B-BC59-4D8C-9D66-6937E9EFAB6B}"/>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06C1A26B-5478-469B-A5C3-20ED59729D25}"/>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E6B03583-2D80-4719-B5EC-127092C4E4E1}"/>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3C7D223A-90B6-4FB3-A01A-D1AE0ACFFD5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EF6265D7-2752-4755-B934-AFAB67755C67}"/>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BCD22227-5EF6-484E-B0F6-BD22CCD6D80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4A6CAC22-BB48-4856-953C-82FA2442D727}"/>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F052EC02-37A6-4AE4-9127-F63C52475D0B}"/>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59C8D682-0F09-4681-8ECA-0B8D22FB41CF}"/>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DDBAD31F-F689-4573-A27F-554C427B132B}"/>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89C1D95B-9471-4763-929F-523628E238C8}"/>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60C64D49-2F7F-4DE3-9C4E-6246EE1DB0F1}"/>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B689EB99-5F41-4E91-8618-E8ECE3B03160}"/>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3D81F87F-9F18-4392-85A4-093F772426E9}"/>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E1EB534A-55F7-48FA-A96E-4CEC2ECFB2C3}"/>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FE3DB7CC-B226-4831-BB7F-7E19E5B69419}"/>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89E6A925-600C-4CBB-9700-419E87E2BC9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2977B32E-4066-401D-ABFB-BF153E7E4C59}"/>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6301209-53D1-4ADC-85F8-C84EC7CF9A1C}"/>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B7448E9A-6689-47E7-8319-BA80D9610193}"/>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4E2E91BC-2B40-4917-8F3E-934073AF13A4}"/>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3D9852B5-D3D6-4BB5-84A2-8BFFE956D2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8997395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A92B79AA-AC24-4D99-8BB0-44B977BC4F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A8E40D61-AAC0-482D-9ED8-002A13E987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D898B411-10C8-456E-AD73-FE03CE95275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C24CD8A9-BA0F-4F3F-8546-28A752EF71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5FD4D795-ED2A-4CF7-94FB-213288A9D9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1E39AC5-DD0F-42FA-AE8D-DD3B9F906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01461218-ED5A-417F-B9ED-F397A7BD92CE}"/>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3FFC68AE-5DEE-4859-9492-EEA5536D469E}"/>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1ECA3B9F-BE19-44DE-ACE9-DC2EFEFDA7A7}"/>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D06DCE6-52F6-4E1B-80F0-39CB1AB014C7}"/>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1E2DF92A-CFC5-4B58-AA6A-8D885C04E50E}"/>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97ED0EB3-D0AF-46A1-A55F-DF44100A36C1}"/>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401885D3-303B-45F0-875D-F05F7C1CCD06}"/>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36564662-B0EE-4FEB-9D16-D4CE96CDE010}"/>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C50B8EDA-5818-4FBD-BFA3-1934B6FC84B9}"/>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6EF82375-1B8C-4E29-BF19-DB16518F3893}"/>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AD0BE64-0D35-4AE9-A5D3-BB31475A0881}"/>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ACCDC445-0836-4EE6-A5C9-0CE97A7869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057834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D90BFE44-83FE-4C04-9003-8D6A1D97E79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08A960B1-F0C5-4371-AB63-12933CCD378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26568E94-5928-4B43-93DD-4AA9531E622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4CC69426-9C90-4BA1-8A06-1994B9C749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035B2C18-0E2B-4E4F-8659-C5BB41F7C2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1B005A2D-2A0F-4DC2-A246-46D41D614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C4683561-ED1A-429A-92C3-B6A092349E49}"/>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60981BE3-7221-4116-A4D7-CCF5FBEABB02}"/>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AE43FB7-DE17-4D95-9452-744C73C3518E}"/>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3FA8AC7-7FC6-4C2F-9FC2-F69B268350FC}"/>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5237935-BE8E-484D-8739-E35DDF291C5D}"/>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9551889-FEC3-40BF-AA93-EA57D230508F}"/>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5FE93A16-C65D-461D-BE0D-0834CEB9BB12}"/>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470ED4C1-8B92-4E9D-9FAC-BE3C8CB1770A}"/>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CED5198D-1539-49A2-BAD5-94EEC767834F}"/>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ECFA1650-92BE-4146-9F3D-F35A9D1386EE}"/>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CBF1E5A2-C49A-4014-B238-27EAF7619182}"/>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256CBAE-352C-4DDD-8ADB-8C742ACFD815}"/>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1549DD24-8DA8-479E-B325-4FDF4A463D66}"/>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A24BB22C-9389-460F-A65B-6BCB1C306B68}"/>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8919CB3E-769D-4626-86BD-AFB3B2FE3627}"/>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67FC71CB-B92C-49BC-8DA0-6E48A06B5C27}"/>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E5455D0-53BC-4C73-8EA5-45B50A37D6A9}"/>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38DDD6CD-A733-4E8C-BEB4-3EFF6954B287}"/>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77B6891F-7FB8-4F5C-B635-37C4A00B291D}"/>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AF400C1B-FC4C-4309-AB93-9C0617F09643}"/>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DEE17085-343F-4AF1-86C7-52988FB19050}"/>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3B2E5A8A-C00C-4092-BBF1-A257A68FE786}"/>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297BDE46-4BE0-48A1-9584-C6010CBF5A19}"/>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5783FC09-6439-4D9B-8690-9FB21706DDA5}"/>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6CF3CC57-801F-45FD-A442-DF12672BDCB0}"/>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C8C0ECE8-D435-410C-95F5-D5A5AC86B9FE}"/>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04447973-A043-4F13-9CE2-B88B81403465}"/>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5010A7D5-5DA4-4E4E-BEB8-937314576B73}"/>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6E0A2F35-A81C-4353-BC15-4C80CBA9BC7A}"/>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F5AD80D-9B01-4B95-AF8E-D7762266F07C}"/>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E6B5D702-E506-47CC-9B43-5163AC6BCD18}"/>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064E499-0918-451F-9B98-9EA142A1AF2F}"/>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43CBDBC7-30E5-4F3B-9711-A778980D41CC}"/>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F5A727E3-E86C-4F70-B338-5B66C512372E}"/>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551C13A3-C15D-40B8-A937-C302DE642B92}"/>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FB67BF9D-6D78-471E-9B99-502D66D853D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E3A51B53-7E91-4ECA-B032-63D62C77F1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79591583"/>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2B43CD6D-63B5-4B59-863C-A0B1D91F253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9CB6CBBA-CACF-4C76-8BB3-DFC55645C0F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AEC3E1BA-46DD-425F-B5A6-7F51A7F3BA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D9D303C-88FC-4232-9AEF-7D9822BCFD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F78CC03-73C7-40BB-B522-50570368CEC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FE1FD278-31B9-4735-8C4E-EAF47B85E2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A30E569B-7C75-4F65-A510-332E9D616E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0EF70639-75FC-414F-9D09-A1BD3510661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E657790D-5EE5-4A8F-BBCF-11D4B10FFA44}"/>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A15EB696-6CB1-4FA4-BA78-1EA0AABC0180}"/>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102592C2-D125-41C5-ADEF-C520E3CAD516}"/>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2F79C3B4-DDCA-4027-BF38-18220753587A}"/>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16654BAE-394B-4E7B-AE1F-1632DE045574}"/>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26EF503-501C-45D4-95C1-50EED2ADAAA6}"/>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2A1FDA08-0AB5-4F9D-9812-4707A59B2E4F}"/>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A637A270-3E59-4986-83E8-4D3DE8ED56E1}"/>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00044EF9-104B-4751-B2C4-AC7F9189A99A}"/>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6E151E3D-4915-401D-AE16-C6D5277B3059}"/>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064A0963-E82B-4C7C-940E-F755D8260253}"/>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7575609A-599F-4D37-97FA-2ABC887F233A}"/>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79002986-880C-49BF-89BC-31002CD3CD5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A5617B3D-B314-4927-AD03-CECCF721102B}"/>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6163D783-C40C-4698-B368-A91DA044C3FA}"/>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59B3C8BA-860A-424E-8D22-B360F539D6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8410460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FB94D02D-D3D2-407B-A4B8-514EC24F2CD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2FB6B55F-26CB-4FBC-9883-CE9D74807A2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48B439F1-0E34-413A-854B-E1070E04E8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8CB7C2CE-D2A2-411C-B187-B4CEA8E0E5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2036D62-E997-4B9C-83B1-87425276849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95CB310-97E5-4C7B-A0D3-D0463923FE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94686E5-8435-4D2D-A862-092B16B72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64D56965-4A01-42AE-939D-011FFBB28A1D}"/>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E28C2F32-028B-4A88-ACDE-A8C8397B00D4}"/>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991524AB-090D-4AA3-B2E4-23EF257F753B}"/>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848DA70-349F-4C26-8222-0133110EBEA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D96554F2-6463-4BDC-ACE2-AD3EA3BF6BCD}"/>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4CC0B21-98CE-4700-AB9B-CC21A5A3927A}"/>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809AF944-38E5-4E56-ABF0-06199579F3C1}"/>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906A9909-EE92-442A-989D-304E1027E47B}"/>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A00AD744-1CF7-475C-828F-2E935B8A033E}"/>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C252AD14-86CC-4ED1-9CAB-BA3BC3BAE413}"/>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9F9C66C-A1C2-4014-8B0A-8891F591AE5C}"/>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39DB0D9F-A62D-4258-9A8D-7352236D7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219058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B01C85A-8190-4C6A-8FF3-46983B22614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C291EB29-ADEC-48D2-815A-D2E35C910E4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724DD091-5964-4679-B69B-F499009764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359D9DD4-0591-448F-8045-C32C83C1EF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F694C01-0539-4AB7-8BD5-70C42CFE625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1253AA3-F39A-490F-ACDC-A32A928111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B8D2B00E-9DBF-4CE0-98DF-67A399BA35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4C82D3AA-4B98-47D5-8034-6BA75EC5CA6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E9EFCA6A-6C27-4B9A-B4A3-6FE76FFD3B9E}"/>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09C87A29-305D-4448-87D4-52A8DC72B1C9}"/>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721F222-51C4-4804-8DCE-E82B0E47D446}"/>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1E3E5C56-375B-4FB9-B701-1AA7BE83083C}"/>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B1334022-1308-4CF1-AC6B-D0E9A779620D}"/>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76497D-06A3-479A-A631-4FD04252440D}"/>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CAD95C49-E750-43C0-B6FB-7B200F4FA108}"/>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D149D1A7-F6B4-459B-806C-2EB8F09D8E24}"/>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FCAA2533-EF67-4432-8EAC-24C770BD0E8A}"/>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1BD7D9D-9B76-4086-8D6A-00E98CD1509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69893C2D-5974-4321-804E-FA20992F43C8}"/>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C501BF4B-747B-4C6B-923A-3AA8B04D18B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EF1D1209-8810-4A4F-9209-2060A922D61E}"/>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3982B68F-CDCE-48CE-8F2B-058E0AC38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3943055"/>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4DCA49FD-377D-43CC-A6DC-BE2D4641E4B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C206CCF0-F3D9-4CEB-A323-289BC1404A1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7B982A5D-FD6C-4D9D-BC36-D4099B9AA0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9E046CBC-1C0A-4A6B-AFEA-188D96908A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9FDB3B1-C66C-4CC1-8F6D-AB1C394F8E0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97859950-E91C-47E6-BD9C-2FF53806DF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23085F2-8919-4CBE-9A0C-340D883F58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4A28660-0A09-4DA0-BBEF-A917C5757C3C}"/>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97E3DF37-75D8-4039-806C-A695DB4896AB}"/>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AA36BAED-790D-4E46-84D4-7EECC49510D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9338DECC-F4B8-44D3-A2A8-130A452A4BE3}"/>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DE0C9FB2-8337-4BC5-8392-1BDA3EE78D06}"/>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70B2E7F-BD41-46F8-B95C-842FA07D547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9B9EA687-2BE3-4F48-ADB8-EFC8F1A46AC4}"/>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328B1EEF-00C4-4F77-8606-40AFDB156709}"/>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994ACE4F-C371-4937-AA34-D7BA2AF3DBE4}"/>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9B5A0A3D-CD79-48E6-A502-632C7AB0A39F}"/>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61B0232-D967-4FBB-AD07-9A5E3E5F686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BDAD85DD-160E-4C3A-AFA8-9869564BD88C}"/>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44ACBEAE-E99E-463F-8CD3-7B82A77F5799}"/>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BFB0DDA-769A-4BA1-82B3-5BB4B30A2F9D}"/>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89CE67E8-5598-4AF5-8F89-A3DC43CB5395}"/>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2C0847C9-744A-4624-8E33-CF20306CABF5}"/>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61FB3E6-AC1E-479E-82F2-88F0B0D129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4378943"/>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3530B5EB-3D23-4A04-891A-00CD8603E2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A17773C-F2F5-422F-8D1F-92B207511E9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5901BBB3-8F96-4C83-9792-E88C1947B3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0730C5C9-434B-4B7E-B622-4581F507EA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88F815F-8FA3-4718-BE63-F933250C4BA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510C1B04-CE81-4EC8-AF18-3C5EC84D83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0BCFF304-2FFE-45F3-B39A-E69E7FDDDF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EAAB046C-63A5-4E33-9FED-6E8CC0C2D453}"/>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38AFED7F-5713-4A58-B4DA-B1CA2F32D5C9}"/>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EE3888B5-0261-4B7A-9AF7-37223C3D3852}"/>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D68BC4CB-5BAB-4C66-9C77-976D5692A280}"/>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1DF78825-0DC7-4CDC-A55D-88B964201616}"/>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7CB304BB-972B-4CA8-A0BD-E6C4B7F68F57}"/>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ABEA81CC-5046-467D-A71C-E3374157DD95}"/>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8DDBBC44-A8A7-4DE5-BFFD-5A72E896B884}"/>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B6E9DAD5-3F1B-4F2D-B8D7-AF4BCEEC76DE}"/>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93CE0736-E769-4286-B9EA-437ED6E2C21D}"/>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413C02CB-DF09-451F-A24D-59D72342D7FC}"/>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BCA5D51D-6CDE-4946-A957-9FAFA5A463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8765304"/>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6A2C3BB-CD2A-4616-AFE3-39BB8C6CAB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3C2197FA-2E7A-423A-A9D7-F47B0EB05D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2D85B1BC-B2D7-439F-B7A6-E1E7B56E192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150C552C-BD57-4680-8A17-EB959ED755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585C3A7D-4338-4CDD-BB9C-536493AA7A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656CE9E5-4342-465A-9523-CA42C4176D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F9275FB-0330-4E20-9BFE-E81D99CAB9DE}"/>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AE73664B-97AD-4013-8000-863BD5DB3455}"/>
              </a:ext>
            </a:extLst>
          </p:cNvPr>
          <p:cNvPicPr>
            <a:picLocks xmlns:a="http://schemas.openxmlformats.org/drawingml/2006/main" noChangeAspect="1"/>
          </p:cNvPicPr>
          <p:nvPr/>
        </p:nvPicPr>
        <p:blipFill>
          <a:blip xmlns:r="http://schemas.openxmlformats.org/officeDocument/2006/relationships" xmlns:a="http://schemas.openxmlformats.org/drawingml/2006/main" r:embed="R51f00c10b1dd464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F88EB899-C38F-470D-972A-AD03C7A22B92}"/>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C84DDCB-8B17-4ECC-8D25-471B329C809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EAA726F-08FB-4C9D-89AB-665E27BB752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CECA6A1-F27D-49AC-AEDE-F89230CC19D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C34A4FC-8752-4FCE-813A-76DA8830D2C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2BA8B6D5-DD67-4480-BF13-3A954A580DD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06EB6A44-B4DB-4FFD-9CAA-5E13930857AF}"/>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33E28981-7090-478B-89C8-B15FE9A0086D}"/>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08BC9EF-E2D4-42D7-AB68-AF859BA84430}"/>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5F80E4F-B50E-4FA6-BCF4-6736C89A17A2}"/>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E46891C2-160B-47FE-9861-D393C704D023}"/>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5EE03A04-20B6-4C73-96AD-F2A6ABBEAF5C}"/>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915C8AF1-B5BD-41FB-86C7-A6BEEB403FBA}"/>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2F090169-C5EA-43BD-85A2-833B6A2202B3}"/>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CDDE14D8-74FF-4140-AF09-A38D7A18B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5546466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3AAA1BC2-EA72-4546-ABAE-2FC9F3BA72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C082F35F-C2FC-479C-9389-F575BCFB76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BEC2739E-0B03-4FAB-ADB0-A450E201FC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D4C1C8E7-97CC-45EB-8D25-2A405DA9D5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5187752-B2FE-48D5-BF42-99B6DDF6DB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4FAA546B-AB3D-42DD-84DE-9B2B0146FB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4E972D5-A003-4413-824C-86A1E38E88DC}"/>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AE67987-81DF-40E5-8709-5633612F53C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61D7B14-E453-4FB8-ABCA-34340F724B37}"/>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08E6663-FCAD-4A87-86E5-743596D4F2B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287C76A1-0709-44DE-99A4-244F5FFA7B3F}"/>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7C867378-6B16-45D3-9623-0D1D7C894CCD}"/>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25D51EF-1533-4D5A-8B9A-51B8A72A55A9}"/>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A1B94FFA-749D-4D7C-AF18-54EE9AEC390E}"/>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B544F03-01AF-4478-921F-A63F80DF905C}"/>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6E1639F-92C6-404A-8881-9FE4E1984773}"/>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5C392E23-E115-42C0-859F-5DC498A075C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49DC3D5F-E440-42CD-8853-5EBA291FA9D4}"/>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F11A8A3C-FEEC-458C-8D7D-B41668AE4940}"/>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72470AF4-E803-40F0-A35A-83FF4F67E0AD}"/>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002293C9-C301-45B1-9165-EBC08B5C3E46}"/>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FDFBDDA-3A7A-4CEA-A9FE-A34BCD592A0F}"/>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EDD31929-4AF0-4FDB-97B9-36D6BBB57907}"/>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19C09647-D6C8-4CB7-BC4E-859C3164C71B}"/>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2819A995-A875-4FDC-885D-3420DC3C1A1D}"/>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5B2BBAFB-54D2-4DBD-8829-069188170941}"/>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DC92F68E-3C0A-4A0E-95DB-16A8159B8338}"/>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882856E7-0DC0-4C2F-875A-CDDF53D2141F}"/>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54545B43-DCD2-44AB-9252-BBD90F2D0A43}"/>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740D034F-E964-4C8B-8DB5-A420216F4B70}"/>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DA314CCB-0EE4-44CC-848C-BA1CA78EC2A5}"/>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6B99D99D-9CCD-45B3-90AA-FD4147FA1760}"/>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8E75E151-7001-44FD-A1C1-4299A64847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10560917"/>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43FA97A3-7A42-412E-906E-F289316E6F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E12F677C-0C26-4ACF-BE8C-DBAC2A439E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3DF67D25-85EB-48E1-A9A3-891FF777BC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79B450B0-B8CC-4A2A-891B-F0B3B1A3B1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3FD5CC14-E2D5-4D39-8918-B01B87FEB5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693284C-902A-40C4-87F0-1468D7C0BC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F31E2CE3-F96F-4307-8A91-9458FECA3FD0}"/>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2D43CFE6-40D2-48EC-B523-633BCAB556EA}"/>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DEACD11B-457B-4C40-9FD8-C7DEA260224F}"/>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0E35366F-C5EB-4365-BDCC-843BAE9B865F}"/>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00900D4F-EF41-4033-90B6-CE3A82EBC84F}"/>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27E6DA1-8667-4775-8225-68AB93B1672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5B0A92E6-FD8E-4CB0-9B47-96C99594B420}"/>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CB780437-6DC3-4E7C-A51F-88C535D3D924}"/>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5A603935-A901-4CA1-92CA-E70851B633CA}"/>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712DDF7-370A-4A4E-A54B-BF7650BB6739}"/>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051582-A26D-44DB-840A-21679C04287C}"/>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A8692A26-5FF2-4449-B09B-E7AAC92D6970}"/>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645FD51-7403-405C-B777-315962109BDE}"/>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E9669161-F6E2-4DC9-ADD8-0849610EDD9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C3EAAB29-0810-45F5-9E51-FD83D987A1FA}"/>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B359076-4679-4ACC-8B3E-416B900E939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804CF30-FD57-4D72-9630-5BD7364DA6B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D63D2144-E253-4B0D-BDCB-CC74D8DA54C1}"/>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F77E8A3F-44E9-4F65-BB38-107040A594B0}"/>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14546A4B-E70E-4B33-A595-BB5D2D897202}"/>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C2148BE-E383-41CC-B72B-DB6DD97B0474}"/>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6886C39E-1A25-4CAA-828B-4FC12464FD40}"/>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4312FA8D-DF2C-4860-8677-11FBB47F997E}"/>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97534E15-BF56-4A22-9F6D-B87C05E26645}"/>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9D7CD39-FE10-41F6-BD3F-A38916287388}"/>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4EB29F75-EAC2-4C39-AD0F-EBD94525AD52}"/>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0A399E57-5E83-4164-9455-A78C035E1FE7}"/>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804A0049-8EC2-49AC-A1D0-B7EA8CBE7978}"/>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EE1923C-62D9-4295-9945-5458AE0CA1C7}"/>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4A9BE55-AE60-4942-AA6F-645BFAC9A9CB}"/>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462F28DC-BB6F-44BE-AA99-962D501A5956}"/>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FE88150C-3FFD-4849-AB45-897F9FA85F87}"/>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D68C1FD2-E5BC-4603-AFCD-0F85F96923D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DEAF9752-DBE7-4F3C-93E1-CE635930765F}"/>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5AEE74A-3BC2-4ACC-9F70-849713F53E0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FFFDFE41-BF08-4741-BD8A-2B315A24E330}"/>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A0FA1826-49C7-472F-ADD8-FF311AE7A26E}"/>
              </a:ext>
            </a:extLst>
          </p:cNvPr>
          <p:cNvPicPr>
            <a:picLocks xmlns:a="http://schemas.openxmlformats.org/drawingml/2006/main" noChangeAspect="1"/>
          </p:cNvPicPr>
          <p:nvPr/>
        </p:nvPicPr>
        <p:blipFill>
          <a:blip xmlns:r="http://schemas.openxmlformats.org/officeDocument/2006/relationships" xmlns:a="http://schemas.openxmlformats.org/drawingml/2006/main" r:embed="R596fe9bd637a4e68"/>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1755162C-7471-4748-BE6E-51F57F37BA66}"/>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193C1824-325A-4D4C-811A-82AA6C07C84E}"/>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013AB76C-AC8B-4DE6-8CA4-26C516760110}"/>
              </a:ext>
            </a:extLst>
          </p:cNvPr>
          <p:cNvPicPr>
            <a:picLocks xmlns:a="http://schemas.openxmlformats.org/drawingml/2006/main" noChangeAspect="1"/>
          </p:cNvPicPr>
          <p:nvPr/>
        </p:nvPicPr>
        <p:blipFill>
          <a:blip xmlns:r="http://schemas.openxmlformats.org/officeDocument/2006/relationships" xmlns:a="http://schemas.openxmlformats.org/drawingml/2006/main" r:embed="Rcccc692cacfc4b67"/>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5D0A5AA-2CE4-4480-B1C9-EA6AE604C3E1}"/>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6DA329AE-C089-4969-955C-705CC2B89289}"/>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6585A185-107A-4822-9911-C9278DBEC27A}"/>
              </a:ext>
            </a:extLst>
          </p:cNvPr>
          <p:cNvPicPr>
            <a:picLocks xmlns:a="http://schemas.openxmlformats.org/drawingml/2006/main" noChangeAspect="1"/>
          </p:cNvPicPr>
          <p:nvPr/>
        </p:nvPicPr>
        <p:blipFill>
          <a:blip xmlns:r="http://schemas.openxmlformats.org/officeDocument/2006/relationships" xmlns:a="http://schemas.openxmlformats.org/drawingml/2006/main" r:embed="R4beb96608cb34b0a"/>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0F91A6C2-C6ED-441B-BAF3-A1E14196F650}"/>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F2AA43BC-A1CD-436F-BB81-DBDF68F2C1C2}"/>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25054FD7-640F-4E18-BEB3-224123CC8598}"/>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DDFC1A0B-B5A0-4B95-AE90-62D7AA7B8C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363600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407C7A4E-3051-45A6-97B7-EE2973665BE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4515E6DA-7D1B-4BC9-94C8-2B4ADBBBFDB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843E0F4E-7629-4DDC-8D66-99E89549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1F9E5B35-D19A-4ACF-A807-0556B9FAF8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51B7B523-57BB-4BF2-B525-0EAFCC189D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C071CD0-DD4C-49EC-B0D2-5EAF90F9ED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541700A-20D7-4072-9144-3712FF6E787F}"/>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B15DFD19-A047-41E3-9640-5FFCDD428DB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E13C5F5-B641-4E83-A5B0-5E754B699A4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D2410955-CAA8-4D77-B268-B58977470EEC}"/>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132638E-C029-476D-8A20-6B3A07DF2184}"/>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D5E2DA39-FDC5-451C-91A6-42E1C2F5E840}"/>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C9220877-116D-4B88-ABC6-C11B9E44025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E585F572-98EB-4971-B91E-0BB811E1C3B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476E7DE7-5FC6-44CA-9CEE-D834711831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77560484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14F698B1-C530-4F69-BDAF-C239E8D8EEB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469BBDD6-36B3-4E61-B273-C5E3C1DB24F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3CA67A1B-A01A-45BA-AB19-E12849DF34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33FD3E8D-2F4B-4725-81D1-B1A4791808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C6421CDF-1A79-430C-A438-968227768B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47A70571-0A93-4A35-91C7-7513CE25C4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35E98C3-4BC2-4EE4-A7FD-160B7BCA250C}"/>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C4E3227F-1570-45BB-A92C-862960048F14}"/>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8ED856E9-F5F5-4979-A063-A7D9678F964A}"/>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A0C97716-C5DE-4D90-9D36-67A8689E7E58}"/>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92B04DC-68FD-4EDB-B25D-0EF144595583}"/>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93334907-FC95-4DA2-AC03-FD4CD3477E3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F2271A26-D604-40E0-8679-7414755E4A7E}"/>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95B3FFF9-6BBD-4B90-91E4-7843F48A5D9B}"/>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A3656F73-F190-4FB5-A9B8-D94BB296AA2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579F34C-2DAB-4615-B76E-024C2B831367}"/>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7EAF672E-494F-477F-8CEA-0C6F1A5BFC38}"/>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63386B8B-2D72-436F-9DBB-CB86644E1144}"/>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C12814A6-27AA-4B2C-90C7-F7EAD7628A8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4CF851FF-AF8D-4B00-858F-0FE8EC558878}"/>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DC34EBC-02A7-480A-B22A-C05D85C83A2E}"/>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61F47F66-34D7-48F3-877F-DE515BD4A9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5941851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AF66256A-B7D1-4589-B837-6016275F81C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FEA7898F-F04A-4B87-BB43-2882448B895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7D0CC62C-7D7D-46E0-BD49-650795C3570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FB70B820-B2FC-42A6-9E96-A436CA757A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6F6F37B-2B0A-4252-924C-A7A56EF17F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C20CC9ED-F4E7-4EBF-9361-977F197567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AAF736F3-418A-4975-8D06-FA7726782F07}"/>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E2DAA4BE-3BD9-485B-8A34-DA2F3D4674A3}"/>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DD39B02-4229-4C99-8E84-BA4D7A89E6BF}"/>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9C75F13E-E5A4-4C58-9237-4E3D80449E48}"/>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12546295-0C5E-419A-B1A2-F7A4DA797506}"/>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A8675D39-79BE-40A8-B5C5-A638089F9F0A}"/>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7A700560-EA0D-4AD8-AB27-1674819BA464}"/>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87FFBFA0-CD2A-42D3-A9E4-BC218BDA083B}"/>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A0FE3FE0-338B-4C8A-A426-3BE2A31E06C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A4B68592-C0E5-4F53-B405-45F7EBEE57F9}"/>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6A259A36-B0D2-4279-8B4E-639498AE28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875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83B15AE7-B8F7-4010-A554-B3BF62D2000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B3B68A1A-451F-4AE3-88B7-2B2F060960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4859C523-13F1-4734-97A0-7599FE66CE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E0FDCA15-02CC-49EA-9FEE-8FBC97952F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29FFE5F-3FD8-42F9-B375-317FB30699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7751DF82-1E73-4A44-B6D8-527ADB68F5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521454F-E3CF-4E45-B6E8-F062356A61ED}"/>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D57DE0D6-3896-4083-88E1-59D5104184FF}"/>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2A276B2-64B4-41CF-B36B-A0E90F8CCE35}"/>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873DAD7-1CFE-49F6-B780-D569F83FD3E5}"/>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D10F6694-73BE-4E04-95C0-837797C81D86}"/>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3D73C7FB-A301-44D5-B2B0-068E39C6F446}"/>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5E71D538-7E8C-4C76-B041-1D0ED4CBE6E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16025C2-1B65-4E43-9925-62CA5471C58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2BF69818-004E-4C8C-9110-CE6836ADC7C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DEA19081-1213-47CC-902B-60F7A69BF6F7}"/>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854E5D58-DC7E-4185-82DF-C517255C7AC8}"/>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8C1EDDD-1F07-4E93-A418-81E2177E79F1}"/>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11E049D-1863-4BCD-9FA2-608B1F5F8DEB}"/>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36F0B30E-EEEB-4E25-ADCE-82BFF4B216E1}"/>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6A4657D4-A8BF-4891-B31C-357D0B43BFC7}"/>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B19E8D5D-4FBE-44ED-BFAD-7B662425B951}"/>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E8B191C2-2ABA-4568-821B-B79421699542}"/>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17A4194-83CD-4C21-B068-08B89180549C}"/>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97C1F79-4F46-47BC-854F-C54E6A35DDF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1690704A-0B5C-45DC-AE47-D99793D96344}"/>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63740259-825C-4095-A315-E3731389E1E9}"/>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BDE63193-DDD6-43EB-B727-93E2529ACB57}"/>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73FAF42-5958-419F-B189-8670F8B430CD}"/>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5C5AA845-D100-4D2D-984A-2568CFCA1D35}"/>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BB1B976-73AD-406B-B135-C22B773C3A31}"/>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E0900510-C3D8-4DBF-83F7-BF0F8B61F1E6}"/>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77FDB93B-281F-4EEC-A394-9B3F2D5C55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86222166"/>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B9DD592A-A3C4-4672-B1EB-4E76644461C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F224777D-FA08-412F-A87A-9FFFA77628B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A3F586E2-ED06-4095-BFB4-689CF27A6D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8316884B-4946-4732-869D-6A141F36A2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B1AE1BF2-3729-44E4-B1CC-42A6813B04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31159065-6AE4-4956-B213-A8FF38BC71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C6641F21-6552-4AF5-ACB8-2F2636E344D7}"/>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9AE61A50-2243-47D2-AD2C-7532F8691F0F}"/>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76261254-F303-4CF7-A2A1-25A5CBCC0A32}"/>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B72F28D4-96A3-4642-8FBB-03477BC2C9AA}"/>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F5624B5E-DAF2-4442-9FE7-A3E1A6D335D1}"/>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FCD458E4-7F15-41E2-B834-791D38825D3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15503AA4-6269-48C4-8D27-848DF7426A0F}"/>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A6797DF4-EBB0-4DD1-978A-6DBDD972461A}"/>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BEBD3E59-E6C9-4224-9F62-6A14256613B4}"/>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06E42F70-209D-4336-A1D0-B716DD18A043}"/>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99866D4F-53C0-4A75-BB10-577730C621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72973649"/>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07D6F670-3E69-4FF2-85C9-FC6ABE750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31330F4C-8A2F-431B-AC14-7CB3892808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A57D022B-DAB3-4BE3-BFD2-608E9E721D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6604D33-AD31-4E7D-AC07-639C635393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AEE720B8-3EA6-4C10-BA15-E8C0227508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D2AC892-938C-4F55-B3F1-629E52E153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0696B207-18E3-4BCC-8587-EA4B0940B1D3}"/>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1E2F392-14CC-49DB-AEA2-C70F6CA78A4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FA1A31A-B047-470D-8907-3D961520CEB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0EFAACF8-9753-4C12-9F46-AE196FA6C3B2}"/>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5366AB2A-468D-43CE-854E-534559567A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090504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2026-10-21T14:02:54.3870000Z</dcterms:created>
  <dcterms:modified xsi:type="dcterms:W3CDTF">2026-10-21T14:02:54.3870000Z</dcterms:modified>
</coreProperties>
</file>