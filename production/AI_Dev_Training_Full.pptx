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89aae775e2b438f" /><Relationship Type="http://schemas.openxmlformats.org/officeDocument/2006/relationships/extended-properties" Target="/docProps/app.xml" Id="R47ed18730a964010" /><Relationship Type="http://schemas.openxmlformats.org/officeDocument/2006/relationships/officeDocument" Target="/ppt/presentation.xml" Id="Rf094546daca6438b" /></Relationships>
</file>

<file path=ppt/presentation.xml><?xml version="1.0" encoding="utf-8"?>
<p:presentation xmlns:p="http://schemas.openxmlformats.org/presentationml/2006/main">
  <p:sldMasterIdLst>
    <p:sldMasterId xmlns:r="http://schemas.openxmlformats.org/officeDocument/2006/relationships" id="2147483648" r:id="R499d8e97986a4443"/>
  </p:sldMasterIdLst>
  <p:notesMasterIdLst>
    <p:notesMasterId xmlns:r="http://schemas.openxmlformats.org/officeDocument/2006/relationships" r:id="Radbbf44a026b47de"/>
  </p:notesMasterIdLst>
  <p:sldIdLst>
    <p:sldId xmlns:r="http://schemas.openxmlformats.org/officeDocument/2006/relationships" id="256" r:id="Rd41337868e894c5b"/>
    <p:sldId xmlns:r="http://schemas.openxmlformats.org/officeDocument/2006/relationships" id="257" r:id="R27ad93ee2afc467c"/>
    <p:sldId xmlns:r="http://schemas.openxmlformats.org/officeDocument/2006/relationships" id="258" r:id="R377c0517303d4141"/>
    <p:sldId xmlns:r="http://schemas.openxmlformats.org/officeDocument/2006/relationships" id="259" r:id="R87a1c49c7df948d3"/>
    <p:sldId xmlns:r="http://schemas.openxmlformats.org/officeDocument/2006/relationships" id="260" r:id="Ra9b0ea769b614896"/>
    <p:sldId xmlns:r="http://schemas.openxmlformats.org/officeDocument/2006/relationships" id="261" r:id="R59dc4bf45a6a4203"/>
    <p:sldId xmlns:r="http://schemas.openxmlformats.org/officeDocument/2006/relationships" id="262" r:id="R9b93e820474e4427"/>
    <p:sldId xmlns:r="http://schemas.openxmlformats.org/officeDocument/2006/relationships" id="263" r:id="Rc530eb3c99984545"/>
    <p:sldId xmlns:r="http://schemas.openxmlformats.org/officeDocument/2006/relationships" id="264" r:id="R700c153d4b1541c1"/>
    <p:sldId xmlns:r="http://schemas.openxmlformats.org/officeDocument/2006/relationships" id="265" r:id="R96cd4db9b4114ca7"/>
    <p:sldId xmlns:r="http://schemas.openxmlformats.org/officeDocument/2006/relationships" id="266" r:id="R380cd315cc984a92"/>
    <p:sldId xmlns:r="http://schemas.openxmlformats.org/officeDocument/2006/relationships" id="267" r:id="Ra34f19fa9b5c4a0e"/>
    <p:sldId xmlns:r="http://schemas.openxmlformats.org/officeDocument/2006/relationships" id="268" r:id="R0eb96dd57965495b"/>
    <p:sldId xmlns:r="http://schemas.openxmlformats.org/officeDocument/2006/relationships" id="269" r:id="R89bc44d600ad4281"/>
    <p:sldId xmlns:r="http://schemas.openxmlformats.org/officeDocument/2006/relationships" id="270" r:id="R8cf940c63f5d444b"/>
    <p:sldId xmlns:r="http://schemas.openxmlformats.org/officeDocument/2006/relationships" id="271" r:id="R9dba377631364d20"/>
    <p:sldId xmlns:r="http://schemas.openxmlformats.org/officeDocument/2006/relationships" id="272" r:id="R3dabc77636904377"/>
    <p:sldId xmlns:r="http://schemas.openxmlformats.org/officeDocument/2006/relationships" id="273" r:id="Rf41bc01c4b594eb0"/>
    <p:sldId xmlns:r="http://schemas.openxmlformats.org/officeDocument/2006/relationships" id="274" r:id="Rb55841a01fcb4472"/>
    <p:sldId xmlns:r="http://schemas.openxmlformats.org/officeDocument/2006/relationships" id="275" r:id="Rec93f38a7d174376"/>
    <p:sldId xmlns:r="http://schemas.openxmlformats.org/officeDocument/2006/relationships" id="276" r:id="Rd0636df0aa8d4010"/>
    <p:sldId xmlns:r="http://schemas.openxmlformats.org/officeDocument/2006/relationships" id="277" r:id="R3970d363a7be486e"/>
    <p:sldId xmlns:r="http://schemas.openxmlformats.org/officeDocument/2006/relationships" id="278" r:id="R53457aa917e44f51"/>
    <p:sldId xmlns:r="http://schemas.openxmlformats.org/officeDocument/2006/relationships" id="279" r:id="R5f05612e959346e7"/>
    <p:sldId xmlns:r="http://schemas.openxmlformats.org/officeDocument/2006/relationships" id="280" r:id="Rfd0fc2ba8f0443ca"/>
    <p:sldId xmlns:r="http://schemas.openxmlformats.org/officeDocument/2006/relationships" id="281" r:id="R0ba7f8d40fe847bd"/>
    <p:sldId xmlns:r="http://schemas.openxmlformats.org/officeDocument/2006/relationships" id="282" r:id="R70e559656d9d4d97"/>
    <p:sldId xmlns:r="http://schemas.openxmlformats.org/officeDocument/2006/relationships" id="283" r:id="R49255bf568754468"/>
    <p:sldId xmlns:r="http://schemas.openxmlformats.org/officeDocument/2006/relationships" id="284" r:id="R94184b14dbc144d8"/>
    <p:sldId xmlns:r="http://schemas.openxmlformats.org/officeDocument/2006/relationships" id="285" r:id="Rdfae42ccbc9343b6"/>
    <p:sldId xmlns:r="http://schemas.openxmlformats.org/officeDocument/2006/relationships" id="286" r:id="R9668ad4f1b5a441e"/>
    <p:sldId xmlns:r="http://schemas.openxmlformats.org/officeDocument/2006/relationships" id="287" r:id="Rd9e787c08bf34ab2"/>
    <p:sldId xmlns:r="http://schemas.openxmlformats.org/officeDocument/2006/relationships" id="288" r:id="Rf6161b06860a43ce"/>
    <p:sldId xmlns:r="http://schemas.openxmlformats.org/officeDocument/2006/relationships" id="289" r:id="Rdf57ee8f88464d76"/>
    <p:sldId xmlns:r="http://schemas.openxmlformats.org/officeDocument/2006/relationships" id="290" r:id="R3944a9d429fc4c6d"/>
    <p:sldId xmlns:r="http://schemas.openxmlformats.org/officeDocument/2006/relationships" id="291" r:id="Rd9bd2afb2479489b"/>
    <p:sldId xmlns:r="http://schemas.openxmlformats.org/officeDocument/2006/relationships" id="292" r:id="R8a24328e29bd49b1"/>
    <p:sldId xmlns:r="http://schemas.openxmlformats.org/officeDocument/2006/relationships" id="293" r:id="R3e2d9ed1d14e4823"/>
    <p:sldId xmlns:r="http://schemas.openxmlformats.org/officeDocument/2006/relationships" id="294" r:id="R5f9e5736d2f1451c"/>
    <p:sldId xmlns:r="http://schemas.openxmlformats.org/officeDocument/2006/relationships" id="295" r:id="R8ad57edb58d6453d"/>
    <p:sldId xmlns:r="http://schemas.openxmlformats.org/officeDocument/2006/relationships" id="296" r:id="R3d9b7c416fa64c14"/>
    <p:sldId xmlns:r="http://schemas.openxmlformats.org/officeDocument/2006/relationships" id="297" r:id="R90564c5826c446eb"/>
    <p:sldId xmlns:r="http://schemas.openxmlformats.org/officeDocument/2006/relationships" id="298" r:id="R2c031ae96c1441bb"/>
    <p:sldId xmlns:r="http://schemas.openxmlformats.org/officeDocument/2006/relationships" id="299" r:id="R4203dc70404e4cb9"/>
    <p:sldId xmlns:r="http://schemas.openxmlformats.org/officeDocument/2006/relationships" id="300" r:id="Rf85596b25b0b49aa"/>
    <p:sldId xmlns:r="http://schemas.openxmlformats.org/officeDocument/2006/relationships" id="301" r:id="R1ec178cc52ba4344"/>
    <p:sldId xmlns:r="http://schemas.openxmlformats.org/officeDocument/2006/relationships" id="302" r:id="R70957212ddae40d9"/>
    <p:sldId xmlns:r="http://schemas.openxmlformats.org/officeDocument/2006/relationships" id="303" r:id="Rec3f3b0a9dce4e4d"/>
    <p:sldId xmlns:r="http://schemas.openxmlformats.org/officeDocument/2006/relationships" id="304" r:id="R16f3335d49de4c38"/>
    <p:sldId xmlns:r="http://schemas.openxmlformats.org/officeDocument/2006/relationships" id="305" r:id="R6ccbc462455d409d"/>
    <p:sldId xmlns:r="http://schemas.openxmlformats.org/officeDocument/2006/relationships" id="306" r:id="Rb1e582c3dbb4456b"/>
    <p:sldId xmlns:r="http://schemas.openxmlformats.org/officeDocument/2006/relationships" id="307" r:id="Rf602b3d536a5429d"/>
    <p:sldId xmlns:r="http://schemas.openxmlformats.org/officeDocument/2006/relationships" id="308" r:id="R6981e4a56d8c449a"/>
    <p:sldId xmlns:r="http://schemas.openxmlformats.org/officeDocument/2006/relationships" id="309" r:id="R38c4dbea9dc442ab"/>
    <p:sldId xmlns:r="http://schemas.openxmlformats.org/officeDocument/2006/relationships" id="310" r:id="R3418f3a69b504cab"/>
    <p:sldId xmlns:r="http://schemas.openxmlformats.org/officeDocument/2006/relationships" id="311" r:id="R905d5ac514174720"/>
    <p:sldId xmlns:r="http://schemas.openxmlformats.org/officeDocument/2006/relationships" id="312" r:id="Re662d9c91a274d73"/>
    <p:sldId xmlns:r="http://schemas.openxmlformats.org/officeDocument/2006/relationships" id="313" r:id="R11bee8d07c154e9a"/>
    <p:sldId xmlns:r="http://schemas.openxmlformats.org/officeDocument/2006/relationships" id="314" r:id="R8932324bf1ea429c"/>
    <p:sldId xmlns:r="http://schemas.openxmlformats.org/officeDocument/2006/relationships" id="315" r:id="Ra3a0d0d6a9ef43e7"/>
    <p:sldId xmlns:r="http://schemas.openxmlformats.org/officeDocument/2006/relationships" id="316" r:id="R773510a85c8e4de6"/>
    <p:sldId xmlns:r="http://schemas.openxmlformats.org/officeDocument/2006/relationships" id="317" r:id="R60efd98e164b4154"/>
    <p:sldId xmlns:r="http://schemas.openxmlformats.org/officeDocument/2006/relationships" id="318" r:id="R1857d5330e9a4a55"/>
    <p:sldId xmlns:r="http://schemas.openxmlformats.org/officeDocument/2006/relationships" id="319" r:id="R148ae55e49b5424a"/>
    <p:sldId xmlns:r="http://schemas.openxmlformats.org/officeDocument/2006/relationships" id="320" r:id="Rd0dbadb77c854e85"/>
    <p:sldId xmlns:r="http://schemas.openxmlformats.org/officeDocument/2006/relationships" id="321" r:id="R3b02203062a0433e"/>
    <p:sldId xmlns:r="http://schemas.openxmlformats.org/officeDocument/2006/relationships" id="322" r:id="R10a517f7588446bf"/>
    <p:sldId xmlns:r="http://schemas.openxmlformats.org/officeDocument/2006/relationships" id="323" r:id="R8ff895025bdf4fb8"/>
    <p:sldId xmlns:r="http://schemas.openxmlformats.org/officeDocument/2006/relationships" id="324" r:id="Rf712e063f833464e"/>
    <p:sldId xmlns:r="http://schemas.openxmlformats.org/officeDocument/2006/relationships" id="325" r:id="R068fa4d2f3744938"/>
    <p:sldId xmlns:r="http://schemas.openxmlformats.org/officeDocument/2006/relationships" id="326" r:id="R9029556bded04496"/>
    <p:sldId xmlns:r="http://schemas.openxmlformats.org/officeDocument/2006/relationships" id="327" r:id="R654e01f7d04f4fd1"/>
    <p:sldId xmlns:r="http://schemas.openxmlformats.org/officeDocument/2006/relationships" id="328" r:id="R478df5d3c07b4493"/>
    <p:sldId xmlns:r="http://schemas.openxmlformats.org/officeDocument/2006/relationships" id="329" r:id="Rf7a15fbbe5764531"/>
    <p:sldId xmlns:r="http://schemas.openxmlformats.org/officeDocument/2006/relationships" id="330" r:id="R76bb9539e0ae4b2d"/>
    <p:sldId xmlns:r="http://schemas.openxmlformats.org/officeDocument/2006/relationships" id="331" r:id="Rbb4cfa93144e4b25"/>
    <p:sldId xmlns:r="http://schemas.openxmlformats.org/officeDocument/2006/relationships" id="332" r:id="R2639549020714deb"/>
    <p:sldId xmlns:r="http://schemas.openxmlformats.org/officeDocument/2006/relationships" id="333" r:id="R7e47b1a2d7ec4601"/>
    <p:sldId xmlns:r="http://schemas.openxmlformats.org/officeDocument/2006/relationships" id="334" r:id="Ref864f3276124728"/>
    <p:sldId xmlns:r="http://schemas.openxmlformats.org/officeDocument/2006/relationships" id="335" r:id="R630ef50237d8440e"/>
    <p:sldId xmlns:r="http://schemas.openxmlformats.org/officeDocument/2006/relationships" id="336" r:id="R882fac22c63749fe"/>
    <p:sldId xmlns:r="http://schemas.openxmlformats.org/officeDocument/2006/relationships" id="337" r:id="R17a7d7c400724f32"/>
    <p:sldId xmlns:r="http://schemas.openxmlformats.org/officeDocument/2006/relationships" id="338" r:id="R12d7ff19e3744c38"/>
    <p:sldId xmlns:r="http://schemas.openxmlformats.org/officeDocument/2006/relationships" id="339" r:id="R44fc192abebf4710"/>
    <p:sldId xmlns:r="http://schemas.openxmlformats.org/officeDocument/2006/relationships" id="340" r:id="R4382caa8940340d1"/>
    <p:sldId xmlns:r="http://schemas.openxmlformats.org/officeDocument/2006/relationships" id="341" r:id="R5954d39036c84234"/>
    <p:sldId xmlns:r="http://schemas.openxmlformats.org/officeDocument/2006/relationships" id="342" r:id="R79f0b1f974d14a04"/>
    <p:sldId xmlns:r="http://schemas.openxmlformats.org/officeDocument/2006/relationships" id="343" r:id="R2fb02d3b9a2044c7"/>
    <p:sldId xmlns:r="http://schemas.openxmlformats.org/officeDocument/2006/relationships" id="344" r:id="Ra99e51ed59b44f7a"/>
    <p:sldId xmlns:r="http://schemas.openxmlformats.org/officeDocument/2006/relationships" id="345" r:id="R8d16f96588f7456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79cfbecda0483f" /><Relationship Type="http://schemas.openxmlformats.org/officeDocument/2006/relationships/slideMaster" Target="/ppt/slideMasters/slideMaster1.xml" Id="R499d8e97986a4443" /><Relationship Type="http://schemas.openxmlformats.org/officeDocument/2006/relationships/notesMaster" Target="/ppt/notesMasters/notesMaster1.xml" Id="Radbbf44a026b47de" /><Relationship Type="http://schemas.openxmlformats.org/officeDocument/2006/relationships/presProps" Target="/ppt/presProps.xml" Id="R032c4e4a4c564485" /><Relationship Type="http://schemas.openxmlformats.org/officeDocument/2006/relationships/tableStyles" Target="/ppt/tableStyles.xml" Id="Rb3bfdbc85be246b1" /><Relationship Type="http://schemas.openxmlformats.org/officeDocument/2006/relationships/slide" Target="/ppt/slides/slide1.xml" Id="Rd41337868e894c5b" /><Relationship Type="http://schemas.openxmlformats.org/officeDocument/2006/relationships/slide" Target="/ppt/slides/slide2.xml" Id="R27ad93ee2afc467c" /><Relationship Type="http://schemas.openxmlformats.org/officeDocument/2006/relationships/slide" Target="/ppt/slides/slide3.xml" Id="R377c0517303d4141" /><Relationship Type="http://schemas.openxmlformats.org/officeDocument/2006/relationships/slide" Target="/ppt/slides/slide4.xml" Id="R87a1c49c7df948d3" /><Relationship Type="http://schemas.openxmlformats.org/officeDocument/2006/relationships/slide" Target="/ppt/slides/slide5.xml" Id="Ra9b0ea769b614896" /><Relationship Type="http://schemas.openxmlformats.org/officeDocument/2006/relationships/slide" Target="/ppt/slides/slide6.xml" Id="R59dc4bf45a6a4203" /><Relationship Type="http://schemas.openxmlformats.org/officeDocument/2006/relationships/slide" Target="/ppt/slides/slide7.xml" Id="R9b93e820474e4427" /><Relationship Type="http://schemas.openxmlformats.org/officeDocument/2006/relationships/slide" Target="/ppt/slides/slide8.xml" Id="Rc530eb3c99984545" /><Relationship Type="http://schemas.openxmlformats.org/officeDocument/2006/relationships/slide" Target="/ppt/slides/slide9.xml" Id="R700c153d4b1541c1" /><Relationship Type="http://schemas.openxmlformats.org/officeDocument/2006/relationships/slide" Target="/ppt/slides/slide10.xml" Id="R96cd4db9b4114ca7" /><Relationship Type="http://schemas.openxmlformats.org/officeDocument/2006/relationships/slide" Target="/ppt/slides/slide11.xml" Id="R380cd315cc984a92" /><Relationship Type="http://schemas.openxmlformats.org/officeDocument/2006/relationships/slide" Target="/ppt/slides/slide12.xml" Id="Ra34f19fa9b5c4a0e" /><Relationship Type="http://schemas.openxmlformats.org/officeDocument/2006/relationships/slide" Target="/ppt/slides/slide13.xml" Id="R0eb96dd57965495b" /><Relationship Type="http://schemas.openxmlformats.org/officeDocument/2006/relationships/slide" Target="/ppt/slides/slide14.xml" Id="R89bc44d600ad4281" /><Relationship Type="http://schemas.openxmlformats.org/officeDocument/2006/relationships/slide" Target="/ppt/slides/slide15.xml" Id="R8cf940c63f5d444b" /><Relationship Type="http://schemas.openxmlformats.org/officeDocument/2006/relationships/slide" Target="/ppt/slides/slide16.xml" Id="R9dba377631364d20" /><Relationship Type="http://schemas.openxmlformats.org/officeDocument/2006/relationships/slide" Target="/ppt/slides/slide17.xml" Id="R3dabc77636904377" /><Relationship Type="http://schemas.openxmlformats.org/officeDocument/2006/relationships/slide" Target="/ppt/slides/slide18.xml" Id="Rf41bc01c4b594eb0" /><Relationship Type="http://schemas.openxmlformats.org/officeDocument/2006/relationships/slide" Target="/ppt/slides/slide19.xml" Id="Rb55841a01fcb4472" /><Relationship Type="http://schemas.openxmlformats.org/officeDocument/2006/relationships/slide" Target="/ppt/slides/slide20.xml" Id="Rec93f38a7d174376" /><Relationship Type="http://schemas.openxmlformats.org/officeDocument/2006/relationships/slide" Target="/ppt/slides/slide21.xml" Id="Rd0636df0aa8d4010" /><Relationship Type="http://schemas.openxmlformats.org/officeDocument/2006/relationships/slide" Target="/ppt/slides/slide22.xml" Id="R3970d363a7be486e" /><Relationship Type="http://schemas.openxmlformats.org/officeDocument/2006/relationships/slide" Target="/ppt/slides/slide23.xml" Id="R53457aa917e44f51" /><Relationship Type="http://schemas.openxmlformats.org/officeDocument/2006/relationships/slide" Target="/ppt/slides/slide24.xml" Id="R5f05612e959346e7" /><Relationship Type="http://schemas.openxmlformats.org/officeDocument/2006/relationships/slide" Target="/ppt/slides/slide25.xml" Id="Rfd0fc2ba8f0443ca" /><Relationship Type="http://schemas.openxmlformats.org/officeDocument/2006/relationships/slide" Target="/ppt/slides/slide26.xml" Id="R0ba7f8d40fe847bd" /><Relationship Type="http://schemas.openxmlformats.org/officeDocument/2006/relationships/slide" Target="/ppt/slides/slide27.xml" Id="R70e559656d9d4d97" /><Relationship Type="http://schemas.openxmlformats.org/officeDocument/2006/relationships/slide" Target="/ppt/slides/slide28.xml" Id="R49255bf568754468" /><Relationship Type="http://schemas.openxmlformats.org/officeDocument/2006/relationships/slide" Target="/ppt/slides/slide29.xml" Id="R94184b14dbc144d8" /><Relationship Type="http://schemas.openxmlformats.org/officeDocument/2006/relationships/slide" Target="/ppt/slides/slide30.xml" Id="Rdfae42ccbc9343b6" /><Relationship Type="http://schemas.openxmlformats.org/officeDocument/2006/relationships/slide" Target="/ppt/slides/slide31.xml" Id="R9668ad4f1b5a441e" /><Relationship Type="http://schemas.openxmlformats.org/officeDocument/2006/relationships/slide" Target="/ppt/slides/slide32.xml" Id="Rd9e787c08bf34ab2" /><Relationship Type="http://schemas.openxmlformats.org/officeDocument/2006/relationships/slide" Target="/ppt/slides/slide33.xml" Id="Rf6161b06860a43ce" /><Relationship Type="http://schemas.openxmlformats.org/officeDocument/2006/relationships/slide" Target="/ppt/slides/slide34.xml" Id="Rdf57ee8f88464d76" /><Relationship Type="http://schemas.openxmlformats.org/officeDocument/2006/relationships/slide" Target="/ppt/slides/slide35.xml" Id="R3944a9d429fc4c6d" /><Relationship Type="http://schemas.openxmlformats.org/officeDocument/2006/relationships/slide" Target="/ppt/slides/slide36.xml" Id="Rd9bd2afb2479489b" /><Relationship Type="http://schemas.openxmlformats.org/officeDocument/2006/relationships/slide" Target="/ppt/slides/slide37.xml" Id="R8a24328e29bd49b1" /><Relationship Type="http://schemas.openxmlformats.org/officeDocument/2006/relationships/slide" Target="/ppt/slides/slide38.xml" Id="R3e2d9ed1d14e4823" /><Relationship Type="http://schemas.openxmlformats.org/officeDocument/2006/relationships/slide" Target="/ppt/slides/slide39.xml" Id="R5f9e5736d2f1451c" /><Relationship Type="http://schemas.openxmlformats.org/officeDocument/2006/relationships/slide" Target="/ppt/slides/slide40.xml" Id="R8ad57edb58d6453d" /><Relationship Type="http://schemas.openxmlformats.org/officeDocument/2006/relationships/slide" Target="/ppt/slides/slide41.xml" Id="R3d9b7c416fa64c14" /><Relationship Type="http://schemas.openxmlformats.org/officeDocument/2006/relationships/slide" Target="/ppt/slides/slide42.xml" Id="R90564c5826c446eb" /><Relationship Type="http://schemas.openxmlformats.org/officeDocument/2006/relationships/slide" Target="/ppt/slides/slide43.xml" Id="R2c031ae96c1441bb" /><Relationship Type="http://schemas.openxmlformats.org/officeDocument/2006/relationships/slide" Target="/ppt/slides/slide44.xml" Id="R4203dc70404e4cb9" /><Relationship Type="http://schemas.openxmlformats.org/officeDocument/2006/relationships/slide" Target="/ppt/slides/slide45.xml" Id="Rf85596b25b0b49aa" /><Relationship Type="http://schemas.openxmlformats.org/officeDocument/2006/relationships/slide" Target="/ppt/slides/slide46.xml" Id="R1ec178cc52ba4344" /><Relationship Type="http://schemas.openxmlformats.org/officeDocument/2006/relationships/slide" Target="/ppt/slides/slide47.xml" Id="R70957212ddae40d9" /><Relationship Type="http://schemas.openxmlformats.org/officeDocument/2006/relationships/slide" Target="/ppt/slides/slide48.xml" Id="Rec3f3b0a9dce4e4d" /><Relationship Type="http://schemas.openxmlformats.org/officeDocument/2006/relationships/slide" Target="/ppt/slides/slide49.xml" Id="R16f3335d49de4c38" /><Relationship Type="http://schemas.openxmlformats.org/officeDocument/2006/relationships/slide" Target="/ppt/slides/slide50.xml" Id="R6ccbc462455d409d" /><Relationship Type="http://schemas.openxmlformats.org/officeDocument/2006/relationships/slide" Target="/ppt/slides/slide51.xml" Id="Rb1e582c3dbb4456b" /><Relationship Type="http://schemas.openxmlformats.org/officeDocument/2006/relationships/slide" Target="/ppt/slides/slide52.xml" Id="Rf602b3d536a5429d" /><Relationship Type="http://schemas.openxmlformats.org/officeDocument/2006/relationships/slide" Target="/ppt/slides/slide53.xml" Id="R6981e4a56d8c449a" /><Relationship Type="http://schemas.openxmlformats.org/officeDocument/2006/relationships/slide" Target="/ppt/slides/slide54.xml" Id="R38c4dbea9dc442ab" /><Relationship Type="http://schemas.openxmlformats.org/officeDocument/2006/relationships/slide" Target="/ppt/slides/slide55.xml" Id="R3418f3a69b504cab" /><Relationship Type="http://schemas.openxmlformats.org/officeDocument/2006/relationships/slide" Target="/ppt/slides/slide56.xml" Id="R905d5ac514174720" /><Relationship Type="http://schemas.openxmlformats.org/officeDocument/2006/relationships/slide" Target="/ppt/slides/slide57.xml" Id="Re662d9c91a274d73" /><Relationship Type="http://schemas.openxmlformats.org/officeDocument/2006/relationships/slide" Target="/ppt/slides/slide58.xml" Id="R11bee8d07c154e9a" /><Relationship Type="http://schemas.openxmlformats.org/officeDocument/2006/relationships/slide" Target="/ppt/slides/slide59.xml" Id="R8932324bf1ea429c" /><Relationship Type="http://schemas.openxmlformats.org/officeDocument/2006/relationships/slide" Target="/ppt/slides/slide60.xml" Id="Ra3a0d0d6a9ef43e7" /><Relationship Type="http://schemas.openxmlformats.org/officeDocument/2006/relationships/slide" Target="/ppt/slides/slide61.xml" Id="R773510a85c8e4de6" /><Relationship Type="http://schemas.openxmlformats.org/officeDocument/2006/relationships/slide" Target="/ppt/slides/slide62.xml" Id="R60efd98e164b4154" /><Relationship Type="http://schemas.openxmlformats.org/officeDocument/2006/relationships/slide" Target="/ppt/slides/slide63.xml" Id="R1857d5330e9a4a55" /><Relationship Type="http://schemas.openxmlformats.org/officeDocument/2006/relationships/slide" Target="/ppt/slides/slide64.xml" Id="R148ae55e49b5424a" /><Relationship Type="http://schemas.openxmlformats.org/officeDocument/2006/relationships/slide" Target="/ppt/slides/slide65.xml" Id="Rd0dbadb77c854e85" /><Relationship Type="http://schemas.openxmlformats.org/officeDocument/2006/relationships/slide" Target="/ppt/slides/slide66.xml" Id="R3b02203062a0433e" /><Relationship Type="http://schemas.openxmlformats.org/officeDocument/2006/relationships/slide" Target="/ppt/slides/slide67.xml" Id="R10a517f7588446bf" /><Relationship Type="http://schemas.openxmlformats.org/officeDocument/2006/relationships/slide" Target="/ppt/slides/slide68.xml" Id="R8ff895025bdf4fb8" /><Relationship Type="http://schemas.openxmlformats.org/officeDocument/2006/relationships/slide" Target="/ppt/slides/slide69.xml" Id="Rf712e063f833464e" /><Relationship Type="http://schemas.openxmlformats.org/officeDocument/2006/relationships/slide" Target="/ppt/slides/slide70.xml" Id="R068fa4d2f3744938" /><Relationship Type="http://schemas.openxmlformats.org/officeDocument/2006/relationships/slide" Target="/ppt/slides/slide71.xml" Id="R9029556bded04496" /><Relationship Type="http://schemas.openxmlformats.org/officeDocument/2006/relationships/slide" Target="/ppt/slides/slide72.xml" Id="R654e01f7d04f4fd1" /><Relationship Type="http://schemas.openxmlformats.org/officeDocument/2006/relationships/slide" Target="/ppt/slides/slide73.xml" Id="R478df5d3c07b4493" /><Relationship Type="http://schemas.openxmlformats.org/officeDocument/2006/relationships/slide" Target="/ppt/slides/slide74.xml" Id="Rf7a15fbbe5764531" /><Relationship Type="http://schemas.openxmlformats.org/officeDocument/2006/relationships/slide" Target="/ppt/slides/slide75.xml" Id="R76bb9539e0ae4b2d" /><Relationship Type="http://schemas.openxmlformats.org/officeDocument/2006/relationships/slide" Target="/ppt/slides/slide76.xml" Id="Rbb4cfa93144e4b25" /><Relationship Type="http://schemas.openxmlformats.org/officeDocument/2006/relationships/slide" Target="/ppt/slides/slide77.xml" Id="R2639549020714deb" /><Relationship Type="http://schemas.openxmlformats.org/officeDocument/2006/relationships/slide" Target="/ppt/slides/slide78.xml" Id="R7e47b1a2d7ec4601" /><Relationship Type="http://schemas.openxmlformats.org/officeDocument/2006/relationships/slide" Target="/ppt/slides/slide79.xml" Id="Ref864f3276124728" /><Relationship Type="http://schemas.openxmlformats.org/officeDocument/2006/relationships/slide" Target="/ppt/slides/slide80.xml" Id="R630ef50237d8440e" /><Relationship Type="http://schemas.openxmlformats.org/officeDocument/2006/relationships/slide" Target="/ppt/slides/slide81.xml" Id="R882fac22c63749fe" /><Relationship Type="http://schemas.openxmlformats.org/officeDocument/2006/relationships/slide" Target="/ppt/slides/slide82.xml" Id="R17a7d7c400724f32" /><Relationship Type="http://schemas.openxmlformats.org/officeDocument/2006/relationships/slide" Target="/ppt/slides/slide83.xml" Id="R12d7ff19e3744c38" /><Relationship Type="http://schemas.openxmlformats.org/officeDocument/2006/relationships/slide" Target="/ppt/slides/slide84.xml" Id="R44fc192abebf4710" /><Relationship Type="http://schemas.openxmlformats.org/officeDocument/2006/relationships/slide" Target="/ppt/slides/slide85.xml" Id="R4382caa8940340d1" /><Relationship Type="http://schemas.openxmlformats.org/officeDocument/2006/relationships/slide" Target="/ppt/slides/slide86.xml" Id="R5954d39036c84234" /><Relationship Type="http://schemas.openxmlformats.org/officeDocument/2006/relationships/slide" Target="/ppt/slides/slide87.xml" Id="R79f0b1f974d14a04" /><Relationship Type="http://schemas.openxmlformats.org/officeDocument/2006/relationships/slide" Target="/ppt/slides/slide88.xml" Id="R2fb02d3b9a2044c7" /><Relationship Type="http://schemas.openxmlformats.org/officeDocument/2006/relationships/slide" Target="/ppt/slides/slide89.xml" Id="Ra99e51ed59b44f7a" /><Relationship Type="http://schemas.openxmlformats.org/officeDocument/2006/relationships/slide" Target="/ppt/slides/slide90.xml" Id="R8d16f96588f7456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48797f956b4d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67882199284fb0" /><Relationship Type="http://schemas.openxmlformats.org/officeDocument/2006/relationships/notesMaster" Target="/ppt/notesMasters/notesMaster1.xml" Id="Rc90b3119f97d42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fdf388f82f4d43" /><Relationship Type="http://schemas.openxmlformats.org/officeDocument/2006/relationships/notesMaster" Target="/ppt/notesMasters/notesMaster1.xml" Id="R129c3431c0c942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adb2f499b04e76" /><Relationship Type="http://schemas.openxmlformats.org/officeDocument/2006/relationships/notesMaster" Target="/ppt/notesMasters/notesMaster1.xml" Id="Rbda7cc22169242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d46857bc884ef2" /><Relationship Type="http://schemas.openxmlformats.org/officeDocument/2006/relationships/notesMaster" Target="/ppt/notesMasters/notesMaster1.xml" Id="R3e6da46e7a7e4e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e994c0df574da4" /><Relationship Type="http://schemas.openxmlformats.org/officeDocument/2006/relationships/notesMaster" Target="/ppt/notesMasters/notesMaster1.xml" Id="Rca77e633cda0411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b0ca499d6c48f5" /><Relationship Type="http://schemas.openxmlformats.org/officeDocument/2006/relationships/notesMaster" Target="/ppt/notesMasters/notesMaster1.xml" Id="R5b596a7232b34e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73d2d6d6b74dee" /><Relationship Type="http://schemas.openxmlformats.org/officeDocument/2006/relationships/notesMaster" Target="/ppt/notesMasters/notesMaster1.xml" Id="R5e7737af010d46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69aa72cbec4a9a" /><Relationship Type="http://schemas.openxmlformats.org/officeDocument/2006/relationships/notesMaster" Target="/ppt/notesMasters/notesMaster1.xml" Id="R7eff8e0e5ac24d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3cc77f20654c1f" /><Relationship Type="http://schemas.openxmlformats.org/officeDocument/2006/relationships/notesMaster" Target="/ppt/notesMasters/notesMaster1.xml" Id="Rdc33eac9538c4e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88729d018a4206" /><Relationship Type="http://schemas.openxmlformats.org/officeDocument/2006/relationships/notesMaster" Target="/ppt/notesMasters/notesMaster1.xml" Id="Rabb63c0038e84fa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4c18db9bee46c2" /><Relationship Type="http://schemas.openxmlformats.org/officeDocument/2006/relationships/notesMaster" Target="/ppt/notesMasters/notesMaster1.xml" Id="Re88541f045234e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430ac3840ba4395" /><Relationship Type="http://schemas.openxmlformats.org/officeDocument/2006/relationships/notesMaster" Target="/ppt/notesMasters/notesMaster1.xml" Id="Re948281364b046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87e1bf697e41d5" /><Relationship Type="http://schemas.openxmlformats.org/officeDocument/2006/relationships/notesMaster" Target="/ppt/notesMasters/notesMaster1.xml" Id="R48fc7cfb989442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25ef8422084d4c" /><Relationship Type="http://schemas.openxmlformats.org/officeDocument/2006/relationships/notesMaster" Target="/ppt/notesMasters/notesMaster1.xml" Id="Rb77be46aa8324e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7aa118dedda4bfa" /><Relationship Type="http://schemas.openxmlformats.org/officeDocument/2006/relationships/notesMaster" Target="/ppt/notesMasters/notesMaster1.xml" Id="R08af734cf52041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a3e4bb28de4475c" /><Relationship Type="http://schemas.openxmlformats.org/officeDocument/2006/relationships/notesMaster" Target="/ppt/notesMasters/notesMaster1.xml" Id="R553fc4ad03584f5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917f72da3b4243" /><Relationship Type="http://schemas.openxmlformats.org/officeDocument/2006/relationships/notesMaster" Target="/ppt/notesMasters/notesMaster1.xml" Id="Re6575e0e9a6442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f9b0cd5c8534f44" /><Relationship Type="http://schemas.openxmlformats.org/officeDocument/2006/relationships/notesMaster" Target="/ppt/notesMasters/notesMaster1.xml" Id="R90b8ca30db314f6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86686a2069f47b6" /><Relationship Type="http://schemas.openxmlformats.org/officeDocument/2006/relationships/notesMaster" Target="/ppt/notesMasters/notesMaster1.xml" Id="Rccaac8a05b4c423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ccc235a3c0d4399" /><Relationship Type="http://schemas.openxmlformats.org/officeDocument/2006/relationships/notesMaster" Target="/ppt/notesMasters/notesMaster1.xml" Id="R164967eef2d845f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267d3102e164b2e" /><Relationship Type="http://schemas.openxmlformats.org/officeDocument/2006/relationships/notesMaster" Target="/ppt/notesMasters/notesMaster1.xml" Id="R07a92fe9a2ed447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dd8dfab893a4c97" /><Relationship Type="http://schemas.openxmlformats.org/officeDocument/2006/relationships/notesMaster" Target="/ppt/notesMasters/notesMaster1.xml" Id="R0a5162f523ea47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b22ab29103c41eb" /><Relationship Type="http://schemas.openxmlformats.org/officeDocument/2006/relationships/notesMaster" Target="/ppt/notesMasters/notesMaster1.xml" Id="R394830747f3044e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de40463ab27403c" /><Relationship Type="http://schemas.openxmlformats.org/officeDocument/2006/relationships/notesMaster" Target="/ppt/notesMasters/notesMaster1.xml" Id="R67af7415dee94ce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95ede2f79a34c15" /><Relationship Type="http://schemas.openxmlformats.org/officeDocument/2006/relationships/notesMaster" Target="/ppt/notesMasters/notesMaster1.xml" Id="Rb709f8a10e6b4f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f109ecb4ce74de9" /><Relationship Type="http://schemas.openxmlformats.org/officeDocument/2006/relationships/notesMaster" Target="/ppt/notesMasters/notesMaster1.xml" Id="Radd6239c517f449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3236210b64649f9" /><Relationship Type="http://schemas.openxmlformats.org/officeDocument/2006/relationships/notesMaster" Target="/ppt/notesMasters/notesMaster1.xml" Id="R0632e7e89eaf4ab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d1e2cb181834aa3" /><Relationship Type="http://schemas.openxmlformats.org/officeDocument/2006/relationships/notesMaster" Target="/ppt/notesMasters/notesMaster1.xml" Id="R562a27516702404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8dff0ae0cc04b12" /><Relationship Type="http://schemas.openxmlformats.org/officeDocument/2006/relationships/notesMaster" Target="/ppt/notesMasters/notesMaster1.xml" Id="Rb8802cfcb832453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f1f4927729c4793" /><Relationship Type="http://schemas.openxmlformats.org/officeDocument/2006/relationships/notesMaster" Target="/ppt/notesMasters/notesMaster1.xml" Id="Re5acc35754a944c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8a4d1a5cfe04851" /><Relationship Type="http://schemas.openxmlformats.org/officeDocument/2006/relationships/notesMaster" Target="/ppt/notesMasters/notesMaster1.xml" Id="R4bcc810ec81542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712f55cd8f34a03" /><Relationship Type="http://schemas.openxmlformats.org/officeDocument/2006/relationships/notesMaster" Target="/ppt/notesMasters/notesMaster1.xml" Id="R1fb1ec6ebb2748a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98315c9bb0d4249" /><Relationship Type="http://schemas.openxmlformats.org/officeDocument/2006/relationships/notesMaster" Target="/ppt/notesMasters/notesMaster1.xml" Id="R57c95603f0344f3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db22d599ba54065" /><Relationship Type="http://schemas.openxmlformats.org/officeDocument/2006/relationships/notesMaster" Target="/ppt/notesMasters/notesMaster1.xml" Id="R9e27f64e192348b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8d4548ab2274339" /><Relationship Type="http://schemas.openxmlformats.org/officeDocument/2006/relationships/notesMaster" Target="/ppt/notesMasters/notesMaster1.xml" Id="Re41f385ff1d0468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df6455b4fd04a41" /><Relationship Type="http://schemas.openxmlformats.org/officeDocument/2006/relationships/notesMaster" Target="/ppt/notesMasters/notesMaster1.xml" Id="R373c494777e74f2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996ec7a231d4523" /><Relationship Type="http://schemas.openxmlformats.org/officeDocument/2006/relationships/notesMaster" Target="/ppt/notesMasters/notesMaster1.xml" Id="R1db34aceb48c468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7fde9edae9942e6" /><Relationship Type="http://schemas.openxmlformats.org/officeDocument/2006/relationships/notesMaster" Target="/ppt/notesMasters/notesMaster1.xml" Id="Rab8f43929f52416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cb92f9c19e74902" /><Relationship Type="http://schemas.openxmlformats.org/officeDocument/2006/relationships/notesMaster" Target="/ppt/notesMasters/notesMaster1.xml" Id="R2a220528257b48f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53f6a80a3794301" /><Relationship Type="http://schemas.openxmlformats.org/officeDocument/2006/relationships/notesMaster" Target="/ppt/notesMasters/notesMaster1.xml" Id="Rfeb8f7302af84ae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2a1c706fc004d95" /><Relationship Type="http://schemas.openxmlformats.org/officeDocument/2006/relationships/notesMaster" Target="/ppt/notesMasters/notesMaster1.xml" Id="R92d10acb048f4f5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b31614f99aa4cdb" /><Relationship Type="http://schemas.openxmlformats.org/officeDocument/2006/relationships/notesMaster" Target="/ppt/notesMasters/notesMaster1.xml" Id="R84cccbe0873b40b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988df19a0964a5b" /><Relationship Type="http://schemas.openxmlformats.org/officeDocument/2006/relationships/notesMaster" Target="/ppt/notesMasters/notesMaster1.xml" Id="R537cc085d19f4e8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7875f0fe89f4365" /><Relationship Type="http://schemas.openxmlformats.org/officeDocument/2006/relationships/notesMaster" Target="/ppt/notesMasters/notesMaster1.xml" Id="Rb3dbe52c1fa34c5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cc4e10079114fcb" /><Relationship Type="http://schemas.openxmlformats.org/officeDocument/2006/relationships/notesMaster" Target="/ppt/notesMasters/notesMaster1.xml" Id="Rc3f69fc83a4f46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d06d732d2184a37" /><Relationship Type="http://schemas.openxmlformats.org/officeDocument/2006/relationships/notesMaster" Target="/ppt/notesMasters/notesMaster1.xml" Id="R4ae60ef4e7604e5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202338b137e442c" /><Relationship Type="http://schemas.openxmlformats.org/officeDocument/2006/relationships/notesMaster" Target="/ppt/notesMasters/notesMaster1.xml" Id="R1b208d48ea6a42e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5df21dd8e674546" /><Relationship Type="http://schemas.openxmlformats.org/officeDocument/2006/relationships/notesMaster" Target="/ppt/notesMasters/notesMaster1.xml" Id="R53aa7244b3db4d5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3c881e999db4ba1" /><Relationship Type="http://schemas.openxmlformats.org/officeDocument/2006/relationships/notesMaster" Target="/ppt/notesMasters/notesMaster1.xml" Id="R95cee9be42cd450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dedbeb5888c4b84" /><Relationship Type="http://schemas.openxmlformats.org/officeDocument/2006/relationships/notesMaster" Target="/ppt/notesMasters/notesMaster1.xml" Id="R0ea56319cd50447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423b7bdae434a44" /><Relationship Type="http://schemas.openxmlformats.org/officeDocument/2006/relationships/notesMaster" Target="/ppt/notesMasters/notesMaster1.xml" Id="R9f118e7c3c6644e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b5b5d31fb0b46a6" /><Relationship Type="http://schemas.openxmlformats.org/officeDocument/2006/relationships/notesMaster" Target="/ppt/notesMasters/notesMaster1.xml" Id="R5f42ca749ded476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32f873bcf8f4bc0" /><Relationship Type="http://schemas.openxmlformats.org/officeDocument/2006/relationships/notesMaster" Target="/ppt/notesMasters/notesMaster1.xml" Id="Rafbe3dcd0640465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56ed43ee7ea4179" /><Relationship Type="http://schemas.openxmlformats.org/officeDocument/2006/relationships/notesMaster" Target="/ppt/notesMasters/notesMaster1.xml" Id="R3b2cb67ad29e4a5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b1ec5db66cb45cb" /><Relationship Type="http://schemas.openxmlformats.org/officeDocument/2006/relationships/notesMaster" Target="/ppt/notesMasters/notesMaster1.xml" Id="R11506fca63a1487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dc664074820437c" /><Relationship Type="http://schemas.openxmlformats.org/officeDocument/2006/relationships/notesMaster" Target="/ppt/notesMasters/notesMaster1.xml" Id="R5752cc655b22406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78ea1b457844304" /><Relationship Type="http://schemas.openxmlformats.org/officeDocument/2006/relationships/notesMaster" Target="/ppt/notesMasters/notesMaster1.xml" Id="R03f290334cfe45d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ee3a63092534511" /><Relationship Type="http://schemas.openxmlformats.org/officeDocument/2006/relationships/notesMaster" Target="/ppt/notesMasters/notesMaster1.xml" Id="Rdf9810483542430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6dcffd0d7f4497a" /><Relationship Type="http://schemas.openxmlformats.org/officeDocument/2006/relationships/notesMaster" Target="/ppt/notesMasters/notesMaster1.xml" Id="Rbc45d43b549b4bd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54d6debeffa471c" /><Relationship Type="http://schemas.openxmlformats.org/officeDocument/2006/relationships/notesMaster" Target="/ppt/notesMasters/notesMaster1.xml" Id="Rbdba98bb8e4949b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1c93344705d47a5" /><Relationship Type="http://schemas.openxmlformats.org/officeDocument/2006/relationships/notesMaster" Target="/ppt/notesMasters/notesMaster1.xml" Id="R95cb7f9d7cf944d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a88c847d02a4dfd" /><Relationship Type="http://schemas.openxmlformats.org/officeDocument/2006/relationships/notesMaster" Target="/ppt/notesMasters/notesMaster1.xml" Id="Rd9e1a067c0274b9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bd02809b382492c" /><Relationship Type="http://schemas.openxmlformats.org/officeDocument/2006/relationships/notesMaster" Target="/ppt/notesMasters/notesMaster1.xml" Id="R8bb848aaf9d6491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afebbcd7a014df0" /><Relationship Type="http://schemas.openxmlformats.org/officeDocument/2006/relationships/notesMaster" Target="/ppt/notesMasters/notesMaster1.xml" Id="Ra7370a69bbb34af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50354d7a5e045bd" /><Relationship Type="http://schemas.openxmlformats.org/officeDocument/2006/relationships/notesMaster" Target="/ppt/notesMasters/notesMaster1.xml" Id="R62564d225dc6450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0234cd846c94659" /><Relationship Type="http://schemas.openxmlformats.org/officeDocument/2006/relationships/notesMaster" Target="/ppt/notesMasters/notesMaster1.xml" Id="R6856110d898e4fb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56ef61c869f4bbb" /><Relationship Type="http://schemas.openxmlformats.org/officeDocument/2006/relationships/notesMaster" Target="/ppt/notesMasters/notesMaster1.xml" Id="R368d2b2f8964499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971d67dbb55493e" /><Relationship Type="http://schemas.openxmlformats.org/officeDocument/2006/relationships/notesMaster" Target="/ppt/notesMasters/notesMaster1.xml" Id="R0a245e9887974ea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52b1df11e474db1" /><Relationship Type="http://schemas.openxmlformats.org/officeDocument/2006/relationships/notesMaster" Target="/ppt/notesMasters/notesMaster1.xml" Id="R2df62afb03e149c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ce10ff0b0334167" /><Relationship Type="http://schemas.openxmlformats.org/officeDocument/2006/relationships/notesMaster" Target="/ppt/notesMasters/notesMaster1.xml" Id="R8a3f6b9c6fb04da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cca9c82906d4ff6" /><Relationship Type="http://schemas.openxmlformats.org/officeDocument/2006/relationships/notesMaster" Target="/ppt/notesMasters/notesMaster1.xml" Id="R68b70860a28c46d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cf40cfa31cd455d" /><Relationship Type="http://schemas.openxmlformats.org/officeDocument/2006/relationships/notesMaster" Target="/ppt/notesMasters/notesMaster1.xml" Id="R84f8048894364e1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e57d9ff6d254e7c" /><Relationship Type="http://schemas.openxmlformats.org/officeDocument/2006/relationships/notesMaster" Target="/ppt/notesMasters/notesMaster1.xml" Id="R45f4ad6648714148"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47d0aad4e984e95" /><Relationship Type="http://schemas.openxmlformats.org/officeDocument/2006/relationships/notesMaster" Target="/ppt/notesMasters/notesMaster1.xml" Id="R7328f7e6003b48c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db00e52a7024566" /><Relationship Type="http://schemas.openxmlformats.org/officeDocument/2006/relationships/notesMaster" Target="/ppt/notesMasters/notesMaster1.xml" Id="R9620615562c943c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0e741178a394ad4" /><Relationship Type="http://schemas.openxmlformats.org/officeDocument/2006/relationships/notesMaster" Target="/ppt/notesMasters/notesMaster1.xml" Id="R74a41a20a7fe48a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2e98399d6804486" /><Relationship Type="http://schemas.openxmlformats.org/officeDocument/2006/relationships/notesMaster" Target="/ppt/notesMasters/notesMaster1.xml" Id="R202ae5f2b5a6446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a2842ed6578427d" /><Relationship Type="http://schemas.openxmlformats.org/officeDocument/2006/relationships/notesMaster" Target="/ppt/notesMasters/notesMaster1.xml" Id="R12148de9af95418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a02cf202e884bfe" /><Relationship Type="http://schemas.openxmlformats.org/officeDocument/2006/relationships/notesMaster" Target="/ppt/notesMasters/notesMaster1.xml" Id="R705e63177ca44b5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79eb707ca934131" /><Relationship Type="http://schemas.openxmlformats.org/officeDocument/2006/relationships/notesMaster" Target="/ppt/notesMasters/notesMaster1.xml" Id="R52c7a0907418440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2e4e1e13ab24251" /><Relationship Type="http://schemas.openxmlformats.org/officeDocument/2006/relationships/notesMaster" Target="/ppt/notesMasters/notesMaster1.xml" Id="R6d83170885ce449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71ce7872e7d46c1" /><Relationship Type="http://schemas.openxmlformats.org/officeDocument/2006/relationships/notesMaster" Target="/ppt/notesMasters/notesMaster1.xml" Id="R5351bac9b034407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83acbbb9cf64e3b" /><Relationship Type="http://schemas.openxmlformats.org/officeDocument/2006/relationships/notesMaster" Target="/ppt/notesMasters/notesMaster1.xml" Id="Rb98365b4b1c14c67"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d1389546fba4a96" /><Relationship Type="http://schemas.openxmlformats.org/officeDocument/2006/relationships/notesMaster" Target="/ppt/notesMasters/notesMaster1.xml" Id="R7d0aab93839c4041"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d0e6432a8ac4bcb" /><Relationship Type="http://schemas.openxmlformats.org/officeDocument/2006/relationships/notesMaster" Target="/ppt/notesMasters/notesMaster1.xml" Id="R595ae3a92adf401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726a9b8c4654750" /><Relationship Type="http://schemas.openxmlformats.org/officeDocument/2006/relationships/notesMaster" Target="/ppt/notesMasters/notesMaster1.xml" Id="R0e14800341314ed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77b817a38824a76" /><Relationship Type="http://schemas.openxmlformats.org/officeDocument/2006/relationships/notesMaster" Target="/ppt/notesMasters/notesMaster1.xml" Id="R5874d372518d4d8e"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179071903124241" /><Relationship Type="http://schemas.openxmlformats.org/officeDocument/2006/relationships/notesMaster" Target="/ppt/notesMasters/notesMaster1.xml" Id="R5d77cc8b1b15498e"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ffc9171523b4cd0" /><Relationship Type="http://schemas.openxmlformats.org/officeDocument/2006/relationships/notesMaster" Target="/ppt/notesMasters/notesMaster1.xml" Id="Ra5f79575fdd848e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f7c3255e726948bf" /><Relationship Type="http://schemas.openxmlformats.org/officeDocument/2006/relationships/notesMaster" Target="/ppt/notesMasters/notesMaster1.xml" Id="R9ff6330579f34e7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c8f3625939d4b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e6770a6377b43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39b729a22b48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5ba0bdb13154d0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0064e7b0c34d1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b23fa82f85540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F53CEA-695A-4F33-BC93-6554500F85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D4445C-3A2A-46CF-9B51-0B129749BFC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D49B489-C511-4104-92F2-922D0AFC1E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E9CE73-3B20-4886-8F5F-851B93C0AE2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6E422A8-EF0D-44DA-9029-2E199B1D955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9E30EC2-D5D1-492A-86B3-868C2964B4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31DC8DD-226B-4D51-9DF8-B3F946AF24A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54CBA37-E121-4FBA-83C0-2EFA67685D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82DFA-9F82-43DC-80CE-EECF6E8ECC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DD5F3D-09C2-4E6E-998C-F166FEDD2A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aad62668c044dc" /><Relationship Type="http://schemas.openxmlformats.org/officeDocument/2006/relationships/slideLayout" Target="/ppt/slideLayouts/slideLayout1.xml" Id="R4106fb7c7bc24d83" /><Relationship Type="http://schemas.openxmlformats.org/officeDocument/2006/relationships/slideLayout" Target="/ppt/slideLayouts/slideLayout2.xml" Id="R56ef422c73384ee0" /><Relationship Type="http://schemas.openxmlformats.org/officeDocument/2006/relationships/slideLayout" Target="/ppt/slideLayouts/slideLayout3.xml" Id="R96cbb25839cb4e83" /><Relationship Type="http://schemas.openxmlformats.org/officeDocument/2006/relationships/slideLayout" Target="/ppt/slideLayouts/slideLayout4.xml" Id="R797f6cea089f4cc7" /><Relationship Type="http://schemas.openxmlformats.org/officeDocument/2006/relationships/slideLayout" Target="/ppt/slideLayouts/slideLayout5.xml" Id="R614fc7cc45334931" /><Relationship Type="http://schemas.openxmlformats.org/officeDocument/2006/relationships/slideLayout" Target="/ppt/slideLayouts/slideLayout6.xml" Id="R158c68966fa548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106fb7c7bc24d83"/>
    <p:sldLayoutId xmlns:r="http://schemas.openxmlformats.org/officeDocument/2006/relationships" id="2147483650" r:id="R56ef422c73384ee0"/>
    <p:sldLayoutId xmlns:r="http://schemas.openxmlformats.org/officeDocument/2006/relationships" id="2147483651" r:id="R96cbb25839cb4e83"/>
    <p:sldLayoutId xmlns:r="http://schemas.openxmlformats.org/officeDocument/2006/relationships" id="2147483652" r:id="R797f6cea089f4cc7"/>
    <p:sldLayoutId xmlns:r="http://schemas.openxmlformats.org/officeDocument/2006/relationships" id="2147483653" r:id="R614fc7cc45334931"/>
    <p:sldLayoutId xmlns:r="http://schemas.openxmlformats.org/officeDocument/2006/relationships" id="2147483654" r:id="R158c68966fa548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57222c8430845f7" /><Relationship Type="http://schemas.openxmlformats.org/officeDocument/2006/relationships/image" Target="/ppt/media/image.png" Id="R44839404508c46c1" /><Relationship Type="http://schemas.openxmlformats.org/officeDocument/2006/relationships/notesSlide" Target="/ppt/notesSlides/notesSlide1.xml" Id="R672058e7418c47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64d14eb07bc4edc" /><Relationship Type="http://schemas.openxmlformats.org/officeDocument/2006/relationships/notesSlide" Target="/ppt/notesSlides/notesSlide2.xml" Id="R52e12b7bd00d486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11c471ab524252" /><Relationship Type="http://schemas.openxmlformats.org/officeDocument/2006/relationships/notesSlide" Target="/ppt/notesSlides/notesSlide3.xml" Id="R2f46852f91cd4a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9e2a098b9f34819" /><Relationship Type="http://schemas.openxmlformats.org/officeDocument/2006/relationships/image" Target="/ppt/media/image2.png" Id="Rda17815fc710420a" /><Relationship Type="http://schemas.openxmlformats.org/officeDocument/2006/relationships/notesSlide" Target="/ppt/notesSlides/notesSlide4.xml" Id="R7e63901974e8481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225caebbf3141d6" /><Relationship Type="http://schemas.openxmlformats.org/officeDocument/2006/relationships/notesSlide" Target="/ppt/notesSlides/notesSlide5.xml" Id="R40989d6fe99147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1d1a0d046074166" /><Relationship Type="http://schemas.openxmlformats.org/officeDocument/2006/relationships/notesSlide" Target="/ppt/notesSlides/notesSlide6.xml" Id="Rd8cf8e383dc249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488ba1de7a444d" /><Relationship Type="http://schemas.openxmlformats.org/officeDocument/2006/relationships/image" Target="/ppt/media/image3.png" Id="Rae59a97e399745c0" /><Relationship Type="http://schemas.openxmlformats.org/officeDocument/2006/relationships/notesSlide" Target="/ppt/notesSlides/notesSlide7.xml" Id="Rec11d199251f4b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d547783cb44cc3" /><Relationship Type="http://schemas.openxmlformats.org/officeDocument/2006/relationships/notesSlide" Target="/ppt/notesSlides/notesSlide8.xml" Id="R06ee7805a52543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8fcab9e63c4fdf" /><Relationship Type="http://schemas.openxmlformats.org/officeDocument/2006/relationships/image" Target="/ppt/media/image4.png" Id="Rf77091e9433c4b81" /><Relationship Type="http://schemas.openxmlformats.org/officeDocument/2006/relationships/image" Target="/ppt/media/image5.png" Id="Rfb34c3635bbf4bd1" /><Relationship Type="http://schemas.openxmlformats.org/officeDocument/2006/relationships/image" Target="/ppt/media/image6.png" Id="R754ed58b0eb44ea5" /><Relationship Type="http://schemas.openxmlformats.org/officeDocument/2006/relationships/notesSlide" Target="/ppt/notesSlides/notesSlide9.xml" Id="R699c242224d24b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c9c75eaed94d40" /><Relationship Type="http://schemas.openxmlformats.org/officeDocument/2006/relationships/notesSlide" Target="/ppt/notesSlides/notesSlide10.xml" Id="R5246cec776424e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2cd514dacb54b3c" /><Relationship Type="http://schemas.openxmlformats.org/officeDocument/2006/relationships/image" Target="/ppt/media/image7.png" Id="Rc4531d3b914e4d93" /><Relationship Type="http://schemas.openxmlformats.org/officeDocument/2006/relationships/image" Target="/ppt/media/image8.png" Id="Ref479b0e0f514b45" /><Relationship Type="http://schemas.openxmlformats.org/officeDocument/2006/relationships/image" Target="/ppt/media/image9.png" Id="R5d848a40c7fe4dd3" /><Relationship Type="http://schemas.openxmlformats.org/officeDocument/2006/relationships/notesSlide" Target="/ppt/notesSlides/notesSlide11.xml" Id="Rff2372f81686444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0a4da07bed4417a" /><Relationship Type="http://schemas.openxmlformats.org/officeDocument/2006/relationships/image" Target="/ppt/media/image10.png" Id="Rc1ae3e883ad14c4a" /><Relationship Type="http://schemas.openxmlformats.org/officeDocument/2006/relationships/notesSlide" Target="/ppt/notesSlides/notesSlide12.xml" Id="R2351d3fbee9d49d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a982e179e924724" /><Relationship Type="http://schemas.openxmlformats.org/officeDocument/2006/relationships/image" Target="/ppt/media/image11.png" Id="R24d27f6bb7d346a2" /><Relationship Type="http://schemas.openxmlformats.org/officeDocument/2006/relationships/notesSlide" Target="/ppt/notesSlides/notesSlide13.xml" Id="R5917a7e864b94ee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0702fcf61d24403" /><Relationship Type="http://schemas.openxmlformats.org/officeDocument/2006/relationships/notesSlide" Target="/ppt/notesSlides/notesSlide14.xml" Id="Raefc3e42df30443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4ee7d11b03945a0" /><Relationship Type="http://schemas.openxmlformats.org/officeDocument/2006/relationships/notesSlide" Target="/ppt/notesSlides/notesSlide15.xml" Id="R66252b978d724a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50934de81124c15" /><Relationship Type="http://schemas.openxmlformats.org/officeDocument/2006/relationships/notesSlide" Target="/ppt/notesSlides/notesSlide16.xml" Id="Re6427d38ea134d5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18dad37ac9547c1" /><Relationship Type="http://schemas.openxmlformats.org/officeDocument/2006/relationships/notesSlide" Target="/ppt/notesSlides/notesSlide17.xml" Id="R7ea15012a7e3444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5cf2aa9e8cf4ed5" /><Relationship Type="http://schemas.openxmlformats.org/officeDocument/2006/relationships/notesSlide" Target="/ppt/notesSlides/notesSlide18.xml" Id="R4ae643f919df491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12cdf9d1b514faa" /><Relationship Type="http://schemas.openxmlformats.org/officeDocument/2006/relationships/notesSlide" Target="/ppt/notesSlides/notesSlide19.xml" Id="Rd26abff0f32846b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6a4dd381c0b431e" /><Relationship Type="http://schemas.openxmlformats.org/officeDocument/2006/relationships/notesSlide" Target="/ppt/notesSlides/notesSlide20.xml" Id="Rfa9b5e40e7154df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6ad542147284607" /><Relationship Type="http://schemas.openxmlformats.org/officeDocument/2006/relationships/notesSlide" Target="/ppt/notesSlides/notesSlide21.xml" Id="R25ffb65e9858417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68aa7d721454c16" /><Relationship Type="http://schemas.openxmlformats.org/officeDocument/2006/relationships/notesSlide" Target="/ppt/notesSlides/notesSlide22.xml" Id="Rbc7ac8a9b20646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556d3dc36104be1" /><Relationship Type="http://schemas.openxmlformats.org/officeDocument/2006/relationships/notesSlide" Target="/ppt/notesSlides/notesSlide23.xml" Id="R82192f7853c847d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ce4a6300d994241" /><Relationship Type="http://schemas.openxmlformats.org/officeDocument/2006/relationships/notesSlide" Target="/ppt/notesSlides/notesSlide24.xml" Id="R73f542a0c5ac4e4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ce9293e2fb849d0" /><Relationship Type="http://schemas.openxmlformats.org/officeDocument/2006/relationships/notesSlide" Target="/ppt/notesSlides/notesSlide25.xml" Id="Rd3963c034f7b4c7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bbb217e465d4240" /><Relationship Type="http://schemas.openxmlformats.org/officeDocument/2006/relationships/notesSlide" Target="/ppt/notesSlides/notesSlide26.xml" Id="Raa172951cc3745f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9296c5e81ba4f01" /><Relationship Type="http://schemas.openxmlformats.org/officeDocument/2006/relationships/notesSlide" Target="/ppt/notesSlides/notesSlide27.xml" Id="R6f7acd7f6ef941e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62a0f81f5554207" /><Relationship Type="http://schemas.openxmlformats.org/officeDocument/2006/relationships/notesSlide" Target="/ppt/notesSlides/notesSlide28.xml" Id="R60532bb48aab471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e8fbc4b9a0741ca" /><Relationship Type="http://schemas.openxmlformats.org/officeDocument/2006/relationships/notesSlide" Target="/ppt/notesSlides/notesSlide29.xml" Id="R1f4a2d361a1746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1271e4717bd48a2" /><Relationship Type="http://schemas.openxmlformats.org/officeDocument/2006/relationships/notesSlide" Target="/ppt/notesSlides/notesSlide30.xml" Id="Recf88b8501c4408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eff03a640ee44b6" /><Relationship Type="http://schemas.openxmlformats.org/officeDocument/2006/relationships/notesSlide" Target="/ppt/notesSlides/notesSlide31.xml" Id="R8c32c2bc787d46d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f3a7f6309664e7a" /><Relationship Type="http://schemas.openxmlformats.org/officeDocument/2006/relationships/notesSlide" Target="/ppt/notesSlides/notesSlide32.xml" Id="R861e2036d3cd457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a3a835224de43db" /><Relationship Type="http://schemas.openxmlformats.org/officeDocument/2006/relationships/notesSlide" Target="/ppt/notesSlides/notesSlide33.xml" Id="R49f444379ef8481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6b128ce8cb45b4" /><Relationship Type="http://schemas.openxmlformats.org/officeDocument/2006/relationships/notesSlide" Target="/ppt/notesSlides/notesSlide34.xml" Id="R53c969c5a062492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5575808f83640ea" /><Relationship Type="http://schemas.openxmlformats.org/officeDocument/2006/relationships/image" Target="/ppt/media/image12.png" Id="R3743cb66ff5941c8" /><Relationship Type="http://schemas.openxmlformats.org/officeDocument/2006/relationships/image" Target="/ppt/media/image13.png" Id="Rff9bbd3e7d34441a" /><Relationship Type="http://schemas.openxmlformats.org/officeDocument/2006/relationships/notesSlide" Target="/ppt/notesSlides/notesSlide35.xml" Id="R3222c78e3bf3414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bc12037c0684127" /><Relationship Type="http://schemas.openxmlformats.org/officeDocument/2006/relationships/image" Target="/ppt/media/image14.png" Id="R274c2661e125440b" /><Relationship Type="http://schemas.openxmlformats.org/officeDocument/2006/relationships/notesSlide" Target="/ppt/notesSlides/notesSlide36.xml" Id="R91089640f61d43d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b3ebcc227cf41c4" /><Relationship Type="http://schemas.openxmlformats.org/officeDocument/2006/relationships/notesSlide" Target="/ppt/notesSlides/notesSlide37.xml" Id="Rf5cb9c7c8ba440f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2e54d5dc02d4117" /><Relationship Type="http://schemas.openxmlformats.org/officeDocument/2006/relationships/notesSlide" Target="/ppt/notesSlides/notesSlide38.xml" Id="R2d44969cb4b7486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99dd3a7f10d421b" /><Relationship Type="http://schemas.openxmlformats.org/officeDocument/2006/relationships/notesSlide" Target="/ppt/notesSlides/notesSlide39.xml" Id="Reac29e6af5a0458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4ae7b68fb69481d" /><Relationship Type="http://schemas.openxmlformats.org/officeDocument/2006/relationships/notesSlide" Target="/ppt/notesSlides/notesSlide40.xml" Id="R15fd60c7747f4f5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5375153e2cd42ec" /><Relationship Type="http://schemas.openxmlformats.org/officeDocument/2006/relationships/notesSlide" Target="/ppt/notesSlides/notesSlide41.xml" Id="R4e122072394f405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725e75edd794b64" /><Relationship Type="http://schemas.openxmlformats.org/officeDocument/2006/relationships/notesSlide" Target="/ppt/notesSlides/notesSlide42.xml" Id="R73440a89606b401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93e0ac42196487a" /><Relationship Type="http://schemas.openxmlformats.org/officeDocument/2006/relationships/notesSlide" Target="/ppt/notesSlides/notesSlide43.xml" Id="R90b499992ba84ce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264e3babdf94803" /><Relationship Type="http://schemas.openxmlformats.org/officeDocument/2006/relationships/notesSlide" Target="/ppt/notesSlides/notesSlide44.xml" Id="R8b5ee5d766474a8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681a6d4f50e45b4" /><Relationship Type="http://schemas.openxmlformats.org/officeDocument/2006/relationships/notesSlide" Target="/ppt/notesSlides/notesSlide45.xml" Id="Rea557995789648c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f478756dc9f4d32" /><Relationship Type="http://schemas.openxmlformats.org/officeDocument/2006/relationships/notesSlide" Target="/ppt/notesSlides/notesSlide46.xml" Id="R8be8aead7f0843e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a306c911146428e" /><Relationship Type="http://schemas.openxmlformats.org/officeDocument/2006/relationships/image" Target="/ppt/media/image15.png" Id="Rfa689030ec484b98" /><Relationship Type="http://schemas.openxmlformats.org/officeDocument/2006/relationships/image" Target="/ppt/media/image16.png" Id="Rf6264706a73740fd" /><Relationship Type="http://schemas.openxmlformats.org/officeDocument/2006/relationships/image" Target="/ppt/media/image17.png" Id="Rf6202afc71ea461e" /><Relationship Type="http://schemas.openxmlformats.org/officeDocument/2006/relationships/image" Target="/ppt/media/image18.png" Id="R2d3d1424d01a47cb" /><Relationship Type="http://schemas.openxmlformats.org/officeDocument/2006/relationships/notesSlide" Target="/ppt/notesSlides/notesSlide47.xml" Id="R487d9f06c74c431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85194ad99294595" /><Relationship Type="http://schemas.openxmlformats.org/officeDocument/2006/relationships/notesSlide" Target="/ppt/notesSlides/notesSlide48.xml" Id="Ra58df05e2db145d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36713f5603846ca" /><Relationship Type="http://schemas.openxmlformats.org/officeDocument/2006/relationships/notesSlide" Target="/ppt/notesSlides/notesSlide49.xml" Id="R37c1ebd20245400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6a8ebc4a4bb4518" /><Relationship Type="http://schemas.openxmlformats.org/officeDocument/2006/relationships/notesSlide" Target="/ppt/notesSlides/notesSlide50.xml" Id="R2630910f0978405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1e29cfbda2c405d" /><Relationship Type="http://schemas.openxmlformats.org/officeDocument/2006/relationships/notesSlide" Target="/ppt/notesSlides/notesSlide51.xml" Id="Rdb8d8149738c4c1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cd53801b0834017" /><Relationship Type="http://schemas.openxmlformats.org/officeDocument/2006/relationships/notesSlide" Target="/ppt/notesSlides/notesSlide52.xml" Id="R6b97d675fe444fe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3fcab7d565e4d90" /><Relationship Type="http://schemas.openxmlformats.org/officeDocument/2006/relationships/notesSlide" Target="/ppt/notesSlides/notesSlide53.xml" Id="R955ba295232f4e5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99b0345204e40b4" /><Relationship Type="http://schemas.openxmlformats.org/officeDocument/2006/relationships/notesSlide" Target="/ppt/notesSlides/notesSlide54.xml" Id="Rca6c2255dd8f4cc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4b89f2f7eee44a6" /><Relationship Type="http://schemas.openxmlformats.org/officeDocument/2006/relationships/chart" Target="/ppt/slides/charts/chart1.xml" Id="Rb99266629da64f4e" /><Relationship Type="http://schemas.openxmlformats.org/officeDocument/2006/relationships/notesSlide" Target="/ppt/notesSlides/notesSlide55.xml" Id="Ree221b7646b0411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fce4910bf0942e5" /><Relationship Type="http://schemas.openxmlformats.org/officeDocument/2006/relationships/notesSlide" Target="/ppt/notesSlides/notesSlide56.xml" Id="Rd08f2e86365f4e0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6c87b12bb834009" /><Relationship Type="http://schemas.openxmlformats.org/officeDocument/2006/relationships/notesSlide" Target="/ppt/notesSlides/notesSlide57.xml" Id="R2f871e48465041f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6411c9c8f2db4454" /><Relationship Type="http://schemas.openxmlformats.org/officeDocument/2006/relationships/notesSlide" Target="/ppt/notesSlides/notesSlide58.xml" Id="Rbc7abe2cccf84fd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ace96aa314c4451" /><Relationship Type="http://schemas.openxmlformats.org/officeDocument/2006/relationships/notesSlide" Target="/ppt/notesSlides/notesSlide59.xml" Id="Rdeec374d51dc494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d89d52f12bd47f7" /><Relationship Type="http://schemas.openxmlformats.org/officeDocument/2006/relationships/notesSlide" Target="/ppt/notesSlides/notesSlide60.xml" Id="Rc6410f039068443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0a7fa5aeb7648c8" /><Relationship Type="http://schemas.openxmlformats.org/officeDocument/2006/relationships/notesSlide" Target="/ppt/notesSlides/notesSlide61.xml" Id="Rbe4e2b9eeccb4d0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ac912e3c36974207" /><Relationship Type="http://schemas.openxmlformats.org/officeDocument/2006/relationships/notesSlide" Target="/ppt/notesSlides/notesSlide62.xml" Id="R5713d2f1d57a4ed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33886c4bce24d86" /><Relationship Type="http://schemas.openxmlformats.org/officeDocument/2006/relationships/image" Target="/ppt/media/image19.png" Id="R30ba1c79c9b6435b" /><Relationship Type="http://schemas.openxmlformats.org/officeDocument/2006/relationships/notesSlide" Target="/ppt/notesSlides/notesSlide63.xml" Id="R52bcfb672caa479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a3d45d1fa344bb1" /><Relationship Type="http://schemas.openxmlformats.org/officeDocument/2006/relationships/notesSlide" Target="/ppt/notesSlides/notesSlide64.xml" Id="Ra8d2936b694d4c6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8287a8a9fb74916" /><Relationship Type="http://schemas.openxmlformats.org/officeDocument/2006/relationships/notesSlide" Target="/ppt/notesSlides/notesSlide65.xml" Id="Rdfccf7c795bb49e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78b5c46636c148a5" /><Relationship Type="http://schemas.openxmlformats.org/officeDocument/2006/relationships/notesSlide" Target="/ppt/notesSlides/notesSlide66.xml" Id="R403bdc2c45014c7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58dcc9289e2475c" /><Relationship Type="http://schemas.openxmlformats.org/officeDocument/2006/relationships/notesSlide" Target="/ppt/notesSlides/notesSlide67.xml" Id="R8b29e29e88054cb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115b9020faf4ea7" /><Relationship Type="http://schemas.openxmlformats.org/officeDocument/2006/relationships/notesSlide" Target="/ppt/notesSlides/notesSlide68.xml" Id="R01f82357bdff477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be34cc432e644158" /><Relationship Type="http://schemas.openxmlformats.org/officeDocument/2006/relationships/notesSlide" Target="/ppt/notesSlides/notesSlide69.xml" Id="Rf91f11114ce841c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5d80902d93684950" /><Relationship Type="http://schemas.openxmlformats.org/officeDocument/2006/relationships/notesSlide" Target="/ppt/notesSlides/notesSlide70.xml" Id="R5c252ccf6a384154"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85fdee50726744f9" /><Relationship Type="http://schemas.openxmlformats.org/officeDocument/2006/relationships/notesSlide" Target="/ppt/notesSlides/notesSlide71.xml" Id="Rd47879ee6edd4a0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045843014e048a6" /><Relationship Type="http://schemas.openxmlformats.org/officeDocument/2006/relationships/notesSlide" Target="/ppt/notesSlides/notesSlide72.xml" Id="Rcef2394aff42438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1a49e7785c3240df" /><Relationship Type="http://schemas.openxmlformats.org/officeDocument/2006/relationships/notesSlide" Target="/ppt/notesSlides/notesSlide73.xml" Id="R63b1469425f24dd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3eb264e37074d77" /><Relationship Type="http://schemas.openxmlformats.org/officeDocument/2006/relationships/notesSlide" Target="/ppt/notesSlides/notesSlide74.xml" Id="R754453d2813d42bb"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90b2c8294a9b4b9f" /><Relationship Type="http://schemas.openxmlformats.org/officeDocument/2006/relationships/notesSlide" Target="/ppt/notesSlides/notesSlide75.xml" Id="Re43b8252317a413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0ee0982372b84b32" /><Relationship Type="http://schemas.openxmlformats.org/officeDocument/2006/relationships/notesSlide" Target="/ppt/notesSlides/notesSlide76.xml" Id="Re2a7c453f68a488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3aa9d03e6f9349a9" /><Relationship Type="http://schemas.openxmlformats.org/officeDocument/2006/relationships/notesSlide" Target="/ppt/notesSlides/notesSlide77.xml" Id="R65a185e59dc741a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baa9eb670d644368" /><Relationship Type="http://schemas.openxmlformats.org/officeDocument/2006/relationships/notesSlide" Target="/ppt/notesSlides/notesSlide78.xml" Id="Raab47e9f04f04b5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c7d96a6008d462c" /><Relationship Type="http://schemas.openxmlformats.org/officeDocument/2006/relationships/notesSlide" Target="/ppt/notesSlides/notesSlide79.xml" Id="Rdb28ec45e71e46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40839d6c85443eb" /><Relationship Type="http://schemas.openxmlformats.org/officeDocument/2006/relationships/notesSlide" Target="/ppt/notesSlides/notesSlide80.xml" Id="Rab844bc0af77491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281861806c73484b" /><Relationship Type="http://schemas.openxmlformats.org/officeDocument/2006/relationships/notesSlide" Target="/ppt/notesSlides/notesSlide81.xml" Id="Redcf6efaf0514c2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dc42c98038204bef" /><Relationship Type="http://schemas.openxmlformats.org/officeDocument/2006/relationships/image" Target="/ppt/media/image20.png" Id="Ra9c1e71ebbfe4366" /><Relationship Type="http://schemas.openxmlformats.org/officeDocument/2006/relationships/notesSlide" Target="/ppt/notesSlides/notesSlide82.xml" Id="R09a7edf64d3c465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277d5380e7f34f97" /><Relationship Type="http://schemas.openxmlformats.org/officeDocument/2006/relationships/notesSlide" Target="/ppt/notesSlides/notesSlide83.xml" Id="R11bd2328e25c43c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11b410b825014fc8" /><Relationship Type="http://schemas.openxmlformats.org/officeDocument/2006/relationships/image" Target="/ppt/media/image21.png" Id="Rc9ff43003bf74199" /><Relationship Type="http://schemas.openxmlformats.org/officeDocument/2006/relationships/image" Target="/ppt/media/image22.png" Id="Rb661e18b9b9c4e91" /><Relationship Type="http://schemas.openxmlformats.org/officeDocument/2006/relationships/image" Target="/ppt/media/image23.png" Id="R0a16298be46f4f45" /><Relationship Type="http://schemas.openxmlformats.org/officeDocument/2006/relationships/notesSlide" Target="/ppt/notesSlides/notesSlide84.xml" Id="Re7a98f5d3d5b4ed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5036335cd7849de" /><Relationship Type="http://schemas.openxmlformats.org/officeDocument/2006/relationships/notesSlide" Target="/ppt/notesSlides/notesSlide85.xml" Id="Rb5a18d9f1e8c4f3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9e06dec57d71437c" /><Relationship Type="http://schemas.openxmlformats.org/officeDocument/2006/relationships/notesSlide" Target="/ppt/notesSlides/notesSlide86.xml" Id="R8321f24f3a4f422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77a3176d9244464d" /><Relationship Type="http://schemas.openxmlformats.org/officeDocument/2006/relationships/notesSlide" Target="/ppt/notesSlides/notesSlide87.xml" Id="Rbf7080c0d74a4e9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426141655f5f4164" /><Relationship Type="http://schemas.openxmlformats.org/officeDocument/2006/relationships/notesSlide" Target="/ppt/notesSlides/notesSlide88.xml" Id="Rd490fcb9a1e646e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f8c926385e643b4" /><Relationship Type="http://schemas.openxmlformats.org/officeDocument/2006/relationships/notesSlide" Target="/ppt/notesSlides/notesSlide89.xml" Id="R97cd9ff5c06c470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ffa8dec60de944fb" /><Relationship Type="http://schemas.openxmlformats.org/officeDocument/2006/relationships/notesSlide" Target="/ppt/notesSlides/notesSlide90.xml" Id="Rfa8746c206384e7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84B6EA9A-979D-4822-9492-805825E3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6DA9C73C-9A1C-4444-971E-959ACDF094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32C65CE9-E5A3-40BE-BE59-9BE12579DD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B5F7133-260D-4F7E-9CF2-E8E395891E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0AE3D602-D237-4CFF-9934-0A0744CD83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835E4C9-1B79-4FFB-AB6A-29691D6CF0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514FC4A-27F1-47AB-9028-1714C2C5C7A3}"/>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740C0C8-69ED-4FF1-9ED9-2201AEF479C3}"/>
              </a:ext>
            </a:extLst>
          </p:cNvPr>
          <p:cNvPicPr>
            <a:picLocks xmlns:a="http://schemas.openxmlformats.org/drawingml/2006/main" noChangeAspect="1"/>
          </p:cNvPicPr>
          <p:nvPr/>
        </p:nvPicPr>
        <p:blipFill>
          <a:blip xmlns:r="http://schemas.openxmlformats.org/officeDocument/2006/relationships" xmlns:a="http://schemas.openxmlformats.org/drawingml/2006/main" r:embed="R44839404508c46c1"/>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B8F15090-3EE8-4BF9-83ED-613FE4E68477}"/>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3A965249-D896-403B-B331-F5498960E6E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22CAB155-A97F-4707-9395-EE2AD8C6EF1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FF20196-D655-485F-B60C-7796D9A48B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6589798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190EA35D-959F-4361-BFF9-FB4DFAEDCC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3E7A0C56-3973-476D-899E-BF66559803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E3304F7D-7746-45B7-AF65-AF43174973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F6E37AEE-FDAB-43E4-8959-FD09839B1C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A942FC8F-E97B-460F-85FF-2152FB82DD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920A901-C6A4-41B4-A28E-1B33DC7B2E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47DFDAA4-611B-44D8-8E17-354FDA60E43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AD55DA4B-C2C8-4527-9702-8BCD8DBAF37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6DC6033-117C-4EF3-89D3-5C4C0242A849}"/>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78ACFDD5-13B6-4BDA-986A-29C8CEA76E07}"/>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5705F64-88C8-4341-97D5-DB52B461141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4197EED1-DD0F-4D33-A864-354293841B0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EFD777E-075C-4A3A-9865-46F69601C04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E9111BB2-2C5B-4264-BB4B-A4FBF97DCE4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62B8F42-FEAE-4AC7-A191-0DC015683C9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29033591-37B0-4144-8AEA-61C56A137B6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D31C2DBB-5F76-4C92-8FEE-B9B94E2495D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977EA33-4906-43DF-9C59-7EE355E9286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13DC81DF-4F05-47F1-BE8D-D610679B04A9}"/>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5F40320-6C2F-41A2-9B5E-68CB89F9922C}"/>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84C147A-4DD8-4516-BDC9-1E67E0B639D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FE665AE-4E81-4D3C-8D22-94FDAFDF709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646A5577-0B55-4B8B-AE4A-CDE76A58CF4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82B3516F-12FA-46E4-8FF7-55E12B6B331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055030BF-244C-4A28-84AE-EB5885344ED2}"/>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AC598049-43EA-46ED-B4D3-00FEC87E243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DFDBB08-A4FB-4536-9BD8-B594777B7FBC}"/>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35BB089-25C1-4D68-B7E4-829DBCCA4E2F}"/>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62A7689-E34C-450D-B0CB-EE9C5EB8AFB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2986741-C9B8-4FDA-B7FD-49D8899EBCE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2AE3C1E-F10D-42D3-9205-E0D68215E13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2253D5E0-9A35-4F65-BE29-97D236F973B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9D088DF-0215-4740-89F5-AEC8E737EA7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7471936C-C743-4EE2-A129-40AE0EBA6E6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BF208022-7F77-43E9-A3CC-EF03933EC09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692B338-030E-4723-A37E-1E3B30A40911}"/>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918A3C1-6A45-47D3-8374-41C4C72AF8A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36F1E778-E8BE-4035-A063-D0ADC83381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0672491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7132085-C266-4688-A8D9-6ED9030B73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5B247216-B211-443B-A437-B98BCB1297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E02BEAA-C9D3-4DB2-AE01-DF93234AA6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5266E07-23D1-4E19-A443-38C7B94A6B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B56E426-7151-4C5B-A08E-EFF6A47E21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76CF867-3811-4986-896E-8DB2F2CBEB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27EC942-D97F-4E35-AA9F-DAE87776040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173E2D12-6FC7-41F4-B3FE-210A822BEEDB}"/>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1A154A51-F249-497D-86EE-9560DC3422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B7BC51CD-0F2E-4154-88AD-635E67EE263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E118F305-57BB-4680-90A1-099B77765F8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3A209F1A-0821-41F0-82C0-EC0E7B9F9CE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3B8BA3D5-E20D-4C1B-A676-FD2E8F94855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2E99753-0739-46C1-9CAA-40FD1B3602CA}"/>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F62A6138-A714-4E77-AA53-6F486703A7D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2078E449-F82D-47C0-9277-E61A86D1F052}"/>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A3E3DAB-1D48-4D4C-8772-FE481D5C61B7}"/>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96B5D8CF-765A-4F39-9B8A-722ADA101F11}"/>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22799680-7E86-4E79-8C1D-BC5B069847F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CF99291-EE61-4E38-9D02-79AF7798ED3C}"/>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8CFC0EE-BAAA-4A7E-9D88-3E701882EBF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0407DFAF-FC3C-4099-81A2-774247078A4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6B5ABA8B-FBE5-4FA9-8BEE-36BD585D8E89}"/>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A2782A6-D7A6-4E14-B23F-D2EC33A48B9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4CAD7703-5D8C-465A-A44C-A3CA258AC95A}"/>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92565DC7-0E08-4C45-A0D3-85B9C6FAC6D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85DC99F-2971-49E5-8FDB-A930C12B422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B64271F-4FD9-433A-A8C1-0F16BECAB086}"/>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C549F449-4C49-4867-9E32-53FA7989DCD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C96F932-149A-4B18-BBC8-D4F8BE0ADF0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30DFA35-0340-4269-A554-31904CD23CD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6BDCA56D-90E3-415E-97D2-BAD24B8A72F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3D44F409-76B8-4CD5-8DB1-8B4D4B2660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0832185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435E7983-BA5F-4CAD-AC81-564AD30CF6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7F52D90-9B63-4CE0-919E-0942F91281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23662BF-2226-4A3B-B1D0-3FD5702CFF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5E709279-50FE-4EC3-9725-F83F40E1B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B2BF13F5-8F82-42DE-A671-CCFB93AEBB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60AFFAA-B1CE-496F-9003-BAEAE90F3D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DC009AE9-249F-46CC-B341-EBDA5E2EBB6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A64302B-D480-4429-A32B-9B04E485837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1B85E12-A6BE-454E-AF49-B3D48F4597AD}"/>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BBECF6BF-49F0-4B5B-B636-5B2780349884}"/>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048BFEB-8816-432F-8E45-92997C3AADB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BB837ED5-C4AF-413C-B017-C95C7DD7DB34}"/>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872EEB87-C41D-405E-8D53-7FDCFDB5F050}"/>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97D693C-11FE-4087-AD76-6B270AD26BCD}"/>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E0ECF93-3F71-4B17-99A1-8ED66C0F4D9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D3BD089-0A3D-42B7-9349-77DE5F33894C}"/>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D27A7EF-22C2-467E-A6B3-7031A1FE05AD}"/>
              </a:ext>
            </a:extLst>
          </p:cNvPr>
          <p:cNvPicPr>
            <a:picLocks xmlns:a="http://schemas.openxmlformats.org/drawingml/2006/main" noChangeAspect="1"/>
          </p:cNvPicPr>
          <p:nvPr/>
        </p:nvPicPr>
        <p:blipFill>
          <a:blip xmlns:r="http://schemas.openxmlformats.org/officeDocument/2006/relationships" xmlns:a="http://schemas.openxmlformats.org/drawingml/2006/main" r:embed="Rda17815fc710420a"/>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2F63E7F-918A-488E-93D0-1E87A1B3FA3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EEBDA580-0FFC-47D1-BC68-C014D36F3E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985653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F23D05DE-A5B9-474D-B68A-A68679741F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535CFDF-28B2-41BB-A5A5-4233C9F6A6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227E51D8-788E-4C3D-8EFB-B22A74AEB4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13E3CFC-988D-44AC-8D55-47D5552571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54C8B085-E8E3-4F23-A492-9188085A8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9EC0798-939C-4417-B597-72D5FAB39C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44C229C4-2B2F-40FB-9B39-F813A5FAD49B}"/>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52BF5445-DEF6-4C89-9B59-C8F9223789B4}"/>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F56CCB7-7A21-4C17-A697-11BE3A60B03A}"/>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FA96766-25E4-4FAC-8930-A17A68A6D51D}"/>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548D7345-7EC7-41B0-A3FE-B0B0600EA027}"/>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908D9338-7609-4CC7-9F4C-F9410BF1A1E8}"/>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BBD57E84-F1DB-4B90-9F02-26A00E331BE5}"/>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AEEA8AD-98B9-4B8D-9F69-162E28F52D2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24CCED21-517B-4B23-A822-057C2183BA6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74C939C8-6B1C-462D-8E7C-BAAA4156A8E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1459991-697D-42FC-92F2-C0BAC3B260C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F4E9F845-3651-4E6F-B3C3-B063CD19DA7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11A22F6-6583-460F-B9D3-AE1146557AF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C75C7C31-2C65-42D6-A310-0B52D47AC5E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570729FF-3558-46E6-95C6-0A975BCEFFD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D1679C92-A088-42DB-9FED-BF31C32A5E23}"/>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75B68D2-71FA-4D3F-8D74-9F19B7DA0C5D}"/>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4DEA6338-73B1-4B21-AA58-B74A709EFEEE}"/>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5CE9960D-DA9A-499D-9853-ED8704AC7631}"/>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89B4C044-3F37-4882-9718-9BA1FDCBB3B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6DC03E3-C0B8-40E6-B35C-5ACA841AFDB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5DA9FD32-14D1-4615-9758-4F11EF2CE44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EB5432D-8749-4E75-BC10-990A1A1658D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12EFD011-292F-4782-B0DE-3AA7BB57CB9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765A525C-C89A-45EE-9074-1D235AD2081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656798A-C9FF-4BC6-8FFB-22BC9A56B295}"/>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AE1237B6-3279-4EEC-99DD-8A3DD58B7111}"/>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365D359-B41E-4833-AC73-32808CA9475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9C80FE1-94B8-4789-8496-71FFB2EA92E7}"/>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F663920-0260-40DB-90E6-29E188938B6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6DE9F1B7-E77C-4846-93D3-996D6E0B4E16}"/>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BF939B4B-3F88-4DCA-8940-3D78BA2E429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A4C3282-4001-46E6-A833-7025F20126AC}"/>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579174FA-3B06-4DF2-93AD-95F5AB2BE189}"/>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386CA94E-4156-4278-8178-1A9AA3D8E9DC}"/>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02997B3-FFE3-47B9-8CDE-A937BA6BF16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6F73C57B-63FD-4CF2-965E-0CB545B12C80}"/>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3D92A568-DF5B-4F34-A80C-277293C503D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B891E566-B474-4545-8677-E67E950E44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5665048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090FE4F7-D3F1-482B-9D1A-1EA4102F48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3D09698B-BF31-44ED-BC94-D08FDF6EE5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09B9593-C91B-41AD-94EE-EA68BC4C55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A29BD69-14DC-4F25-A5B9-CEBEF3EA6E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B63AB20-357E-4F49-AF03-C339680F8E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6E1C8F47-E418-48B1-B6B9-D743EE03E5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A44E38C-86A2-438D-A109-E71EA3AD25E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DD16320-041D-41C1-B6F7-0196BA888F0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29A1DE2F-C80D-47A1-B52A-7719F3BA64BC}"/>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66CF3DEA-02D3-42EB-9114-DD7381A48709}"/>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334CBB6-A42D-4CD6-8A34-1909E9C87C46}"/>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B4D840A0-CB25-43A3-8BBE-B15DA20905A9}"/>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60EE1FFD-3B41-47A6-8FB4-2995DE45417F}"/>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7DA7CDD8-65DD-4003-95F4-9CB1EBBA606D}"/>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45DD83DD-7692-4B08-955D-1245C03CDA8E}"/>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FD328949-7B25-4249-8758-6E514C9BBF42}"/>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BDBA7D6F-4187-413F-B436-1B681D435B82}"/>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AE8B6F78-6EBC-4EC4-AED9-0DE51303E2E0}"/>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C21611D9-06E8-4670-BCEE-36AC95CCC01A}"/>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C3747D44-D741-4474-A6A0-8ECD1252DD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424815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2C084A3-7754-44B9-8EBA-C742A715E2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22FDA080-EDAD-40AD-AF3A-F5EC32FC92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43BC48D9-33D9-4777-B0A7-5D821A646DF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17CDA997-AF80-415E-84C5-0378AE1CB9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B6EB83C2-77D0-4DC1-9D34-C7889DF63A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A58BD80B-7F84-4CA1-B3B0-70F8BCE113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F541127-7BCD-48BF-AC91-0201A6A75CF7}"/>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6052CC6A-8621-4104-9902-264813E892C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525F0B0B-33B2-4B9F-B4EB-FD242729E283}"/>
              </a:ext>
            </a:extLst>
          </p:cNvPr>
          <p:cNvPicPr>
            <a:picLocks xmlns:a="http://schemas.openxmlformats.org/drawingml/2006/main" noChangeAspect="1"/>
          </p:cNvPicPr>
          <p:nvPr/>
        </p:nvPicPr>
        <p:blipFill>
          <a:blip xmlns:r="http://schemas.openxmlformats.org/officeDocument/2006/relationships" xmlns:a="http://schemas.openxmlformats.org/drawingml/2006/main" r:embed="Rae59a97e399745c0"/>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CC802ABB-7F39-4B97-A3D1-674DE059AF7F}"/>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D95CEF66-BB22-481F-B7B2-B43FB29D82B7}"/>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48F1BD4D-8CAC-4882-86D5-9F4836C18ED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9F4BA69-9900-478E-9409-01383E6A2A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9399844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F0D10E81-5441-476B-8A7A-7F4218BB80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97813322-532C-4077-8209-4A4B5B8C72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E586ACB6-022A-409E-9036-84C1C2DD47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2372985C-6FEF-4DBD-8BA7-F662859564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EEE6D9C-3C87-41A6-89B5-0B5455B268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C2D30CDD-DA49-43C3-A9EA-F7C5FBAFCB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85536FAC-47B3-4E85-93D2-1AFEDFD5FBA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F0A2812-6883-4C97-AB09-5EB7CF5AC9A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3B2DCBB-33DB-4A3E-8084-E68733D8C367}"/>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8C64DF09-F5EA-4C8E-8EAA-09EA6C4F5A3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D49C7803-F839-4DB6-A6B2-720814298FD9}"/>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B8B9998-7C57-4021-AC08-08D20F94B5D2}"/>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C510E1A-7792-43A1-A1B5-6A5A0AEBBF61}"/>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D2ED86B-D0D2-4760-84EC-056C9BD52FE3}"/>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13E02CF2-EBC9-4678-A82C-A85902DDBE3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00DC3449-4EEA-4B6D-B28E-A659098B4C5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79B9F44B-126F-40DE-AEF8-F523EADBE3B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E63BE51-B395-4DCA-8798-FDFC0ECCAD77}"/>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095DB9B-4A94-4661-AE28-8964067FF374}"/>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190A32DD-53C0-46C1-87B9-1594754185B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79FF0BD-BAD8-4F4E-8D1C-5E7A97591394}"/>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549E481-2680-441E-AEB3-9B9074607CCB}"/>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605FF50-94D2-4DE0-B2B2-D802914FA3B5}"/>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6E8A47B0-758D-4162-9BFC-44DAA8CBF99F}"/>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1380A3F-DD25-4306-98C7-D7153FA1146F}"/>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8947B357-910E-42B4-A46D-69D7894EBB3F}"/>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CDAC417C-F82C-4949-B7F0-91643E1FAF84}"/>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68C55FB5-CBEC-4ED2-9E7C-42BFA54892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5736578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F2566A37-5F08-48FC-A1B8-3B3A5D745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5C6D6202-9AA8-4685-BAFA-7844CDC068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64A1C668-C701-4645-A063-800BA310D0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C5790FE-4535-464B-BC0A-1BE8ADE60B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E377C0D-77A1-46CB-8D44-67D9BDB9A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EC0E12D0-ADE7-4351-BF38-5CA1CAADC0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7546B757-8291-4A59-8F57-F7F6D1F082D3}"/>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FF6985F-FAA9-4CE7-AE47-13F5CA842B64}"/>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816D5D9-1B66-42CB-8C7E-A379A2A214EE}"/>
              </a:ext>
            </a:extLst>
          </p:cNvPr>
          <p:cNvPicPr>
            <a:picLocks xmlns:a="http://schemas.openxmlformats.org/drawingml/2006/main" noChangeAspect="1"/>
          </p:cNvPicPr>
          <p:nvPr/>
        </p:nvPicPr>
        <p:blipFill>
          <a:blip xmlns:r="http://schemas.openxmlformats.org/officeDocument/2006/relationships" xmlns:a="http://schemas.openxmlformats.org/drawingml/2006/main" r:embed="Rf77091e9433c4b8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74347C4F-1F54-4869-B5F5-9FD707ABC192}"/>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22E9DC2D-76C7-4975-856B-0BB7A170969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D130636-8517-43C7-86CC-6363DCCA2315}"/>
              </a:ext>
            </a:extLst>
          </p:cNvPr>
          <p:cNvPicPr>
            <a:picLocks xmlns:a="http://schemas.openxmlformats.org/drawingml/2006/main" noChangeAspect="1"/>
          </p:cNvPicPr>
          <p:nvPr/>
        </p:nvPicPr>
        <p:blipFill>
          <a:blip xmlns:r="http://schemas.openxmlformats.org/officeDocument/2006/relationships" xmlns:a="http://schemas.openxmlformats.org/drawingml/2006/main" r:embed="Rfb34c3635bbf4bd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854678-52B4-404A-81AC-B763C07F6A4E}"/>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44622FEB-08C6-4D6B-85CE-3D01AD17E26C}"/>
              </a:ext>
            </a:extLst>
          </p:cNvPr>
          <p:cNvPicPr>
            <a:picLocks xmlns:a="http://schemas.openxmlformats.org/drawingml/2006/main" noChangeAspect="1"/>
          </p:cNvPicPr>
          <p:nvPr/>
        </p:nvPicPr>
        <p:blipFill>
          <a:blip xmlns:r="http://schemas.openxmlformats.org/officeDocument/2006/relationships" xmlns:a="http://schemas.openxmlformats.org/drawingml/2006/main" r:embed="R754ed58b0eb44ea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0748E6AE-9417-4D42-B4A1-8DA8E8306ADC}"/>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C8356FFE-6F88-488C-9A5C-1D4C72F836B1}"/>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F0B096B-76AE-4D5A-ABEF-590F8EC5D44C}"/>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16B554C-0EA2-4C28-99EA-67E31D358585}"/>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66ED24D0-27D6-414D-9D4F-1066FCFA2E24}"/>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7C377F-A1AD-4ED1-BA5A-B176A73C8CF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4D2AA51D-AFD3-4D4D-A624-547EE445E38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27144C0-D408-44B6-93BE-62D3D6FBD1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41672461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BBC194AA-5A1C-43BA-9578-FA37C144A9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0A83FCA-6A4E-4363-8B5E-8F7B096EDD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C629EDCA-D05A-40C5-B6B7-EE3DAD98F1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0C19E43-93E8-4BDE-9F98-ED1B14C233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929B1508-5224-4FA7-88AB-CAE1866569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B01BFFA2-B501-4A1C-8E89-F67F776E75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BA70953-5085-4904-9B65-455186E9CDB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1A0DB37-7A21-4B4D-BB90-9CF1349438B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E7C0695C-57FE-41AA-856A-FEB6A07633B7}"/>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A385FB7D-70D1-4EC7-AD21-C74C8323707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BA2C88E-E335-4E68-986E-33A6A1FB1C0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CE965D3A-29FC-4CBD-8897-3511084655D6}"/>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3550D4F9-6ED7-4B78-8F85-DDB1CCD1E768}"/>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29AE35-83E4-49AC-A682-50FFCFB02464}"/>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BA3D9BCB-5020-4062-90F4-0DCD48802185}"/>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C0EBC296-E4C0-4A67-B720-BF4AE7D75F36}"/>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EDFA191-8AAD-4294-9CD0-77A3A6B6C759}"/>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3426B352-6C22-48DB-B9D7-F8B11B206C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483E339-4414-4D9C-9082-9CC8A6001818}"/>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119F958-5FEA-4679-8620-3D596FEE3F8E}"/>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FB59821-53B0-4DDB-8004-7A52EFC3225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B2902D0-2C05-414B-8AA6-D81A30B8D0A0}"/>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1EF75FB-6D10-4290-86A7-8775B94AC39C}"/>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63655EC-C577-434F-8A09-87AECB90FC6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05E60EA1-D27B-489E-8132-FED77CBCBC1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4295C7A3-DC52-4C89-A591-E960A456615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7CC3CDB6-FF3B-49CD-94C0-724123B3F10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BEDE2F3-E095-44EE-8EB1-17DA9717CC0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DFD14D9-7023-4E4B-A337-342750D51A1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44FD83A-42F0-4134-AB70-24128AF3D9EB}"/>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2C465B3D-8841-417A-AD31-DBFA4338F3F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60B5A2D3-720C-43F1-BC31-71CF22B8BC5A}"/>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3ED0320-8179-4A29-B440-8B896197D7DA}"/>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80A68154-A925-41E6-B92E-3B40A5F90453}"/>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4D13743C-CBA9-45BF-BDBB-25FBF5937FE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1DFE858-7291-4575-AD90-78A1F38E545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21F90BA4-1D3E-4D3C-9492-9F6442E8D6A1}"/>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2FEBE187-2241-46F7-873C-5E03E6410F92}"/>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0533DCA5-FCDE-4C24-918C-EBF8F2428F87}"/>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D007FCD4-A884-4446-8E11-85E9F311DFF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455312F-6C0E-4044-9677-0A6B196D6C0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4B20B13-AFA3-485D-B269-3B7C1823F484}"/>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9BB219E-1C88-4D40-BF81-E9658DF355AF}"/>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013B6C3C-6D38-4643-A780-A4C059BC0B54}"/>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38AE170-B212-45FD-A111-C1585C3939D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7B9693D2-D84A-4AE9-8ABA-51FC919ED74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A687C50-C29A-49ED-93D6-8A7B472C5549}"/>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9E03051-7022-4795-BD01-AD276AD4615B}"/>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738D5CC5-8AF7-41E9-9E40-F7D9DD0A1E2F}"/>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B6B73F93-4B1B-41E7-8A8D-6B1922B15BCF}"/>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89F3E8FF-FF43-4F44-8E3E-1F84B3E146F3}"/>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6521D41-DD60-4EEC-AE70-21BFD86BA950}"/>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B6B133-AFE4-4888-B18B-B796C8FA2BF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E881C192-2CD6-4995-8B49-1893723E6B49}"/>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E696A41D-91E6-488E-BD07-64381EFB8DAF}"/>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2CA92355-4984-41D1-BDB7-D5B04ABDC3A1}"/>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E05C08D4-06FE-4885-92DE-9D88DDC88B7F}"/>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2B20803-836E-437D-81E3-7F69064CEC27}"/>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FC71425-7AF6-4810-AEB8-5F55F20A8DA1}"/>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C03AD1B9-53B0-425D-B264-C6271C631770}"/>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6395F25D-9BC3-4816-A08F-E45A83694D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326272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4D6AE162-7572-4423-BD4B-6C6174A81F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29F316E-1C80-45DF-AA22-57F2311A79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CA67149C-9AB3-43B7-831D-2568F4E1E2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BFF5F99F-5984-4141-8257-04931CF98C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24F3ACE-8164-4600-A13E-C129B85F3C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5C9E826E-0B84-459A-8CD3-3B0EF24E4A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CAD7984-E3E4-4FDB-975E-3276728A95C5}"/>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3B6FFF1-9533-4756-BA69-82A3F4598042}"/>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753918CA-31AF-4642-83CA-EE70187C77F1}"/>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A1CCAFD-F88B-4F54-9168-E4C66D3C2EA3}"/>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7069A93-4CC3-464F-8B06-910957839F1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F1ED192-586C-4A6E-9277-4F64A27B7EC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7EC0AD2-1591-4416-9180-48841A74234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CE64C9E-DE31-4A17-9988-D4C6C15E2F6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371B5D4-34A1-4573-9F19-B531F27A0661}"/>
              </a:ext>
            </a:extLst>
          </p:cNvPr>
          <p:cNvPicPr>
            <a:picLocks xmlns:a="http://schemas.openxmlformats.org/drawingml/2006/main" noChangeAspect="1"/>
          </p:cNvPicPr>
          <p:nvPr/>
        </p:nvPicPr>
        <p:blipFill>
          <a:blip xmlns:r="http://schemas.openxmlformats.org/officeDocument/2006/relationships" xmlns:a="http://schemas.openxmlformats.org/drawingml/2006/main" r:embed="Rc4531d3b914e4d93"/>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0D8F1952-AC2A-43D7-B72A-1972A808338B}"/>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BA86C02-5178-4A60-B02C-F2F9EE268F9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3A9E212C-7C3D-40B3-B51B-62B400B447C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8476C496-0DBE-4795-A7F0-0617405360B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F274C30-7815-44BC-AF2A-968E538261E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ABAB5BD2-B5DB-4A8E-827B-652C82E694EC}"/>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2D33ACCF-21BD-4D4F-A889-AB43020E126B}"/>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A0E9A66-362C-4813-839A-5E4A58D0C375}"/>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0791FFB4-4137-45D7-8BC0-EE446B1DD458}"/>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50D999C-A651-4F73-B1EA-59CFB2EB7329}"/>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B0587FB-A33C-4092-A7E3-FA0A0357AB5A}"/>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7CAE460-D3D6-4E5D-B655-C487C8FCB666}"/>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8EF85B9-4434-4EB5-974A-40DB0CDE679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10B81E96-9D41-4E56-901D-EE2E48846FA1}"/>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47929833-C6E0-4D38-9089-07F2952BAFA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89CE8787-ED0C-49C9-87BF-A39B8AA96C87}"/>
              </a:ext>
            </a:extLst>
          </p:cNvPr>
          <p:cNvPicPr>
            <a:picLocks xmlns:a="http://schemas.openxmlformats.org/drawingml/2006/main" noChangeAspect="1"/>
          </p:cNvPicPr>
          <p:nvPr/>
        </p:nvPicPr>
        <p:blipFill>
          <a:blip xmlns:r="http://schemas.openxmlformats.org/officeDocument/2006/relationships" xmlns:a="http://schemas.openxmlformats.org/drawingml/2006/main" r:embed="Ref479b0e0f514b4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C0F844C-184B-4511-9BB5-230C2DE497ED}"/>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FD915D2-7640-4155-902F-5048CA550506}"/>
              </a:ext>
            </a:extLst>
          </p:cNvPr>
          <p:cNvPicPr>
            <a:picLocks xmlns:a="http://schemas.openxmlformats.org/drawingml/2006/main" noChangeAspect="1"/>
          </p:cNvPicPr>
          <p:nvPr/>
        </p:nvPicPr>
        <p:blipFill>
          <a:blip xmlns:r="http://schemas.openxmlformats.org/officeDocument/2006/relationships" xmlns:a="http://schemas.openxmlformats.org/drawingml/2006/main" r:embed="R5d848a40c7fe4dd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D1F45C1-06F0-40D0-8F95-4FBC98709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725947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74FB60EA-6A29-4922-BFBC-C898FE19EA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D280129A-B7EE-498A-AF00-A2B0951847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B7F97A77-E101-4B71-BA08-F39608CD06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3F813F2C-6984-429A-AFB2-A4C40002C0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75A97304-2CAD-4672-90BD-90F89DD6EE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631B4CA5-71C4-46FF-88D9-768B1E63D8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A7BE573-DA6A-4EF3-8189-F69CA920EDA0}"/>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3EBC8BA-5D5F-4B5A-9C14-BC5BBA3CA3D3}"/>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DDA87CB-2427-419F-838D-88FBB90450AF}"/>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940525D-5C06-4655-9B94-115D7693A91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2B9A2C34-25B9-45AB-A6E7-0462608EC3F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7863875-2E49-41F2-BEFF-C895C5BF6A0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B98688C-CB7B-495A-865A-EFE7C93BBBB7}"/>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709D12E-DF04-405B-BC6F-1D7783BD09B6}"/>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9CE9280-7EA8-4473-9E27-DF62274BD7C2}"/>
              </a:ext>
            </a:extLst>
          </p:cNvPr>
          <p:cNvPicPr>
            <a:picLocks xmlns:a="http://schemas.openxmlformats.org/drawingml/2006/main" noChangeAspect="1"/>
          </p:cNvPicPr>
          <p:nvPr/>
        </p:nvPicPr>
        <p:blipFill>
          <a:blip xmlns:r="http://schemas.openxmlformats.org/officeDocument/2006/relationships" xmlns:a="http://schemas.openxmlformats.org/drawingml/2006/main" r:embed="Rc1ae3e883ad14c4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769FEF-0662-4801-9F39-4F46BEEDB122}"/>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6AC19D99-9948-4425-BEED-DB551BF33F5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88195779-6237-4360-A0E3-7CCA9A23029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1AFB357-37B0-43D3-A08C-59ED9C992581}"/>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4BE3305D-1F84-4DBB-B760-C38A78A25F9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57F52341-30B7-4972-A3A8-D46FE15A328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B4184D2-7B1E-46B9-9269-086D03D0933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5590E0EF-DA40-4347-9567-F1E07565CBEC}"/>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6D85DBFC-BCC6-4FB6-9429-8B07B85CED89}"/>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3F73312-A3EE-4A30-A158-3B8B2181723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04C020D9-C315-4571-B70B-966E9C728990}"/>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F2E5E9E4-3C5E-41C6-BA23-DE7B8727D4F9}"/>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9D646483-0D78-4C3E-92F6-60186FD26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9176460B-AA8A-4563-985B-EB77E231C723}"/>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B26017D5-7DD2-4C90-89CB-72F0C2C9F5A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8B68C2B-5FDF-4FB0-8266-920821FC806F}"/>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0C4B37E4-5723-4BC4-8C6F-2E6FA43083B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BC49978F-C961-4B7D-8CE9-DB60BB97EA6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DDF637A-97CB-42A8-A1F7-654E55D6B73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671E2AC-CA8C-4F58-A1AA-0A68BAC91435}"/>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240B1FAE-B876-4787-8C3F-5817BA0B3B95}"/>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42A0058-14BA-4F14-9CFA-45C31CF777D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B7B8DCFA-410E-45E1-8C33-3F52015F2EA7}"/>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E491DA3F-2136-4474-806A-12C57D6B1BC6}"/>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2D55963-179C-4E61-96CE-DF04EFF705E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0284A30-9EDB-4C08-B245-1515AD1DFD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1957848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B9C34936-A8F7-41F2-89E5-489896E51B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81145124-D3DD-429F-B114-66E5D2F9A4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F11F88D6-BC83-4071-8E54-4E09686102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6E0A8FA3-E3D4-43A0-9E06-C13AE676C9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AADD4F1-8E0F-4BF1-BDD6-6E792326CE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F42B87F0-C305-4222-AB72-9411713501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C98FDF1B-0765-4839-98E6-5B788D54A4AA}"/>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4B4F3ADD-2114-45B1-8BE0-2D18BB123E02}"/>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279AF7D-FD4D-4D98-B706-D59129F1B73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CDF0100-39C4-4665-858F-1AC9FC4755E2}"/>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A38A4A55-8754-436F-A640-04F02720BD1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AD5C562-BC29-41B8-8DF4-F67F0FC009D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D2648E3-A246-49A8-B6BF-9291B34FB355}"/>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A7AC14DE-EF56-4E43-A956-A73823233AE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8BF1721-718E-4D5E-8D2B-284CB05FD5A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67756CCB-784D-4D94-9D51-924DF49147B7}"/>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A8A4063-22B8-460C-8660-B8E599FB916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DFC81693-6B99-4B05-A77B-B2FDDCFA81F5}"/>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2C80CF76-90F1-4223-B3A6-EA0698183A18}"/>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41F427D-15FC-4644-9946-CC7CD9228B1B}"/>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ED98DF28-C6EF-409F-B14A-FE562AEEA3B9}"/>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2EB0123-77B0-4259-9EB6-EB73B63BB663}"/>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70604B3-A204-4C9C-9BE7-C5BA3569C0C1}"/>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579F58B2-6F88-4B2F-8C30-8911757D391D}"/>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8CFC7C4D-1444-4110-931B-80F83BEBE5C8}"/>
              </a:ext>
            </a:extLst>
          </p:cNvPr>
          <p:cNvPicPr>
            <a:picLocks xmlns:a="http://schemas.openxmlformats.org/drawingml/2006/main" noChangeAspect="1"/>
          </p:cNvPicPr>
          <p:nvPr/>
        </p:nvPicPr>
        <p:blipFill>
          <a:blip xmlns:r="http://schemas.openxmlformats.org/officeDocument/2006/relationships" xmlns:a="http://schemas.openxmlformats.org/drawingml/2006/main" r:embed="R24d27f6bb7d346a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6CEA7D80-CB22-41CC-84A2-AC6A53605FE1}"/>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AF460BD-0BDB-49D9-9285-5D3CBF0D6109}"/>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A5F226AA-626B-4469-89B5-F5D6A98A621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493BAC0-9D40-47E3-BD27-3BD48F2843AA}"/>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13F02093-F729-4D57-B7EB-D556DADABFD5}"/>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48ACFFBB-7C7C-4A71-B30A-4C03977AE6D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22E98BE-4824-4C60-B13B-BC7961EA19E9}"/>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310E1D40-D08C-4554-B0D9-87D8154538A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FD76B0E-CACF-412D-9182-A9AA227E89A8}"/>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0D391E0-B1E7-481C-BB73-823190C463C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CD150065-47D3-4DC2-A5F1-0747892973F3}"/>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823EF6C1-036A-4DD6-821A-156590C0D29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CE2D45EC-B6C0-4199-BF9F-0AAB0F03ABD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AD4F5CD-0055-41E2-87E6-E8B1BF87041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DE2064F8-FEAD-4D28-AD32-5031CCEEAE0B}"/>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1A2C0281-B0A2-483D-B1B3-B047714EED9A}"/>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8503693F-7C52-4DD4-A3D2-20AD3500253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A7859F6E-E0C6-4BE5-8B00-7212CC22288F}"/>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823A6CE-A94E-4DCA-B478-AD006E21629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B5D3AA3-FC72-4F04-9BFF-E1B7905AAD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618457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3A24C663-FEE6-45BC-87CC-866DAB013F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7720B56-622B-4EC2-AC17-A725E9289A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A32B9B3B-04F6-481E-A777-3C5BF2CDF6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E7C7BC4-7D3A-45AA-9828-580FF33BB3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C3A7E24-1015-484F-BF8E-3EB598CA0B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0B808EE-2438-4C00-BBA9-488DD5C2B3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FE94A76-F2DD-4294-A842-8824F1F0DDB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D5C9B50F-8D95-484A-88AF-0895C3B0399D}"/>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8A6E874E-2347-451E-9AE3-5A0D2A08AA3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038D735-50E4-4C2E-9AB5-9CF7154A5A43}"/>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179F46F-D544-4410-9276-6E7C511898A9}"/>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75961CB-8B00-4EB9-8DCB-EE417C38DA89}"/>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2E6BDE4-4FD1-48D2-AF46-782B7AA8B00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37D21D3-D6E8-4B9F-87AB-620B1BAF75B2}"/>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BD667D1-690E-4AFF-86FD-1F03C484610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3C58F2B-0D63-4068-B3DC-F9FE6BE91AF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F3739C7-70E0-40F4-AF7D-AC16F4632F3A}"/>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93498AF9-03F5-48CC-A44F-96BB59ACEA9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71B6946-EEFC-4CDB-A8B6-14DAF6C73D9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1D745A9-36B0-4FDC-B2FE-1D793D78D97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580D4FB1-6076-4921-81F9-B6F4FDEA4450}"/>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61EF795-E3F3-42F6-A88D-FC1ECF75D2D8}"/>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F54E6FFD-EAD7-41CD-A5DA-4D2E4D5F0C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02844174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BDA7635-75D9-40DF-BBB8-84B61D484F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C3625BA5-4194-49A4-8A6A-B224C9706B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B1433542-9DF0-46A6-885F-1DCA803726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6AD0FEC0-AAC3-4E9E-86FD-6D89B62230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55777980-CDF9-4846-A639-72E7F0E629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0071DE8-55E3-4C3C-B3F7-2DCD4E0004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7A78517E-87D7-4A05-B63E-9C4CDFE1ABD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38A7BB9B-4390-4582-A72A-C49E021A8CC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F0A40A8-9CC8-47A0-BA35-ED50D89FD1A6}"/>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EDFFE9C-C6B8-4A9F-89AE-CA84894E80E9}"/>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84933D08-11EA-43B5-9FB3-9089E1B5615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A7867BEF-DDB2-45F0-91E1-6B80859A7F7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9C87C79-7754-49DF-A790-CB62DD6ED5D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5AF58F85-49B4-4F06-ABF8-38251C9FA67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50F64F5-0B3D-488B-94A5-B0AF9C357F7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08344D4-AC1A-4F5F-A411-5519E25E7FE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06FCCA5-B53D-436B-923A-ECE73175511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A1E9E171-2F59-414B-BAC2-F6128C6E2D1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CB7333D8-149B-4F90-A3DE-BEE6F0F8EEF1}"/>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07AAC97E-0757-412E-864A-67542A912351}"/>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B9B2FFEE-84C1-4E4A-9F47-0A03512A9538}"/>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B5DA233-DE57-4154-B937-B51B5ACA8E4E}"/>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8930B3CD-1927-47BA-8A8B-6B98F89516B5}"/>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E1D12888-3F34-4750-BC7E-B83BF50BB607}"/>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1C6D34BB-8CC6-4F1E-AED3-65E52CFA90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315600"/>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D4E09A88-1334-4D07-B0F3-2800A5232F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00459116-D359-4CEE-907C-D6FD718B93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16C50FA-070A-4686-8325-018D62E56F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FB50828-3E64-428C-B9D3-0A62EDC3DE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CD2B596-BA46-41B2-B535-4260B4F15A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1A9462DD-EC2A-40C2-A2DB-78E6515FB6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F8F8D40-7523-4981-B883-665138A8468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4001E40-0F2B-4FE2-A951-B73509B4760F}"/>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BFFE11B3-6750-43FD-A41F-C5C11F43D083}"/>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DBBD7EBE-E5BB-4FF9-992E-3D40E8F83FAF}"/>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00B7837-40F6-4FBD-9062-66F416C246DC}"/>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F44B7494-5033-417D-BD74-2636C94AA520}"/>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FFC9819-7C4B-42A1-8E02-56EB00635967}"/>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A01209F7-07FA-4176-B087-8E325ECB0DD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2AA59B8-B47C-4893-B200-C9687C4AD57B}"/>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DF1A651-E555-4F9E-98D7-3F4CA9177D46}"/>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79E846D-00CA-4698-9624-FAF2CF01BFDD}"/>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76CE149D-E3A2-40B3-A130-2CD2E7C50CFB}"/>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919AEB5-7873-4568-8107-9AD7ABDC2FD3}"/>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D67A7606-5E82-42CE-BE8D-4D0336C4296C}"/>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99E0EDFB-E728-4E03-BC23-91AC34D9E65B}"/>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19C15B9-56F2-4F18-A693-D2B0B76F3AC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E46AA939-7635-4E48-9BB5-021FA932CA4D}"/>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5C2C2BD2-4AE8-4460-8A7E-3F045FAD294F}"/>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4CACCBBC-367B-49FD-B4A5-AE6BE564F300}"/>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8E652B6B-A94A-48EE-8ACA-10B7A05EEF83}"/>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22B18A30-6196-41B3-974F-9E00C0D3C35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483EB9B-FBA7-4CCE-A214-8219FCF1CD3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3ED5F11A-68A0-4D81-84F2-FA07D02FB0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8527816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FDB7F11B-0B82-45A0-B402-6B93E49C8B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47D1FE64-2E92-40CC-BD7D-D59AFECC47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504EE1FF-DD16-4C1E-9ACF-2036DA07AC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B923478-858D-4F5B-95C1-53109D82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721CAEBE-72B1-4D71-8F17-F7144E9FBC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8CA88FB8-581D-4C8E-9A39-F6927B9F2B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638A994-5DFF-4FA0-BA27-0722505218A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A522B3F7-3405-4269-A0B1-B0C19C9CE19F}"/>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E7D5F0A9-CF66-4E9B-96BD-70D16A763A0C}"/>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FB78006B-511E-4D6F-91C6-E32F88F1C953}"/>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89430327-3B28-4497-A3A2-6EE65E66BC4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17734E9D-C450-4330-B7FD-CB3417B77C0A}"/>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57B0014B-A985-4929-9E8B-3A27396E07BE}"/>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E81E5E76-7834-4180-9BE1-564239860B1F}"/>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00D129E-CCA4-47A2-A070-552B4935393F}"/>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8CBA645-E735-416C-8511-FE1107F11E5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78FB535-9937-42A9-B36F-B0213C3B587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D5F7906-E9C7-4F57-ADF1-602368667AB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57A94181-9A3B-4A3B-8402-B61278B7B236}"/>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4801D99-D6B1-4419-AD59-CC1821EC0A9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E8A86139-7CAC-4C7E-BB5E-AAD7882C8369}"/>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F90D315-0E8E-4BE7-A042-726C4E88057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5A41395-7A4C-4254-83FA-0BA8B6CFC39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698CE6-FA72-4797-A314-6884010F138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A239D13D-A850-4582-9383-F86055D3C9F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946BD70E-992E-4B56-ABEE-CB85080339E5}"/>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9D8E556-F205-4A14-99B3-E4484CEFFCDE}"/>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1311C96-84A6-4DB3-934C-485CE21942AC}"/>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9DF84D8E-0FDB-4A4F-886C-D51EC0D2AAC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B44DD02C-D533-4520-9B92-E3F64F3C530E}"/>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9684185D-C4A7-4001-AD22-316F3C9C4ED2}"/>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E41410FE-9627-4E6D-9F0D-62690AA4E146}"/>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FA4ED6FF-A206-4524-BBE2-1ED4E849583D}"/>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C478CCE7-4EBB-4E34-838F-0A97B5C416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7941798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3CF2901-5C55-4D10-9FE7-93232BEF42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F1C9F593-E63F-4FE9-970A-9B644CBFC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7AE9D6D2-B8AC-48A6-9806-711667330E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B2DD939F-1EBD-4D62-AA90-C787A4B21F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66CD0ED-68A2-482E-991F-C386DA975D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40A77E93-80A2-46DF-BA6E-79A262E304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E7FCC62C-F8DB-4BEE-BADB-90C4ABDC0AAD}"/>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826D713-9AEA-45E1-A082-BC098F6E6B9B}"/>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B3F25F30-E2F2-4551-AA9D-7372813A2402}"/>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28FEB64-68D3-47A0-99DB-D47B79E54E9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4A580BA-09FC-44EC-8643-2B016B5C32F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D9392AB1-3F25-4508-A0BB-FCBE7F2A14B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5553BED-0FDB-460A-9B67-E82E197A9F74}"/>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3F6CF084-221C-4B1D-ABC7-AB2DA7BEF071}"/>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BBE615A0-A4D4-4DBD-A850-56C0009AC8BD}"/>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3A14BD0-B502-4990-9C7A-1F794EF525A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B35AFFDB-99AD-4813-8C68-8F5C2E284B4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47805DAB-EFA7-4366-9162-2C0B858C4097}"/>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FDFA53FD-E9A2-460E-9DEB-2A694C894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0332485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FC266898-2827-44F4-9099-727755EBD4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A89C103A-E8F1-4A13-ADF6-BA21200A94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B1FA13C7-79B8-412B-98F9-F7C23D8C26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3DB61E4-95F0-4227-8F9F-1DB207515D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99C7B61F-B7D2-4FD3-86A1-17197ED184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1FCCBDF0-F04F-491E-B031-711ACAB83B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416F15A4-6590-4876-9F91-FC6EE5EB1AE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ADC86E9F-31D1-4B43-8116-36AA6B72DC8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34D1FBB-912A-4902-B0BD-C13D911B4AA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4CB3908-A5A6-4741-8A04-AE817ED4C41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67EB94BC-DE5C-4510-9D25-F2D533873CD8}"/>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C44BD097-5316-41FD-A14C-590A390AE63F}"/>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AC7225FC-8293-41AE-8014-A8F6A3B1589F}"/>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C5E56BCF-E71E-4CEE-8363-F1D4EF9E828D}"/>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84A56C39-1925-494A-B6DD-F33770D85D53}"/>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34AA461E-FD99-42E2-B383-3003BE28D969}"/>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31BBAE60-D516-4AA2-9068-D9B8DBB1F76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7BE8B13-18A0-4581-96A7-AA50FB0924F4}"/>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8A7542E-7E1D-4D4A-9D64-F752ACEB9C9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2586EB2-FF65-4633-8DD8-A2E0CBFB8D98}"/>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CC1BBEF3-95AB-4460-94EA-76B2EFDF578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60C83A6A-5156-4010-AE2D-1730A2C4AFF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E4F79D2C-E455-405E-AA46-462557004A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55332069"/>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A9505EB1-7E2B-4CC3-838F-10ACC3EDFB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E55E8661-AD51-4A8B-A91A-D4CFB8AC50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97B5E3F4-0ACB-4E0D-BAE3-032FCB0F2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5B390CB-6364-4B70-A8B0-ACD180EBCF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C4F570B8-9712-4DAB-861B-AAE30A2FAF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A80FA92-334F-4D17-9E3E-EA3B5B663E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B414AE4-2D5C-4294-9110-FDD51339C97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0A52572-3ECE-4F65-A381-AB9FFADE7692}"/>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B1A02F5C-D1AA-42E4-9335-99BE5FBF0AF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FFFD6CB-F413-4FEF-AF6D-B363AABD1C3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668A864-B2B3-4D33-AC65-995BBCB69189}"/>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A9F020F-E5CF-41FD-B419-71D6EF09F7D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835154C5-577D-42F2-AAA7-2973A550047C}"/>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5B6AF45-3AC5-4D2F-BE97-ECB186AA893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FED36EB6-F89E-44D7-B10E-7637C4C046B3}"/>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D79B127C-77A0-42BD-98B2-F86715859CAF}"/>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C9E9D280-70D2-42E4-89D6-D891E83A5E4B}"/>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C1686D75-4732-4F18-8A3D-5C3BBD337BB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804CB08-06E7-4D4A-A35D-CF2BF4B6D3F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DF495D6E-0829-4C92-B8CC-5211262F5F5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606B662-7478-4ED0-9316-6D577F4627CA}"/>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E6AF4992-133B-4B2A-8548-DAF77BCE6B4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4AC2CC48-280C-43A9-9FF0-4EB87CB989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12775256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527B28CE-9972-4D3D-A0BD-2620F45C7B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96D3B699-13E9-4357-9FDE-F7A64F3942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97D164D7-FBAB-4851-B61F-2744C5AC24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DB14BA2-E700-40E9-AB03-F60156DD53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F0D991DA-8D5D-4371-AD18-6F649DBD8E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ECAE1667-863F-406A-9A5E-1BC7C0E0E2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F56465DC-A4F2-4AF3-A79B-CFCA9ABA5980}"/>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E69C6A16-B1BE-4377-B614-54D7C86BA37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87A99D1-C8DC-4980-A717-4B17BDB804BF}"/>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792D947-C428-41FD-A63C-6C972C69A760}"/>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F9A8CE02-81E5-4305-B23A-8F573FF015E2}"/>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97584F6E-E476-4062-AE16-0032F2F2880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5FAAB5CE-D03A-41A1-87F3-A444A9CB0E81}"/>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F0423061-0AAE-4A6E-B13A-4BE9C560597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A5B1FDCC-7DBF-4720-A77C-F878D077D49D}"/>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E551AEEA-8BD2-436E-A3C2-A9A379A7A749}"/>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8803417F-4B29-421C-AFA3-A74A29E3FC55}"/>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649E6A36-F4DE-4684-8EE9-CECED912D09D}"/>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DB796DC-6BEB-4ED0-A057-15E753AB5D0C}"/>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D225FD16-4364-47E1-A9F8-40554F90C7AD}"/>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665CDB5C-70EF-4957-AA3C-73D9664CD32A}"/>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478CEDC5-29A2-4E8B-9C92-9DB2D368A32F}"/>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4F7DB589-3C8D-4FDB-800A-BBA6FCB20B2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8736173-A904-4FDB-B370-D03B1896F29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914EE49-7BCD-4BF3-A61A-B693D650D0DF}"/>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177934FF-C754-4E08-845A-39B1C5874B75}"/>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9F858AA-47EC-4C0D-8901-156986BBB83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2585920D-0D2D-4BB9-8760-5655FF55865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F6ED359-9A9D-414D-89D0-A9B8D7F66ED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E728440-8E76-4095-998C-9961DB2A771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4FAAE514-38F9-4979-9E10-9197ED6F703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3D217700-F8AD-4354-8F22-470ED8C675FD}"/>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BE2E453A-673B-4025-B427-5B4BEF87847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A4A3B945-5110-438A-92C3-9AF8C503FDB8}"/>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818FDC6-52FE-4650-95DB-CA39B6B465EB}"/>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051907C5-967C-40FD-9638-2F9E5DC7F34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16E121AA-C096-4155-8402-B7ED36A5457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6A7C7B2-EB79-4A1F-804B-8F6BC899B26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EEE48B5D-460D-48B2-9A43-912B763226C3}"/>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1779EB7-2438-4602-8EAC-80923EB936F2}"/>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1C84082-B093-4DE9-AF0D-6E21AA3B6AC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BD56316-C477-413A-8505-A9C6082280D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B307EF1A-EFD7-40AF-B5CD-C2C62DA4CA32}"/>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D8B2005-7AC0-44C6-A641-2A0259C92ED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EBC3046-7AA1-4AEB-BC44-9508C59B8A93}"/>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351C1ADB-1F71-4244-BA12-79CBBE9FE2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273601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0D7A72BD-582F-4D67-A82A-2FE41B2932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70934107-B400-4E48-8E54-D16CE7A5B3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110721B-AE00-46B0-AF3C-D3547FAC46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396B8041-E0C7-4C8D-A15E-CF1E28F881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B90D5E36-66EC-470E-8215-D3674C9280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BCF441D2-39C2-4A46-B482-0EF6B5C767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BA519952-C4CA-4654-9F5B-DF4CC6E1D06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C5DB811-4B7B-4237-9053-78978FD0EF7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FCC53457-319E-4A7F-85AC-FB60F52E9CF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734B73FD-3640-456E-82E4-4D1F21CE729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3C619D3-751F-4102-9B7A-BE11185FB99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F5D178D-4C25-45C4-9E17-CA0FBB56629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A9AA54F7-EBF9-4366-9226-7ED1A43D197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49864F6B-266F-4C8F-BABF-48073ACB7D1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DB001079-D0CE-4B12-8750-6A98C8E9D2A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AE397DE0-FCE8-47DC-842D-10A8DBFC3CE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178AEF7E-C923-4EA2-9D2A-A556DDECA00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C57147E-8174-4AC1-A81A-F66E091C586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8E1747D-4A94-44B0-AA46-6D79AC1290B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FD18D7C9-C424-402D-9FA7-560C687FE42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76632A23-D7C8-4DC3-A2B8-9D94AE1CA1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5503327"/>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D4F66C90-368C-4050-A7DC-C6CA35DBA5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86114C95-7EC4-4AE8-BC45-6B47B943F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A438AC48-C68F-4731-9A85-F9191F407C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459F170-37C5-48CB-BB1E-3F4E9E4189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45C827F-9D6C-4FDA-9CBA-2D476F58FE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1C7B3979-0794-4DE5-82A1-CA1B043059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D879236B-1370-4159-A6B3-4AAD5E1DBCD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D6A86ED-771E-49D0-BC6E-0EE07E745A7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4656D2DA-CD54-4FB4-ADCD-EFC1A32381F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CC03D667-AE52-4E7E-94AA-10C5897FFCC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75D1801-56EC-42C3-9993-43FD92BFBDA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7C55C3-8F43-4C89-825D-0C8155360FA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BB6551D5-5F1C-4C84-8D1B-F4B449497FE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ACD1724E-ED32-4C52-925E-6628886513A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3EE047A8-D73A-4B86-B46E-CFAEEF8E221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1EFBDAEF-969B-4829-9846-B5CD2BCB5F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E676216-61CA-411C-AC51-5E531B5E513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8441961-D816-4302-B995-37B986993B5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3F0C2AD3-50B7-48E7-BAE5-FE083B2A771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048962A5-5473-4028-8DFC-0E41DB79019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0FABEB51-D1A8-4006-BD95-BFAA52B0E0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1266305"/>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EAA801F7-7822-40A3-B674-EF3CFEAF20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F299CA79-09F5-4DC6-8B57-7E26CA6708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1DCBE0CB-0692-4249-B886-38652AAC8D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39BDC42D-6C6A-4385-83C2-9F0B524CEA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C83D328D-F5C8-4C7A-9824-92C1FB5B1D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1A281076-DFD2-4060-A785-B4499A0DEB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3DC649D2-D9F1-4E62-B068-7C9190A1A74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203B17F-1B41-400E-9088-C2546661C3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7E9A3FC-ABC3-4E5B-958A-271E97A1526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C40C7991-3F08-4B30-8AA3-80713682239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CF493CF-37B2-4D61-928F-DB0BAFE2E95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456C0CF-B293-4895-A3BD-AF9C29A015D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CBE2516-6D56-4253-9974-44B73AA33F8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78442A45-595E-483E-8E29-C18929399D4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AC01364D-A143-4FFF-8A3D-9AC8E806D49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A24D5230-CF11-4064-9B1E-DE259F41C1B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D7CD663-EA44-45CE-93E0-C90A5580611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768FD604-F1E6-4D3C-A6E1-2897A026ECE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7FE36F93-5EBC-416E-9390-A8448B470F9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34A16EBD-FA0F-48D8-B1F4-1EE4050A41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BA275131-2D2B-42B2-85EA-6D05D69079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0856912"/>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491ACE43-5D82-41C7-8E28-76C5FB2BE1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AB043475-84D0-4A30-9539-CE256E7986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939FD173-7AC9-4E75-9E9A-388C319B5A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CCE6D10-9C78-4B89-93B9-BAD5B2C4AD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42E80B85-90CE-4C7A-A042-E862C53A2C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57307EA-0DCD-4045-B3C9-1B62040EBD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A9A1CFEB-FE23-46B3-9AC2-B0E612E353F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893B4FD-69B9-4632-8A81-2DFF2F40C84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77B673AF-9DC4-4C0D-BE3C-6E774E65B5C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F0BED3D4-0216-403D-8DFE-06CC1A92CE0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CA364F3-8170-42B7-9AD9-C6D858910E3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D7B4B2D-CB6C-41BC-AA15-01A55BB1FCE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BA15BE34-295C-45B4-BD28-5DB3D692FED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4F25BE88-17C4-4F60-91E8-9A724EA2902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70F362D-00A8-4544-9ADA-597C2FC57F9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9C08E1EF-51AF-4A03-99C3-06F75F6DCBF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4F2D4599-87BD-43D9-BA88-F7191D8729A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6A94236-1706-4E38-B240-BD7F538F100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02833CA4-8F4B-484D-9EB0-0545AAF8771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14DE9232-26C9-4F3E-9782-C4A42E4C911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C2DA6549-9A3F-4907-845B-A70EDC613E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687935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E61E729A-B719-4947-9964-BD151B2D93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6D6F60F8-1EFA-47D2-9641-5C9EB5B850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92F0573-6528-4567-89F1-2B0BFA4EEE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15C1C119-83A5-4BC6-86D2-78764D0DDD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561BE4EA-C25E-4DD3-86ED-B44FC442C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26E4FEA-332F-44C6-830C-FEA6C38101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87E423D-3698-4706-A199-40B7FA0AAD6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F251175-BEE8-45F8-A4DD-F21963C33C7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C470DD83-5BAC-4675-9248-82B91568CF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63431D62-1C30-43AF-BFCF-A18B98F8E45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DC16B0F-4EA4-49E6-AD97-FB1480E4784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8BCFCDB-1DE1-471A-B7A5-AB7F1640EBD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8C4A2F3B-A844-4AF7-9934-652F7245E61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5A3107C-EB7D-4E3E-A7BC-766DE8DA137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70D2B70F-4E06-4ED2-8910-98DC90040FE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06118BB-941F-497B-9CC7-5E823C0BBAB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FB618DA-0669-43A6-BD80-2FEB4C47418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E16DD679-F306-4F38-A75D-4CB744B1394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177B9201-7D34-4738-B130-BE162B40483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2C744909-E27E-4711-AF5C-844F1AACEB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EC9BF948-DA38-4493-9EE0-08FFA3BF90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2926567"/>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544D6A0-37CF-4C1B-AF08-3B554CA15F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1A8AA153-15FF-4DE7-A779-F8A6B80DF0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C39464A-3EB8-4384-9F36-CF761830C0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22729BCD-B548-4C27-B253-DBBE619647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BAAD1C7F-34C3-4AE6-9DB3-ECA5446FE8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A42CFE8-F9B3-4387-A87D-B17176E788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59CE33FD-C36C-4E2D-8EF1-EB4A1D836CF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38BE80F-AC33-46A5-AC58-16326198F22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D60F15B8-6950-463D-AC27-D8190A236A7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6F6635D-2C70-4CAE-8698-298A29FB949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910B707-90E5-4A58-AAB0-0647AC2EB7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82D5A85-8346-48EF-8589-1FCF78E1086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1B9BE4A-E995-4010-91E2-98425B3AA03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F7981B65-3CE2-4A29-97CA-CF1F2698FA0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FE12662C-0607-4763-95E9-1DDD89BB120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3B7A2512-9425-42FB-9449-80824AD0003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59E7B75D-92C4-4C1F-8055-1D77EF23A8D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4BBAB4DC-C662-464B-BED3-D9E4F41F265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767C2ED9-F636-4DF0-AF8A-FF21BBD0B22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20075F04-EA18-4911-B844-8CC649B64F1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1937E6FA-517D-4E1B-B7ED-2A7CC924B9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681530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A1A505D3-4BE9-46A0-9D9F-C6C725679F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FBE519BC-4357-4B26-828F-AB3CD1C0C0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4CD3AFC3-4B51-407D-ADCC-1612F021D5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1F7ACC18-8BDC-4336-95A3-22723A93F8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36BD3634-9B00-4335-9B35-30098A366A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4516FB9-33AD-4688-85FB-7907689303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498C062C-D0B0-4D6B-B801-F75C7B5AD2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F9517BC-F0E2-4343-9A0E-1E4C1C5899F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917CEAB7-E074-473B-8FC0-66F9573FA1C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B72ADA0E-7E6D-4A83-A107-862FBA55726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702E4EC-A7F1-4B97-8642-AD17B3D957A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453D09F-CAAB-407C-9730-D491BE5D765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94CF216C-6A2D-4E13-BA3F-915526400CD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9DB4A608-5864-4B48-8086-781CFFD0E85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5209A614-7C12-42B2-9D72-0E42B344C23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85C74A4-AD21-43EE-AA26-C3D3BC8DC04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771598A-717F-4130-852E-9B7CCFC1E2B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DCE82FE1-C0CA-4D28-BBBF-ABC03A0ACDF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F29A255-6774-4925-B2BC-C861A4C1837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E9929EE-880F-497B-AF71-63792DFEBD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9756F58F-55F7-4908-94ED-23AFE13251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95305105"/>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BFEB6DDC-9F4B-4125-A7EB-BF7C8A26E4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5B56B537-7153-4C3B-8B8D-3D6A70EDD4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C6695D68-90AA-4361-93C2-0EFC99E936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016BA426-8753-4BF9-95CD-5692CA318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8ED815E-FE0C-47BE-9DBF-F9A601711B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D6C0E76A-52D4-4272-836D-1A1502BAC0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2B5975E9-377E-4AB6-8C99-8517FB72E44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16CA325-E37A-4B00-B14A-0AF19BB839E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855B15B8-8534-48A3-8177-8FAB337210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5B513BAB-3DBA-45B8-81B9-AB427BA6E32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22D27D4-DED3-43D1-8688-BC7033645B9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4496FA2-CCCF-427D-B2D5-44C2D6A184C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A7C2878C-3A0E-4089-A6B8-36DF18A9174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FB76BF4C-2CF7-4239-9A85-93E4FA91336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545AB55-FE5D-4749-87A8-18E031DC3F8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D0961274-0D18-4CFE-BC57-808800DFA13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2A49CFEC-6BB1-414E-8EE7-0FCD0C121A6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5E7CB5ED-C16D-4A19-AE98-0FEF01BDFE4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2E56B8F7-2510-49BD-B70E-5EEC4759A0D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3DAFEF97-C767-43FC-9981-161AD33F720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3DF7ACE2-EE2A-45E3-AF0C-9D5570A619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159994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159011F-34FA-499E-AC80-C6558812A9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8FA2E8F-F473-458C-A2D2-F53E86BCC1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41F50592-0733-4C3C-B9E2-59C4565A940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CC147EB-034C-4EB6-A049-2F6BC337DF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6D24F71-7CD8-48A6-B7E5-033B1C08C0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5ACFF1CD-4CE1-480A-907B-7BE2DC986F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42F8DD1-E188-4024-8464-A0BC6A8A6A42}"/>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D46B448D-CC21-471E-8271-96CE1B490C6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2AC0759-D5BE-41CC-BB74-3E8203152C45}"/>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73E7964-23DF-4D2E-989B-3A8622AFC8C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1D1BE51-EAC3-4CAD-9FAE-EBFDBC36C94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F1817D66-093F-4A5C-8FE7-E805EED6D855}"/>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25F8C15C-44FF-4BB4-80D3-D25DA7E055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4084221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41A6A18-A070-40DC-A277-2BA80199A3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1768C2B6-7034-425D-8A74-3A05BFEE2B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820ACB5-4338-4505-81CD-56A5DDEA19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C627DE46-1D69-47B3-9B7B-5A288F3E6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224EF147-AE75-4F28-84E2-F814FD2544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73805DE-E209-45D0-A554-DF9E80225F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4B288EBC-1C57-4E46-93E6-9227C4FABBD4}"/>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227A1E94-217B-4C14-B237-8FC07BD31254}"/>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B0635990-F933-4954-8DA3-77E52F736C88}"/>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CDC8742C-B9B8-48FA-9950-F406966BD97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5613FB04-CD01-4FF6-ACBB-AB732D5C874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B5A9428-7686-44E4-B89E-8C6ABC8A874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AF8F1A84-1524-4307-A930-CF8523EB22C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77A9FDD4-9828-4892-BCA7-6AA63E9F954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618F4ADD-CDE2-41C7-8BFD-F333D498B941}"/>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2AFEAF6B-FCC4-4A18-AF70-B29FDA0D21E3}"/>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C77732A-D484-48EF-8FDE-CB79D4FFF8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567131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3105A8-DDE8-42AB-A52A-C41CE6D284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E689B687-AD4F-4A56-8444-087AA9B4F7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C1D9B2B8-E2BC-44EA-B326-E8350A65DC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80F9F86-81D7-47D4-925A-34DCABCAB7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ADD1008B-6536-4D96-8733-FC6AD93A78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10701F1-756B-4899-85E4-56D8631FD7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654B9ED-4CE0-4620-8BC6-3B1BA319289D}"/>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A4BE074-BDFA-49C5-A515-2A8AF7073F7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2FFB7E5-1D4F-49A5-9A45-37CC4569F90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7AA7A01-F12C-4F1A-931F-6334FF072538}"/>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54BA4A8-8458-487E-A198-C873908EBB2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1EDA804-F95B-4949-A920-93E88CAB071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2BC4840-3FFA-456A-B37E-169A35767217}"/>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5F87542-8E57-4485-8818-06A8195F5B11}"/>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92D87EE-512C-40F8-A974-18EC0EB66BC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AD55173-9E09-4BFF-A09B-140006F9475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3BBD5C7-4787-4DCF-8572-F7A61D7BDF1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53D0DCF-DDA4-45A2-B969-B048E4FD4E19}"/>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22B3C56-4BD9-48BE-A4EF-BBD92E0CA0BD}"/>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10C6366-0AF0-4E72-906F-05E5DD04BAC4}"/>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40C2BC5-2CDE-4F04-8506-E0F5F5149DB2}"/>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B500BF76-A69E-414B-945E-843CE6CE538E}"/>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276D7B6-641A-448E-AF14-2F505FAA8F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2035185"/>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AFE6B07-4954-4D97-B969-3B6AB4C42C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03F1157F-1AB9-42CF-898C-CEA1D3676B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E70EBB8-B7E7-489B-AACA-B4B5847F00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69D3275-69C8-40E6-8CB8-247C781B8D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34DB8C8F-04A9-4F45-9B6B-B67B347AA8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82D69FB-5AAF-4A31-A1F9-F5C10CB2F9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41C54F3-029F-410D-967E-F9806D29059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F768D0A4-5A00-402F-B849-55C3CD096E4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B2CC07A-7EC7-47C6-A900-D4430D89D10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C9D48AF8-CD7E-4D9C-A62A-25FC35BD05C1}"/>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B269495-4BAE-4154-A23A-25220A50E172}"/>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FE40E3DB-6A57-4133-974C-5C0616F4B3A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019CE7DC-E0CE-4B66-850D-6A31DA7424D4}"/>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7E48579-BCD0-4F5E-9992-C6A2BB08FC1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F726447-7ED8-46C8-BB88-C73D21FFA91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5E07AEB-4A99-4A35-A59F-B36FC648F38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C50D3ECC-31F9-4C52-96D5-50D735FD738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941566C-9417-490A-A08F-8AA5106448ED}"/>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6DE3190-F645-47D8-965A-86925635E7D0}"/>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CAD92FB-408F-4ED7-AA2C-0A720705250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F5A1E34B-5288-40DC-9B41-BB0589F7EF3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FA0207A-B807-43A1-9F62-54AA94870A3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C10C04F-2936-46C1-9CC8-4786C53EC5E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043F653-B5AF-466A-A5DA-BBFFF7BC9FCB}"/>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7D38F7BE-C2CA-40AF-A8E0-95A4B8672A4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8FF42C64-3D21-4F3F-ABB2-AEF334A960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03414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5EBB95FF-BF4C-4882-B2CF-9AB8013D1D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FBE76B30-9D90-4448-885D-538A677244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3F324DBF-3977-4E85-AF73-DA75736E4C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F3E3ECC7-9549-4C81-BE37-84FD334CD7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6FE07010-55C8-4D9F-ACF7-0EF73B1C2C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62FB7CB3-6653-4E6A-ACC1-919241E66F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D797CD3-FAFC-450B-B62D-7C1A022E4B4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902C8295-B983-4995-8671-90141CFB2A94}"/>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869EE4F6-79CD-44D8-AB84-2D5A0125BB1D}"/>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79883147-C827-46FD-B39E-8FDCE40C86E5}"/>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7BBA6BD-2863-4944-83EB-6515C093CB4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98D99C3-7DCB-426F-9791-508D8EB16B68}"/>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580A0ECB-74AD-4DDB-A321-CCD7B6F0E13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F1154C63-F866-49DC-ACDE-C8E5C218DD73}"/>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758D07AF-3DF8-45BB-860D-FA86E951B041}"/>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54B1CBB-0B51-47B4-B1A8-13174511F27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A6A905EA-F332-4E2E-8533-386484AA07E0}"/>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C413547E-A41D-4685-848D-BADD8D22B6F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F60E413-0361-4BB9-B2AC-69B50D5F2B9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BBF99CC6-286B-420C-AC02-A71849FA5D7F}"/>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FCCFA37-D586-48BD-93AF-F4147CD3E80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B40373F5-21E0-44ED-AD39-4EDF691EB506}"/>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26CF14E7-B125-4A0A-A6C7-BE4B4681AE5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E8E1841-AD70-438B-AAC9-801723F107D6}"/>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75F618F0-D0D1-4FF5-A0D8-9A9444D44C4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607B75F-B491-4C06-B450-4B9F44F534B3}"/>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C7D0C40-60A8-4BC5-AC87-54FA20A0C89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F2A16D6-33E3-4987-95A5-D3F133C015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9779938"/>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5495E872-C528-4025-8261-DAB1B7C234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72DE98A8-1224-46E8-B960-83A0A83933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DB59FD6E-0B41-4E78-8010-BCDD04DDD0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016F2E6D-26A5-4B45-869B-67F0B4CA06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7A4FED8-DFA7-42F3-A421-750DE36A7C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8EC15ED-3191-47B7-A01C-016505F79E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EDC4C8B8-6158-4309-A956-A3C85BA9116D}"/>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9F9CED7-52BD-4F93-898A-41D783FA08F2}"/>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173C484-94A0-4CB8-99B9-AEF6FDFEC42F}"/>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D6350CDB-8C0F-4F82-9B57-9355A656990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600AC740-2398-4957-AA28-9E3349DEE6B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32C63850-2C6C-493A-8DBB-8FCB5FD3CF9D}"/>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86D512F9-36A5-46D1-9B2C-1BC87EA52CB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87A67F4-5F72-4E81-B115-833A948EB8FC}"/>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E399E46-6015-4924-817E-B2FF94025B3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34B1FF4F-5E67-4713-B77C-5DBF95F184E6}"/>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F5AB6566-F728-4ADD-B051-0A272E655C65}"/>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7E07673-6219-4CD7-831A-26777BD392DC}"/>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806B4FF4-D40C-4E41-8A13-53843777DE81}"/>
              </a:ext>
            </a:extLst>
          </p:cNvPr>
          <p:cNvPicPr>
            <a:picLocks xmlns:a="http://schemas.openxmlformats.org/drawingml/2006/main" noChangeAspect="1"/>
          </p:cNvPicPr>
          <p:nvPr/>
        </p:nvPicPr>
        <p:blipFill>
          <a:blip xmlns:r="http://schemas.openxmlformats.org/officeDocument/2006/relationships" xmlns:a="http://schemas.openxmlformats.org/drawingml/2006/main" r:embed="R3743cb66ff5941c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97C415F-269B-4ED1-A23B-F285C3338BBB}"/>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393A0166-A2C2-4F17-A6B1-919E4D7B245E}"/>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BE9B089-7BC3-4BD8-B308-DCB96070B66A}"/>
              </a:ext>
            </a:extLst>
          </p:cNvPr>
          <p:cNvPicPr>
            <a:picLocks xmlns:a="http://schemas.openxmlformats.org/drawingml/2006/main" noChangeAspect="1"/>
          </p:cNvPicPr>
          <p:nvPr/>
        </p:nvPicPr>
        <p:blipFill>
          <a:blip xmlns:r="http://schemas.openxmlformats.org/officeDocument/2006/relationships" xmlns:a="http://schemas.openxmlformats.org/drawingml/2006/main" r:embed="Rff9bbd3e7d34441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2BF1AD7-20B2-4225-8DCA-12FA96402F0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B48DD24B-D8DC-4067-9D5D-185B7CC8D6CE}"/>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9106734-3F1F-4F85-BA2A-3297B6607C0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41A7F7B0-7B6D-432B-9838-480D92C5572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997CA1E-9C52-475F-A5D6-A1F17C470AA5}"/>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E2624215-C6A6-46D3-8D2E-B1F4824AD5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0830093"/>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616E8CA3-3810-4219-8628-8FD9A05217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B78D32DE-37B0-4431-908F-89C2CD2CC2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54D34730-97F7-423E-BDD9-F6BFC408B5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ED8D510-5E10-4F8A-B9A1-D12CDA2CE1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AF405C0-9D6E-4C7F-B3D8-7B23D72D0C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DBADEBB8-D4CA-4DAE-8958-07A3BFC2CC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60E685E-6A8B-46C5-8BDB-C8114B1A47D8}"/>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417E99B-7E15-4BE0-8B6F-000762649F5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2F869EF9-1A6A-4614-922E-E818A9C89069}"/>
              </a:ext>
            </a:extLst>
          </p:cNvPr>
          <p:cNvPicPr>
            <a:picLocks xmlns:a="http://schemas.openxmlformats.org/drawingml/2006/main" noChangeAspect="1"/>
          </p:cNvPicPr>
          <p:nvPr/>
        </p:nvPicPr>
        <p:blipFill>
          <a:blip xmlns:r="http://schemas.openxmlformats.org/officeDocument/2006/relationships" xmlns:a="http://schemas.openxmlformats.org/drawingml/2006/main" r:embed="R274c2661e12544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CCA4684-6296-4E4A-A95B-46146A74DB91}"/>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5916984C-C633-4593-BF94-9E85AEFCDDB9}"/>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D21A2D3-D41C-4106-A53D-469E9C2F48B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03FE33-CFA4-4724-980A-AE6DAC6BD9AF}"/>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ED9D99A3-C176-4E98-91E8-0C44025CFF7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749130B-772A-4396-A0DD-741DC8EBEBDB}"/>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D6689A3-3D92-4E14-B823-CD93E0C4A46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84636C17-221F-4C40-829E-7F91C48019E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37F1B9DF-4354-41FB-9491-7E2C9C21B3E4}"/>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DC7FA168-0EBF-4337-8A8A-0BCF74AB4482}"/>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C69ECDCF-0EDB-4E2A-BDFD-8171D4E7001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FDD475EB-16AF-4526-9BA3-3256EEED32F2}"/>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462475A2-902E-45CE-9276-EE02019BB93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AD40A4F9-C5B5-4DE3-9592-58F73051778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07230004-6452-4072-B958-14A2BAC54A8A}"/>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FDCAA978-F3E7-458E-800A-25D5FABC2159}"/>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49D99FB-22B7-43CC-BC4C-C767EF58210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653D552F-4150-4254-8A81-928E034C39CC}"/>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D7C1D71-AC47-44D4-A06C-5C8E2742007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7EA7332-FB7E-49F9-A222-9FC4DB251C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010869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D359C38-CE75-478B-8283-C62DAB9E3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A1DB1159-3052-4A31-A1FB-76968582B0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9D4DDBA9-EB5F-4973-86B9-479B0B620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7DDEEC82-A41F-4721-A06A-67816F2DEE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90010A6B-9626-4091-BAF7-AFF4F53B1F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7EE81B30-3C76-473F-80C1-AC78330139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A58B3D5-ED79-4C59-87DA-9E97BFB7EF4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2F16B976-52F3-491D-B2BE-5360BA8EC6A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37D0BB97-9337-418A-8A28-25F3D0FE4D77}"/>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2564F73-3A2E-4357-BA1D-2CA40FF2DDA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D444827-DEAF-4A5C-A8FC-6A09498EAE4B}"/>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41A50305-7CB5-4672-9F5B-17172825AE1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D05DC4F3-8B66-40B2-935D-6D9A4836A720}"/>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F7169D3-FB2E-4481-8216-44124F69DDB2}"/>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08BB403C-2571-4B2B-B776-085F21670053}"/>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5A0EA6F2-6D8C-4599-81DD-8E845349B0F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C48F5D41-F1CC-4DDF-B23D-29ADEF3B0A06}"/>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4345B948-8CFD-43A7-AFA2-B7CF54576BF7}"/>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A50C4A99-EA03-4F93-AAB1-2BD64AA56308}"/>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6DF1A3A-8CB9-497D-90A3-874C7AAAE37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97CD9EB7-AEBC-465B-BD00-7813D440D087}"/>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C10BB06-8727-477A-82C1-3F80C5CEA6F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13CAD31F-0437-44BE-A639-EB3E7C1143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899386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2BF35398-9BA4-4AB5-8499-A2EB212459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9E2A1B7D-A514-4A96-84EB-2E2E2DD0FF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8D1FAF40-B52E-469F-8CB1-FDA0BB7C87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50CF328D-F8C2-49FC-99A0-22D822B7E5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EE3AA65C-C7AE-476A-B21D-0DC70DCC1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CE460008-318F-4EAE-876C-BACA6FC06F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6AD27CED-D91F-4413-B15C-15DA7DBFCCAA}"/>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ECAC1C6D-EC03-446B-A555-C1253EF61AC2}"/>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409E747F-E366-47B8-8CE7-C6502266B91F}"/>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E29E0191-172D-4D09-BA3E-EEFEA59A72EE}"/>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6D9D2881-16A9-477C-989B-EBD84AD2A568}"/>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98FFCB5C-BF0E-4B4D-8BFD-4D96AB32ADB7}"/>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429B9273-8D9E-4EF3-B357-CDE5356163CF}"/>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0AAF7F2-9C62-4943-B592-F7C035EEB9AC}"/>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8DDFB2D4-EEEC-4941-8CA5-5479F5BB2E3A}"/>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E8BDF395-2298-4200-A677-8F7674ABCCC0}"/>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3E962E2B-5C08-4094-A89A-2422C11372A1}"/>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C8FEFF80-5830-42D1-AB06-2E75837217FE}"/>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9868DA41-C63C-4A28-98A0-999B3C44EDCF}"/>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BC28E43C-EBAA-4D10-AE0F-5CE51D4E2C6A}"/>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D08653A1-DB7C-4F20-B31C-6E6A064A1A6B}"/>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CBFA13A9-471B-435D-9D5B-7B615ECA819B}"/>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836AEDD8-95E5-4565-9234-F99ED2769513}"/>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D93B2501-5DEE-4238-B7BE-CC4BCD9F7CE7}"/>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5567E06D-A152-4710-B999-B88D9B3F4588}"/>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47F97FF1-30D0-400F-B4C3-18D33A89C3E4}"/>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951641CF-8577-43C2-BA6A-C8E15F71BA5B}"/>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731B1177-B91E-4865-A4AE-E41C0D608553}"/>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4F3ABCBA-5D9E-402D-857F-76B6BD661277}"/>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F2B26526-C496-45CF-8913-67866D381EC4}"/>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28595963-B307-45BF-B263-2769386466B3}"/>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0D7B1FAD-9668-488D-A4E9-A3AE6DB6466F}"/>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248012E6-24D4-4862-9DC7-88DCE03E07FC}"/>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D9E00F3A-808F-4E09-9510-186201FBF995}"/>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06D64BE3-8A04-4FCD-A5D8-72191FCD4A7D}"/>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0E9F26F4-3537-4346-A934-0187C6305166}"/>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E6C15116-AC34-438F-9B14-71EFDB4D6FA2}"/>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64C4C21D-E7BC-43C3-8DAF-83BDCC3D839F}"/>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20F2988C-FE1F-4655-A1CF-62A98809D349}"/>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0B3720EC-B672-4F80-A2A1-5787DA3D91FB}"/>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B713B944-2BB7-4309-9158-63EEC28C369D}"/>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981DEC0F-0331-467B-BC00-CD5DEAD9DC89}"/>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7CFAE9FA-0634-4D63-A164-EE6047D2A4C3}"/>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66154E9-D8BF-44D0-9E26-D73081755B08}"/>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42C26144-DD89-4EA7-825F-910E659573CD}"/>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EAFCFEC0-CFE1-4A66-BE9C-2C9B3F20FE5A}"/>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3404CC83-3393-4343-BE13-88E458BACB96}"/>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AC792C60-C997-4DED-A1E4-4A8D272A2977}"/>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B7E5A27C-E5B7-4235-8FE4-A5F821BC2A91}"/>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41BA5641-F086-4C49-9E5F-5F74292D410D}"/>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C0D3CB00-AFA2-404B-8F20-AFD6647EF84E}"/>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5109896E-7E4B-4E35-8523-BF55BD964227}"/>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2CF35567-AD7B-4259-ABBC-919819FAC053}"/>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5E0E138E-50F3-4586-88C9-4548D18D71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306214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AE3401CA-E32D-4187-8DA5-5BE57FC4CA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247008C7-11A3-43BA-AC50-910375C7A3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84A4866A-02FE-4875-9C74-7A1D0D708F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0D19CA95-6740-49C4-A48B-A28B5951DD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26045024-C94A-4C4A-807C-378BE50ED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166178F6-99B8-4F5B-B523-2BECBD736D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8A838F2B-06BC-44C7-89F3-7AF105120B88}"/>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DA9DF99A-D4D2-49AA-A4B9-3C0CED1167EF}"/>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C970FCBA-65AB-484D-A1CB-D9B883AEFB90}"/>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1649B6AD-496D-4557-94AF-A565651D1978}"/>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7959E690-CA83-4ABD-9DE9-7A49D77BFEA2}"/>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9C218051-F7E6-4A19-AEC2-6E0F8BF49BF1}"/>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2AB9B02F-8476-49C1-8C3D-913C470D924B}"/>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8F5C02D6-9E28-4024-9275-DEFB9759DE32}"/>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B0788EFF-398F-456C-B71E-D2AD469D9D4A}"/>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5A134C24-6705-4ECB-9545-BBF7A7C3AA01}"/>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A19C725-3B99-49BF-9EA4-49D0B01ECBD9}"/>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7AC4176-1DB3-4889-BFD8-63B1B3EF8EDD}"/>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7C6A1A01-8FD1-4BCD-AA17-36C7042CC9E1}"/>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6CF18E46-95E9-4E0D-BA11-3DAE34042F51}"/>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3282060-12B4-4956-B7EB-FA1C915C5126}"/>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7552F90-6C11-453A-9C50-9A78881DD6B0}"/>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57ABFDBC-AAFD-42EF-92F9-1C6A050F144A}"/>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56C94AB5-ED0C-4590-9029-658608F4D1AA}"/>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27ECD-C7DE-4552-BF5D-8A64C8C21E67}"/>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578B3AB2-7A89-452D-9385-751E33675BA5}"/>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897356CD-564D-4977-89F1-CD7DC63487E4}"/>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66EB538C-7B5C-469F-8A9C-D50410315A42}"/>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A2152BC2-37D9-4B06-B27C-5D94F5627C0D}"/>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E7BE1B3A-6E5A-43E7-89A4-F5AD49AC7D42}"/>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89DABE2-936F-4C7C-B94B-94799D4A57F2}"/>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DEBCCBDA-C1D3-484F-BB61-672154D26016}"/>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EACFE75A-9528-41CA-B122-0D82D15394A5}"/>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838E898B-FB61-4337-AB8A-617584076897}"/>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C4F26E2A-7247-4F2B-B6AC-38E38EA1333E}"/>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D865A391-CA25-4F57-9DFA-24EBE54E72CD}"/>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CDC7DFA4-6126-4EE2-8153-7C99C1E218BC}"/>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990AC060-33C6-4FD9-A969-61891CA61FD0}"/>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D8BFCB7B-D083-4CD5-B56B-CC26C058EA78}"/>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6746559-3038-471C-BAA3-7625C09EF08C}"/>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955348A3-EE2B-47B2-9805-2BD762E438D8}"/>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DD404F11-74C5-4C9B-8633-649DCDFECF72}"/>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8CDA315E-E8DB-4DBA-9C95-F56721AE5AAC}"/>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A6A666FC-7FB7-4691-B544-41A8E36C68A3}"/>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12ABF616-AB56-4B81-A652-B189BE546296}"/>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2F7D3E4F-160D-4900-AD8C-D9BE71364174}"/>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B6FDD037-2926-46DC-B503-88CC1E6CEAEC}"/>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E85706D8-945C-45A2-8D1C-042F9E9F8A10}"/>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FD5D14F7-DA53-4B64-AD62-4826D8B292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647870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71F2F4E5-01CF-4C6C-87A8-0498CC41CE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96D62F18-0F80-442D-AB87-C7B9C52E02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A53E6A1B-BAA0-4AB2-A4AC-D4961713C9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92589D7F-A15A-4E59-A369-6D208A2C44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AE5493D0-1293-4D50-BB94-C752F34CD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449C1056-76FD-47F2-9720-9703B9230F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FA061DE7-5985-49E9-BCC3-E13028E092D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8A7F3A50-E860-432C-B2A9-F599AA6AF706}"/>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D2DC4194-C8D1-4E08-BAFE-7601B154B899}"/>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CAA1CB7C-4D04-4293-A29E-53FC61B0A088}"/>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881DF554-A6C9-413A-BB18-5B41EDE0893F}"/>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14CD20E7-7014-4949-BD8F-19BB944ECCAF}"/>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333BE824-E6EA-48AF-B4A0-6660E14BCE6F}"/>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14282F78-4265-4FA8-90EB-DCE714642B87}"/>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9613173-408E-4922-8DBA-F8FD321CE4B2}"/>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E9D40127-0B97-4B32-87EF-44E7AFA27D7A}"/>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DFE6802E-60F7-49E3-B055-DABF94EB0774}"/>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4B6253E1-5ED2-45E2-A5A2-F10CA79F3C30}"/>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8ABE55B5-79C5-4DB2-BE72-4FAF2C3338BD}"/>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2F608B50-7D61-47F1-B78E-841EE95679DE}"/>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011E62B-6E9E-4ED3-A317-12AC504B897E}"/>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8577A4AC-8FE4-4546-A39D-159FBC870DE3}"/>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DDDD1A50-D645-4323-A653-176C031D9E4D}"/>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8EDE3BFE-874E-45E3-98A9-B70480693C2A}"/>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8E066833-0C0F-4DE9-B144-9DDB8F6D148F}"/>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3FA17835-E9F8-4305-B914-BD44DF0F8A47}"/>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8F0EB3EC-A71A-42F3-8235-54B0CD330330}"/>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4D0703A6-3D69-4CD9-984C-123FF82AC0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9206946"/>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7A53A752-1A17-4134-9C22-8C64E73DE1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EE9FDEC3-0693-48B1-A84E-F817763486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69254C80-69E9-421F-98A4-963F70C79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13951353-3234-4D8C-B0CD-CBBB581BBE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127D89B5-204A-4708-93F3-76EABC3656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C80665D8-0621-488F-8B1F-EE9585CCBF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3CE23D17-07D9-4CD3-94BA-C1772167FD2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DC691A02-C62E-4D33-9A00-33C139A77372}"/>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E0EC8179-E846-4C18-87CA-37BD8AF4DB98}"/>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A733EF8B-7F6E-497F-8ACB-CC9EAA956FD2}"/>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6F1F60FB-A709-4E28-8C60-BFE8F7992F6F}"/>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14E8AA25-5FBF-4F23-A784-542888A5FDC0}"/>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48E1577D-6EDF-4DC9-8916-3BD61A8B5FE1}"/>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E99BD8C7-A762-45AD-95F7-32E5A795BEE1}"/>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98AA771A-9277-4949-8BB4-E3267593A8EA}"/>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4206EABA-B9F5-49DE-BBA7-CA47BC52D018}"/>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8FB6204C-3656-40A0-ACF9-DF0E7D1870FA}"/>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6949C77D-9255-476D-8612-C94D97E4C989}"/>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03623AE9-67BC-4057-84C0-E5008E9B31C4}"/>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3B3EC9DB-1D9F-46CE-8195-41DBB97584D0}"/>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D83A56CB-9E9F-44E1-A648-4D851C96C849}"/>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D954C185-BF84-43EB-A1FE-6BA689CC5593}"/>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D098A542-D4F0-466C-8DBD-5EA4BF2BBC1E}"/>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AB3E9855-52EC-43AF-A9A9-63A4EB8E1DE7}"/>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6A44E031-5B94-45D6-9325-7A3A9A8EAA22}"/>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E455783A-EB24-4FF1-A5CB-C922D2FB400C}"/>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2039B9C6-3C87-48E0-81AA-5174A2A6862F}"/>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E68EED63-4F1B-4AED-A76C-5A6B07A5D33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6A6D710D-40E0-4C6E-B63B-F0C2220648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4585126"/>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E1ABDB6E-8916-46E3-9CFC-E4C5408C59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152999BF-9C3D-4470-8C8B-E3F5418438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4594D1C0-F4B1-4490-AA51-409C4D6A26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57F2052-31A4-43E7-A11B-568D16758B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52E2F548-3532-479A-8F3C-AEA6C5CC8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C0F86A59-95C6-4700-8990-9BD17646C6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EC4C13C0-C4D5-488D-8D90-E15C35F34EF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1784BC92-3DE9-488B-9BAD-8D39602BD647}"/>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2161363-FAC6-495A-9FEF-C733B6DAD183}"/>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E609054-9DCC-4A3F-9961-32C772CAF93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23CF5DE2-C0AA-40A3-AD4B-DF34A153D58C}"/>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75A7F20F-4D52-49F9-949E-20B131734A78}"/>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14CD30E0-CDA0-4714-9BE6-894C8F42F62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6D87E843-AA2B-4BF0-A2BD-B9A7D9C8214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CB2EE689-74DA-4DD3-9DA8-610759BFB06E}"/>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4E3E1392-D95C-49B5-8578-8208122A2291}"/>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2DBDCD04-311A-4A23-901B-266A6CC9DD8D}"/>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7045BB-7A44-4FB9-92EC-82082C24B4B9}"/>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602ED8EB-1873-40E2-9BE4-8089EB95D55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4307B89F-162F-4552-84E6-0D03E84AC854}"/>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62E18E65-78E8-45CA-BB9F-823590826D8E}"/>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CAC124B-7580-4235-B3D7-13518D8413E7}"/>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7C7B9B75-FAD2-43B0-82E6-6B1FF0479D25}"/>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A03EF76-FD3E-4FC9-A39B-9EFBBDF4CF1E}"/>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85AC12B-3665-49CE-9C55-919B93C77EF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3F8F143-1118-4071-8DFE-29E34657BE8E}"/>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1E90D50E-7030-4CD1-A437-D74F3979FFDC}"/>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E6D13E5-57EE-415E-8149-9872EB3A43D5}"/>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E62325A-192B-4CE1-AC49-0C48215DB4F7}"/>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AF06C25E-43FE-4E1F-BAB2-B49BB7681958}"/>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B236FE95-2B9A-48E4-89AA-D47E41819A93}"/>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D730355A-9D1F-47A3-B3F1-284379BB1143}"/>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5F179A5D-B20F-4F37-B547-7F34C5D70785}"/>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327C451-1F75-4F69-A5CE-AB8022A8DD8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C956496C-57C1-424A-8921-2A4BE62CE552}"/>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4C7C2A6-B9C1-44EE-967D-D90E6B4E68CA}"/>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635C429-5955-45D6-91C5-58B9A0A49F02}"/>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897B0B0-BAF0-40C6-8171-CDD158D605B5}"/>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D560A0D6-C934-4928-A882-48C0A1F0DC07}"/>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E40D452C-DB39-43D3-8454-893C2AD2BBB9}"/>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20652551-B408-4D74-82B6-9A5B80C0B7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994699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1103CB07-5AD8-4298-94C1-F8894DDD62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798C6AB8-2645-4E1C-988A-F95146FD76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62BBBD55-7611-4836-B810-03F2B86F00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64D5B90-2D5A-4ACE-ABE5-CEBEC19170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CD5A4274-FDF5-4F65-A387-A16718EEFA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C56EFAB6-B7BC-4871-AC49-2987EDC871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516491C6-EC50-4841-BA7D-AC7D7A8AFF1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701E8F3-D8C1-40CA-907C-74DA6DD9EBB9}"/>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F1EBC5EA-1586-4438-8646-946FED1A5F5B}"/>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D4CD3E3-9CBD-4746-A12D-F6056FB3B1C0}"/>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1469939-5338-4134-A50E-0DF5FD826DC5}"/>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9059775-7D0A-4648-BEC1-EFB5DBB12BF7}"/>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55DB5CD7-3312-4D97-A5F1-B3338605365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30563E-58BF-4431-B09D-45ECF4229DE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CC13046-D472-4411-8E85-681CFBD7883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DB57C8A1-467E-444A-934F-C9FB3AFA101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EC9FDCF-0C1A-49F1-9506-4253FBCE4A9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7C2DEC1-DA1B-400F-90EE-1A038E92B31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973822D9-DDC6-4981-844D-0077F680ADC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7CAD7D38-72CD-4CC4-9745-AAAE4911FC77}"/>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11DA913-B2E0-458D-B795-7B18F16F3F36}"/>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33096ED6-1EE6-4F3A-B4D9-8F24D71DC56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140B1B71-13AE-423D-8FB4-5AEBD2EFC781}"/>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724D105D-1384-49A4-91CE-0AFFEA36E114}"/>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507DE3A4-CE7D-4CBD-A3A4-35F7C5F43436}"/>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6BC30DC2-1F34-4A5C-9B35-E47077FE5692}"/>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EFA6CC39-908B-4AF7-A711-6CD247FEA500}"/>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66B8E1CD-8DA3-4BD2-8200-F9B6E6CB66AF}"/>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607F64BA-BC9D-45F0-9262-7ECD4D7CC0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0028322"/>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0496B67A-EA7E-43F4-A610-5570E33FA5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22A61020-DFC5-44C6-93D0-6FCED6905D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A10919B8-591A-4CCA-8A6F-067AD49FBA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875E283-FF4A-4E94-95F0-2F3BB66ACC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1F596CC1-8F10-462D-A111-A3C5705D6C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30307589-B0F0-4E20-9C5E-9DB49E79A6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673369DA-E8CF-496E-A948-DEA8ABCC92AD}"/>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1B502B60-5CBC-4D91-BE77-9921F1F6E579}"/>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57484450-0A73-42CC-9201-235959BA60A4}"/>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C3B44519-37A9-4016-ACE0-D5124503F984}"/>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73187B89-1758-43D4-8BA9-B21C2A10AFE7}"/>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6FB9CC1C-A4F9-4C0E-A4F3-8E5D30E2A6B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9DC32585-265B-4EE0-81AB-117864387611}"/>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2D25C5B0-F543-4728-9972-463ADE012051}"/>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1A560ED9-D980-41FA-85F4-B0A0FD486C5A}"/>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D943A06F-FF3C-4C37-A211-A1C9BD37267D}"/>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D9E4A957-3F5C-47EE-932F-352D2965C37E}"/>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6CA42B2D-1458-438E-988C-34222851F3FF}"/>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FA305903-B701-4B86-B0DF-A8208B64E088}"/>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B72C5831-71CC-40E6-97AC-AC757584EFD0}"/>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68EE163F-43A8-4462-80F4-885E9B18B488}"/>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21DF32DF-11F0-4DED-B4A2-6F474F7F703D}"/>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F8F9DC24-C134-45CD-8229-EB9F96720298}"/>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5B8C1A9F-F67E-4257-9987-E0C5D0567C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5109711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6A8A5284-BCCA-4CC6-9C7E-96D4A21D39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7812E1D4-AEEE-4143-A6F2-06C615CDA5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55AD7444-C062-45E7-81A2-95D32FF464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0F3BF333-53AE-4DB6-921A-80577C3D90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D641AAA5-E888-4191-9ED7-1BD843C973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09C11C0E-C032-430A-82A4-F795FD885C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A8695C8A-2381-4D13-A5A9-C13318552C15}"/>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7BA35CDE-D34C-45AF-824C-8819A40BBC66}"/>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103E0FD1-F112-49B0-885E-967A887450CE}"/>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BB1A1D8C-56DA-4253-B770-ED81570F95D6}"/>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0098BAA4-32FC-465A-B0BF-3F69629927EC}"/>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8A782DC6-F5E8-4459-83B2-8D01484E293B}"/>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1786C1C7-294B-4471-9528-AE48C90DA923}"/>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562CA8A9-A861-4B17-BA9E-1AD1A200C3FB}"/>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8D7970A1-7BFF-4DEF-98E6-3BBE8CC3111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A984DC57-AC0B-48CC-BEAE-B61B31D03B9F}"/>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C23C7822-D1F1-430D-8024-D6B0906CE074}"/>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9AC64AF1-CD35-4771-9AC7-63AC76B44C93}"/>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CACD1FD4-82DF-4718-A394-BCC976E24295}"/>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C1E1BBA5-0AA2-4683-B7AC-63D7BC590855}"/>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B1F9B70D-2361-4A85-A9F9-7679BA5C589C}"/>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DB4A13E-D097-4D19-963D-E542AC6E07D5}"/>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8CACFF1D-53B7-46D5-A5E5-ED4C2180C9F7}"/>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63E24C76-FB33-49ED-9A3E-0CF6F96463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981116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44D00ABB-CC28-42E9-B6E8-B8C9DB9A37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A4620C5E-AB92-476A-8863-C627FB8CD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35088315-1567-473A-83FD-6F522E60F3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6C62EDC-ECD8-4AF8-8479-D5CC9D343F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645E2CF4-F2D4-4EE9-A2DF-82A3BA793A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CA72D272-5D16-4D81-A293-4336D974B0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2CA57BE3-C04F-48F1-9299-FF0945CC7607}"/>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9EF71A50-414F-41F7-A7FC-93BF28AECF47}"/>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B06E004A-7EA8-49E5-B46A-58335B7C8DEC}"/>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194F685-0112-4996-ABA5-4F27D68D144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9E46DBD9-C471-49DE-91E0-228F617511C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F59E797D-73D8-4B7C-B1F6-C4505CC2F51E}"/>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B57E78E9-8A74-4FE4-895B-B7EFD7EF8095}"/>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0828BC10-2337-484C-A11B-53A881203F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05690514"/>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C3253F77-6E76-452C-875B-1EEDC197FA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F2B74873-439C-4DB1-8ED0-DAA68B365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ECE3C95B-3440-4CEC-85B6-C0B2EF536E9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A11B421A-6E56-4732-959D-417317C4C3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B4872A74-1B0E-4169-ABC5-CC5DB6A38B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3093352D-DA35-4D4E-9326-63A0C2C380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8741AAC4-A75E-441E-B474-BAA207452734}"/>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4B8A65CA-D3E8-481C-8C03-8DE48A6EB0BD}"/>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977D3107-FAF0-4FA4-858D-8184DBAD5921}"/>
              </a:ext>
            </a:extLst>
          </p:cNvPr>
          <p:cNvPicPr>
            <a:picLocks xmlns:a="http://schemas.openxmlformats.org/drawingml/2006/main" noChangeAspect="1"/>
          </p:cNvPicPr>
          <p:nvPr/>
        </p:nvPicPr>
        <p:blipFill>
          <a:blip xmlns:r="http://schemas.openxmlformats.org/officeDocument/2006/relationships" xmlns:a="http://schemas.openxmlformats.org/drawingml/2006/main" r:embed="Rfa689030ec484b98"/>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51408B5E-232F-41A2-A918-E8F4EA75D25C}"/>
              </a:ext>
            </a:extLst>
          </p:cNvPr>
          <p:cNvPicPr>
            <a:picLocks xmlns:a="http://schemas.openxmlformats.org/drawingml/2006/main" noChangeAspect="1"/>
          </p:cNvPicPr>
          <p:nvPr/>
        </p:nvPicPr>
        <p:blipFill>
          <a:blip xmlns:r="http://schemas.openxmlformats.org/officeDocument/2006/relationships" xmlns:a="http://schemas.openxmlformats.org/drawingml/2006/main" r:embed="Rf6264706a73740fd"/>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1C82470C-29A5-4F24-A8A3-8305DEEA4DB3}"/>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FA313241-ED55-4365-B6A4-4A1386ECB9B0}"/>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BAB10366-1615-417D-911C-F0461CD80C99}"/>
              </a:ext>
            </a:extLst>
          </p:cNvPr>
          <p:cNvPicPr>
            <a:picLocks xmlns:a="http://schemas.openxmlformats.org/drawingml/2006/main" noChangeAspect="1"/>
          </p:cNvPicPr>
          <p:nvPr/>
        </p:nvPicPr>
        <p:blipFill>
          <a:blip xmlns:r="http://schemas.openxmlformats.org/officeDocument/2006/relationships" xmlns:a="http://schemas.openxmlformats.org/drawingml/2006/main" r:embed="Rf6202afc71ea461e"/>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F1711824-22CD-4D48-B47F-82AE931B8C52}"/>
              </a:ext>
            </a:extLst>
          </p:cNvPr>
          <p:cNvPicPr>
            <a:picLocks xmlns:a="http://schemas.openxmlformats.org/drawingml/2006/main" noChangeAspect="1"/>
          </p:cNvPicPr>
          <p:nvPr/>
        </p:nvPicPr>
        <p:blipFill>
          <a:blip xmlns:r="http://schemas.openxmlformats.org/officeDocument/2006/relationships" xmlns:a="http://schemas.openxmlformats.org/drawingml/2006/main" r:embed="R2d3d1424d01a47cb"/>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91B8E5F5-119B-4CE2-8316-457BD3447094}"/>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1DFF1A94-323C-4EEA-B1CF-3732EBEC8B8A}"/>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6D538EE3-F4F9-4BF8-B503-04E76DB66A3F}"/>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F6835B86-D5AA-4A43-9838-95690222D888}"/>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E737A43D-17D7-4136-848A-4D4C00B3A47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A983D361-8FFA-4EA1-A1EC-E2FBA7F76E26}"/>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5CCFC45-4C61-47C5-83AE-04C377C9E851}"/>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90774E85-4058-41FA-9C02-92E20318EB78}"/>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E3BE4901-A0F3-4079-990F-DDCD4C60E3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08047301"/>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9D8ADBE4-13BC-44E4-9E5A-E7D341D840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ABE11ACC-EF1F-447D-A560-6A0D863F22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24D95A87-4A30-4F10-AD5E-F306B8085A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4E6A4312-D390-44A9-8B0D-6E8519EC09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E0926BA9-43EF-4DDE-B95B-2AAEB2BF04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13DAE405-E783-4C9B-A3CB-F9D322309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466844E1-F886-42D9-B4AE-C2CA2A92AC11}"/>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84CD7639-D4A0-43A4-82AA-87CD78018FCC}"/>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827D9FF1-3800-43AC-B1F7-CEA6C6E0F267}"/>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02AA6AC-C251-4172-A664-80A5386EA489}"/>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41E07087-06DA-46B2-B130-8469E55B0348}"/>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600788DC-EF75-4BDD-AEC3-754AC7585247}"/>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421D1D3E-AAA6-4A80-9A2F-180653CC9E15}"/>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EB470308-4994-42B5-A966-F084E6A8D117}"/>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521DE7C2-4D90-4709-8275-BA679AFAA027}"/>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A72D9AE2-CB0F-4435-A28D-D603EB272696}"/>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11FC29DD-F9B4-44C0-AD7E-E77B74770D4F}"/>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751AE932-A36C-4E2E-B4CB-67AB76E77452}"/>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B586CC9F-9DF1-42FE-ACDE-B3D39F8BD8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01317328"/>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7ED05678-DEA9-4260-9974-B4AF4E2FA7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B8C99690-BB28-4DE2-9026-4F501DDEAB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9743FF5C-67D1-4C80-8D28-4A6C41583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BEA1ECE0-C01E-4D77-BC06-87A3B35977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54B9B249-A6C7-4218-9876-969DB43F1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F3F272A7-53B0-446C-926A-2EAB3F0993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CEE4288A-1836-4D75-8A0F-F8F57FD4CE1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74DFB415-FBAA-427A-990E-C777B8C87257}"/>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E252AE83-EA12-4876-8F41-119C51230E15}"/>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4E40C644-248F-4600-AAA6-909F880A2B8B}"/>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A3EE50C3-491A-4F39-89F7-6746184879F1}"/>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6168D44E-FBBA-4B88-8D11-48C3787FC8D5}"/>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96CF8A35-1E2C-4643-B82E-694BACD9F6C3}"/>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407877F3-430D-4149-8C03-408EB2E91D40}"/>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709BDCE-955C-40FD-B581-945C441715B8}"/>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8D81F00D-7832-4AF4-A651-5549DBB0D339}"/>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563DABC1-1FE7-4D14-B5ED-2AAF47146046}"/>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38EC2E09-7C5A-479B-BD87-7B7712B2BBA1}"/>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F655233C-A3AA-48FA-BDF9-9EF40834D8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202244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F292042B-8557-49D3-B6E2-4A65381AC5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48DA7F66-C314-4808-8D33-903FA4005A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DCE0FBAA-D8CB-4343-AF5C-B6B0F8E4BC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E0CC32FD-F968-4329-BFB0-96383391EA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9B53DC2F-7B88-4373-84DD-2CAF4D53B6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BE13B9B0-301A-443A-AAC3-9AEDC67CB0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49E8119D-C7C4-47DC-B5F1-FC6BD23FD311}"/>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A8655E7D-AE23-40B9-AD35-988687BED0AB}"/>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8858614-AFF5-4A56-86A5-5CD946D48501}"/>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EAF1C72-F812-47F2-878F-FB3F61207667}"/>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E206D35F-803F-4023-8CFF-969BE1B890F5}"/>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0876E7B1-8B52-4DDA-9FC1-F46D5CA186DA}"/>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29745E3-0DE6-4E78-AF74-BF12B5F6D6F4}"/>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EAC64167-20C9-4D54-9154-D3408EA1760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D0C5BBC5-72B6-4382-8232-6445CD458929}"/>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9B6227D1-7735-4F7C-84ED-61DE145C9AB1}"/>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4E615B96-CD78-4660-8EAA-E3EA73508EAA}"/>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52BD460A-D166-4274-B108-ED8B9B096D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2987795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82F11437-ADF0-4900-842F-C45C91A879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61CB2967-5326-410B-8291-E12BB694DB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E88D5F00-B180-4328-B348-CE2D128B5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DF7EEC3C-7536-418A-8CC8-695C5AF6E9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1BA3EB45-FD8E-4F2C-893A-3561894B09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E769B126-9570-4670-84E0-C6473EA2FF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27D79DF5-5865-4821-B108-E46B2085290D}"/>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0C34AB87-DD31-4441-BD43-7ACD3B4FE0D9}"/>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A140AD71-33DD-499C-B36C-ECCA84F67A23}"/>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88E2C9EF-BDE2-4AFB-8689-33B114D4DD3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E11CC23F-C571-4F6B-89EB-0ABF69BCF89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DED5B464-F435-4B06-BDAC-1CD9308BDC8D}"/>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AA075A49-84A8-4E16-86F9-8D7AD5B7F121}"/>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CC7F9608-EF16-4B89-BD55-7C7996D61790}"/>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D24B4B5E-5108-423B-960C-84E5276458A2}"/>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5B081B33-E8C6-4302-8322-FA08543635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887623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64AC833F-7D19-4E92-8F4F-3D627FFF72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B8141CCA-CC6D-48D6-812D-0E6882076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EB862255-FC32-4AB8-A864-F0260551D47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269F7DF4-1F44-4F88-ACA6-1CE2B7B4AF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7CB39D11-D3F6-4CCD-8076-C258C21CC8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72F23A82-6B58-485D-B29A-D9E20581BE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F173FAA9-39DD-4073-B0BC-004CC65223EB}"/>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1E562CD7-A1E9-4380-8982-1F926515ABD6}"/>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39088773-660C-45AB-89D3-3E98437ED5B1}"/>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561DF4B-5D5F-43D9-B2FB-83B1958A58EE}"/>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0E32BFA1-6AD0-483B-8965-E0DDCA0C26D7}"/>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41BFA6B1-033C-4B45-991E-FE2EC854AAF4}"/>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8414FFDF-FE39-4282-B3C2-CFCEC5D040FB}"/>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DFAD0E85-5B98-4E34-B931-AE3EA75F8700}"/>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091665CA-1D18-46DC-B12E-1CC4A55A1F9E}"/>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3B4CFE71-B081-49FB-9B9E-A14A79C68F81}"/>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45FED6A2-0254-4F7A-BCD6-8C8F19898A38}"/>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EEE2D6E4-63B4-4709-BA39-44105B14BA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4193983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D282024F-C46F-4772-B9E8-73FE9EE914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5D13E078-AF82-41D9-98C6-3523A42623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06E25224-862D-400D-A6B1-907487F4D9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20633883-F082-4B3B-BF79-7E6AF71E1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294ABE83-0D64-49C1-89DA-A1EC9E733B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CD7C0526-1804-47DD-AB1B-AE8F15CF5F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3F16C251-15D0-464D-BFF7-E87FC7DDB735}"/>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F6929A8-CEB5-4D1E-956D-A2275D7A0388}"/>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6727304F-3424-4262-863C-3A3A16690029}"/>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88F0B555-BDE7-4FD4-9B8D-1785A9071BD4}"/>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5B6BCA96-123B-40FC-A4AA-3893181F3C09}"/>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A70735ED-1F29-4F1F-9C97-519A52D3A9AD}"/>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A6A03ADA-9758-489C-9CB0-80BCAC7D93B1}"/>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371904A0-31F1-4165-8B32-5A543807AC72}"/>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AC067FC-158B-40BC-858B-E0F1887FDDE4}"/>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D4B9563-0AD1-4DD6-B10D-7328884E65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0273184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C13F60C4-68DC-4CDF-9E95-6031D95E1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8818BAE5-E846-4C13-9891-F1765149E3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0B9C7057-47A2-4429-82B2-8BC12D0533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CE56C885-28C2-437B-8185-2B341B2CEF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BE4C8E8F-32AF-4129-BB78-6BC818E023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3BAC28A7-B988-445C-BD9F-8C78730661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7184BB70-14AB-4E14-B093-8AF4C0C542DD}"/>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DC358D96-DF51-40F4-9266-68059A0C8CE9}"/>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FB56C73F-31C3-4C4B-B6BD-F32E9D4F3DF2}"/>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EF14BABA-9D12-4591-B556-3BF6D8B70537}"/>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62C607D0-906B-47FA-B461-3795C64D2685}"/>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CFE018DF-EC5B-4D97-AF61-F49FCA3859A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BB25A7FC-C246-4FA8-9F4C-ECA3359992E8}"/>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964AB84D-99C5-475B-A01F-DBFF2E1E4F6E}"/>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59196B62-C73A-422B-A8EE-4FB658FF98A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4A3F4468-7DA4-4BC9-83B5-A8BF18BD65A3}"/>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D2EED57B-82E3-42CA-A61B-082843E2D586}"/>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913108A-EBE6-497F-B838-9C334E7E889B}"/>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F42C58F-CEBF-4DF4-B065-BE9DF1432B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105460488"/>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DBF5D2D2-786D-433F-B7A4-48F2BB8BE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4AA37CCE-D156-4E9A-8588-9368BDDD1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680A62F8-5474-436D-B7EB-9562DD8A5B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D77DA57-B46D-4CA7-9227-11B50EAE4B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96D69E39-5C3B-4642-96B8-4620B2473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F13E59AE-B786-4C6C-9B5B-48855B57D0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DBF2F53B-4272-47A4-9473-7D7AC065E5C2}"/>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57704329-1EC0-4334-8916-9A6D150F1CAB}"/>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FB56C01D-0A3C-4BDA-AFFB-5DC184F84B88}"/>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F8037F2B-37C1-4966-A9B2-EC261CA4DBF1}"/>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b99266629da64f4e"/>
          </a:graphicData>
        </a:graphic>
      </p:graphicFrame>
      <p:sp>
        <p:nvSpPr>
          <p:cNvPr id="11" name="">
            <a:extLst xmlns:a="http://schemas.openxmlformats.org/drawingml/2006/main">
              <a:ext uri="{FF2B5EF4-FFF2-40B4-BE49-F238E27FC236}">
                <a16:creationId xmlns:a16="http://schemas.microsoft.com/office/drawing/2014/main" id="{ABC77A98-D21D-44C3-871F-18082880B660}"/>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68668935-CCB3-4790-A3C1-B8968CD790B1}"/>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BA37099D-D7E4-4674-8B3B-DBFF8E01AD88}"/>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FFFED301-5F82-4D3F-9209-C22ED52447E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1453257C-BC89-4376-84AB-1619744E7765}"/>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8C690BBA-D2D6-4DC1-B7FB-67CCF2D9D302}"/>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AAA876F7-E48C-4674-B111-D12E2139181F}"/>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83812CAD-BA07-458D-ADAF-9C4801CA524E}"/>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D96EC3AC-8547-4362-A8B0-0A6F7FA915B7}"/>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C6BB7650-942C-4DD8-82C9-EEFA95692F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36623078"/>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8E88984C-29F6-40E8-AA72-D87E39B56D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7866546E-8973-45C2-B088-4866BAC7CD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4FBB7C73-1E05-497F-B01C-A0994CFAEB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364DDC2C-D18B-4BDA-9644-0881E8A232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0136529A-046A-452B-A8BF-38E4D74039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360464B-D975-46FC-9D13-18E530BC7B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4418AB46-44B7-4786-9BD9-FE1410D424E3}"/>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038406B-F747-45DE-BD17-7C8DBA7CD187}"/>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0A448B1C-0760-42C4-810A-528E78EE01D3}"/>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6633E321-31AA-4D60-AF59-1F851F16ED8E}"/>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1BC3BC-7D68-402E-ADFD-E3FACB25AE0E}"/>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3DDCEE08-99F8-41AD-ACDA-F727FD3F5AE7}"/>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4D3E532A-3E8A-4392-9087-114BBCEAB5D4}"/>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9214E778-82C9-4C10-9AC1-A13D34C43C7E}"/>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A8C518-FAD3-4E61-AD29-02E596E55EE5}"/>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4050A82-DCC4-4E30-8AD0-5B63F46311F4}"/>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B27533CE-D3C5-4EF5-8825-481C2BCE6F1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27B0C149-04C7-46B4-AA71-D0E76C598F0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A0EEF5E4-BA4A-4104-8464-C9B94298036E}"/>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796E3E6-F3AA-46BE-AD76-156E5AE5075B}"/>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459F61AD-8115-4827-925D-96B75F7049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516803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4EC3476C-182D-4B9D-A62A-8261F1DE9B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232FF827-BCA2-419A-8A42-88EB458204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27EC24CF-DF06-44B4-9231-9FB5923511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380A8A19-FA20-4A9B-B342-0D29E1A3F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33ABE598-31A6-4376-968B-1BBDEB01ED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040171FB-AEFF-4FA6-B276-CC6EDAB0A2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C338BBEE-BC01-4D8C-8115-B55365C896D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AE7FD50C-95EA-45DC-A9A9-420852FE2FCE}"/>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CC5CAC9-AB06-4EE1-BC9A-281250CD044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BA87B06D-2487-4BAB-9DD6-23633D11CA8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64FBA9F6-C97B-4045-9D31-84E9C7EAD09D}"/>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C7C6DAD2-DB7E-4923-98AC-11FD375C03E8}"/>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382C504F-2F73-461B-9531-83CE6F0342AE}"/>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1F948215-A588-417D-A7F1-D1D10526BA0E}"/>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E3B1EB2C-95DA-4121-947F-8A39A04AAD91}"/>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C6755C35-6D12-4ED4-A796-BBA153D985D2}"/>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A1D38246-3267-4592-A14F-5F4C9819CC8C}"/>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98CC0F35-4245-455B-BBAD-EF27C5B36367}"/>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D798A7D3-429C-4786-B6A6-F24FB6E27D2C}"/>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7F63F12-5602-471F-A1C7-5C0C36E947CF}"/>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83CBC779-2A28-44C3-8524-EB6257F50893}"/>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90B23378-42C4-46B3-9882-9734D3359D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754829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2D445672-D110-4135-8141-4F99E6208D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C4CACB80-9336-4181-B30B-E9DC514CF3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C39A046E-3804-4AAF-8668-5B3DBB92FF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3BAC048A-4F9B-45F3-852E-D5B4B9F2A4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C2173A83-55AD-4D94-84DC-225D6D57C9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CBA82BDC-E720-4768-83ED-F6872A5774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DC5D3A25-2DFE-406B-A926-37ED99A97108}"/>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A7515E7B-B21C-4E79-A4DC-E7B58B3DC730}"/>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2F75CBD6-4257-4EEE-9BBD-7E336DDE529D}"/>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01858E89-EB80-4C3C-AC63-8BEF0FA7FA43}"/>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EB63C73D-7401-4D9D-B28E-7E3065B37B84}"/>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5A85F206-3A04-4967-8C2A-B89E20998C47}"/>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F58C5582-3C03-46F7-AA24-45C7847F06CD}"/>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81BB6E09-C2F5-4B05-B356-52DE38E473A7}"/>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ACDE4946-88B2-4968-A033-7C446E50C125}"/>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9ABCCAC8-5C8D-4189-8B06-270307D5DD9E}"/>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0BF57A5D-F8D0-4ABD-80C7-E18E2D785889}"/>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12A2F6C8-15C4-4FFA-920E-679A80D15138}"/>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DB1A7C1C-84D9-458F-A112-29D9E019BF91}"/>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92B256B5-E9AD-42F3-9F51-F7788C6DB369}"/>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EFD268AB-EC13-4507-9FFF-76869B607BEF}"/>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AC5E743C-B14F-4EFC-8E0F-9FF8B23E17B1}"/>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DB8C41B3-5E5B-4E30-8153-A49DE8F96B1C}"/>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FD3FD76C-4AB2-48C6-8918-36EBD6D48446}"/>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98D97D70-E09B-463E-BEC4-6B8F67F58C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591075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62B18A19-A9AA-47FE-A1F8-3C2B238A8E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F079D584-798A-4734-A9F3-3A02A3B409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E1EFBF5B-0E13-4E92-822E-455BCDF203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B9FF3848-34A2-4B75-8846-AC1AD5E0F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9E46D735-A12B-4020-A159-DC77978988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770995CF-E0C2-4D34-8A96-BD1CFBC724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9A302772-0B2A-4DC1-A403-5C43F46403E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F511A66E-B9A3-44FE-A25B-8C1CF9F27B71}"/>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02D2FBB8-6A49-44CF-A833-D68A0FBF4BB7}"/>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41C5F870-53DE-467D-9780-F75DD5FEB03A}"/>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D33B09BF-46FF-4215-9A61-B816B7482CA0}"/>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0D2C045-B0F6-4AD4-9F7A-8A6A8AD12611}"/>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EBB33424-8A62-499F-ABAC-2D087918C7C0}"/>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34D99F9A-184E-4AF2-A1D7-436AF56F4A45}"/>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D2CF5759-EC70-40D3-9CFF-E84EF4C8BF7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D949BA52-1B77-4D2B-B111-497A3DF1B100}"/>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FEB47003-BA97-4490-92F7-8EE0ECFD7655}"/>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94737905-C677-40C5-900D-FC940352D4DD}"/>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069E8477-31A0-4FA0-933D-94A1FE356BC7}"/>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2BB6E95A-BC0D-44A4-99C5-839E39B5A23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AB3C06E9-60F9-49C7-8E21-F61EDB58E843}"/>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12C5A10A-D8C9-496C-BB02-594B163937F0}"/>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752D9EA7-8459-411D-98B4-A8E46CD5DF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037131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F2AD7FA1-761E-4CE5-9430-32A3A4160C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43E0C85A-1723-4A76-82A5-2A1703A251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7FEDCED4-7A4E-4C11-AE2C-8C6E09008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A1383E38-0480-43A7-BDC8-83ED7A9D56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99EFB5C8-151A-4BAD-8BA7-87826E34B2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F0D65729-2790-4535-9582-448528D710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9EF5A686-679E-4EE9-8549-B35595ADC3D9}"/>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A0736E8-3E7F-4180-9D7C-F14DD9591BB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505FF53C-1B87-445D-84C6-F807FBFAE1F7}"/>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316C6A3C-C5BB-41BE-A15B-3611EC85EB05}"/>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399D6399-0EDD-4770-8218-B4C3FB437D3D}"/>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3A03F0D1-B359-4286-BD04-90F22F64C40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04DF84A0-0C92-41A4-8B53-9E685539BE57}"/>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F2006A2C-934B-4313-ADEF-7E673A465FD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538DD29A-3937-4286-8845-01344EF5C538}"/>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F414E250-C59E-4C14-B5AD-FE2D9358F69B}"/>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5DA9883C-C772-44A1-88F1-8BAA43BE0225}"/>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AA0D27D9-569F-418E-BA29-33D20D8BFEEB}"/>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682D5801-F876-4DB1-B558-F591E8F52A0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199CACC2-18C8-4A6B-B05B-D1B60B6C1C0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C44A1D7C-CB98-4A95-827B-FA782E3410B5}"/>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4883E596-DE63-456B-938B-B08BDF2785EB}"/>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97A7BB03-CFCB-45FB-B4A2-A8342AD5C22E}"/>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A92ACB70-7072-4375-81E7-EC23468C47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956174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DD235AB4-04DA-4950-B991-86DD8CC1A6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B4EE7B6E-2353-4FDE-9ECB-603D2783FA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4755CEAB-E504-41E7-92B8-1FD05B9532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A891FA6E-976B-4B24-8A47-11B7BBB053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AD03E773-6CF7-40EF-A5F9-F5DD217647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142A3BA-B4C3-4724-B870-188182248F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8C3F28E5-F67D-45DD-9A5C-0FEC14D91574}"/>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AF759AF2-16AB-46C3-B4BD-01576FA05DF6}"/>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E058DF85-7612-440B-AEAE-7DB3BC89107E}"/>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EF9CE2F-36D7-4EF0-BEE7-95A27519B90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42BD4539-C06A-4B79-B0AE-B1C65883CD2C}"/>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EB7A43CC-9CBC-4FDD-BB9C-9190AD7C743E}"/>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7A90011-7C47-476C-AB3B-F7643BFE60E4}"/>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13364A-BEF7-4032-8853-46C456F31D0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6BC739D8-7D15-4692-8F9C-872AF03A7890}"/>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A12237DB-5185-49B3-A58C-2CA4223B0593}"/>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10F2811-1E3D-41AD-BCF3-28FBEFA836DF}"/>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C9D2CC77-2AA2-48DA-9519-C99E3CC0F8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7298770"/>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D086CCD7-6799-482B-ABB1-883179D11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5CD7CBBD-CDE7-4E91-8136-A3A8601C5E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800B8C3B-B1F5-4D2A-A79B-D6DC7F7BAE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5CCA7D3A-1B68-4BD7-B9FD-3435190CA6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E44765B-9F3D-489E-B9F6-3DD4C610D9E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8EBE2743-1AF5-40C9-B572-B8A8ACFFCB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1E54F9A5-BBE0-4D21-825E-63E85BD583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8E72188E-BBC0-49BC-A658-28E11F91479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F07CDBDA-4D53-4D0C-B220-311CD30D6ADF}"/>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DBF9193C-8FBB-42CA-BF5D-62CC7E7D7A12}"/>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2390E026-91F1-4404-A9E1-D30C6BE1903C}"/>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8F23F5C3-D908-42FB-B956-FCB2E02C6E5B}"/>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B71E3780-0A20-4598-AFDD-34DB33967B64}"/>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1EF81BE5-09D1-46F5-BF98-C6975A3F21B9}"/>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02CEF7FA-DAF3-49E9-9A5D-85767DFBDA3D}"/>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01E600D-CF34-4957-9ADC-1A1C6EB5E21E}"/>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CB963DBA-77EB-4278-92E2-0A672B82565D}"/>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0F55B7D6-1AD7-48E8-A5A8-AFC2CC4A3106}"/>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CBA2B38F-243A-4AC0-86BE-F6ABD07870DD}"/>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E313029E-6C87-44F9-B506-A52505C0EAA0}"/>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481E7ED9-9634-4DA6-987A-2D1A7DDE43E1}"/>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5294584-D80D-4E1B-BBC4-EC4E002B51FA}"/>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101F3B79-CE76-4F58-86D5-8A8F968BED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42038512"/>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20C3373B-F0F0-4115-9828-76F59B4B1B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C88780B8-4907-49BF-A421-9B963FDAB5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AFB5E4F1-B9DD-429E-8524-7C6706E89C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D1373910-A580-4E1C-A212-2505EAFF6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3237705C-A3B0-4678-996B-EB21694768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049C2BB-BFD1-4D45-A34A-D4FE68F237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BB4C4083-D912-4B33-87C4-F4F1F9A1B87C}"/>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E8AFC08-668B-45F1-98E5-3A4CA9364855}"/>
              </a:ext>
            </a:extLst>
          </p:cNvPr>
          <p:cNvPicPr>
            <a:picLocks xmlns:a="http://schemas.openxmlformats.org/drawingml/2006/main" noChangeAspect="1"/>
          </p:cNvPicPr>
          <p:nvPr/>
        </p:nvPicPr>
        <p:blipFill>
          <a:blip xmlns:r="http://schemas.openxmlformats.org/officeDocument/2006/relationships" xmlns:a="http://schemas.openxmlformats.org/drawingml/2006/main" r:embed="R30ba1c79c9b6435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F3B99F9A-6CCC-43CA-BB44-83ACB9BD9325}"/>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DAF7F6C4-9093-4158-84F2-CA4028488130}"/>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A875958-D6D4-4C53-B7A3-33AD156BF17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A8F754CC-39DF-4155-BC5A-6FD5353C59D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39BE4B5F-6689-4BFF-8E14-BAD1A2646DE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EA0B1199-4BF4-4EBF-B4C5-5CE08AFD37C2}"/>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4348C788-3AD5-4034-95E9-7369475D838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0D91C80F-102D-4B77-BEC2-01B4FB55876C}"/>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C859C02D-3D00-4172-BF47-0CDC6EE0461E}"/>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A2C4A90D-DC24-4BB5-A27B-C98348F372E2}"/>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C30598BE-C72A-4257-A142-F3539AB4E2A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948F59AC-10F7-49D4-8013-FE2A965EACFD}"/>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32C7112-3562-4852-B5B4-CC500D0B2D5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35C463CA-320D-402B-A79A-89865BFAEF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021885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0F4030E2-CA11-4406-9730-6FB8EF981C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8960E428-0BD9-41B2-AF1D-E5527CFD07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753F02F3-AD00-410D-BBC0-4ED4F592C7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E889ED4-BEEE-420E-A5A9-2945FC03A3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95A154C0-DAAB-45AE-AAAC-5510B1F505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5A64E9D2-B4C3-4350-83E0-D361AE4873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079FAAF3-E33E-437D-9FC2-FFA4F6AB85CF}"/>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31FF1782-46D3-4C57-B9B2-1183AED7A35B}"/>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A419FE25-D7C8-40DA-BD70-F4D8B9241AAB}"/>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C745A566-EB76-413A-BEFF-F21C579CE319}"/>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00DB640B-8FE6-4D62-B314-0DF4AFEF4BFA}"/>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5B452520-D06A-4C8B-8189-4F486E23220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1A56B781-B2EF-41F1-906C-EDAA6452BECC}"/>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B34612C5-BFBC-431F-BE7D-492BC80A65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3326594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06C5994B-F6B4-4602-9219-018240124D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4D6357A7-3AA2-42BD-BA6E-2ADCCCC543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1AF98C3F-035C-48D6-8728-1D90C84A48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D3486F72-9108-48FC-A784-F65177586B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16C1EC4A-1B13-4510-A97B-9817358C2D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481B196-6526-46B8-BB73-7CA5A66B85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A883D9A5-53E3-4EDA-8539-3D799B341D1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3F61BD85-C8D9-49F5-BA10-E330B6300D7D}"/>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7FECCDB9-8460-438B-9F78-7FC27C342490}"/>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CF27A35F-31FC-465A-ADB2-0BB912D220A7}"/>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CFDD72CF-6617-425C-89F0-5C5E021E1FE4}"/>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7B6F423-C038-4D50-B4FC-035E1BFBCCF7}"/>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05C91E91-BDBA-41CB-8CF4-4CF8E16D37EB}"/>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8CE807A0-F6C2-4A5C-A6BC-5917569DA0D4}"/>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CDA87344-DBA1-440F-8D50-A3382C023C9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BA943122-4E25-4B95-9FBC-C1869644587F}"/>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9E381748-49F1-41F6-91E4-B6B7A309AACF}"/>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D4C20D9E-DE75-4E0C-A1E0-112CF47F12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211478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3A06FCE5-BB9A-4F67-AD7E-1E17383A2B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0BD967DD-5895-4114-A96F-F1E0286931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18908940-DEFF-4231-A04E-2686ED42FE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65178416-FAD5-4A17-92BC-500924E638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064E6F60-C4CB-456D-A3BF-A5298FB56E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47AD4A5B-30BD-49A9-8F8C-4DF933A7A0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6A273DF3-4BC8-496F-B23D-6A438F7C2609}"/>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6B7381ED-E537-421E-97FD-0B2189506886}"/>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755F1F87-FB88-42E6-AF69-3CA264C129B6}"/>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FEDBEE37-779D-4553-8FBB-311CE140A275}"/>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A2930C8-7564-411E-B8CD-3582CA06567A}"/>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6C1A868F-EA63-4456-B6BB-A8AB43918839}"/>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8CE563F-9343-492C-BA34-1B390C5A32E9}"/>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B4649323-253C-4527-AEF8-6188AC656235}"/>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CAF957E5-C91A-4E82-8FE7-0F659B65ACEF}"/>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26AA540B-DD2B-4887-B2FE-6772FBF008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153582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DB5DFFB4-1ECD-4306-A8FA-796FB9DBDB6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05E333AD-AD91-43F9-8724-A62820CE2B5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614ABC4C-FC62-4522-82FB-D0A36E9D0B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AE30BDF7-96B5-4079-BF6A-A333F044B06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3093E82C-C8CD-46CB-9D39-28CCFF2A741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BFBB5A1A-CBAD-483A-AD5D-3E69F08734AC}"/>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FC4EE35-CE3F-4A3F-A3B7-D7E378E11527}"/>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8058240-32FC-48D4-9BB3-083D200B42F7}"/>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8EDFB7B9-D475-45C1-AF52-6F1178D5461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47375FFF-5AB7-4655-9589-F80405E4BDF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C71AA8D-21D6-43BD-8F3C-4DF893DC1E56}"/>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1189742E-6EB0-4A0E-AF23-B488A352A72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ADBD721-A5BD-4B51-BCBA-B990AEB24987}"/>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36E8202C-9113-4794-A4BD-BEE5EBB10EC2}"/>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635941F-AD99-4D66-B089-9814FC22FFA0}"/>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BC23C0E7-E615-4381-A1D2-F14CD2D11BEB}"/>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3E9BB26-CFBD-48BF-948B-D955D345BA7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CE7DBBA9-CC20-4E99-AA57-E5954539ECC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2379D3D-3A6E-46F3-9D17-732B99CB9E5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9CAC492-071D-4B8D-A678-EA228E8F3B8A}"/>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C18E20B-3269-488F-A8FB-ABA58AF2042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69D5112-C337-42CE-99D3-2AA57642A4E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B64B7FB-33BF-44FC-8BAE-98937D99B1BB}"/>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2123295C-92AC-4515-80A5-9B407F3D772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766AC152-4B73-4977-AA2E-CEC9C45487B7}"/>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B77D33F3-78C7-440E-A8C1-0754C40BCE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4D093906-1EAE-478F-ADEE-2FFB6B0E36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6C402CF9-3027-45CE-9E82-CD6A6A3E8C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447F9DC8-0397-4801-B85C-50C774B565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96316547"/>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EB3B3108-B534-4F93-B942-0D35FBE54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C6C64C30-6975-441F-BEC6-D161824B2F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C8CDC507-07D5-47E2-857B-2D45CE7661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B30F4775-1141-41B0-951F-7C0BB816F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0B6761DA-EF73-4BAA-83D4-437D1167CE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032A032-3A61-4FF1-A919-651967E88F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1145228-0BDF-4758-9077-EBB0039BF688}"/>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3663CE45-4CA2-4FE7-A53C-FC06014CA95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BD2D5A43-C515-41A8-852B-7B06F6C912A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70658FDB-B667-4DEA-8532-515F53E50A82}"/>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E074E14-048F-47B9-A616-94BB8EAAC68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A406079C-A294-4BAE-BB71-E4C996E3213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2723C6E8-7F06-4AF3-BB18-788A9A36F57D}"/>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375C3A5A-11F6-40F2-91D1-A20F1E2A0639}"/>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87D45D0-14E1-4CEC-8971-B57F4EB789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41916201"/>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DE15B7A0-8A9A-42D2-AB4E-F8E5D05106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565C883F-FA2F-44EE-A025-CD8393C8E0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E1157BC2-960E-4F05-AEF6-CCF66209EC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F08CB4AF-95A0-45B1-B083-381856022B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73A906EA-4EFD-437F-B833-1AD71513BA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119252A3-9D8E-4BF9-9D69-0DE89EC188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74C8F877-3A4D-47BB-B023-1E80AFF7302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8AC130E2-F326-4AB8-AA8E-9D38782C3F08}"/>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8C1BE8E7-6E8F-4D3B-BC2B-E3C23FABFE09}"/>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53BD3947-6590-41BF-8222-EDFE2D990978}"/>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F494DBB0-7BE5-438D-AF5F-1F736F9E17F3}"/>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E93214B2-434F-4901-8F29-113AB70E271C}"/>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BF4F9B7-74EC-47EC-A305-133FCDAD7A70}"/>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E583457-E531-460B-9637-6F759F2725FD}"/>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4F3BB87F-9A18-4B89-A2C0-93FAFF9E6166}"/>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625C8665-59F4-40B1-9C35-D098A0A9A00A}"/>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0B1B382-42A5-4635-A1CF-E2606E4A044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736CF4F8-A43D-4C43-8036-248E135C70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4321432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0724897B-A92A-458F-B175-4AEFDDAE25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AD0DAB01-8F65-4647-8769-26DAFF9E36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C0380DDF-E133-4B44-A70B-4B885521E0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A69F917E-E36E-4892-B454-685ED56BB1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162373B2-8B00-4D2D-98FA-BD38B3848B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A328084F-DB86-4CF2-BD58-F5A6169689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5DFA4C9E-FADD-4132-8A2E-2C6125E3DED3}"/>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3262B745-D10D-40D4-B829-3D14DA7ADF7D}"/>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E0D0D044-9E44-47C0-8726-51095451F0C7}"/>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7EFFFDEB-4413-477A-8D46-BC2334C60AD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7CB63D0D-F400-4BC9-9026-21FDD52AA1D5}"/>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1C55D1F-23B2-42B4-878E-C1AA7C23CC61}"/>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862393D1-1E6F-4ADF-9CDB-A69C68E235D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CF94F9FC-2957-4C60-9DC6-EB92ED1ED86C}"/>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FC2D59CF-F246-489F-998A-654EB186B3A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DFF22C06-1EEF-4E2E-B4CB-6385FB46F2F5}"/>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CC5A614-FEFA-4961-A9E8-D89F4E97EF98}"/>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6518EB00-A451-48F6-90DE-086F6C91CB5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4D2A12FC-682A-476C-9202-97106054606F}"/>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C23EF2A7-DDA8-4D5E-AA43-13DF817BC9D4}"/>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960D440B-CA7D-4FF4-9504-95FA0396623D}"/>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680C6BA-F622-4C96-B796-FC6D453EF7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146919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89ADDD01-0299-4BFC-A433-7C679597C6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B065E871-E9C3-4E30-A2D5-D974A50FD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D196E301-723F-4B07-97ED-FAB6499E16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3D97DCF8-E2A2-442F-BC13-5BC70B167E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BF80E0DF-2DD6-4500-9E3B-FA74798ED8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A54CE11E-AA26-4029-AF75-B34A324EA3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DEC79FF6-986A-4149-A5FF-A70157D7C326}"/>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D514A252-0917-4C04-ACD0-04EB9513F9C0}"/>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DEA7D59A-9143-4EB9-BF59-B91BB9D8DA9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63D82F1-785C-4F9D-8387-A5E13CE924E6}"/>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58201B7-1B30-499E-9F7A-C4966C634CE5}"/>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CE2884E-02A2-459D-802E-1C38AA75B213}"/>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AB9171AD-3659-451F-8425-4AE7E87CA079}"/>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E231227F-A5D3-4003-99A6-0A6FC15A07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316462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1A4E5DA9-A976-48E1-8C09-81D1C849E2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7963A489-2401-47A6-A613-E8F04EC725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1B25FFAD-8150-45DB-8CB4-781B4EA19D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E55A113A-A6FE-4168-93B2-D22FBC9A3C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5AD17E4-5BDA-4AC1-8039-11396DE7B2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C6FB78A7-8319-45B7-87AB-43B6541BEB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E21C6CD3-EDC1-4840-BD66-54FF49DDF3F1}"/>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932053E6-AA1A-4E60-8D5C-94119E7A6DE3}"/>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F0877D8B-965F-49C7-80B0-702D0CB1973B}"/>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B5722F30-6521-497E-A9FE-D4E408927CA3}"/>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F1D25268-1E7C-42AE-8990-2F7C89C37D90}"/>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F9D609B3-DB7C-46D4-9793-845FAE9CFFD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CB059190-2EF5-49F7-8985-B9794D7301B1}"/>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4D9DC5E5-67BB-4AC8-A5F0-9D072AFC915C}"/>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4F097E0C-2441-49E5-A34B-98D23F1717F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5A825DA-7108-4BD1-86C6-3CD17383A4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55286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9A5529A8-9965-417B-87E1-14EAC41184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823CCB7D-0DE6-47E5-B2B3-C64234FA21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07E368E7-521E-452B-85A3-A03AAD5C08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59C76FD-899E-4F87-A65A-865C589ABC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7977F90-8EF2-4525-AFCC-CC2E493412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9DE7A89-BEBD-4331-A1AF-E2DB158066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A50DBE85-150B-424F-9A78-A77B21572DA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6A217B4A-6072-4ADE-B018-917D01DA4028}"/>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36AA287-10DD-43C4-BA56-072C472E9AB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9F1998F-A41A-413F-A5E1-7E108521680A}"/>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12EFC118-89AB-4281-A904-AAE0C10B072F}"/>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AF076C80-766A-4E02-9DA3-E51784FEEED0}"/>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492A4172-A9C5-45FA-9B99-98C3C3A8B510}"/>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DCCE0411-85F3-4526-B87E-7C9704135F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8697835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9503E2C7-B69D-4126-BEB9-4FDD1E0F2FE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9BED0EC3-0964-4869-B65D-10C18C1FA11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8CA97772-45C8-4988-A695-0FB470D77A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A19816DA-28B3-456E-BC9F-509FA0089A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28F31E1E-223C-47FB-94FC-4AEBC6C5FA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1F223F1-A44A-4547-A4CB-2E16959994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85238AC-7CE6-4F0A-B070-6E202D03926E}"/>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1B91C9A-FF7A-42AD-A01D-FC6776A3BB4B}"/>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29F0480F-B594-48EC-B67A-4343E2DF4033}"/>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F9516835-3516-441C-B8F7-EE4BFFD60E21}"/>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C10E9569-D642-48CB-ABA9-954BB31A820B}"/>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DF198B05-E424-427D-ADFE-2AA8A7EE810B}"/>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50C9716-E908-46B5-9045-BD3F6C36FD07}"/>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150C4143-B95B-477C-9153-00EF960CC3C4}"/>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CDD1AD44-BFAB-464F-ABCB-6878E7C96C15}"/>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53CF2CF9-703A-4A8C-BB23-6C403E95D31E}"/>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5A496A4F-20AB-4113-A96F-94DDDA6F1EF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718E8DEC-350E-4A5C-B4C9-FCF5F9A8E831}"/>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98A652BC-6864-4B7C-9BBB-321760170A3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8F1483A-B1FB-4646-801F-2411954C171E}"/>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3F04D8D-01C4-4054-AF34-99E40682E7C4}"/>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7A4582BB-0E0F-493E-A11C-E8924B2DCA8E}"/>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695D9AC-3A7E-411E-8ADC-E867A60C3BE5}"/>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3B64287-A488-4382-9045-F1BA50E8F6A6}"/>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738CD295-D725-41F0-A82E-FA21DB2CFA7E}"/>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A2119E75-57E6-4B20-A375-A6AB58DFF74A}"/>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B8638D0A-0F15-4ED8-9C41-3E36271E87E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64DED75A-EF52-4C9B-BEFD-898A0AF9B80B}"/>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AE43947B-FBDE-440E-8768-461C7C830B88}"/>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02CCE2E2-1E37-4BC9-B804-1778A1840DD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60594CEA-6096-489B-90D1-AE23FC3423B3}"/>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F98EF8D2-1DBA-4802-8F8C-7177631F76E5}"/>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5E4711CE-3FED-432C-8607-BA7CA8132A3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6A9CBD0-B35C-4BFB-90C0-D06AA25B81D6}"/>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6ACE9370-3073-4B43-90AA-D04C589A2277}"/>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F3A54166-FB84-440C-A504-E99AE651D56D}"/>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A1B461C4-C8F8-4AED-BE61-07D6964C78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567928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2EEAE4AA-5A06-4E5A-99A5-64FC968C66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FC6CB96F-2D64-49CA-9D09-1250369A68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61B53D76-0765-4760-967C-35C5FBB3819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C56BEA07-502D-4162-A6E2-847BA8BB29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C0EA850E-ED51-467B-AD9E-37CB46FF1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3A212F0-3E68-4AF8-A718-C7B5CD80AD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2C05D6CA-E121-43E6-B337-1032B07F164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1A88593B-A6E7-487C-B771-4717664144CA}"/>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822957F6-1DCE-4496-A7FE-D00D2FF8153E}"/>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55A7503D-E278-4269-B6C4-24EF5631806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294C4BE-7B20-40F8-B222-2F54986E73FC}"/>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9FED5C8-25E4-4DE0-B68A-2611B942E16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5D1C7BDF-ECF7-4BE0-89ED-E35D3726B3CE}"/>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62168A0-BA19-4256-AF9F-733E09BAC260}"/>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4F14F371-76DD-427B-983E-2DA9F59D338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0175F9B4-FEC0-4E6C-AAFB-1DF9DFBB8F91}"/>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235EE057-43E0-425D-9252-274EA01D06F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6F69DC24-9581-4430-B817-552848B0CD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4675163"/>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7184CBD0-589B-4DBC-9925-594C016D623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3280E0B8-7CAA-4365-903F-5D5469407A7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DE7D4124-1FCA-4CD3-9C7A-A6937CC03E8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079ADB3E-2F02-4A0C-B6DC-C91350A9F2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52A424B9-1211-4BA4-A63F-97EE523465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5BF9BBC3-1525-4645-BF93-B321226482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7F2DD250-7B7D-49D1-BAB4-374873EFA77C}"/>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FF3ADA66-35A5-4CC1-B9FF-0F636A7298D0}"/>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E6B4A8D-EBFD-4020-85D3-37E84FBBCE73}"/>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48773E2-AA72-4005-A35B-934040D1A487}"/>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4937A3A9-CF84-43A8-AFCB-77E6E180ABBF}"/>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CAAC8975-540C-448B-B2A2-87B82C96DD8B}"/>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C43EEFBB-1896-40B1-90C7-2D8C4BEB890B}"/>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4F9B4773-B9C2-49FF-A44A-24C4AF4BA6B9}"/>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7D53A1AA-944A-4464-8C26-C6BF33517F85}"/>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EC77BA2D-009E-46CA-95B4-148AB143437B}"/>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837DFD7-083B-465A-87E1-0FE15E5678A6}"/>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AF167D9-33EA-4417-B153-FB393110385D}"/>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4B959FF6-FF56-4E2B-BFF8-25EF36B9BCBC}"/>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B45C93E-1933-4523-BB8B-37FD32381CB1}"/>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B0F7E65-7638-4F41-BBC3-3B0B33B0E34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6A79013F-957A-4C62-ACDB-2FDA0018CEBE}"/>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016E53FC-D90C-4698-A534-0DA8B42F77F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46255028-97D4-4ADD-8F15-C7734491FD35}"/>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F1A47081-0CC9-4053-A7E1-40B3AD9DB23F}"/>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0A8E322B-8D19-48EE-BB33-61A353B25591}"/>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8EEA2E5E-8D89-4E82-9AD6-7193365B4B7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8A0BB43F-54AF-4733-9F1A-147637692EB1}"/>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CE3AA0F5-7622-4033-8859-EDC2B78F1549}"/>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FFF89A44-9460-4702-A169-9D4997076B09}"/>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B2121E25-B3BC-43C7-AFE0-B5523E180897}"/>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6A63433-5775-4C5E-A2BF-7CA40C6FF029}"/>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760F538-5839-4175-A5C0-6E23C2581BAC}"/>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1747139F-AB75-4E61-966D-F1AC6E436598}"/>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3D5F35B6-D99A-43B1-A39C-FD2A5C2E133A}"/>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34029B14-6930-4B08-A22B-C3DCA5A61285}"/>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89BE938-3809-412C-935E-3D77F3BC3E54}"/>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C911CC5-1513-418A-A742-D7482136F0C6}"/>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2EA7C16D-C9AC-423B-8D39-07807C8330F2}"/>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0DC0ED96-7DC2-4BB4-ABB8-3A9F82D5CB49}"/>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078AFCA8-D8EF-4068-87C1-1746AF7F1C6F}"/>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634F1F70-941C-48C3-B60D-473EB197EB78}"/>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D3527879-C79D-4384-A63C-733D7B3AC6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0433817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7EA4F1D8-C0DD-4453-A36A-9B63BC76C28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7303A12A-8C22-496D-999B-E6CB9B210C9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3CA9AD2E-750C-4671-A124-3357C84975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EE31C6CF-083E-4E82-B3A0-F95653FF2F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B4F6794-4711-430B-9D59-0DB091F79CF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81646221-0455-4420-B648-49281F515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97DAC9AF-D70C-4B73-92F8-9B6E97D903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D33011D9-BA1B-4257-BA15-F7C7290061E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3EF9FA24-40FF-464A-A748-09D14AF10BE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A5B963A8-3C2B-498F-9D8F-E36D6C571E2A}"/>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87C6E5A1-424A-4596-844E-953A0F809B93}"/>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ADAA5584-17FB-49C8-8D96-993A850C744C}"/>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F723A101-0A70-4348-8015-CBFEE47F3982}"/>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FC69E33-B7B7-41B9-BA67-05C27E34F37D}"/>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A818FA98-71A0-4F16-9AD0-8287BC992E05}"/>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75F3A493-B6FE-4277-8EE6-221041002E93}"/>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BE5FE69F-823D-4172-8F5A-72C520BEAB4D}"/>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F565BF30-A1DC-4532-AE22-60E6A580FA4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7581E549-B99B-46CC-BF6F-E806D018F304}"/>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E414FAA9-DB39-4791-A056-9FDDCA5BFF89}"/>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02293EED-3B59-4D8E-9C23-C1062E655F0A}"/>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9110DE08-40D7-4F73-939D-A0BE658D56F8}"/>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393ABA13-0519-4616-8CAF-EDF47528F95C}"/>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ED6D804A-EF05-45F7-8A94-7058CEB326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45937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10E085C3-36F0-48F0-9007-AC2C017E0C0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7BFE12E4-CD2F-44A7-95C6-EAF46B241F3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EC71583D-AA88-4745-B84D-4D8B42A773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64B143A8-C59B-471E-B863-37BBB5C809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0410399-B79F-4C42-8AEB-5341EA5101E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BA9ECD1E-0CEE-45A5-B858-E31C932F50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BEAE7839-F764-492F-A36F-546ED7015B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3B5CFC36-ABF1-42B6-9019-4E997D795FCE}"/>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15DAFD57-B598-48F5-826F-EDA4A864A58B}"/>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E5DD8C04-E81B-44B9-9798-5E7EE7F8B02D}"/>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D14575DC-9943-4322-856B-7E89C2A3101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5F438FFB-DA6F-466E-94F2-B8161B7AF2BE}"/>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A0EDF9F-5A1E-46A3-BDD6-D3DCFB75CE9B}"/>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EDDE7802-FDBA-4699-972C-20EDA58BCB29}"/>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DC104309-44B9-4C59-BD59-1B7EC1145362}"/>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1EF5D671-8ED6-459D-8FD4-53F10035A65F}"/>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F020AD3A-6149-4A4F-B7F8-7CDBE08188AF}"/>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0E80A6AB-7F84-4C75-B9F6-D58815FD01EE}"/>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DE64585D-E43B-4750-AD08-55153277B0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3808029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88187196-9F6C-4C95-8A63-C53F6620AF7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CE8A8080-A054-4153-AC08-3ACD56475D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CA1DE3C7-A9A1-46B9-9C82-82E6665F5D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507164D8-A378-456F-8B10-2E1D60917E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8CA1841-4691-47BA-98DA-F778D4A9E0E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D1A3C389-FB99-4468-B77E-CE088D9A9E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C7999D84-45F3-4E96-BE1C-EEA076F2DD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C541A028-A4D4-4374-B610-62B0BD3BBA6B}"/>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9E3517E-7FFF-442D-AA5F-2BE10E6FF2BA}"/>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7AABEAB9-A4E3-4859-B9B3-7786E034D942}"/>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A6D40C61-EE0E-48E2-8964-F813E49CB502}"/>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53DEBE5F-94BD-416C-B4BE-C0B051C09487}"/>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26F3E9C9-61E9-49B0-B3B1-1998B33559CE}"/>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618B75-92FE-45EE-AFA2-1E058B89C246}"/>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582A35F2-70AA-4BCC-9C6D-CC01902FFF00}"/>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002ACC7D-FF67-431B-9FED-A3EFFB1D1386}"/>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1CD01D5A-C1E9-4552-9BAF-06ED7489D843}"/>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CC7DD02-9892-4ED4-A168-967FBE1A6E4C}"/>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2E811655-B1EF-4DB1-A890-77C0715C14FB}"/>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A8C94E0B-D163-4661-94D1-247457FB2D68}"/>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05BC17F0-2C36-44B4-9E15-211D3303B5C2}"/>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954E6440-7F49-4EAC-84D0-C1569EED09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6896250"/>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A012B3D5-8B02-46A7-89B9-73212D0AA8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07E71BFF-12D4-4A1A-8CC4-CEED81781B0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CF6A9852-1272-4347-A086-A018044A70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295C2C38-3C4A-4D08-9284-1B49920205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F54F413-CA52-472F-BD67-E5503B25176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5126BA3A-AC22-489B-A97C-37F340214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CAB6B82-07BA-4A08-93E7-B6171B2753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3BD931F-81B8-45EE-B11C-5E7E06E5D952}"/>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8148C8D-9FC3-4BD7-8690-7F1C51A378F5}"/>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63FC1340-7314-47F5-B438-5963903595EA}"/>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2AE1013C-9ABF-45B6-B0E0-D7BDC5047704}"/>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90E90200-69B4-4FFD-AE3E-C4CDBB2E601B}"/>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1C4BA232-7A97-4C6F-A0E0-13AE70ED3B60}"/>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2B9C337C-6C68-435A-B21A-0E2482DF965E}"/>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8D05EDF0-F3E5-4348-85C5-9489088F70FA}"/>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D8D98168-4581-4F40-8036-67AB2E0C8FA5}"/>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3D8CA984-F9FE-414B-AB9C-E7B7E7DBFF5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EC84EE86-5D4D-4C57-BD4B-39220122D8B9}"/>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9EC5B02B-E9D0-4076-BCCE-FBA6CB782AEA}"/>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151AA78F-4C73-47EA-B4B8-FE54D6FD2882}"/>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2EEC7889-D896-447C-8578-4D5E15C7B14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F6BF69C6-EB01-45E5-A465-6C29F4124269}"/>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66405D76-304D-457F-8826-97246C1E460E}"/>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0DABEFC-234C-4E7F-949B-8C357FFBA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0414537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75127D5A-D0B9-4F33-B219-85D358E694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F5C2651-BBC0-427D-A347-DCCA034AB8B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CBC40914-F915-4066-AA19-7C941CC54E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FAE5D03C-B94A-4824-BA0C-BFED66EA29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4164691-2554-472D-AE5B-486DBF50845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31C1658B-BF5F-465D-AD2E-DCFD38C8A0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2F3E2CA1-F6C4-45F1-BD4B-A5C77F4DE4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84BD5A1-556A-43A2-B73A-D950248762EC}"/>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6AA9D995-6FFC-47B2-820A-17142E621103}"/>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FA21419F-51A8-45E1-A62E-08595CA8FB1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B529B9A1-9A60-4ED8-A42A-E599886537B9}"/>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CB20540-48F1-4F06-982D-D826D7E93B4A}"/>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A6BB6CDB-1FF9-413D-9F77-37ABBBF3BAE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EAB9AE65-8110-4A3E-8BC1-AD42D49C2AE8}"/>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0E0320A1-1F11-4D34-8196-BC32D5C9FD24}"/>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EE4A03C0-385C-4D6E-9626-73FC6F1919A4}"/>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E1B3E082-2EF6-4FD6-A53C-571D965266D3}"/>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CD417785-3F6B-45F6-8441-7C024B055605}"/>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87480E16-0D6F-4172-8341-99945E3E50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74041698"/>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A3200AAE-AFDD-474A-B056-D4327A0677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9A77AD2D-FAD7-4F2C-B8FA-6B70237419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BCE0A6F3-A6D5-4870-8370-4F0E364F448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03CD28F-1C71-4063-864C-12797E726A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E282E533-6E54-45B0-819B-850E260136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F147603-7B44-4D31-B005-A3C8CA5585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89D24EF-AD66-47B1-94FA-29CC7D3561DC}"/>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6C7F0751-9712-4B44-996B-46E87C75AEAC}"/>
              </a:ext>
            </a:extLst>
          </p:cNvPr>
          <p:cNvPicPr>
            <a:picLocks xmlns:a="http://schemas.openxmlformats.org/drawingml/2006/main" noChangeAspect="1"/>
          </p:cNvPicPr>
          <p:nvPr/>
        </p:nvPicPr>
        <p:blipFill>
          <a:blip xmlns:r="http://schemas.openxmlformats.org/officeDocument/2006/relationships" xmlns:a="http://schemas.openxmlformats.org/drawingml/2006/main" r:embed="Ra9c1e71ebbfe4366"/>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A0B0425B-02C1-44B4-8442-60D5012A7F4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84AE61BE-AF28-45B9-9EF1-4C0440876D0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CB35667E-E0FC-4CDC-B629-7373D23AB934}"/>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7E0B6705-E90A-45C1-9A9D-8BAE4B0DF9F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38CEE6E-16B4-4D03-850A-2249A64CF0F8}"/>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8297A18B-0277-4E36-89B0-37AE15FDBEB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59A9C58A-5C76-4EC6-98F7-00B95E873BA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93A5A9A0-94A1-4D57-8D88-E1575F05C2E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832F2694-3EC3-48AA-AF0E-3AB220AE767A}"/>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8B912D3-6C4D-4879-BDB7-8AD35AB9DC97}"/>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4BC4756A-BBEF-4B82-869D-96B16F8994F5}"/>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30B1A300-A40D-46B7-BEDC-F8D2E1F1D19B}"/>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9D3AD89C-E322-48D0-BDF1-57FFBA2243F1}"/>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9B4DD90-8C83-469F-B9D9-80C4CC9BE66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BF8E4BE5-C43B-46F8-B43C-9A69B07927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16344238"/>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531DA9C2-5285-4699-A2CF-E6431827A1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A115659E-FD70-4658-8DA3-0A2DC9A2440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41488579-3B54-4F32-A52D-2873FC4474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361B52F7-3642-40FF-8BF6-AE0F8183E8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B9B6A587-6EF7-4D72-8BDB-32FAB89FEF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628C0DEF-5AC3-471C-9947-2C4EE5A5B2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971F049A-6C13-4A6B-919B-86D9F1DB1253}"/>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867719CC-90C4-4BC6-BB12-30E0EA483988}"/>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59D2E28-1031-47D8-A931-CE49B7883C3B}"/>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D4097A1-951A-4270-82C2-5B3FC2927597}"/>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AF07CE2A-4740-4CC7-A594-DD8942FFFAE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6479B61-D153-4A95-AC94-4CC481A4EF02}"/>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FDF24BCC-26B3-46E2-BC16-32CA8A57DEF8}"/>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3BC73ABF-E8E7-444A-891F-07002BC9F22D}"/>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6B1EC0ED-B614-43DD-AF40-F11A379F8362}"/>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62AD8F9-19DE-4BB9-9550-8B839DE0B5E2}"/>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BC242A41-C4BC-4868-B5BA-C2D564C909E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4E7244E-4389-444A-8300-985F806517A3}"/>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687C005-6C2F-4053-B100-6FCE6930E38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A253064-FE95-4BC3-839F-F30F0313C8BC}"/>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3D95C99F-F191-4CE9-B098-C2867F8B532E}"/>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39F2844B-1EBD-4BE8-A7D4-243267D432F3}"/>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B36C466E-61CE-4038-997B-7920799E59E9}"/>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B9C423F7-DD69-4C0D-BFBA-0CA9E2882997}"/>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CBA1E11-1D42-43AE-A382-E0A8BA655BB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916ADEE-160E-4C27-83A1-C0FA9DD44812}"/>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AFEF1441-E6EF-453E-911B-793C3B54BAB1}"/>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1DC18412-5520-4AC2-A848-938906929F9E}"/>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903A4671-8121-49D5-BCF8-9099E17FC0D9}"/>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79876069-EDD1-4D83-B1FE-7F64B0F7B8A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2DE76228-B7A3-460B-83E3-E5F563C10E79}"/>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E45ACC40-F848-4E2C-9031-832C9A24D4E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5B439B19-3D9D-4D9A-BD26-2DA9B08D79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25506775"/>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A2F4C868-8266-412E-8F01-EEC940F4A2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23ADBCBD-9C3B-4286-A8B4-0CFDF1F2A3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896ACA67-C6BF-4FDD-BF31-2944828F6A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C5269DC2-A345-490C-90BC-737F467D20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28A67F2F-CF85-4ACD-8BAB-C0287705F0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D61B4696-3CB0-41DA-A64F-0C6B1ACED7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6F034CB1-ECE6-49A8-BDC8-2DD9174C81D0}"/>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AC943943-C2FB-4694-AD6C-899E7A375F1F}"/>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C288D159-4076-459D-B892-7FD6B770215E}"/>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6FB665D9-3A1D-41E3-BEA1-AC939A0D55D0}"/>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69A7182B-6E42-4F3E-A5E6-8F5761FF2189}"/>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1136106-E458-4CD7-9CC4-1F07B532187F}"/>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DB2FB9FF-5AF6-452D-9EDC-703AC2672A51}"/>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82A6C416-14FE-45C1-82FA-2D874598A928}"/>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0CAA80F5-A58F-4560-89B3-2D2FCF6D298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BDBA109-10CD-4CD3-8DB0-07B10A6B453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6F6B2A2-8E0A-4879-B945-AA7387339E26}"/>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121DB995-1C8A-4636-A3C5-596E6D70DA11}"/>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E55B1FD0-74A5-4CF5-8C46-35A5E81F464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88DAEE4-D0EC-434B-A738-D22917DEC69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6AD03378-7B01-4C41-8D9A-35AAFBD889FE}"/>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7B58504-D301-46E1-B206-07018CF5FFAB}"/>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760F75B5-9BA8-4566-98F1-2DCC99A44DE5}"/>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49B6DF5A-F6C4-4857-A3EC-ECDDBF143E1B}"/>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D26045B8-0589-4AB6-B3A5-9A1AE148A8B0}"/>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9F993559-965C-4DA5-8E45-739FBC1C6F1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35139F67-CB85-41B8-A2F3-010D1B0395BD}"/>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56EE0EE-3636-4D02-BE27-D32F0354DA19}"/>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2AEFC23-5BF0-44A1-A6C3-716322648872}"/>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5FF7605-2DDC-4775-B4F9-6DCA6E0778D0}"/>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905E6BCD-75C4-4F4C-8337-856C0568B561}"/>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4E6CCA6D-22EB-4039-BFAD-F8A7B9650AB3}"/>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2F6C92B0-DB38-44E4-8E68-1B666FDF9D71}"/>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E108D57B-5427-43B4-9B0E-577A35EE0D18}"/>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16C5B7A4-A492-46C9-935F-12079292292A}"/>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344A0F1-6762-4A1D-8D26-B9767D0D92C1}"/>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95F9818C-3448-41B7-BF36-61E271BDAA1B}"/>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70DDCFEC-356C-48D3-913C-220D69296F1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EF406E7-44DA-4F09-8F91-1DB00CDEA6C7}"/>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6003664D-1310-4010-8BF8-EF1B55B7E053}"/>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D2F0072-392A-4F8D-BFE0-8E02D16395D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44BE1F6F-4A1A-4EEC-9295-5DC4B10CC689}"/>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32118E3D-9C9B-4EB8-AC47-0B824E5FF4B7}"/>
              </a:ext>
            </a:extLst>
          </p:cNvPr>
          <p:cNvPicPr>
            <a:picLocks xmlns:a="http://schemas.openxmlformats.org/drawingml/2006/main" noChangeAspect="1"/>
          </p:cNvPicPr>
          <p:nvPr/>
        </p:nvPicPr>
        <p:blipFill>
          <a:blip xmlns:r="http://schemas.openxmlformats.org/officeDocument/2006/relationships" xmlns:a="http://schemas.openxmlformats.org/drawingml/2006/main" r:embed="Rc9ff43003bf74199"/>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ED112B2-0E87-45DC-B844-1092D0B285E5}"/>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7B2B729-4D11-40D1-A5CD-9648911F9BB4}"/>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67BAC800-97F8-4E61-B9AF-9B2C3B338366}"/>
              </a:ext>
            </a:extLst>
          </p:cNvPr>
          <p:cNvPicPr>
            <a:picLocks xmlns:a="http://schemas.openxmlformats.org/drawingml/2006/main" noChangeAspect="1"/>
          </p:cNvPicPr>
          <p:nvPr/>
        </p:nvPicPr>
        <p:blipFill>
          <a:blip xmlns:r="http://schemas.openxmlformats.org/officeDocument/2006/relationships" xmlns:a="http://schemas.openxmlformats.org/drawingml/2006/main" r:embed="Rb661e18b9b9c4e91"/>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5B534283-0C1E-4D61-AA73-2BB3A410A8C6}"/>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08A4FEB2-2CAA-48A1-AC5D-D7F8DE96A49C}"/>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998D241C-60BE-44C7-93EB-2320317C0006}"/>
              </a:ext>
            </a:extLst>
          </p:cNvPr>
          <p:cNvPicPr>
            <a:picLocks xmlns:a="http://schemas.openxmlformats.org/drawingml/2006/main" noChangeAspect="1"/>
          </p:cNvPicPr>
          <p:nvPr/>
        </p:nvPicPr>
        <p:blipFill>
          <a:blip xmlns:r="http://schemas.openxmlformats.org/officeDocument/2006/relationships" xmlns:a="http://schemas.openxmlformats.org/drawingml/2006/main" r:embed="R0a16298be46f4f45"/>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BC3AD06D-2D38-4237-B298-98B1AC9AC523}"/>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AC205013-72AC-45AB-A35C-8EFD9FD355BC}"/>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A5B51F8A-1F12-45F2-BFCF-6991E97B6B83}"/>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37182FDC-86B4-4C5F-8B27-89168781AA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01904924"/>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422E7F79-7767-41DB-8FE9-D7F9B4A1AB7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FE5FBBD7-61F8-4CA6-A570-6164B690122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1C4255EF-27DE-430E-B621-BFE0520156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1DDC04F3-DCE1-4DFE-A0BE-6E745A0469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2EC5B049-782D-40E6-8777-11A9C0BE7D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9EAB6995-A538-478F-BDB2-40FDEDC9C8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D093394A-5F50-4B1B-88A1-56ED5892A9AB}"/>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BD7B8E17-8F01-47EA-8078-4CDACF8D8ACB}"/>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EC68D885-6021-4062-9170-E074BA5F317C}"/>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1EA0095E-0175-4EC4-B1F4-B86139F18C69}"/>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A80F956-2D5F-4D29-A834-D02EF317E4D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C0678F4A-716E-41D7-9236-B19B24FD750D}"/>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0AE219A0-AA83-428C-99FB-401BB136109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5BC8AAC1-CB39-4FE7-82AD-FE095D166A0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E3F64EC4-C8D2-4078-8ABC-407F0289FA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4503189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B6A7F529-DC8D-481A-AE40-2A94B77149B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2853A856-E4B4-428D-90C3-D6EE925FE2C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1A942E12-7C04-40A9-8B3A-18BD598D01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9435BE0E-6870-4083-8F4B-53DB5C6DCA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7326198-D87B-4016-BBE1-0E53E59190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C4F1E87-32DD-4552-8FF4-7F73BC65C0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7808B37-2A88-4DCD-BD81-A5A38C31CF89}"/>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B7C0A36-F900-4F08-8A1E-F837B6CDC602}"/>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721028EA-4413-46AE-AE8C-7045CA7C548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48E14B11-A13A-4DBB-BDE0-1FF5C47BD320}"/>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E887C671-E8CF-4161-9F54-EE0B1086A045}"/>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070BF7DA-A3F0-411A-9D2A-D9A2CCA92324}"/>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1CE7CC8-063A-4CCA-A4FF-09B7520B43A3}"/>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A2A5D8D9-F4BC-4BFB-BB69-5DE65315528B}"/>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CE82847A-591D-4541-8E1A-0EB2204A22D3}"/>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B4E6A186-5CDE-4E9F-8978-9412ABE1EF1F}"/>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2CC59FCF-482F-4327-AC6F-351350E4ACDD}"/>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83D26E15-F7C8-48FB-B24B-B3FBEF021399}"/>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34C23267-60B6-470D-A16E-38DEB082C594}"/>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7FF19155-644E-4456-9642-89E167793502}"/>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509C80D-5B0E-44B0-847F-88802BD6927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3AA4750B-777A-416C-A325-C0EA80AEE0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16437894"/>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17EA902-948D-4098-9CF1-9C2AB312BE8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F360D72D-6434-40D7-B57F-5413B6C368E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776B1483-0E05-45CA-BE50-8B6AEFEB97D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8DFC429B-8173-4A7B-A7EF-5C21D4303F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D55879F9-8119-4B9D-BFCF-EB3CBF45E0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274CDB0-D6A2-499D-A91C-73A2D4547E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3C1BE7B-1104-4E25-AD21-461A779E408D}"/>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A0199F10-CAA1-423C-B936-A56A7D0A860A}"/>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43D39CA6-AD4E-4840-8C17-F4ECA88DB8B6}"/>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53ED81EA-9AE4-47E2-A4AE-05C9CA3AF100}"/>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9DF886DA-46B6-48C2-AB10-7E54E0A4CBB0}"/>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6CCD593A-6FE1-4E70-9B88-B42EDE96B0DC}"/>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CAEE5AF1-061F-41CC-9410-E560B520AFD1}"/>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6041FEC1-7849-41E9-B5D6-C6AF12CF7C14}"/>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B4FD38D2-2296-454D-B6C2-E5770D512A4E}"/>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2839970C-E2E7-4E81-A585-A893227117D7}"/>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41C5D529-E892-4B10-9159-0D18F35CCF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061501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07C6DEA7-CA6D-4BCB-9144-EB55BA1B077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0BA310EF-7CAE-48D4-A12A-74C3D412196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047CB922-EE11-4D81-88A5-8F7DD28266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1295686D-892E-441F-9F5F-D9A438B067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C36929A2-606D-4094-B11A-09178AF9F5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4FD3902C-54AD-47F3-A6EE-73F3D27CBB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EFC3076E-E93A-470D-A47E-45E4B20222BF}"/>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013E276-02C3-4183-A815-814AE0F5ED46}"/>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BA8C81D-0F78-45F9-BC76-CF43A53E6EB1}"/>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D6623AD0-FA3C-4BA0-9A77-0D4587EA2C43}"/>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7D318802-FD20-4A0B-992E-5368608475A1}"/>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CEED0AFD-864B-4E83-A861-D147B0698F5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9A9683B0-676C-49F2-BB5A-9992D73EB8B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D01F155-A779-4A2F-899D-648DC923AAD8}"/>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706BB19-0305-4D41-B218-E2E1E4206F5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A2404C7A-F21E-4840-8117-2794532D7D99}"/>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322D6F24-EF00-466C-A5BA-D0640CA4DDAE}"/>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06FCC76-0247-4C98-9A84-CFD653E4D060}"/>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7D54CB7-F4DE-4E30-AE36-1FC5BF2B8A9E}"/>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525262C-603F-4C87-AC06-0FE4A1EDE800}"/>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2064E316-AF58-451F-B187-756AE3EB32DA}"/>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8A2CB98E-FB34-444A-94E3-F258FFE69C0B}"/>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C71426E0-65A5-4C5F-9569-20917504FF98}"/>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E8EC504-5F19-46FF-9D95-52181CEFA5C8}"/>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167A16F-3EAC-491E-B43C-55DED979A73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9B76F6E0-255B-478A-A84A-0DA529644785}"/>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AA9C6C89-D226-458B-B01B-90791599827B}"/>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9200857-08AA-42C5-8154-F74B4B7D2DBF}"/>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03D579E-3CF5-42D0-9A0E-10E387A498A1}"/>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4EE5725-88FC-49C0-94A8-91941ED1EFF3}"/>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9DCA4206-227D-4FBA-B903-5401DA0D36BC}"/>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971FFE3-E674-47F8-9068-15E7D789FBA3}"/>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F9D3E124-BE10-43C3-B712-504BC2CFF2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6962727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73CAFF02-44A3-402F-BA1A-C03717213CA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4AC3C1BB-EF43-40E4-80C6-B412B0054E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F5673424-D436-4D04-A00E-42B80820A5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8C4BC8C1-B0DA-42A9-90A6-BD558512E0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3D991BAD-D78F-48AF-95F0-004CE382FA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0B31A320-BE43-43D8-97EE-3943A15CE8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88C2D34B-E991-4137-A3F8-78E9EF7EE520}"/>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EB421D5C-14B2-41A9-918D-E928E473E46D}"/>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519A3AB9-3403-49C8-B4C9-B12EF3C4C10C}"/>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A4B7E07B-F64D-4B5E-8242-EA852F55788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A96F8397-0E19-467C-A12E-61C6F24251AE}"/>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B9441C6-96C6-4D46-84DD-B17A0C2E056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2E2ABEB-979D-4319-BB03-999655FA07FF}"/>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F8731A7E-8F8C-4DB7-9CB1-A6A07A7E8993}"/>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4A04F690-AC68-47B4-B81A-BC79BC58B5F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AC3E59F2-0629-4986-B7FE-2B19F9BDE2CD}"/>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548764A8-893C-4257-8B2D-8812BDA923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370866012"/>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54C18C8C-7C45-46F0-88D9-ED71FEDCD2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ADC0A285-0D74-4F96-A7E3-CC2704797C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910C083E-0CE8-471F-BE5D-4ED9561666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7D2D1E83-B5B4-49B7-B0F9-15145C94D7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3B5CB9F4-3EBA-4E10-8AFF-1860D75C24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249748D3-F4B5-4D2A-A3F2-BF49DA1733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0E25825-EB4A-4285-A8F3-A179DDF7B3D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AE4D3D7D-64FC-463C-89DB-817F9FBDAA18}"/>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762D5A45-8164-47DB-8A96-9BDFC3A13EB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40EE831C-E2F9-4623-A9A8-9A038C7DC5A1}"/>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D909DD4B-ADF9-4F7F-8834-C7B9FC6667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145100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2026-10-22T01:16:07.1360000Z</dcterms:created>
  <dcterms:modified xsi:type="dcterms:W3CDTF">2026-10-22T01:16:07.1360000Z</dcterms:modified>
</coreProperties>
</file>