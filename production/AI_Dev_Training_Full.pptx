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20a6042d4d34336" /><Relationship Type="http://schemas.openxmlformats.org/officeDocument/2006/relationships/extended-properties" Target="/docProps/app.xml" Id="R1c62089afd5e4fc7" /><Relationship Type="http://schemas.openxmlformats.org/officeDocument/2006/relationships/officeDocument" Target="/ppt/presentation.xml" Id="Rc3b08152c85b44ff" /></Relationships>
</file>

<file path=ppt/presentation.xml><?xml version="1.0" encoding="utf-8"?>
<p:presentation xmlns:p="http://schemas.openxmlformats.org/presentationml/2006/main">
  <p:sldMasterIdLst>
    <p:sldMasterId xmlns:r="http://schemas.openxmlformats.org/officeDocument/2006/relationships" id="2147483648" r:id="R77c5c9b83b78474a"/>
  </p:sldMasterIdLst>
  <p:notesMasterIdLst>
    <p:notesMasterId xmlns:r="http://schemas.openxmlformats.org/officeDocument/2006/relationships" r:id="R7b3963c0f52a4f59"/>
  </p:notesMasterIdLst>
  <p:sldIdLst>
    <p:sldId xmlns:r="http://schemas.openxmlformats.org/officeDocument/2006/relationships" id="256" r:id="R7a8f621f713e4582"/>
    <p:sldId xmlns:r="http://schemas.openxmlformats.org/officeDocument/2006/relationships" id="257" r:id="R707f7c055c7944aa"/>
    <p:sldId xmlns:r="http://schemas.openxmlformats.org/officeDocument/2006/relationships" id="258" r:id="Rb2e4dc56e5a046e3"/>
    <p:sldId xmlns:r="http://schemas.openxmlformats.org/officeDocument/2006/relationships" id="259" r:id="Re731609027c74ec4"/>
    <p:sldId xmlns:r="http://schemas.openxmlformats.org/officeDocument/2006/relationships" id="260" r:id="R3ba25bf45e5b41db"/>
    <p:sldId xmlns:r="http://schemas.openxmlformats.org/officeDocument/2006/relationships" id="261" r:id="R9ccf45efe9d449d5"/>
    <p:sldId xmlns:r="http://schemas.openxmlformats.org/officeDocument/2006/relationships" id="262" r:id="R844882c8eeb341c5"/>
    <p:sldId xmlns:r="http://schemas.openxmlformats.org/officeDocument/2006/relationships" id="263" r:id="R06126f34bbf14753"/>
    <p:sldId xmlns:r="http://schemas.openxmlformats.org/officeDocument/2006/relationships" id="264" r:id="Rec7dade3010048c4"/>
    <p:sldId xmlns:r="http://schemas.openxmlformats.org/officeDocument/2006/relationships" id="265" r:id="R2168de02fbe44562"/>
    <p:sldId xmlns:r="http://schemas.openxmlformats.org/officeDocument/2006/relationships" id="266" r:id="R8524d620cf7c4fd4"/>
    <p:sldId xmlns:r="http://schemas.openxmlformats.org/officeDocument/2006/relationships" id="267" r:id="R383de006ec6d4207"/>
    <p:sldId xmlns:r="http://schemas.openxmlformats.org/officeDocument/2006/relationships" id="268" r:id="R2fd9be41474442d7"/>
    <p:sldId xmlns:r="http://schemas.openxmlformats.org/officeDocument/2006/relationships" id="269" r:id="Rfe1cb2eb101c47fe"/>
    <p:sldId xmlns:r="http://schemas.openxmlformats.org/officeDocument/2006/relationships" id="270" r:id="R52365ab233a94412"/>
    <p:sldId xmlns:r="http://schemas.openxmlformats.org/officeDocument/2006/relationships" id="271" r:id="R361530ec49ab48c7"/>
    <p:sldId xmlns:r="http://schemas.openxmlformats.org/officeDocument/2006/relationships" id="272" r:id="R064f6283b89a4d71"/>
    <p:sldId xmlns:r="http://schemas.openxmlformats.org/officeDocument/2006/relationships" id="273" r:id="R94f960639bf04c49"/>
    <p:sldId xmlns:r="http://schemas.openxmlformats.org/officeDocument/2006/relationships" id="274" r:id="R3525edd5df964757"/>
    <p:sldId xmlns:r="http://schemas.openxmlformats.org/officeDocument/2006/relationships" id="275" r:id="R4f0bf96f137c413d"/>
    <p:sldId xmlns:r="http://schemas.openxmlformats.org/officeDocument/2006/relationships" id="276" r:id="R76f976fed23c4a3b"/>
    <p:sldId xmlns:r="http://schemas.openxmlformats.org/officeDocument/2006/relationships" id="277" r:id="Reae6c2c996f149fc"/>
    <p:sldId xmlns:r="http://schemas.openxmlformats.org/officeDocument/2006/relationships" id="278" r:id="R89618bb15b294034"/>
    <p:sldId xmlns:r="http://schemas.openxmlformats.org/officeDocument/2006/relationships" id="279" r:id="R3e0447f633574eb8"/>
    <p:sldId xmlns:r="http://schemas.openxmlformats.org/officeDocument/2006/relationships" id="280" r:id="Redd847b9582d4dcc"/>
    <p:sldId xmlns:r="http://schemas.openxmlformats.org/officeDocument/2006/relationships" id="281" r:id="Rb48623e882bc4eb9"/>
    <p:sldId xmlns:r="http://schemas.openxmlformats.org/officeDocument/2006/relationships" id="282" r:id="Rd9aa011c90df4653"/>
    <p:sldId xmlns:r="http://schemas.openxmlformats.org/officeDocument/2006/relationships" id="283" r:id="Rfa19cc71b5af41b8"/>
    <p:sldId xmlns:r="http://schemas.openxmlformats.org/officeDocument/2006/relationships" id="284" r:id="Rcfa76159d3d04809"/>
    <p:sldId xmlns:r="http://schemas.openxmlformats.org/officeDocument/2006/relationships" id="285" r:id="Rcdb01ff1ca54440e"/>
    <p:sldId xmlns:r="http://schemas.openxmlformats.org/officeDocument/2006/relationships" id="286" r:id="R5336543475534929"/>
    <p:sldId xmlns:r="http://schemas.openxmlformats.org/officeDocument/2006/relationships" id="287" r:id="Rd9f3590bbaed4aca"/>
    <p:sldId xmlns:r="http://schemas.openxmlformats.org/officeDocument/2006/relationships" id="288" r:id="Re30d0cd6c20b4b70"/>
    <p:sldId xmlns:r="http://schemas.openxmlformats.org/officeDocument/2006/relationships" id="289" r:id="Ra10bf5cf66b8402e"/>
    <p:sldId xmlns:r="http://schemas.openxmlformats.org/officeDocument/2006/relationships" id="290" r:id="Rf842c34c5ada47ed"/>
    <p:sldId xmlns:r="http://schemas.openxmlformats.org/officeDocument/2006/relationships" id="291" r:id="Rac5a22457dc5421d"/>
    <p:sldId xmlns:r="http://schemas.openxmlformats.org/officeDocument/2006/relationships" id="292" r:id="Rc9b40a8cccb04220"/>
    <p:sldId xmlns:r="http://schemas.openxmlformats.org/officeDocument/2006/relationships" id="293" r:id="R3134e4fc6a354b39"/>
    <p:sldId xmlns:r="http://schemas.openxmlformats.org/officeDocument/2006/relationships" id="294" r:id="R263ba159e1374b5b"/>
    <p:sldId xmlns:r="http://schemas.openxmlformats.org/officeDocument/2006/relationships" id="295" r:id="R7735244220c84930"/>
    <p:sldId xmlns:r="http://schemas.openxmlformats.org/officeDocument/2006/relationships" id="296" r:id="Raae21c288f1141cc"/>
    <p:sldId xmlns:r="http://schemas.openxmlformats.org/officeDocument/2006/relationships" id="297" r:id="R86383f40ce93435e"/>
    <p:sldId xmlns:r="http://schemas.openxmlformats.org/officeDocument/2006/relationships" id="298" r:id="Rf086a4b88a2d43aa"/>
    <p:sldId xmlns:r="http://schemas.openxmlformats.org/officeDocument/2006/relationships" id="299" r:id="R09f60f3d4e344330"/>
    <p:sldId xmlns:r="http://schemas.openxmlformats.org/officeDocument/2006/relationships" id="300" r:id="Rc8be2c215b744f4f"/>
    <p:sldId xmlns:r="http://schemas.openxmlformats.org/officeDocument/2006/relationships" id="301" r:id="Ra836c175330b4ecc"/>
    <p:sldId xmlns:r="http://schemas.openxmlformats.org/officeDocument/2006/relationships" id="302" r:id="Rb1101ac5144d425f"/>
    <p:sldId xmlns:r="http://schemas.openxmlformats.org/officeDocument/2006/relationships" id="303" r:id="R89790e48dd614a67"/>
    <p:sldId xmlns:r="http://schemas.openxmlformats.org/officeDocument/2006/relationships" id="304" r:id="R39074fa80cff4df6"/>
    <p:sldId xmlns:r="http://schemas.openxmlformats.org/officeDocument/2006/relationships" id="305" r:id="R93d160639e3045a6"/>
    <p:sldId xmlns:r="http://schemas.openxmlformats.org/officeDocument/2006/relationships" id="306" r:id="Rb037ffdb0e364fb8"/>
    <p:sldId xmlns:r="http://schemas.openxmlformats.org/officeDocument/2006/relationships" id="307" r:id="R9b67aedcc0d94816"/>
    <p:sldId xmlns:r="http://schemas.openxmlformats.org/officeDocument/2006/relationships" id="308" r:id="R57da394d8deb4726"/>
    <p:sldId xmlns:r="http://schemas.openxmlformats.org/officeDocument/2006/relationships" id="309" r:id="Ra3d6cef538844d96"/>
    <p:sldId xmlns:r="http://schemas.openxmlformats.org/officeDocument/2006/relationships" id="310" r:id="R27d00ee51e024a01"/>
    <p:sldId xmlns:r="http://schemas.openxmlformats.org/officeDocument/2006/relationships" id="311" r:id="R839cf12b833344f8"/>
    <p:sldId xmlns:r="http://schemas.openxmlformats.org/officeDocument/2006/relationships" id="312" r:id="R508141af6bf74f12"/>
    <p:sldId xmlns:r="http://schemas.openxmlformats.org/officeDocument/2006/relationships" id="313" r:id="R44c6f50c852343d2"/>
    <p:sldId xmlns:r="http://schemas.openxmlformats.org/officeDocument/2006/relationships" id="314" r:id="Rc619f2e2af89417e"/>
    <p:sldId xmlns:r="http://schemas.openxmlformats.org/officeDocument/2006/relationships" id="315" r:id="R8270530421b04e53"/>
    <p:sldId xmlns:r="http://schemas.openxmlformats.org/officeDocument/2006/relationships" id="316" r:id="R61196fdfed024d46"/>
    <p:sldId xmlns:r="http://schemas.openxmlformats.org/officeDocument/2006/relationships" id="317" r:id="Rd446aaef55874614"/>
    <p:sldId xmlns:r="http://schemas.openxmlformats.org/officeDocument/2006/relationships" id="318" r:id="R9ae4e7128dd74e99"/>
    <p:sldId xmlns:r="http://schemas.openxmlformats.org/officeDocument/2006/relationships" id="319" r:id="R78ee94e57dea4538"/>
    <p:sldId xmlns:r="http://schemas.openxmlformats.org/officeDocument/2006/relationships" id="320" r:id="R304f296c00d848b3"/>
    <p:sldId xmlns:r="http://schemas.openxmlformats.org/officeDocument/2006/relationships" id="321" r:id="Rb22de7e768ca456c"/>
    <p:sldId xmlns:r="http://schemas.openxmlformats.org/officeDocument/2006/relationships" id="322" r:id="Rb6cf9d145cc448f2"/>
    <p:sldId xmlns:r="http://schemas.openxmlformats.org/officeDocument/2006/relationships" id="323" r:id="R30e4ad0260ae45c1"/>
    <p:sldId xmlns:r="http://schemas.openxmlformats.org/officeDocument/2006/relationships" id="324" r:id="Raa0abc0490ad4ccc"/>
    <p:sldId xmlns:r="http://schemas.openxmlformats.org/officeDocument/2006/relationships" id="325" r:id="R007e789196fc4d8d"/>
    <p:sldId xmlns:r="http://schemas.openxmlformats.org/officeDocument/2006/relationships" id="326" r:id="R8a617a04696645d7"/>
    <p:sldId xmlns:r="http://schemas.openxmlformats.org/officeDocument/2006/relationships" id="327" r:id="R0b90c62bad8a44b4"/>
    <p:sldId xmlns:r="http://schemas.openxmlformats.org/officeDocument/2006/relationships" id="328" r:id="R0ba8ddcf54ed4b9a"/>
    <p:sldId xmlns:r="http://schemas.openxmlformats.org/officeDocument/2006/relationships" id="329" r:id="Rdd906a5710d94270"/>
    <p:sldId xmlns:r="http://schemas.openxmlformats.org/officeDocument/2006/relationships" id="330" r:id="Rf328a6b8308145f2"/>
    <p:sldId xmlns:r="http://schemas.openxmlformats.org/officeDocument/2006/relationships" id="331" r:id="Rd798bef5b64643bf"/>
    <p:sldId xmlns:r="http://schemas.openxmlformats.org/officeDocument/2006/relationships" id="332" r:id="Rfba275df306449fc"/>
    <p:sldId xmlns:r="http://schemas.openxmlformats.org/officeDocument/2006/relationships" id="333" r:id="R059f1944b8ea45fd"/>
    <p:sldId xmlns:r="http://schemas.openxmlformats.org/officeDocument/2006/relationships" id="334" r:id="R7b499c3cbec94d3d"/>
    <p:sldId xmlns:r="http://schemas.openxmlformats.org/officeDocument/2006/relationships" id="335" r:id="Rc8b5a39d2b394baf"/>
    <p:sldId xmlns:r="http://schemas.openxmlformats.org/officeDocument/2006/relationships" id="336" r:id="R80afdec5d19a4f3d"/>
    <p:sldId xmlns:r="http://schemas.openxmlformats.org/officeDocument/2006/relationships" id="337" r:id="R35ee5f8c31d04ae0"/>
    <p:sldId xmlns:r="http://schemas.openxmlformats.org/officeDocument/2006/relationships" id="338" r:id="R016aee48b67e4a80"/>
    <p:sldId xmlns:r="http://schemas.openxmlformats.org/officeDocument/2006/relationships" id="339" r:id="R6cf521f98e9c4579"/>
    <p:sldId xmlns:r="http://schemas.openxmlformats.org/officeDocument/2006/relationships" id="340" r:id="R1babf74a340d4607"/>
    <p:sldId xmlns:r="http://schemas.openxmlformats.org/officeDocument/2006/relationships" id="341" r:id="R927f119e932945e4"/>
    <p:sldId xmlns:r="http://schemas.openxmlformats.org/officeDocument/2006/relationships" id="342" r:id="R7752def6f7cb4527"/>
    <p:sldId xmlns:r="http://schemas.openxmlformats.org/officeDocument/2006/relationships" id="343" r:id="R68a52091ed01468e"/>
    <p:sldId xmlns:r="http://schemas.openxmlformats.org/officeDocument/2006/relationships" id="344" r:id="R99366cfe62a8456f"/>
    <p:sldId xmlns:r="http://schemas.openxmlformats.org/officeDocument/2006/relationships" id="345" r:id="R76cfc653beab4df3"/>
    <p:sldId xmlns:r="http://schemas.openxmlformats.org/officeDocument/2006/relationships" id="346" r:id="Rca1fbbc73f2b4b13"/>
    <p:sldId xmlns:r="http://schemas.openxmlformats.org/officeDocument/2006/relationships" id="347" r:id="R816bebd9ae4042fe"/>
    <p:sldId xmlns:r="http://schemas.openxmlformats.org/officeDocument/2006/relationships" id="348" r:id="Re28fff752f4946b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f5e57ea5a3407e" /><Relationship Type="http://schemas.openxmlformats.org/officeDocument/2006/relationships/slideMaster" Target="/ppt/slideMasters/slideMaster1.xml" Id="R77c5c9b83b78474a" /><Relationship Type="http://schemas.openxmlformats.org/officeDocument/2006/relationships/notesMaster" Target="/ppt/notesMasters/notesMaster1.xml" Id="R7b3963c0f52a4f59" /><Relationship Type="http://schemas.openxmlformats.org/officeDocument/2006/relationships/presProps" Target="/ppt/presProps.xml" Id="R1a7e54b73c82404e" /><Relationship Type="http://schemas.openxmlformats.org/officeDocument/2006/relationships/tableStyles" Target="/ppt/tableStyles.xml" Id="R9a73b7f8d0214a07" /><Relationship Type="http://schemas.openxmlformats.org/officeDocument/2006/relationships/slide" Target="/ppt/slides/slide1.xml" Id="R7a8f621f713e4582" /><Relationship Type="http://schemas.openxmlformats.org/officeDocument/2006/relationships/slide" Target="/ppt/slides/slide2.xml" Id="R707f7c055c7944aa" /><Relationship Type="http://schemas.openxmlformats.org/officeDocument/2006/relationships/slide" Target="/ppt/slides/slide3.xml" Id="Rb2e4dc56e5a046e3" /><Relationship Type="http://schemas.openxmlformats.org/officeDocument/2006/relationships/slide" Target="/ppt/slides/slide4.xml" Id="Re731609027c74ec4" /><Relationship Type="http://schemas.openxmlformats.org/officeDocument/2006/relationships/slide" Target="/ppt/slides/slide5.xml" Id="R3ba25bf45e5b41db" /><Relationship Type="http://schemas.openxmlformats.org/officeDocument/2006/relationships/slide" Target="/ppt/slides/slide6.xml" Id="R9ccf45efe9d449d5" /><Relationship Type="http://schemas.openxmlformats.org/officeDocument/2006/relationships/slide" Target="/ppt/slides/slide7.xml" Id="R844882c8eeb341c5" /><Relationship Type="http://schemas.openxmlformats.org/officeDocument/2006/relationships/slide" Target="/ppt/slides/slide8.xml" Id="R06126f34bbf14753" /><Relationship Type="http://schemas.openxmlformats.org/officeDocument/2006/relationships/slide" Target="/ppt/slides/slide9.xml" Id="Rec7dade3010048c4" /><Relationship Type="http://schemas.openxmlformats.org/officeDocument/2006/relationships/slide" Target="/ppt/slides/slide10.xml" Id="R2168de02fbe44562" /><Relationship Type="http://schemas.openxmlformats.org/officeDocument/2006/relationships/slide" Target="/ppt/slides/slide11.xml" Id="R8524d620cf7c4fd4" /><Relationship Type="http://schemas.openxmlformats.org/officeDocument/2006/relationships/slide" Target="/ppt/slides/slide12.xml" Id="R383de006ec6d4207" /><Relationship Type="http://schemas.openxmlformats.org/officeDocument/2006/relationships/slide" Target="/ppt/slides/slide13.xml" Id="R2fd9be41474442d7" /><Relationship Type="http://schemas.openxmlformats.org/officeDocument/2006/relationships/slide" Target="/ppt/slides/slide14.xml" Id="Rfe1cb2eb101c47fe" /><Relationship Type="http://schemas.openxmlformats.org/officeDocument/2006/relationships/slide" Target="/ppt/slides/slide15.xml" Id="R52365ab233a94412" /><Relationship Type="http://schemas.openxmlformats.org/officeDocument/2006/relationships/slide" Target="/ppt/slides/slide16.xml" Id="R361530ec49ab48c7" /><Relationship Type="http://schemas.openxmlformats.org/officeDocument/2006/relationships/slide" Target="/ppt/slides/slide17.xml" Id="R064f6283b89a4d71" /><Relationship Type="http://schemas.openxmlformats.org/officeDocument/2006/relationships/slide" Target="/ppt/slides/slide18.xml" Id="R94f960639bf04c49" /><Relationship Type="http://schemas.openxmlformats.org/officeDocument/2006/relationships/slide" Target="/ppt/slides/slide19.xml" Id="R3525edd5df964757" /><Relationship Type="http://schemas.openxmlformats.org/officeDocument/2006/relationships/slide" Target="/ppt/slides/slide20.xml" Id="R4f0bf96f137c413d" /><Relationship Type="http://schemas.openxmlformats.org/officeDocument/2006/relationships/slide" Target="/ppt/slides/slide21.xml" Id="R76f976fed23c4a3b" /><Relationship Type="http://schemas.openxmlformats.org/officeDocument/2006/relationships/slide" Target="/ppt/slides/slide22.xml" Id="Reae6c2c996f149fc" /><Relationship Type="http://schemas.openxmlformats.org/officeDocument/2006/relationships/slide" Target="/ppt/slides/slide23.xml" Id="R89618bb15b294034" /><Relationship Type="http://schemas.openxmlformats.org/officeDocument/2006/relationships/slide" Target="/ppt/slides/slide24.xml" Id="R3e0447f633574eb8" /><Relationship Type="http://schemas.openxmlformats.org/officeDocument/2006/relationships/slide" Target="/ppt/slides/slide25.xml" Id="Redd847b9582d4dcc" /><Relationship Type="http://schemas.openxmlformats.org/officeDocument/2006/relationships/slide" Target="/ppt/slides/slide26.xml" Id="Rb48623e882bc4eb9" /><Relationship Type="http://schemas.openxmlformats.org/officeDocument/2006/relationships/slide" Target="/ppt/slides/slide27.xml" Id="Rd9aa011c90df4653" /><Relationship Type="http://schemas.openxmlformats.org/officeDocument/2006/relationships/slide" Target="/ppt/slides/slide28.xml" Id="Rfa19cc71b5af41b8" /><Relationship Type="http://schemas.openxmlformats.org/officeDocument/2006/relationships/slide" Target="/ppt/slides/slide29.xml" Id="Rcfa76159d3d04809" /><Relationship Type="http://schemas.openxmlformats.org/officeDocument/2006/relationships/slide" Target="/ppt/slides/slide30.xml" Id="Rcdb01ff1ca54440e" /><Relationship Type="http://schemas.openxmlformats.org/officeDocument/2006/relationships/slide" Target="/ppt/slides/slide31.xml" Id="R5336543475534929" /><Relationship Type="http://schemas.openxmlformats.org/officeDocument/2006/relationships/slide" Target="/ppt/slides/slide32.xml" Id="Rd9f3590bbaed4aca" /><Relationship Type="http://schemas.openxmlformats.org/officeDocument/2006/relationships/slide" Target="/ppt/slides/slide33.xml" Id="Re30d0cd6c20b4b70" /><Relationship Type="http://schemas.openxmlformats.org/officeDocument/2006/relationships/slide" Target="/ppt/slides/slide34.xml" Id="Ra10bf5cf66b8402e" /><Relationship Type="http://schemas.openxmlformats.org/officeDocument/2006/relationships/slide" Target="/ppt/slides/slide35.xml" Id="Rf842c34c5ada47ed" /><Relationship Type="http://schemas.openxmlformats.org/officeDocument/2006/relationships/slide" Target="/ppt/slides/slide36.xml" Id="Rac5a22457dc5421d" /><Relationship Type="http://schemas.openxmlformats.org/officeDocument/2006/relationships/slide" Target="/ppt/slides/slide37.xml" Id="Rc9b40a8cccb04220" /><Relationship Type="http://schemas.openxmlformats.org/officeDocument/2006/relationships/slide" Target="/ppt/slides/slide38.xml" Id="R3134e4fc6a354b39" /><Relationship Type="http://schemas.openxmlformats.org/officeDocument/2006/relationships/slide" Target="/ppt/slides/slide39.xml" Id="R263ba159e1374b5b" /><Relationship Type="http://schemas.openxmlformats.org/officeDocument/2006/relationships/slide" Target="/ppt/slides/slide40.xml" Id="R7735244220c84930" /><Relationship Type="http://schemas.openxmlformats.org/officeDocument/2006/relationships/slide" Target="/ppt/slides/slide41.xml" Id="Raae21c288f1141cc" /><Relationship Type="http://schemas.openxmlformats.org/officeDocument/2006/relationships/slide" Target="/ppt/slides/slide42.xml" Id="R86383f40ce93435e" /><Relationship Type="http://schemas.openxmlformats.org/officeDocument/2006/relationships/slide" Target="/ppt/slides/slide43.xml" Id="Rf086a4b88a2d43aa" /><Relationship Type="http://schemas.openxmlformats.org/officeDocument/2006/relationships/slide" Target="/ppt/slides/slide44.xml" Id="R09f60f3d4e344330" /><Relationship Type="http://schemas.openxmlformats.org/officeDocument/2006/relationships/slide" Target="/ppt/slides/slide45.xml" Id="Rc8be2c215b744f4f" /><Relationship Type="http://schemas.openxmlformats.org/officeDocument/2006/relationships/slide" Target="/ppt/slides/slide46.xml" Id="Ra836c175330b4ecc" /><Relationship Type="http://schemas.openxmlformats.org/officeDocument/2006/relationships/slide" Target="/ppt/slides/slide47.xml" Id="Rb1101ac5144d425f" /><Relationship Type="http://schemas.openxmlformats.org/officeDocument/2006/relationships/slide" Target="/ppt/slides/slide48.xml" Id="R89790e48dd614a67" /><Relationship Type="http://schemas.openxmlformats.org/officeDocument/2006/relationships/slide" Target="/ppt/slides/slide49.xml" Id="R39074fa80cff4df6" /><Relationship Type="http://schemas.openxmlformats.org/officeDocument/2006/relationships/slide" Target="/ppt/slides/slide50.xml" Id="R93d160639e3045a6" /><Relationship Type="http://schemas.openxmlformats.org/officeDocument/2006/relationships/slide" Target="/ppt/slides/slide51.xml" Id="Rb037ffdb0e364fb8" /><Relationship Type="http://schemas.openxmlformats.org/officeDocument/2006/relationships/slide" Target="/ppt/slides/slide52.xml" Id="R9b67aedcc0d94816" /><Relationship Type="http://schemas.openxmlformats.org/officeDocument/2006/relationships/slide" Target="/ppt/slides/slide53.xml" Id="R57da394d8deb4726" /><Relationship Type="http://schemas.openxmlformats.org/officeDocument/2006/relationships/slide" Target="/ppt/slides/slide54.xml" Id="Ra3d6cef538844d96" /><Relationship Type="http://schemas.openxmlformats.org/officeDocument/2006/relationships/slide" Target="/ppt/slides/slide55.xml" Id="R27d00ee51e024a01" /><Relationship Type="http://schemas.openxmlformats.org/officeDocument/2006/relationships/slide" Target="/ppt/slides/slide56.xml" Id="R839cf12b833344f8" /><Relationship Type="http://schemas.openxmlformats.org/officeDocument/2006/relationships/slide" Target="/ppt/slides/slide57.xml" Id="R508141af6bf74f12" /><Relationship Type="http://schemas.openxmlformats.org/officeDocument/2006/relationships/slide" Target="/ppt/slides/slide58.xml" Id="R44c6f50c852343d2" /><Relationship Type="http://schemas.openxmlformats.org/officeDocument/2006/relationships/slide" Target="/ppt/slides/slide59.xml" Id="Rc619f2e2af89417e" /><Relationship Type="http://schemas.openxmlformats.org/officeDocument/2006/relationships/slide" Target="/ppt/slides/slide60.xml" Id="R8270530421b04e53" /><Relationship Type="http://schemas.openxmlformats.org/officeDocument/2006/relationships/slide" Target="/ppt/slides/slide61.xml" Id="R61196fdfed024d46" /><Relationship Type="http://schemas.openxmlformats.org/officeDocument/2006/relationships/slide" Target="/ppt/slides/slide62.xml" Id="Rd446aaef55874614" /><Relationship Type="http://schemas.openxmlformats.org/officeDocument/2006/relationships/slide" Target="/ppt/slides/slide63.xml" Id="R9ae4e7128dd74e99" /><Relationship Type="http://schemas.openxmlformats.org/officeDocument/2006/relationships/slide" Target="/ppt/slides/slide64.xml" Id="R78ee94e57dea4538" /><Relationship Type="http://schemas.openxmlformats.org/officeDocument/2006/relationships/slide" Target="/ppt/slides/slide65.xml" Id="R304f296c00d848b3" /><Relationship Type="http://schemas.openxmlformats.org/officeDocument/2006/relationships/slide" Target="/ppt/slides/slide66.xml" Id="Rb22de7e768ca456c" /><Relationship Type="http://schemas.openxmlformats.org/officeDocument/2006/relationships/slide" Target="/ppt/slides/slide67.xml" Id="Rb6cf9d145cc448f2" /><Relationship Type="http://schemas.openxmlformats.org/officeDocument/2006/relationships/slide" Target="/ppt/slides/slide68.xml" Id="R30e4ad0260ae45c1" /><Relationship Type="http://schemas.openxmlformats.org/officeDocument/2006/relationships/slide" Target="/ppt/slides/slide69.xml" Id="Raa0abc0490ad4ccc" /><Relationship Type="http://schemas.openxmlformats.org/officeDocument/2006/relationships/slide" Target="/ppt/slides/slide70.xml" Id="R007e789196fc4d8d" /><Relationship Type="http://schemas.openxmlformats.org/officeDocument/2006/relationships/slide" Target="/ppt/slides/slide71.xml" Id="R8a617a04696645d7" /><Relationship Type="http://schemas.openxmlformats.org/officeDocument/2006/relationships/slide" Target="/ppt/slides/slide72.xml" Id="R0b90c62bad8a44b4" /><Relationship Type="http://schemas.openxmlformats.org/officeDocument/2006/relationships/slide" Target="/ppt/slides/slide73.xml" Id="R0ba8ddcf54ed4b9a" /><Relationship Type="http://schemas.openxmlformats.org/officeDocument/2006/relationships/slide" Target="/ppt/slides/slide74.xml" Id="Rdd906a5710d94270" /><Relationship Type="http://schemas.openxmlformats.org/officeDocument/2006/relationships/slide" Target="/ppt/slides/slide75.xml" Id="Rf328a6b8308145f2" /><Relationship Type="http://schemas.openxmlformats.org/officeDocument/2006/relationships/slide" Target="/ppt/slides/slide76.xml" Id="Rd798bef5b64643bf" /><Relationship Type="http://schemas.openxmlformats.org/officeDocument/2006/relationships/slide" Target="/ppt/slides/slide77.xml" Id="Rfba275df306449fc" /><Relationship Type="http://schemas.openxmlformats.org/officeDocument/2006/relationships/slide" Target="/ppt/slides/slide78.xml" Id="R059f1944b8ea45fd" /><Relationship Type="http://schemas.openxmlformats.org/officeDocument/2006/relationships/slide" Target="/ppt/slides/slide79.xml" Id="R7b499c3cbec94d3d" /><Relationship Type="http://schemas.openxmlformats.org/officeDocument/2006/relationships/slide" Target="/ppt/slides/slide80.xml" Id="Rc8b5a39d2b394baf" /><Relationship Type="http://schemas.openxmlformats.org/officeDocument/2006/relationships/slide" Target="/ppt/slides/slide81.xml" Id="R80afdec5d19a4f3d" /><Relationship Type="http://schemas.openxmlformats.org/officeDocument/2006/relationships/slide" Target="/ppt/slides/slide82.xml" Id="R35ee5f8c31d04ae0" /><Relationship Type="http://schemas.openxmlformats.org/officeDocument/2006/relationships/slide" Target="/ppt/slides/slide83.xml" Id="R016aee48b67e4a80" /><Relationship Type="http://schemas.openxmlformats.org/officeDocument/2006/relationships/slide" Target="/ppt/slides/slide84.xml" Id="R6cf521f98e9c4579" /><Relationship Type="http://schemas.openxmlformats.org/officeDocument/2006/relationships/slide" Target="/ppt/slides/slide85.xml" Id="R1babf74a340d4607" /><Relationship Type="http://schemas.openxmlformats.org/officeDocument/2006/relationships/slide" Target="/ppt/slides/slide86.xml" Id="R927f119e932945e4" /><Relationship Type="http://schemas.openxmlformats.org/officeDocument/2006/relationships/slide" Target="/ppt/slides/slide87.xml" Id="R7752def6f7cb4527" /><Relationship Type="http://schemas.openxmlformats.org/officeDocument/2006/relationships/slide" Target="/ppt/slides/slide88.xml" Id="R68a52091ed01468e" /><Relationship Type="http://schemas.openxmlformats.org/officeDocument/2006/relationships/slide" Target="/ppt/slides/slide89.xml" Id="R99366cfe62a8456f" /><Relationship Type="http://schemas.openxmlformats.org/officeDocument/2006/relationships/slide" Target="/ppt/slides/slide90.xml" Id="R76cfc653beab4df3" /><Relationship Type="http://schemas.openxmlformats.org/officeDocument/2006/relationships/slide" Target="/ppt/slides/slide91.xml" Id="Rca1fbbc73f2b4b13" /><Relationship Type="http://schemas.openxmlformats.org/officeDocument/2006/relationships/slide" Target="/ppt/slides/slide92.xml" Id="R816bebd9ae4042fe" /><Relationship Type="http://schemas.openxmlformats.org/officeDocument/2006/relationships/slide" Target="/ppt/slides/slide93.xml" Id="Re28fff752f4946b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0bffc992cb48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388ee4938444d3" /><Relationship Type="http://schemas.openxmlformats.org/officeDocument/2006/relationships/notesMaster" Target="/ppt/notesMasters/notesMaster1.xml" Id="Rb10ea78b670249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fc4e5dbad22f4727" /><Relationship Type="http://schemas.openxmlformats.org/officeDocument/2006/relationships/notesMaster" Target="/ppt/notesMasters/notesMaster1.xml" Id="Rd65799f19bdf4224" /></Relationships>
</file>

<file path=ppt/notesSlides/_rels/notesSlide3.xml.rels>&#65279;<?xml version="1.0" encoding="utf-8"?><Relationships xmlns="http://schemas.openxmlformats.org/package/2006/relationships"><Relationship Type="http://schemas.openxmlformats.org/officeDocument/2006/relationships/slide" Target="/ppt/slides/slide3.xml" Id="Rfd0c8398c6fe439b" /><Relationship Type="http://schemas.openxmlformats.org/officeDocument/2006/relationships/notesMaster" Target="/ppt/notesMasters/notesMaster1.xml" Id="R8ec14a5534ca42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02090c4873a44dc" /><Relationship Type="http://schemas.openxmlformats.org/officeDocument/2006/relationships/notesMaster" Target="/ppt/notesMasters/notesMaster1.xml" Id="R7450ffdf26714be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4f16a65eb44b4c" /><Relationship Type="http://schemas.openxmlformats.org/officeDocument/2006/relationships/notesMaster" Target="/ppt/notesMasters/notesMaster1.xml" Id="R9e9660b198b740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efb4bfa4104968" /><Relationship Type="http://schemas.openxmlformats.org/officeDocument/2006/relationships/notesMaster" Target="/ppt/notesMasters/notesMaster1.xml" Id="Rdd4644af63924a90" /></Relationships>
</file>

<file path=ppt/notesSlides/_rels/notesSlide7.xml.rels>&#65279;<?xml version="1.0" encoding="utf-8"?><Relationships xmlns="http://schemas.openxmlformats.org/package/2006/relationships"><Relationship Type="http://schemas.openxmlformats.org/officeDocument/2006/relationships/slide" Target="/ppt/slides/slide7.xml" Id="Reebf03ca3ba34254" /><Relationship Type="http://schemas.openxmlformats.org/officeDocument/2006/relationships/notesMaster" Target="/ppt/notesMasters/notesMaster1.xml" Id="R4913049d20964e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e8901d6410014095" /><Relationship Type="http://schemas.openxmlformats.org/officeDocument/2006/relationships/notesMaster" Target="/ppt/notesMasters/notesMaster1.xml" Id="Rbd6336dce78f41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61a3ae46c35143f3" /><Relationship Type="http://schemas.openxmlformats.org/officeDocument/2006/relationships/notesMaster" Target="/ppt/notesMasters/notesMaster1.xml" Id="R69f3a861de0c4b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f13ad5578248c9" /><Relationship Type="http://schemas.openxmlformats.org/officeDocument/2006/relationships/notesMaster" Target="/ppt/notesMasters/notesMaster1.xml" Id="R2d7f7c561c9f4f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66a149c7cb64342" /><Relationship Type="http://schemas.openxmlformats.org/officeDocument/2006/relationships/notesMaster" Target="/ppt/notesMasters/notesMaster1.xml" Id="Re40192dc28d34c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3583ba921f14dd9" /><Relationship Type="http://schemas.openxmlformats.org/officeDocument/2006/relationships/notesMaster" Target="/ppt/notesMasters/notesMaster1.xml" Id="R47402d88bfef479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a39bbc6e9bc4cc4" /><Relationship Type="http://schemas.openxmlformats.org/officeDocument/2006/relationships/notesMaster" Target="/ppt/notesMasters/notesMaster1.xml" Id="R17c3b8d521ed48c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40faf4495a4407c" /><Relationship Type="http://schemas.openxmlformats.org/officeDocument/2006/relationships/notesMaster" Target="/ppt/notesMasters/notesMaster1.xml" Id="R92618c1fa51740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15e64fda4504f89" /><Relationship Type="http://schemas.openxmlformats.org/officeDocument/2006/relationships/notesMaster" Target="/ppt/notesMasters/notesMaster1.xml" Id="R295fee8eb468460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64953e9d7d94183" /><Relationship Type="http://schemas.openxmlformats.org/officeDocument/2006/relationships/notesMaster" Target="/ppt/notesMasters/notesMaster1.xml" Id="Rfc3d3180965f48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4d25084111d421f" /><Relationship Type="http://schemas.openxmlformats.org/officeDocument/2006/relationships/notesMaster" Target="/ppt/notesMasters/notesMaster1.xml" Id="R762b2f63311f420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280f15099aa4958" /><Relationship Type="http://schemas.openxmlformats.org/officeDocument/2006/relationships/notesMaster" Target="/ppt/notesMasters/notesMaster1.xml" Id="Re61e2d1c9726484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57981dba37a4da2" /><Relationship Type="http://schemas.openxmlformats.org/officeDocument/2006/relationships/notesMaster" Target="/ppt/notesMasters/notesMaster1.xml" Id="R8a277136d9bc441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a135d23d2f440e0" /><Relationship Type="http://schemas.openxmlformats.org/officeDocument/2006/relationships/notesMaster" Target="/ppt/notesMasters/notesMaster1.xml" Id="R424b35deaa41478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1d6595da6514627" /><Relationship Type="http://schemas.openxmlformats.org/officeDocument/2006/relationships/notesMaster" Target="/ppt/notesMasters/notesMaster1.xml" Id="Rc70079484cd3401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2492e84ebea4feb" /><Relationship Type="http://schemas.openxmlformats.org/officeDocument/2006/relationships/notesMaster" Target="/ppt/notesMasters/notesMaster1.xml" Id="R2c35cd51b3d3435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76c6db22e84766" /><Relationship Type="http://schemas.openxmlformats.org/officeDocument/2006/relationships/notesMaster" Target="/ppt/notesMasters/notesMaster1.xml" Id="Reb7291c466e7456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00bfadfc14d4855" /><Relationship Type="http://schemas.openxmlformats.org/officeDocument/2006/relationships/notesMaster" Target="/ppt/notesMasters/notesMaster1.xml" Id="Rfef292369bda4e7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75937b3f31048d8" /><Relationship Type="http://schemas.openxmlformats.org/officeDocument/2006/relationships/notesMaster" Target="/ppt/notesMasters/notesMaster1.xml" Id="R361168ff830e47b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710b11d02f341fd" /><Relationship Type="http://schemas.openxmlformats.org/officeDocument/2006/relationships/notesMaster" Target="/ppt/notesMasters/notesMaster1.xml" Id="Rd5b16aef20a3415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39cdcf5db854dbf" /><Relationship Type="http://schemas.openxmlformats.org/officeDocument/2006/relationships/notesMaster" Target="/ppt/notesMasters/notesMaster1.xml" Id="R30bc91c56c30430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f68199f44aa4498" /><Relationship Type="http://schemas.openxmlformats.org/officeDocument/2006/relationships/notesMaster" Target="/ppt/notesMasters/notesMaster1.xml" Id="R52ce2c4f31ee431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eeda0d2c759496f" /><Relationship Type="http://schemas.openxmlformats.org/officeDocument/2006/relationships/notesMaster" Target="/ppt/notesMasters/notesMaster1.xml" Id="Rabbaa8d3a9854c1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7aab0b317f34915" /><Relationship Type="http://schemas.openxmlformats.org/officeDocument/2006/relationships/notesMaster" Target="/ppt/notesMasters/notesMaster1.xml" Id="R94f13bd5e434426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f22eea1bcde43e3" /><Relationship Type="http://schemas.openxmlformats.org/officeDocument/2006/relationships/notesMaster" Target="/ppt/notesMasters/notesMaster1.xml" Id="Re6558e294ba7418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daf4848e9f54e7e" /><Relationship Type="http://schemas.openxmlformats.org/officeDocument/2006/relationships/notesMaster" Target="/ppt/notesMasters/notesMaster1.xml" Id="Rab4cf00e871c4eb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2671aff5b9b4b6f" /><Relationship Type="http://schemas.openxmlformats.org/officeDocument/2006/relationships/notesMaster" Target="/ppt/notesMasters/notesMaster1.xml" Id="R30fa6de640674b2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8daf147ba724042" /><Relationship Type="http://schemas.openxmlformats.org/officeDocument/2006/relationships/notesMaster" Target="/ppt/notesMasters/notesMaster1.xml" Id="R0bde4830e79f404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e6e2076b4494e26" /><Relationship Type="http://schemas.openxmlformats.org/officeDocument/2006/relationships/notesMaster" Target="/ppt/notesMasters/notesMaster1.xml" Id="Rb797c456a2104cc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d6e11b384f541b5" /><Relationship Type="http://schemas.openxmlformats.org/officeDocument/2006/relationships/notesMaster" Target="/ppt/notesMasters/notesMaster1.xml" Id="Re373e50f4cbb406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e5c0e1049a645d8" /><Relationship Type="http://schemas.openxmlformats.org/officeDocument/2006/relationships/notesMaster" Target="/ppt/notesMasters/notesMaster1.xml" Id="Raec1edfb31f54b5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3725dc479be4022" /><Relationship Type="http://schemas.openxmlformats.org/officeDocument/2006/relationships/notesMaster" Target="/ppt/notesMasters/notesMaster1.xml" Id="R94a9dfc92b054c2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d1ab1ccea67465d" /><Relationship Type="http://schemas.openxmlformats.org/officeDocument/2006/relationships/notesMaster" Target="/ppt/notesMasters/notesMaster1.xml" Id="Rb5f82c3a2d2943f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cbfb9b924954cec" /><Relationship Type="http://schemas.openxmlformats.org/officeDocument/2006/relationships/notesMaster" Target="/ppt/notesMasters/notesMaster1.xml" Id="Rfb1f88278a1e4ef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b8e41c4a9984b6e" /><Relationship Type="http://schemas.openxmlformats.org/officeDocument/2006/relationships/notesMaster" Target="/ppt/notesMasters/notesMaster1.xml" Id="Rfa5ba7a9e4744ef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5538b1d1dd342ea" /><Relationship Type="http://schemas.openxmlformats.org/officeDocument/2006/relationships/notesMaster" Target="/ppt/notesMasters/notesMaster1.xml" Id="R6e6711ba37a14dd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7eb5d644d6c46f3" /><Relationship Type="http://schemas.openxmlformats.org/officeDocument/2006/relationships/notesMaster" Target="/ppt/notesMasters/notesMaster1.xml" Id="R136288260fa8494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7ba8cd2425747ef" /><Relationship Type="http://schemas.openxmlformats.org/officeDocument/2006/relationships/notesMaster" Target="/ppt/notesMasters/notesMaster1.xml" Id="R5921264c11cb447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8cbea99ceed4c81" /><Relationship Type="http://schemas.openxmlformats.org/officeDocument/2006/relationships/notesMaster" Target="/ppt/notesMasters/notesMaster1.xml" Id="R1a7dbe1de19f47a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180bfec9b5d45e0" /><Relationship Type="http://schemas.openxmlformats.org/officeDocument/2006/relationships/notesMaster" Target="/ppt/notesMasters/notesMaster1.xml" Id="R78483505bdc140e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c1db51b52fd46eb" /><Relationship Type="http://schemas.openxmlformats.org/officeDocument/2006/relationships/notesMaster" Target="/ppt/notesMasters/notesMaster1.xml" Id="R7f7773e369ac48e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681da15d14246d7" /><Relationship Type="http://schemas.openxmlformats.org/officeDocument/2006/relationships/notesMaster" Target="/ppt/notesMasters/notesMaster1.xml" Id="Rdc029e58b02c4e1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002db8e875d645fc" /><Relationship Type="http://schemas.openxmlformats.org/officeDocument/2006/relationships/notesMaster" Target="/ppt/notesMasters/notesMaster1.xml" Id="R858ba982df3c4e3c"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c03940097c74550" /><Relationship Type="http://schemas.openxmlformats.org/officeDocument/2006/relationships/notesMaster" Target="/ppt/notesMasters/notesMaster1.xml" Id="R56a8fdaa126a4bc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f804bddc9d34a71" /><Relationship Type="http://schemas.openxmlformats.org/officeDocument/2006/relationships/notesMaster" Target="/ppt/notesMasters/notesMaster1.xml" Id="Re519c47619814d4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9986ca2467c4b03" /><Relationship Type="http://schemas.openxmlformats.org/officeDocument/2006/relationships/notesMaster" Target="/ppt/notesMasters/notesMaster1.xml" Id="Rf1bb49a35e524c4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e04a25f048640c9" /><Relationship Type="http://schemas.openxmlformats.org/officeDocument/2006/relationships/notesMaster" Target="/ppt/notesMasters/notesMaster1.xml" Id="R28ecf0e6783140a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71eb2766fd24295" /><Relationship Type="http://schemas.openxmlformats.org/officeDocument/2006/relationships/notesMaster" Target="/ppt/notesMasters/notesMaster1.xml" Id="R9a841849316842d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b24038780cd4f54" /><Relationship Type="http://schemas.openxmlformats.org/officeDocument/2006/relationships/notesMaster" Target="/ppt/notesMasters/notesMaster1.xml" Id="R6bfd91d60f65475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2b21cf8a4e54d7e" /><Relationship Type="http://schemas.openxmlformats.org/officeDocument/2006/relationships/notesMaster" Target="/ppt/notesMasters/notesMaster1.xml" Id="R30a5965621d641f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5c88f963b9341b8" /><Relationship Type="http://schemas.openxmlformats.org/officeDocument/2006/relationships/notesMaster" Target="/ppt/notesMasters/notesMaster1.xml" Id="Rcfca2ac98a8d403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973385c9ed3494d" /><Relationship Type="http://schemas.openxmlformats.org/officeDocument/2006/relationships/notesMaster" Target="/ppt/notesMasters/notesMaster1.xml" Id="R906f29dabf0941b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793e6aaa7e264a11" /><Relationship Type="http://schemas.openxmlformats.org/officeDocument/2006/relationships/notesMaster" Target="/ppt/notesMasters/notesMaster1.xml" Id="R2956e05a7f1f49c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33298ef1b8a40a5" /><Relationship Type="http://schemas.openxmlformats.org/officeDocument/2006/relationships/notesMaster" Target="/ppt/notesMasters/notesMaster1.xml" Id="R2c16a67f60a0425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8434445ddc543f7" /><Relationship Type="http://schemas.openxmlformats.org/officeDocument/2006/relationships/notesMaster" Target="/ppt/notesMasters/notesMaster1.xml" Id="Rfa96524e65f4454b"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cd84d9b091874c92" /><Relationship Type="http://schemas.openxmlformats.org/officeDocument/2006/relationships/notesMaster" Target="/ppt/notesMasters/notesMaster1.xml" Id="R39967e12ba244ce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57155b9232e4c32" /><Relationship Type="http://schemas.openxmlformats.org/officeDocument/2006/relationships/notesMaster" Target="/ppt/notesMasters/notesMaster1.xml" Id="Rbd9fb0e12cdf4a4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65ffc9299394522" /><Relationship Type="http://schemas.openxmlformats.org/officeDocument/2006/relationships/notesMaster" Target="/ppt/notesMasters/notesMaster1.xml" Id="Rf674df5430f74d4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2e2c250116e4f04" /><Relationship Type="http://schemas.openxmlformats.org/officeDocument/2006/relationships/notesMaster" Target="/ppt/notesMasters/notesMaster1.xml" Id="R5b890de8260f45d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8fdf2acd2e794efc" /><Relationship Type="http://schemas.openxmlformats.org/officeDocument/2006/relationships/notesMaster" Target="/ppt/notesMasters/notesMaster1.xml" Id="R18fd9d68bdda479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cfac0f13eea34ab6" /><Relationship Type="http://schemas.openxmlformats.org/officeDocument/2006/relationships/notesMaster" Target="/ppt/notesMasters/notesMaster1.xml" Id="R7b2ca3da86064aa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790b0dda8fc4b31" /><Relationship Type="http://schemas.openxmlformats.org/officeDocument/2006/relationships/notesMaster" Target="/ppt/notesMasters/notesMaster1.xml" Id="Rae2b73bff641416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5b1586eede44430b" /><Relationship Type="http://schemas.openxmlformats.org/officeDocument/2006/relationships/notesMaster" Target="/ppt/notesMasters/notesMaster1.xml" Id="R3f7ce5a0976e4045"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056af76ce534750" /><Relationship Type="http://schemas.openxmlformats.org/officeDocument/2006/relationships/notesMaster" Target="/ppt/notesMasters/notesMaster1.xml" Id="R7c65e8e165564a5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ad3e27fcf6ff401e" /><Relationship Type="http://schemas.openxmlformats.org/officeDocument/2006/relationships/notesMaster" Target="/ppt/notesMasters/notesMaster1.xml" Id="Rd250e3cd40ba4f1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f79d680ec9b4a6f" /><Relationship Type="http://schemas.openxmlformats.org/officeDocument/2006/relationships/notesMaster" Target="/ppt/notesMasters/notesMaster1.xml" Id="R473e2db7c3de4bf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ee2f69563b142f8" /><Relationship Type="http://schemas.openxmlformats.org/officeDocument/2006/relationships/notesMaster" Target="/ppt/notesMasters/notesMaster1.xml" Id="R5c2da73474c44435"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5f748b76d64f4e46" /><Relationship Type="http://schemas.openxmlformats.org/officeDocument/2006/relationships/notesMaster" Target="/ppt/notesMasters/notesMaster1.xml" Id="R762b7422b2674194"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2376a6c19d14dc3" /><Relationship Type="http://schemas.openxmlformats.org/officeDocument/2006/relationships/notesMaster" Target="/ppt/notesMasters/notesMaster1.xml" Id="Rdccd8620889a4bd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08f8d0758516432c" /><Relationship Type="http://schemas.openxmlformats.org/officeDocument/2006/relationships/notesMaster" Target="/ppt/notesMasters/notesMaster1.xml" Id="R7bc88625c0e34d6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854720b0b38246a6" /><Relationship Type="http://schemas.openxmlformats.org/officeDocument/2006/relationships/notesMaster" Target="/ppt/notesMasters/notesMaster1.xml" Id="R538f3c7afee04e4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af3a1d2ffb00444d" /><Relationship Type="http://schemas.openxmlformats.org/officeDocument/2006/relationships/notesMaster" Target="/ppt/notesMasters/notesMaster1.xml" Id="Rb088d0596c244f8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ef8df3d764294d3c" /><Relationship Type="http://schemas.openxmlformats.org/officeDocument/2006/relationships/notesMaster" Target="/ppt/notesMasters/notesMaster1.xml" Id="R4cb3ba85db2d424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504b1aa62b24072" /><Relationship Type="http://schemas.openxmlformats.org/officeDocument/2006/relationships/notesMaster" Target="/ppt/notesMasters/notesMaster1.xml" Id="R8506341c41964cb3"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7ea2d0926104dbe" /><Relationship Type="http://schemas.openxmlformats.org/officeDocument/2006/relationships/notesMaster" Target="/ppt/notesMasters/notesMaster1.xml" Id="R410ed35520544343"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b6853946ce154d92" /><Relationship Type="http://schemas.openxmlformats.org/officeDocument/2006/relationships/notesMaster" Target="/ppt/notesMasters/notesMaster1.xml" Id="Rb76c7cb4253e4f4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b6b76f715a146d3" /><Relationship Type="http://schemas.openxmlformats.org/officeDocument/2006/relationships/notesMaster" Target="/ppt/notesMasters/notesMaster1.xml" Id="R19bc9387456740d6"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09591b15c05f4239" /><Relationship Type="http://schemas.openxmlformats.org/officeDocument/2006/relationships/notesMaster" Target="/ppt/notesMasters/notesMaster1.xml" Id="R1197065dd5ba4648"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bf085444e7a4596" /><Relationship Type="http://schemas.openxmlformats.org/officeDocument/2006/relationships/notesMaster" Target="/ppt/notesMasters/notesMaster1.xml" Id="R1d6fe35e922b463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492b633f09c942c3" /><Relationship Type="http://schemas.openxmlformats.org/officeDocument/2006/relationships/notesMaster" Target="/ppt/notesMasters/notesMaster1.xml" Id="R528d47d9608e466f"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ab78fefcb6142ba" /><Relationship Type="http://schemas.openxmlformats.org/officeDocument/2006/relationships/notesMaster" Target="/ppt/notesMasters/notesMaster1.xml" Id="R5a76f6437e784a2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e945c8ac5b084d32" /><Relationship Type="http://schemas.openxmlformats.org/officeDocument/2006/relationships/notesMaster" Target="/ppt/notesMasters/notesMaster1.xml" Id="R96c169fdf72f4ba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6ead2da97834c91" /><Relationship Type="http://schemas.openxmlformats.org/officeDocument/2006/relationships/notesMaster" Target="/ppt/notesMasters/notesMaster1.xml" Id="R4007d9ed3aa14ba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df4b5ee8e2b40bd" /><Relationship Type="http://schemas.openxmlformats.org/officeDocument/2006/relationships/notesMaster" Target="/ppt/notesMasters/notesMaster1.xml" Id="Ra94ced43e8ea4a0c"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89d73244e69b4188" /><Relationship Type="http://schemas.openxmlformats.org/officeDocument/2006/relationships/notesMaster" Target="/ppt/notesMasters/notesMaster1.xml" Id="R2f91ddac69dc47d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5c1b6b8f8274bfd" /><Relationship Type="http://schemas.openxmlformats.org/officeDocument/2006/relationships/notesMaster" Target="/ppt/notesMasters/notesMaster1.xml" Id="Re17c410d20344e6a"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bbeb2584a2c4a0b" /><Relationship Type="http://schemas.openxmlformats.org/officeDocument/2006/relationships/notesMaster" Target="/ppt/notesMasters/notesMaster1.xml" Id="R71777e07273242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한 성능 작업에 세 책임을 적용하면</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한 성능 작업에 세 책임을 적용하면</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한 Task에서 현재 목표·허용 범위, 보존할 이미지 동작·공개 명세, 다시 쓸 측정·조사·검증 방법을 함께 적용한다.</a:t>
            </a:r>
          </a:p>
          <a:p xmlns:a="http://schemas.openxmlformats.org/drawingml/2006/main">
            <a:r>
              <a:t/>
            </a:r>
          </a:p>
          <a:p xmlns:a="http://schemas.openxmlformats.org/drawingml/2006/main">
            <a:r>
              <a:t>Opening Question: “normalize 요청에서 목표, 프로젝트 기준, 수행 방법은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사용 시점과 판단 기준을 본 수행 방법을 회수한다. 첫 패널의 normalize 성능 조사 요청을 읽고, 이번 목표·계속 적용할 기준·반복 방법을 함께 놓아 보는 장임을 설명한다.</a:t>
            </a:r>
          </a:p>
          <a:p xmlns:a="http://schemas.openxmlformats.org/drawingml/2006/main">
            <a:r>
              <a:t>2. (1:00–2:30) 둘째 패널의 기존 이미지 동작과 공개 명세 보존이 이 작업에도 적용됨을 연결한다.</a:t>
            </a:r>
          </a:p>
          <a:p xmlns:a="http://schemas.openxmlformats.org/drawingml/2006/main">
            <a:r>
              <a:t>3. (2:30–4:00) 셋째 패널의 기준선·조사·검증·비교가 반복할 작업 방법임을 연결한다.</a:t>
            </a:r>
          </a:p>
          <a:p xmlns:a="http://schemas.openxmlformats.org/drawingml/2006/main">
            <a:r>
              <a:t>4. (4:00–5:00) 세 책임을 함께 적용한 뒤 재사용 절차를 어디서 유지할지 묻는다.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 DEC-0062는 기존 관찰·측정 조건과 효과 미입증 경계를 유지한다.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이번 요청 + 프로젝트 기준 + 수행 방법의 세 패널. 분류 항목을 재강의하지 않고 같은 Task를 관통한다.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“다음 성능 작업에도 같은 수행 방법이 필요하다면, 어디에서 함께 유지할까요?”</a:t>
            </a:r>
          </a:p>
          <a:p xmlns:a="http://schemas.openxmlformats.org/drawingml/2006/main">
            <a:r>
              <a:t/>
            </a:r>
          </a:p>
          <a:p xmlns:a="http://schemas.openxmlformats.org/drawingml/2006/main">
            <a:r>
              <a:t>Time Management: Lecture5분: 목표1, 기준1.5, 방법1.5, 재사용 질문1.</a:t>
            </a:r>
          </a:p>
          <a:p xmlns:a="http://schemas.openxmlformats.org/drawingml/2006/main">
            <a:r>
              <a:t/>
            </a:r>
          </a:p>
          <a:p xmlns:a="http://schemas.openxmlformats.org/drawingml/2006/main">
            <a:r>
              <a:t>Fallback: LOCAL STATIC ARTIFACT — production/ACT_3.pptx / S52, production/preview/act3/S52.png 및 production/preview/full/S52.png.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절차의 유지 위치를 선택한다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절차의 유지 위치를 선택한다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Task별 목표·제약·허용 범위는 요청에 남기고 반복 절차를 프로젝트가 유지할 단위로 옮기는 선택을 검토한다. 이 사례의 구현 후보는 Repository Skill이다.</a:t>
            </a:r>
          </a:p>
          <a:p xmlns:a="http://schemas.openxmlformats.org/drawingml/2006/main">
            <a:r>
              <a:t/>
            </a:r>
          </a:p>
          <a:p xmlns:a="http://schemas.openxmlformats.org/drawingml/2006/main">
            <a:r>
              <a:t>Opening Question: “Task마다 달라지는 요청과 함께 고칠 절차를 어떻게 나눌까?”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함수·변경 범위·보존 조건처럼 Task마다 달라지는 부분을 짚는다.</a:t>
            </a:r>
          </a:p>
          <a:p xmlns:a="http://schemas.openxmlformats.org/drawingml/2006/main">
            <a:r>
              <a:t>2. (1:30–3:00) 기준선·조사·변경 판단·검증·비교·보고를 함께 고칠 방법으로 묶고 SKILL.md 후보를 제시한다.</a:t>
            </a:r>
          </a:p>
          <a:p xmlns:a="http://schemas.openxmlformats.org/drawingml/2006/main">
            <a:r>
              <a:t>3. (3:00–4:00) DEC-0017의 선택과 대상 제품 표면 확인을 구분하고 다음 실제 기록으로 넘어간다.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 DEC-0062는 기존 관찰·측정 조건과 효과 미입증 경계를 유지한다.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Task마다 달라지는 요청 → 프로젝트가 재사용할 절차. SKILL.md는 구현 후보로만 제시하고 실행 성공은 다음 장에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구조가 실제 기록에서는 어떻게 발견되고 호출됐는지 확인하겠습니다.”</a:t>
            </a:r>
          </a:p>
          <a:p xmlns:a="http://schemas.openxmlformats.org/drawingml/2006/main">
            <a:r>
              <a:t/>
            </a:r>
          </a:p>
          <a:p xmlns:a="http://schemas.openxmlformats.org/drawingml/2006/main">
            <a:r>
              <a:t>Time Management: Lecture4분: 현재 요청1.5, 유지할 방법1.5, 선택 범위/전환1.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Skill의 발견과 본문 포함을 확인했다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Skill의 발견과 본문 포함을 확인했다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TRIAL-008의 CLI 목록에서 이름과 설명을 발견하고, 밝기 통계 작업 목표와 함께 명시 호출했으며, 실행 trace에 경로와 전체 본문이 포함된 것을 확인했다. 별도 load UI 이벤트는 없었다.</a:t>
            </a:r>
          </a:p>
          <a:p xmlns:a="http://schemas.openxmlformats.org/drawingml/2006/main">
            <a:r>
              <a:t/>
            </a:r>
          </a:p>
          <a:p xmlns:a="http://schemas.openxmlformats.org/drawingml/2006/main">
            <a:r>
              <a:t>Opening Question: “반복 방법을 담은 Skill이 이번 작업에 포함됐다는 것을 무엇으로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크기 변경·정규화 다음에도 재사용할 수 있는 밝기 통계(image_statistics)의 시간/할당량 조사라는 목적을 소개한다. 새로 실행한 Task가 아니다.</a:t>
            </a:r>
          </a:p>
          <a:p xmlns:a="http://schemas.openxmlformats.org/drawingml/2006/main">
            <a:r>
              <a:t>2. (1:00–2:30) /skills 목록의 이름·잘린 설명과 명시적 $graypipe-performance 호출을 설명한다. 목록에는 파일 경로가 없었다.</a:t>
            </a:r>
          </a:p>
          <a:p xmlns:a="http://schemas.openxmlformats.org/drawingml/2006/main">
            <a:r>
              <a:t>3. (2:30–4:00) 실행 trace에 이름·경로·전체 Skill 본문이 포함된 관찰을 짚는다. 별도 UI load 이벤트나 모든 지침 준수의 증명으로 표현하지 않는다.</a:t>
            </a:r>
          </a:p>
          <a:p xmlns:a="http://schemas.openxmlformats.org/drawingml/2006/main">
            <a:r>
              <a:t>4. (4:00–5:00) CLI0.154.0, 성공한 계정/모델 실행의 범위와 현재 Desktop/암묵 호출 미검증을 말한다.</a:t>
            </a:r>
          </a:p>
          <a:p xmlns:a="http://schemas.openxmlformats.org/drawingml/2006/main">
            <a:r>
              <a:t/>
            </a:r>
          </a:p>
          <a:p xmlns:a="http://schemas.openxmlformats.org/drawingml/2006/main">
            <a:r>
              <a:t>Evidence / Source: TRIAL-008, DEC-0017, BEAT-021. Codex CLI 0.154.0, 명시적 호출, disposable workspace. 시각 자료는 기록의 재구성이다. DEC-0062 원문/관찰 대조: plan/DEMO_MATRIX.md TRIAL-008 Skill Discovery/Invocation/Load Evidence/Verification 및 Prompt Responsibility Shift; STATE-04:.agents/skills/graypipe-performance/SKILL.md. 경로는 selector가 아니라 실행 trace에서 확인됐다.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 DEC-0062는 기존 관찰·측정 조건과 효과 미입증 경계를 유지한다.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세 관찰 행: /skills의 이름·설명 / 명시 호출+밝기 통계 목표 / 실행 trace의 경로·본문. 기록 요약임을 표시한다.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“본문이 포함됐다는 사실과, 지침에 대응하는 작업 기록을 다음 장에서 구분해 보겠습니다.”</a:t>
            </a:r>
          </a:p>
          <a:p xmlns:a="http://schemas.openxmlformats.org/drawingml/2006/main">
            <a:r>
              <a:t/>
            </a:r>
          </a:p>
          <a:p xmlns:a="http://schemas.openxmlformats.org/drawingml/2006/main">
            <a:r>
              <a:t>Time Management: Demo5분(정적 기록 기본): 목적1, 발견·호출1.5, 본문 근거1.5, 범위/전환1. 실제 Live/Hybrid는 활성화 전 미검증.</a:t>
            </a:r>
          </a:p>
          <a:p xmlns:a="http://schemas.openxmlformats.org/drawingml/2006/main">
            <a:r>
              <a:t/>
            </a:r>
          </a:p>
          <a:p xmlns:a="http://schemas.openxmlformats.org/drawingml/2006/main">
            <a:r>
              <a:t>Fallback: LOCAL STATIC ARTIFACT — production/ACT_3.pptx / S54, production/preview/act3/S54.png 및 production/preview/full/S54.png.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Skill의 지침과 관찰된 작업을 대응한다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Skill의 지침과 관찰된 작업을 대응한다</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요청이 담던 공통 절차를 TRIAL-008은 명시 호출한 Skill에 두었다. 기준선·계획·같은 조건의 검증 지침과 보존된 관찰 기록을 대응하되 Skill 단독 인과성을 주장하지 않는다.</a:t>
            </a:r>
          </a:p>
          <a:p xmlns:a="http://schemas.openxmlformats.org/drawingml/2006/main">
            <a:r>
              <a:t/>
            </a:r>
          </a:p>
          <a:p xmlns:a="http://schemas.openxmlformats.org/drawingml/2006/main">
            <a:r>
              <a:t>Opening Question: “Skill에 적힌 절차와 실제로 기록된 작업은 어떻게 대응됐을까?”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normalize와 밝기 통계는 다른 Task이며 성능 우열 비교가 아님을 밝힌다. TRIAL-007은 긴 요청, TRIAL-008은 Task 목표·6항목 보존·변경 범위+Skill 호출이었다.</a:t>
            </a:r>
          </a:p>
          <a:p xmlns:a="http://schemas.openxmlformats.org/drawingml/2006/main">
            <a:r>
              <a:t>2. (1:00–3:00 / Demo) 기준선/계획/동일 조건 검증의 실제 Skill 발췌와 보존된 관찰 요약을 행별로 대응한다. 실제 CLI 화면이나 원문 실행 로그가 아닌 표임을 밝힌다.</a:t>
            </a:r>
          </a:p>
          <a:p xmlns:a="http://schemas.openxmlformats.org/drawingml/2006/main">
            <a:r>
              <a:t>3. (3:00–5:00 / Case) 본문 포함과 각 작업 관찰이 서로 다른 근거임을 짚는다. visible plan은 Skill의 when-task/interface-calls-for 조건과 실제 요청에 맞는 범위다.</a:t>
            </a:r>
          </a:p>
          <a:p xmlns:a="http://schemas.openxmlformats.org/drawingml/2006/main">
            <a:r>
              <a:t>4. (5:00–6:00 / Case) 절차의 책임 이동을 회수하고 모든 지침 준수·단독 인과성·토큰 절약·속도 향상으로 확대하지 않는다.</a:t>
            </a:r>
          </a:p>
          <a:p xmlns:a="http://schemas.openxmlformats.org/drawingml/2006/main">
            <a:r>
              <a:t/>
            </a:r>
          </a:p>
          <a:p xmlns:a="http://schemas.openxmlformats.org/drawingml/2006/main">
            <a:r>
              <a:t>Evidence / Source: TRIAL-007/008, DEC-0017, BEAT-021. 관찰된 CLI 기록을 요약한 비교. DEC-0062 원문/관찰 대조: plan/DEMO_MATRIX.md TRIAL-008 Skill Discovery/Invocation/Load Evidence/Verification 및 Prompt Responsibility Shift; STATE-04:.agents/skills/graypipe-performance/SKILL.md. 경로는 selector가 아니라 실행 trace에서 확인됐다. 발췌의 전체 조건: State a concise plan before making edits when the task or working interface calls for a visible plan. / Repeat the same benchmark with the same input and settings, check its correctness guard, run a suitable user-facing smoke check when relevant, inspect git diff --check, and review the final diff for scope and unintended changes. 표는 생략부호가 있는 원문 발췌와 관찰 요약이며 raw log가 아니다.</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 DEC-0062는 기존 관찰·측정 조건과 효과 미입증 경계를 유지한다.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Native 두 열 표: Skill 원문 세 발췌 ↔ TRIAL-008 기준선/계획/검증 관찰 요약. 다른 목표·Task 제약과 책임 이동을 상하 문구로 유지한다. 현재 제품이나 Demo repository를 실행하지 않는다. Live/Hybrid는 대상 표면·계정·권한·fallback 확인 전 비활성이다.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“재사용할 지침을 정했어도, 어떤 구현이 맞는지는 이번 근거로 판단해야 합니다.”</a:t>
            </a:r>
          </a:p>
          <a:p xmlns:a="http://schemas.openxmlformats.org/drawingml/2006/main">
            <a:r>
              <a:t/>
            </a:r>
          </a:p>
          <a:p xmlns:a="http://schemas.openxmlformats.org/drawingml/2006/main">
            <a:r>
              <a:t>Time Management: Demo3분 + Case3분. 요청 구조1, 원문/관찰 대응2, 근거 구분2, 한계/전환1.</a:t>
            </a:r>
          </a:p>
          <a:p xmlns:a="http://schemas.openxmlformats.org/drawingml/2006/main">
            <a:r>
              <a:t/>
            </a:r>
          </a:p>
          <a:p xmlns:a="http://schemas.openxmlformats.org/drawingml/2006/main">
            <a:r>
              <a:t>Fallback: LOCAL STATIC ARTIFACT — production/ACT_3.pptx / S55, production/preview/act3/S55.png 및 production/preview/full/S55.png.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“Skill에 고정할 방법과 이번 Task에서 정할 답은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Skill에 둔 재현 가능한 기준선·검증·비교·변경 보류 방법을 가리킨다. 원문 Establish a reproducible baseline before editing.의 뜻을 보존한다.</a:t>
            </a:r>
          </a:p>
          <a:p xmlns:a="http://schemas.openxmlformats.org/drawingml/2006/main">
            <a:r>
              <a:t>2. (1:00–2:00) 알고리즘·실제 측정값·trade-off는 이번 Task에서 정할 답임을 설명한다.</a:t>
            </a:r>
          </a:p>
          <a:p xmlns:a="http://schemas.openxmlformats.org/drawingml/2006/main">
            <a:r>
              <a:t>3. (2:00–3:00) no-change 문장을 읽고 변경이 정당화되지 않으면 보류도 유효한 판단임을 말한 뒤 후보 선택으로 넘어간다.</a:t>
            </a:r>
          </a:p>
          <a:p xmlns:a="http://schemas.openxmlformats.org/drawingml/2006/main">
            <a:r>
              <a:t/>
            </a:r>
          </a:p>
          <a:p xmlns:a="http://schemas.openxmlformats.org/drawingml/2006/main">
            <a:r>
              <a:t>Evidence / Source: TRIAL-008, `graypipe-performance` Skill, DEC-0017, BEAT-022. OBSERVED_PRODUCT / TEACHING_MODEL. 보존 원문: Establish a reproducible baseline before editing. / A measured result that does not justify a change is a valid no-change conclusion.</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 DEC-0062는 기존 관찰·측정 조건과 효과 미입증 경계를 유지한다.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Skill에 둘 방법과 이번에 정할 답을 두 패널로 대조한다. no-change 지침 원문을 별도로 발췌한다.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방법1, 이번 판단1, no-change/전환1.</a:t>
            </a:r>
          </a:p>
          <a:p xmlns:a="http://schemas.openxmlformats.org/drawingml/2006/main">
            <a:r>
              <a:t/>
            </a:r>
          </a:p>
          <a:p xmlns:a="http://schemas.openxmlformats.org/drawingml/2006/main">
            <a:r>
              <a:t>Fallback: LOCAL STATIC ARTIFACT — production/ACT_3.pptx / S56, production/preview/act3/S56.png 및 production/preview/full/S56.png.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1a94c94287464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b1ff31553fc45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9d2bd5e2c74473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0ec4e7726074d6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a81bba591ef41f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ae24c896724c6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52B1B6-BC91-42BC-A415-96BA1E0753A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46FEEC3-EDD3-414F-87B6-B4C7A6839FF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03B7645-3F2B-4FE5-A7A1-1E5AF9CE73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F49902-DEB9-49B1-8DD4-24CC08B2921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AD5CFC-11EC-411D-B2D8-756561CB03F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191A08-89A7-4E57-A8B6-C62D1EA1B9F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96E697-1A33-4A35-A3C7-F4A9093FE33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7990028-A121-4C75-BAC6-24A9CE8F711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9654CE-BEE3-4009-8BF7-8FD2225250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957D76-C6EA-4BBC-ADDA-792FD916B4B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0b478f57ae4ecc" /><Relationship Type="http://schemas.openxmlformats.org/officeDocument/2006/relationships/slideLayout" Target="/ppt/slideLayouts/slideLayout1.xml" Id="R179d88f4095347f5" /><Relationship Type="http://schemas.openxmlformats.org/officeDocument/2006/relationships/slideLayout" Target="/ppt/slideLayouts/slideLayout2.xml" Id="R6f86efc4f590424b" /><Relationship Type="http://schemas.openxmlformats.org/officeDocument/2006/relationships/slideLayout" Target="/ppt/slideLayouts/slideLayout3.xml" Id="R625bbff657e64e28" /><Relationship Type="http://schemas.openxmlformats.org/officeDocument/2006/relationships/slideLayout" Target="/ppt/slideLayouts/slideLayout4.xml" Id="Rcd7d92e56af74b2a" /><Relationship Type="http://schemas.openxmlformats.org/officeDocument/2006/relationships/slideLayout" Target="/ppt/slideLayouts/slideLayout5.xml" Id="R988b0e4ab18c42a3" /><Relationship Type="http://schemas.openxmlformats.org/officeDocument/2006/relationships/slideLayout" Target="/ppt/slideLayouts/slideLayout6.xml" Id="R7609085952cf49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79d88f4095347f5"/>
    <p:sldLayoutId xmlns:r="http://schemas.openxmlformats.org/officeDocument/2006/relationships" id="2147483650" r:id="R6f86efc4f590424b"/>
    <p:sldLayoutId xmlns:r="http://schemas.openxmlformats.org/officeDocument/2006/relationships" id="2147483651" r:id="R625bbff657e64e28"/>
    <p:sldLayoutId xmlns:r="http://schemas.openxmlformats.org/officeDocument/2006/relationships" id="2147483652" r:id="Rcd7d92e56af74b2a"/>
    <p:sldLayoutId xmlns:r="http://schemas.openxmlformats.org/officeDocument/2006/relationships" id="2147483653" r:id="R988b0e4ab18c42a3"/>
    <p:sldLayoutId xmlns:r="http://schemas.openxmlformats.org/officeDocument/2006/relationships" id="2147483654" r:id="R7609085952cf49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543ac126d8e4761" /><Relationship Type="http://schemas.openxmlformats.org/officeDocument/2006/relationships/image" Target="/ppt/media/image.png" Id="R9d6c0d215f554471" /><Relationship Type="http://schemas.openxmlformats.org/officeDocument/2006/relationships/notesSlide" Target="/ppt/notesSlides/notesSlide1.xml" Id="R07d82425eab04b7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f2f1e27796b4b96" /><Relationship Type="http://schemas.openxmlformats.org/officeDocument/2006/relationships/notesSlide" Target="/ppt/notesSlides/notesSlide2.xml" Id="Rfe6ddaf800f348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7e62c28894d4522" /><Relationship Type="http://schemas.openxmlformats.org/officeDocument/2006/relationships/notesSlide" Target="/ppt/notesSlides/notesSlide3.xml" Id="R6749e4d1d6da4ac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152dd52ab4a44a9" /><Relationship Type="http://schemas.openxmlformats.org/officeDocument/2006/relationships/image" Target="/ppt/media/image2.png" Id="R69fb338b894a4bd7" /><Relationship Type="http://schemas.openxmlformats.org/officeDocument/2006/relationships/notesSlide" Target="/ppt/notesSlides/notesSlide4.xml" Id="R0cef61df7c3749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bd98b8c9a334db4" /><Relationship Type="http://schemas.openxmlformats.org/officeDocument/2006/relationships/notesSlide" Target="/ppt/notesSlides/notesSlide5.xml" Id="R8e679b17c6644c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8e6aa6d38cc414a" /><Relationship Type="http://schemas.openxmlformats.org/officeDocument/2006/relationships/notesSlide" Target="/ppt/notesSlides/notesSlide6.xml" Id="R201c5d4670f4467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93ac57836e04db8" /><Relationship Type="http://schemas.openxmlformats.org/officeDocument/2006/relationships/image" Target="/ppt/media/image3.png" Id="Rb0e00a985f034125" /><Relationship Type="http://schemas.openxmlformats.org/officeDocument/2006/relationships/notesSlide" Target="/ppt/notesSlides/notesSlide7.xml" Id="Rdb10d4fec12e44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d371a7e4e164be2" /><Relationship Type="http://schemas.openxmlformats.org/officeDocument/2006/relationships/notesSlide" Target="/ppt/notesSlides/notesSlide8.xml" Id="R282b1b8de68c4b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489abbb3d4c4afd" /><Relationship Type="http://schemas.openxmlformats.org/officeDocument/2006/relationships/image" Target="/ppt/media/image4.png" Id="R7d8c0a30e104402f" /><Relationship Type="http://schemas.openxmlformats.org/officeDocument/2006/relationships/image" Target="/ppt/media/image5.png" Id="R7e94c1fe96a14a67" /><Relationship Type="http://schemas.openxmlformats.org/officeDocument/2006/relationships/image" Target="/ppt/media/image6.png" Id="Rb61959ab07f0477c" /><Relationship Type="http://schemas.openxmlformats.org/officeDocument/2006/relationships/notesSlide" Target="/ppt/notesSlides/notesSlide9.xml" Id="R9b81c28d79ad45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9e8464ad61b44f4" /><Relationship Type="http://schemas.openxmlformats.org/officeDocument/2006/relationships/notesSlide" Target="/ppt/notesSlides/notesSlide10.xml" Id="Raf66d3c75eef4d4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934f3c9600a42ca" /><Relationship Type="http://schemas.openxmlformats.org/officeDocument/2006/relationships/image" Target="/ppt/media/image7.png" Id="R2bd802c8909a49df" /><Relationship Type="http://schemas.openxmlformats.org/officeDocument/2006/relationships/image" Target="/ppt/media/image8.png" Id="R6ca84be6088f447f" /><Relationship Type="http://schemas.openxmlformats.org/officeDocument/2006/relationships/image" Target="/ppt/media/image9.png" Id="Ra485be5af1ba448c" /><Relationship Type="http://schemas.openxmlformats.org/officeDocument/2006/relationships/notesSlide" Target="/ppt/notesSlides/notesSlide11.xml" Id="R7e48b85701ec49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257159c675e4ab7" /><Relationship Type="http://schemas.openxmlformats.org/officeDocument/2006/relationships/image" Target="/ppt/media/image10.png" Id="R2651ab1d6f384a8a" /><Relationship Type="http://schemas.openxmlformats.org/officeDocument/2006/relationships/notesSlide" Target="/ppt/notesSlides/notesSlide12.xml" Id="R5a5688c390b24fc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796db3d411f45cf" /><Relationship Type="http://schemas.openxmlformats.org/officeDocument/2006/relationships/image" Target="/ppt/media/image11.png" Id="R455ae9e7e3a24b6e" /><Relationship Type="http://schemas.openxmlformats.org/officeDocument/2006/relationships/notesSlide" Target="/ppt/notesSlides/notesSlide13.xml" Id="Rf13fc2e990f44d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356005462b24fd1" /><Relationship Type="http://schemas.openxmlformats.org/officeDocument/2006/relationships/notesSlide" Target="/ppt/notesSlides/notesSlide14.xml" Id="Rc52e1f41cb524b2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aa38cee41da9407b" /><Relationship Type="http://schemas.openxmlformats.org/officeDocument/2006/relationships/notesSlide" Target="/ppt/notesSlides/notesSlide15.xml" Id="Rebbb31948c284d7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f6da91fc3cc4dae" /><Relationship Type="http://schemas.openxmlformats.org/officeDocument/2006/relationships/notesSlide" Target="/ppt/notesSlides/notesSlide16.xml" Id="R46d0e120ae284e6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d688193e69474db4" /><Relationship Type="http://schemas.openxmlformats.org/officeDocument/2006/relationships/notesSlide" Target="/ppt/notesSlides/notesSlide17.xml" Id="R1e18bcaab23b4e8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6abdd92cc7e446b" /><Relationship Type="http://schemas.openxmlformats.org/officeDocument/2006/relationships/notesSlide" Target="/ppt/notesSlides/notesSlide18.xml" Id="R70bd576e301b42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05d052490a34c24" /><Relationship Type="http://schemas.openxmlformats.org/officeDocument/2006/relationships/notesSlide" Target="/ppt/notesSlides/notesSlide19.xml" Id="R30596fa7c4ec41a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fd08bb0493b4ae7" /><Relationship Type="http://schemas.openxmlformats.org/officeDocument/2006/relationships/notesSlide" Target="/ppt/notesSlides/notesSlide20.xml" Id="Rd3f0921458f5403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393c912257dd42a8" /><Relationship Type="http://schemas.openxmlformats.org/officeDocument/2006/relationships/notesSlide" Target="/ppt/notesSlides/notesSlide21.xml" Id="R2069037aadb6400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7ac7e5a567a4341" /><Relationship Type="http://schemas.openxmlformats.org/officeDocument/2006/relationships/notesSlide" Target="/ppt/notesSlides/notesSlide22.xml" Id="R9b90f3fca8d94f3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9af7f370ed9495d" /><Relationship Type="http://schemas.openxmlformats.org/officeDocument/2006/relationships/notesSlide" Target="/ppt/notesSlides/notesSlide23.xml" Id="Rc165c1a787b6404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48d3bcfa9164490" /><Relationship Type="http://schemas.openxmlformats.org/officeDocument/2006/relationships/notesSlide" Target="/ppt/notesSlides/notesSlide24.xml" Id="Ra55f5fe76d764e7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32b1995cdab4f61" /><Relationship Type="http://schemas.openxmlformats.org/officeDocument/2006/relationships/notesSlide" Target="/ppt/notesSlides/notesSlide25.xml" Id="R4d4eb06e7cc64b1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f821493200d4016" /><Relationship Type="http://schemas.openxmlformats.org/officeDocument/2006/relationships/notesSlide" Target="/ppt/notesSlides/notesSlide26.xml" Id="Rd6ea9ddc163144d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8d29256f4644b87" /><Relationship Type="http://schemas.openxmlformats.org/officeDocument/2006/relationships/notesSlide" Target="/ppt/notesSlides/notesSlide27.xml" Id="R3ca5c31a0973479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caadae673e44620" /><Relationship Type="http://schemas.openxmlformats.org/officeDocument/2006/relationships/notesSlide" Target="/ppt/notesSlides/notesSlide28.xml" Id="Rfcecd5033d7e431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e74ca2317d94013" /><Relationship Type="http://schemas.openxmlformats.org/officeDocument/2006/relationships/notesSlide" Target="/ppt/notesSlides/notesSlide29.xml" Id="R4445bfa0efee4f3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b541ddab53a4bc5" /><Relationship Type="http://schemas.openxmlformats.org/officeDocument/2006/relationships/notesSlide" Target="/ppt/notesSlides/notesSlide30.xml" Id="R46beb11ce6634ca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604907824b74a97" /><Relationship Type="http://schemas.openxmlformats.org/officeDocument/2006/relationships/notesSlide" Target="/ppt/notesSlides/notesSlide31.xml" Id="Rd4821cccd7f4478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73be57b176245e1" /><Relationship Type="http://schemas.openxmlformats.org/officeDocument/2006/relationships/notesSlide" Target="/ppt/notesSlides/notesSlide32.xml" Id="Rebe9502fd250413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f7f1988d38f45e8" /><Relationship Type="http://schemas.openxmlformats.org/officeDocument/2006/relationships/notesSlide" Target="/ppt/notesSlides/notesSlide33.xml" Id="R93bf9eecf46f4a2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2865852ed3ba48b5" /><Relationship Type="http://schemas.openxmlformats.org/officeDocument/2006/relationships/notesSlide" Target="/ppt/notesSlides/notesSlide34.xml" Id="R26f429009d0d467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7cb8dba9b6948c6" /><Relationship Type="http://schemas.openxmlformats.org/officeDocument/2006/relationships/image" Target="/ppt/media/image12.png" Id="Rf49de50e5b8f48a9" /><Relationship Type="http://schemas.openxmlformats.org/officeDocument/2006/relationships/image" Target="/ppt/media/image13.png" Id="R8fa4fed65e4a4e73" /><Relationship Type="http://schemas.openxmlformats.org/officeDocument/2006/relationships/notesSlide" Target="/ppt/notesSlides/notesSlide35.xml" Id="Rdd0bc2ca054d4b0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5721fd49ef948d9" /><Relationship Type="http://schemas.openxmlformats.org/officeDocument/2006/relationships/image" Target="/ppt/media/image14.png" Id="R358d94081e2949f8" /><Relationship Type="http://schemas.openxmlformats.org/officeDocument/2006/relationships/notesSlide" Target="/ppt/notesSlides/notesSlide36.xml" Id="R6b4d06337332482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6daad7ee65546c9" /><Relationship Type="http://schemas.openxmlformats.org/officeDocument/2006/relationships/notesSlide" Target="/ppt/notesSlides/notesSlide37.xml" Id="R07030d926f1f43d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1a513a491ff4c15" /><Relationship Type="http://schemas.openxmlformats.org/officeDocument/2006/relationships/notesSlide" Target="/ppt/notesSlides/notesSlide38.xml" Id="R1c8af384b8f7442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c9303e0cc274fb0" /><Relationship Type="http://schemas.openxmlformats.org/officeDocument/2006/relationships/notesSlide" Target="/ppt/notesSlides/notesSlide39.xml" Id="R5029cc35694d401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e47ccba427be4fe8" /><Relationship Type="http://schemas.openxmlformats.org/officeDocument/2006/relationships/notesSlide" Target="/ppt/notesSlides/notesSlide40.xml" Id="R67112a496c7f44f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e15c88c415b4cd1" /><Relationship Type="http://schemas.openxmlformats.org/officeDocument/2006/relationships/notesSlide" Target="/ppt/notesSlides/notesSlide41.xml" Id="Rea2275be355a438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950bd678f654199" /><Relationship Type="http://schemas.openxmlformats.org/officeDocument/2006/relationships/notesSlide" Target="/ppt/notesSlides/notesSlide42.xml" Id="Rb87b6ad88a0e43f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5e3039961ac4a92" /><Relationship Type="http://schemas.openxmlformats.org/officeDocument/2006/relationships/notesSlide" Target="/ppt/notesSlides/notesSlide43.xml" Id="R0cae80236c0c44f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4ff0ee45fdae4efb" /><Relationship Type="http://schemas.openxmlformats.org/officeDocument/2006/relationships/notesSlide" Target="/ppt/notesSlides/notesSlide44.xml" Id="Ra348a8e949d94df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3002d0685b04543" /><Relationship Type="http://schemas.openxmlformats.org/officeDocument/2006/relationships/notesSlide" Target="/ppt/notesSlides/notesSlide45.xml" Id="R58c3de4d8fe44bb9"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9e4ec42cf7b146b7" /><Relationship Type="http://schemas.openxmlformats.org/officeDocument/2006/relationships/notesSlide" Target="/ppt/notesSlides/notesSlide46.xml" Id="R321ef268a98f4f1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e9cbc9671354766" /><Relationship Type="http://schemas.openxmlformats.org/officeDocument/2006/relationships/notesSlide" Target="/ppt/notesSlides/notesSlide47.xml" Id="R487a19ae190e44a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2ea46fcec984b24" /><Relationship Type="http://schemas.openxmlformats.org/officeDocument/2006/relationships/notesSlide" Target="/ppt/notesSlides/notesSlide48.xml" Id="R928836f4985c40d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fcd3de0fafaf498c" /><Relationship Type="http://schemas.openxmlformats.org/officeDocument/2006/relationships/notesSlide" Target="/ppt/notesSlides/notesSlide49.xml" Id="Rac08d520b1f64d0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914ee6e94df4a73" /><Relationship Type="http://schemas.openxmlformats.org/officeDocument/2006/relationships/image" Target="/ppt/media/image15.png" Id="Ra9401b02ef914aba" /><Relationship Type="http://schemas.openxmlformats.org/officeDocument/2006/relationships/image" Target="/ppt/media/image16.png" Id="R0d1705672ee84192" /><Relationship Type="http://schemas.openxmlformats.org/officeDocument/2006/relationships/notesSlide" Target="/ppt/notesSlides/notesSlide50.xml" Id="R2dfc0a5fdfe74a9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b586154924a941d0" /><Relationship Type="http://schemas.openxmlformats.org/officeDocument/2006/relationships/notesSlide" Target="/ppt/notesSlides/notesSlide51.xml" Id="R550b3e2fdfd44d6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0755ea29b0a74eeb" /><Relationship Type="http://schemas.openxmlformats.org/officeDocument/2006/relationships/notesSlide" Target="/ppt/notesSlides/notesSlide52.xml" Id="R7419f7f9d4ae4bd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3197cf568694f8b" /><Relationship Type="http://schemas.openxmlformats.org/officeDocument/2006/relationships/notesSlide" Target="/ppt/notesSlides/notesSlide53.xml" Id="Rfa75456c813f4bf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0d6bb05de64449a" /><Relationship Type="http://schemas.openxmlformats.org/officeDocument/2006/relationships/notesSlide" Target="/ppt/notesSlides/notesSlide54.xml" Id="R5523db31643745d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2c6df46df024700" /><Relationship Type="http://schemas.openxmlformats.org/officeDocument/2006/relationships/notesSlide" Target="/ppt/notesSlides/notesSlide55.xml" Id="R5ceadb1d4f87483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e9a43cee143a415f" /><Relationship Type="http://schemas.openxmlformats.org/officeDocument/2006/relationships/notesSlide" Target="/ppt/notesSlides/notesSlide56.xml" Id="Rbd71b209e9cd4c1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44f0a482ebd4a84" /><Relationship Type="http://schemas.openxmlformats.org/officeDocument/2006/relationships/notesSlide" Target="/ppt/notesSlides/notesSlide57.xml" Id="R953178316f144a9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b46e943478504f66" /><Relationship Type="http://schemas.openxmlformats.org/officeDocument/2006/relationships/chart" Target="/ppt/slides/charts/chart1.xml" Id="R0bd3ae60cbd24604" /><Relationship Type="http://schemas.openxmlformats.org/officeDocument/2006/relationships/notesSlide" Target="/ppt/notesSlides/notesSlide58.xml" Id="Rbe4889044f25446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c4534ed1ba8340a8" /><Relationship Type="http://schemas.openxmlformats.org/officeDocument/2006/relationships/notesSlide" Target="/ppt/notesSlides/notesSlide59.xml" Id="Ra2eb342bc07e447c"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84200dd0d7ce467d" /><Relationship Type="http://schemas.openxmlformats.org/officeDocument/2006/relationships/notesSlide" Target="/ppt/notesSlides/notesSlide60.xml" Id="Rb7271e0f3b07458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bff605e1f3a04f8a" /><Relationship Type="http://schemas.openxmlformats.org/officeDocument/2006/relationships/notesSlide" Target="/ppt/notesSlides/notesSlide61.xml" Id="Rdd45543b77104b6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f4681702f06445ce" /><Relationship Type="http://schemas.openxmlformats.org/officeDocument/2006/relationships/notesSlide" Target="/ppt/notesSlides/notesSlide62.xml" Id="R845dcbce5cf942c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b7d6bec9491840ce" /><Relationship Type="http://schemas.openxmlformats.org/officeDocument/2006/relationships/notesSlide" Target="/ppt/notesSlides/notesSlide63.xml" Id="R942809deba73442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de96f188e1264560" /><Relationship Type="http://schemas.openxmlformats.org/officeDocument/2006/relationships/notesSlide" Target="/ppt/notesSlides/notesSlide64.xml" Id="R4caa3062f98548fd"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89f32a67b780493d" /><Relationship Type="http://schemas.openxmlformats.org/officeDocument/2006/relationships/notesSlide" Target="/ppt/notesSlides/notesSlide65.xml" Id="Ra3c31012e26b4ee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385b9512666431a" /><Relationship Type="http://schemas.openxmlformats.org/officeDocument/2006/relationships/image" Target="/ppt/media/image17.png" Id="Rbe720d7e8e2e4122" /><Relationship Type="http://schemas.openxmlformats.org/officeDocument/2006/relationships/notesSlide" Target="/ppt/notesSlides/notesSlide66.xml" Id="R1caae1f10fb8472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ec0e83bbdf114927" /><Relationship Type="http://schemas.openxmlformats.org/officeDocument/2006/relationships/notesSlide" Target="/ppt/notesSlides/notesSlide67.xml" Id="Rd1357a68c09f4ed6"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370c3cd253ad4062" /><Relationship Type="http://schemas.openxmlformats.org/officeDocument/2006/relationships/notesSlide" Target="/ppt/notesSlides/notesSlide68.xml" Id="Rf8ee6ff9b37444d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896f98da1254175" /><Relationship Type="http://schemas.openxmlformats.org/officeDocument/2006/relationships/notesSlide" Target="/ppt/notesSlides/notesSlide69.xml" Id="R6197e1c0e5be4ba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a28275cb541487e" /><Relationship Type="http://schemas.openxmlformats.org/officeDocument/2006/relationships/notesSlide" Target="/ppt/notesSlides/notesSlide70.xml" Id="Rd3e29457a6834b14"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26d9133c7404627" /><Relationship Type="http://schemas.openxmlformats.org/officeDocument/2006/relationships/notesSlide" Target="/ppt/notesSlides/notesSlide71.xml" Id="Rde3bd157085d4b4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585e3f45b184e80" /><Relationship Type="http://schemas.openxmlformats.org/officeDocument/2006/relationships/notesSlide" Target="/ppt/notesSlides/notesSlide72.xml" Id="R32dce109f3f24695"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ccc546ccde1a484a" /><Relationship Type="http://schemas.openxmlformats.org/officeDocument/2006/relationships/notesSlide" Target="/ppt/notesSlides/notesSlide73.xml" Id="R2109e5d29fe3409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49284eb8d0a4c82" /><Relationship Type="http://schemas.openxmlformats.org/officeDocument/2006/relationships/notesSlide" Target="/ppt/notesSlides/notesSlide74.xml" Id="R6c37129f87ad416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e81272752a834a20" /><Relationship Type="http://schemas.openxmlformats.org/officeDocument/2006/relationships/notesSlide" Target="/ppt/notesSlides/notesSlide75.xml" Id="R53a3feedc6fd4d5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90ca2e74fc7f483b" /><Relationship Type="http://schemas.openxmlformats.org/officeDocument/2006/relationships/notesSlide" Target="/ppt/notesSlides/notesSlide76.xml" Id="R0411e7fa9f4d466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cf72a35c84bc4de6" /><Relationship Type="http://schemas.openxmlformats.org/officeDocument/2006/relationships/notesSlide" Target="/ppt/notesSlides/notesSlide77.xml" Id="R6f00e8034834446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67362ff2d13647a4" /><Relationship Type="http://schemas.openxmlformats.org/officeDocument/2006/relationships/notesSlide" Target="/ppt/notesSlides/notesSlide78.xml" Id="R82df8428bf4e4cf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0a8f0e1c21444eb" /><Relationship Type="http://schemas.openxmlformats.org/officeDocument/2006/relationships/notesSlide" Target="/ppt/notesSlides/notesSlide79.xml" Id="R8e235406ccdd4bae"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6be57ad5a02143a9" /><Relationship Type="http://schemas.openxmlformats.org/officeDocument/2006/relationships/notesSlide" Target="/ppt/notesSlides/notesSlide80.xml" Id="R661b2736064a4f9b"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14275fe6db964715" /><Relationship Type="http://schemas.openxmlformats.org/officeDocument/2006/relationships/notesSlide" Target="/ppt/notesSlides/notesSlide81.xml" Id="Red8bd41ca47e4cd7"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acf89ec64204c3a" /><Relationship Type="http://schemas.openxmlformats.org/officeDocument/2006/relationships/notesSlide" Target="/ppt/notesSlides/notesSlide82.xml" Id="Re5d4b8f89d724da3"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5a2eeae105e44185" /><Relationship Type="http://schemas.openxmlformats.org/officeDocument/2006/relationships/notesSlide" Target="/ppt/notesSlides/notesSlide83.xml" Id="Ra571f48b55ca4193"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b473dc8b85e4ca2" /><Relationship Type="http://schemas.openxmlformats.org/officeDocument/2006/relationships/notesSlide" Target="/ppt/notesSlides/notesSlide84.xml" Id="R844fd0d1e7e3425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8f9d787c6d8442af" /><Relationship Type="http://schemas.openxmlformats.org/officeDocument/2006/relationships/image" Target="/ppt/media/image18.png" Id="R520a7edb322c45b8" /><Relationship Type="http://schemas.openxmlformats.org/officeDocument/2006/relationships/notesSlide" Target="/ppt/notesSlides/notesSlide85.xml" Id="R0a4c10feafcf44fa"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39454299f5694896" /><Relationship Type="http://schemas.openxmlformats.org/officeDocument/2006/relationships/notesSlide" Target="/ppt/notesSlides/notesSlide86.xml" Id="R7f7a02b8ca4a4f5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776914ab84ae4fa3" /><Relationship Type="http://schemas.openxmlformats.org/officeDocument/2006/relationships/image" Target="/ppt/media/image19.png" Id="Rd6a9f580b5cd4ba2" /><Relationship Type="http://schemas.openxmlformats.org/officeDocument/2006/relationships/image" Target="/ppt/media/image20.png" Id="Rc79305a5ca3c4be0" /><Relationship Type="http://schemas.openxmlformats.org/officeDocument/2006/relationships/image" Target="/ppt/media/image21.png" Id="R48f218ac2d5248c6" /><Relationship Type="http://schemas.openxmlformats.org/officeDocument/2006/relationships/notesSlide" Target="/ppt/notesSlides/notesSlide87.xml" Id="Rca6dd67c30ef491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0e3a4b63805143df" /><Relationship Type="http://schemas.openxmlformats.org/officeDocument/2006/relationships/notesSlide" Target="/ppt/notesSlides/notesSlide88.xml" Id="R1c58935e617540ac"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b44e56e459084c0e" /><Relationship Type="http://schemas.openxmlformats.org/officeDocument/2006/relationships/notesSlide" Target="/ppt/notesSlides/notesSlide89.xml" Id="R6fd1b10b2b974529"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5a4b452c3b347fe" /><Relationship Type="http://schemas.openxmlformats.org/officeDocument/2006/relationships/notesSlide" Target="/ppt/notesSlides/notesSlide90.xml" Id="Rcb9604a028b9458e"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575a4d685d284b45" /><Relationship Type="http://schemas.openxmlformats.org/officeDocument/2006/relationships/notesSlide" Target="/ppt/notesSlides/notesSlide91.xml" Id="Red6f04148fa54d1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6cd16baedcc64130" /><Relationship Type="http://schemas.openxmlformats.org/officeDocument/2006/relationships/notesSlide" Target="/ppt/notesSlides/notesSlide92.xml" Id="Rcf02d3ad3e70476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5fe90b8610064f84" /><Relationship Type="http://schemas.openxmlformats.org/officeDocument/2006/relationships/notesSlide" Target="/ppt/notesSlides/notesSlide93.xml" Id="R1d5147143944444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8F5E99A8-4DB4-4F7A-B134-74D495B758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1C8DEECF-7466-4142-8CC2-6F30F304E6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5F6F3A0-5526-4CC2-BE0F-9BC3172E63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0133C1F-4FD9-4EBB-A154-5A0799FC51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C236FF73-A934-4222-8832-04C0C369C8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E139BE71-4DDD-4BA2-929D-45D6EF6BD4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1A1DF125-1383-4281-8A6D-396ACD9339F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DE13359-3246-48AB-BE87-F7D34065824D}"/>
              </a:ext>
            </a:extLst>
          </p:cNvPr>
          <p:cNvPicPr>
            <a:picLocks xmlns:a="http://schemas.openxmlformats.org/drawingml/2006/main" noChangeAspect="1"/>
          </p:cNvPicPr>
          <p:nvPr/>
        </p:nvPicPr>
        <p:blipFill>
          <a:blip xmlns:r="http://schemas.openxmlformats.org/officeDocument/2006/relationships" xmlns:a="http://schemas.openxmlformats.org/drawingml/2006/main" r:embed="R9d6c0d215f554471"/>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2E2DD4E7-67A0-4CBD-BF11-A97B853F67A7}"/>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BDB286CC-111F-4060-8523-137744FCDDA7}"/>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4BF61AE-F9BF-4951-ACC4-0C54B4A8C04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B8DEED75-1BA7-4024-9626-F5C5017D08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5430209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6392E89-49AF-4B4B-887B-09628622CE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0908AE4D-85D1-4CCE-A52F-E96BB142C5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AEE0ABD-EC77-4C2A-80CC-3C0B283F5A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CF04345D-C2E3-4A82-B375-A3FC4F8B18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04CDA766-5160-4ADC-9F07-78BC5E5A17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F61A0964-BA31-41DD-91AA-B338BE7D47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93176AD8-1AB5-41F1-9632-68BFB0E93EB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7B049BDD-2101-47D2-95C4-6961726071CE}"/>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C8D9E377-3519-4220-BB85-D6BEB4B1A75C}"/>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69898692-E746-485E-8B98-A63484E67027}"/>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A9375A5-9140-4F45-875D-05FDB98494E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C77E8768-7F6D-4C66-ADE2-D7D360C5AF5F}"/>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0F4CF59D-CAA8-40B5-8708-3BAB449C034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416D5EB-0669-4F0D-B313-1BE03422976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B2BCF774-B364-4E40-AC64-AE1C71B18E9B}"/>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AD4D712-D718-4FC9-9FB6-F2B752F87FC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318066CC-244C-4747-AE42-F3FF67364F39}"/>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809BBB9-7EC7-4A03-82E7-1ADC2F867A6C}"/>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50D84E8F-4A56-4F83-A402-72EFEEA73980}"/>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0F136B97-B13A-4CE2-8804-7195A7DA108D}"/>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348FB67-7EC6-4850-A259-8BCEF2F1E8A5}"/>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1482C4A3-795F-4081-BB56-4E3A5803C8B1}"/>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E1A3574-59F5-41EA-A03B-597D6D9D64BD}"/>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D898AA5-E252-452B-BF4F-6B95C1330B3F}"/>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9477C858-519C-4371-82C8-AB3258639E26}"/>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18C8176-F95A-4A30-900D-0653022C81D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372554F7-200E-4998-BC4B-E0EE04E43FFB}"/>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554697A0-A136-46B1-B121-3B83E9554478}"/>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2672BC20-45E6-448B-980E-77B31D1383A8}"/>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B12EC43-022D-4A14-B225-A043BEA4A84E}"/>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AF49D814-18DC-4A37-B21E-0D68009AE4C9}"/>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EC8D6936-38CE-4D21-A725-1153791F80F9}"/>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93EAD773-6734-4D97-91D6-6FA8351F285C}"/>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AE6C2474-ED16-48EA-9CE4-87E926983FFA}"/>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65D10297-EE72-45F8-A799-4DAE8F24EF2E}"/>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205340B-1ADA-4953-B10D-9D8511A574A5}"/>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F20CD0D7-9418-4209-89BC-987008469E6E}"/>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3C103600-8F8B-4A83-9FF5-30FBAF4D75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2931022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D07521B0-E18E-49DC-8236-80743E21F9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461E2982-39F5-4CE3-8E70-9D280791C0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D85BD378-824A-450E-BE3C-5B9312323A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68514C2-A5CF-4D0C-9B71-82AB356258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8C8ACD03-EBD9-4FDE-9E93-DD5A5B9E45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1A1EC6C5-A96C-4D12-8A03-0CB89680AA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CBEC7BE0-36C3-4DE7-B8D4-B040DE40DB18}"/>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C51492C3-03F2-4431-B143-183A5A6371DB}"/>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9EFF590-85A7-40B4-88F0-2A9F61EB1EBF}"/>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7B04CBC-0D1B-4CFC-A3A1-1957A70C9765}"/>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01B9B3F1-4CFD-4A69-899B-D5F54FE1C96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32FCF496-C2C3-460F-ABC3-C9383DD19361}"/>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41120D6-0112-4067-A1A4-4D5EAC584EC8}"/>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79F3BE32-6E65-4395-8F8F-E807A6FFD0DF}"/>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06EA25E8-B796-4870-A681-DF3691B96588}"/>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168F7A88-C0D2-4131-A008-69B3E4AF0F7F}"/>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B3B131E9-AD71-45C9-9F9B-E2993B12BDA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C5BAAD6C-7531-4806-9E29-86628A517E8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B8036DD0-4924-4332-AB12-5D5EF634E33C}"/>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005FA44F-D90F-44CC-8C78-3BA76EC8ED17}"/>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B35AF58-E355-4092-AEAC-0798E8EAB875}"/>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D85D936-E62C-47EA-A828-C0ADF981F5DC}"/>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C4C81E5A-B031-40D1-BE87-2AFEE5F6E166}"/>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E2312DC2-20E4-49F0-8144-27C6E259714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F9181833-8318-4938-A9BC-44B903636D52}"/>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57921C3-5DF1-47F1-8103-41D2F5325D67}"/>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E761157A-4507-4A8C-8CD9-99F92388962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8C36396-8BC5-4BA7-A4DA-3187C1F6C88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0CD6A0A-07F1-44CB-82BD-FEEA6CE7C509}"/>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74ED4525-95B0-410C-831E-9C65E8B9C7C5}"/>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E646EC83-6788-47EC-9C63-AA45D9C34F2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2F58E37A-6F6B-43B9-A98E-48F40A9F5DB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41555EEA-FC17-4404-9E67-51F0F04C89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31709269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10CC1AEE-6793-4254-9F00-3EE44D13F9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E083DF21-10E1-4205-A3B9-7D949CD5E9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E329C04B-9804-4DCD-B42F-430BF464ED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CDB43F5D-8568-44C3-9846-3D0F9F6D50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16B3612-B927-4EAA-B686-44B1F87CAB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35841F01-DACA-4AF2-BBEE-FDD24B5432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9D90BB7-9870-4089-861B-160BEBBE6E75}"/>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4EB33E2C-3EA0-463A-B753-6717BD14D789}"/>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1CDC9E74-583D-41AF-8576-AD10678B9C2C}"/>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1670A14-5F9B-4409-8928-2A13B11A233A}"/>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8819917B-880E-4251-B37F-7613EFE434E1}"/>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74B8C4E-1EE1-41D1-985A-971BFCBFC3A0}"/>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FA1385BA-3FC7-4EB4-B4C6-E0F011E8971A}"/>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D89F20-8169-41FC-9318-AD6271EFD4B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8FA0002-1029-428C-87D7-50D5662C63C0}"/>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CF41FFA-13B7-48BB-9FEF-02C6E8459507}"/>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69A253B0-FAFA-42C1-8EFB-362043FFBCF9}"/>
              </a:ext>
            </a:extLst>
          </p:cNvPr>
          <p:cNvPicPr>
            <a:picLocks xmlns:a="http://schemas.openxmlformats.org/drawingml/2006/main" noChangeAspect="1"/>
          </p:cNvPicPr>
          <p:nvPr/>
        </p:nvPicPr>
        <p:blipFill>
          <a:blip xmlns:r="http://schemas.openxmlformats.org/officeDocument/2006/relationships" xmlns:a="http://schemas.openxmlformats.org/drawingml/2006/main" r:embed="R69fb338b894a4bd7"/>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88A00EDA-B5F9-4D8C-AC03-6CB09727AADC}"/>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82FD7B40-9893-48BF-B126-E9A77EE0AB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175225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2580B7FD-1DD3-4681-9CAE-63BA7064721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F81C62AC-4FD2-4302-879B-AF9CAC4B32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E1685327-A729-40E9-8725-D9EBD4B02C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6F6997B9-54FE-4B09-947A-449BC84A3E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42EF0221-50FC-46C5-9967-948A966B19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9A0B25F9-3454-47AB-BED7-B4E99F7CED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5815CC4F-F837-4092-82F7-27E3869A9276}"/>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98B64403-51DB-4A2E-8667-31B0FE58BD33}"/>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DE987A1-B2A0-4BD1-B598-6C2A1F8EEE0D}"/>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CD2E12AA-2CB9-43B4-8A9D-4691EF5E2AB4}"/>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2DF474C8-28C7-4B97-9910-59A88AF8E5C2}"/>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50EDF831-CB74-4BCE-B67D-884AB4E29072}"/>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259530F4-5850-4B42-9E8D-258B3F703CD9}"/>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F9CD6B3-AF48-4170-9440-A85F230B13AB}"/>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866ADD98-2A1F-4D51-B9D5-3CFFF974FFA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44A55415-436B-4706-9D17-626A6781630F}"/>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60A42560-B9B3-4362-ACF0-D37E90D01F50}"/>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EFEC7E82-F1BC-433A-B6B3-ECCA262E5529}"/>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0563EA71-EF68-4592-A4FC-FABA2526A9F2}"/>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8E1D021B-5434-40DA-B7D4-DA14632D2C0D}"/>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79D9EA56-4508-4568-AACF-5DE93BCA7A6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1960257B-1D12-4904-A9B4-DBA1924D538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344037EC-70E5-4BD7-B51A-E41401543E5D}"/>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0050F11F-B25B-42C4-9E5C-8761549C7910}"/>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73C35D08-9EA3-42F5-9CFC-748DF93BEA24}"/>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23F55D25-D15E-488E-B2F3-73EDC9776CB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AEE29FB0-9199-4155-839F-66911A5B09D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B86B70FA-C913-4E05-A923-A74C0E60DF41}"/>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ADD4DDBA-D892-4C0F-9959-6F7B020B7CB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3DF6BEBC-1396-4072-AF85-4E6784DD0C6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984C8A07-FA9C-434A-B122-D5F5AADA8001}"/>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CB8B39B8-E31A-4A55-B22F-51BF464EC709}"/>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492EC72-EA29-47BF-AB16-2BC8548F4F44}"/>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2A13A86E-4CDC-4D5E-B5EC-E106FAF3921E}"/>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4F436C34-403C-4DCC-B2E0-7325A9F2862D}"/>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19F36030-85B8-46D1-A2BD-1FCF5AB50E49}"/>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35B5E2CE-284E-4F31-850C-780054AFA6B1}"/>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0910B45F-7C43-494B-9274-AD65F077C623}"/>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203A2AEB-8E2B-4104-B791-F56AAA95920B}"/>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5867D294-6959-4FE9-ABE0-BE98CC6ADB3F}"/>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A4C6962B-A189-48E2-9B5C-9A6943F84E7F}"/>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3EA12285-5C38-4A28-A6C4-85E0738B08EA}"/>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ABF07BD4-DDF4-4F5A-9203-E866E3D3E7CF}"/>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83718757-E299-440C-B10B-137BC790C1EE}"/>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07D9D7F4-20AC-4676-9CCA-9921F9C22A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669486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88EB559A-DFC5-42EC-9D3B-0FC168A628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DC8744C7-BA4E-41D3-B6A4-28B113774E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049F3A6-C1DF-47EC-A4BB-A7D608BFB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7BD10E5B-D543-4E69-87F2-7D5E19B014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B2571E2-F8C5-4294-9F3F-A95AB30086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63582E44-06A8-4D00-9FA4-7F2DDCEEFB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97AB43AD-9E15-486D-A8FA-E5E2CF97EA4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1A1E5A3B-DC7F-4FC0-8792-1B02AF4210C5}"/>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74101DF0-686A-4D64-BA88-CB9DDC5C3914}"/>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2CA2CEF3-F93F-4478-9F67-0F9FB2D2BC6B}"/>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17553A5-A98C-4BAB-B844-34D10556056D}"/>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353EB73D-D8C5-487E-B134-A8D646ABEBA2}"/>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715B39A5-821A-4919-BD60-46770D8AC102}"/>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68766A08-D252-4D0B-8F65-6C47FEF86D40}"/>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F6160937-D8A2-4E9D-BA2B-49B996531F70}"/>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85D7664F-E626-4354-A01A-69097F9F1D96}"/>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7425E0FC-E03C-40E9-8DDB-1F2591E8D344}"/>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0AE28849-FFD7-4EEE-A0A3-D344FBAC9163}"/>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FDF2DAC4-D0A2-49F0-AA53-3C6B132757C0}"/>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58CAC265-A1DB-4250-AB8D-5221933008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0814290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1082B519-EC52-47B7-A008-A6DBAFD0D4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1BBAE588-F785-4BAA-A6EC-D093E23D92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14E1A7D4-2DE0-45BF-9ADE-9B2EFE3124F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162182EC-BCE4-4074-93A1-1DB653842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087EBEC-F338-422D-B5BD-2AFD46032E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FF476B97-2C89-4A0E-AF15-BD9BABA76C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7924F8B7-25EA-48A5-BA72-A5D9D9ED90FC}"/>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ECB46D06-934B-4FB6-8581-4AEAC17C8D5C}"/>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D27DD7AB-E7B3-4B62-BA63-D392F0B0BDC8}"/>
              </a:ext>
            </a:extLst>
          </p:cNvPr>
          <p:cNvPicPr>
            <a:picLocks xmlns:a="http://schemas.openxmlformats.org/drawingml/2006/main" noChangeAspect="1"/>
          </p:cNvPicPr>
          <p:nvPr/>
        </p:nvPicPr>
        <p:blipFill>
          <a:blip xmlns:r="http://schemas.openxmlformats.org/officeDocument/2006/relationships" xmlns:a="http://schemas.openxmlformats.org/drawingml/2006/main" r:embed="Rb0e00a985f034125"/>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05C768EE-8611-412A-B47B-151160C47936}"/>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4E0AFA5B-2C62-4373-95B8-93D4AE050F35}"/>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7E8C0D3C-DAFC-4424-88BE-979B9B75BE86}"/>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02D0DBB6-AE58-448D-938F-AFD6A0DF46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66216389"/>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AEC65249-49E0-4277-BF29-938C9A7A7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A8D09A35-C219-4A2B-8ED1-EFADA343A3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AE99A376-DA2E-400F-9599-245E0244CF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AEB7994-3745-4549-9B41-7767E3357D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09F70794-F85A-42D5-A408-EFAE9E2AC4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924C1683-AE5D-4160-9464-763C7D6866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FCF5D1B2-BA83-4774-AB84-51588D98EE71}"/>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94F7B24D-578A-4862-82C3-A352D22ACB68}"/>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EA97D17-8D95-473E-B91D-026FA916940A}"/>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0B73150D-5192-4DC8-9340-ADF15A11CB16}"/>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A08B7AE9-76BF-4FC5-A961-4718570D5DC1}"/>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36D2C61-7CFF-4E75-850A-CA84964CF215}"/>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744B27B7-A8CE-482B-875D-475060DAB04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C1FC04D-9F8B-4845-A50F-D0159DD1ECB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1299312F-D7F8-4FFC-8682-1DB0C1DEBEE2}"/>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78E35145-CEAC-4527-AAF1-3E71A6DC32EB}"/>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72249487-D00C-4A3B-85B9-0C75B7946F9C}"/>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0325E9-1CCF-4B1E-B24A-C7FBBF53B18F}"/>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5873A90E-B670-47B5-908C-2A8AD1E4013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AF307CBD-CCEC-4B8C-B57B-A6DAAD54F2F2}"/>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12828CBA-CCE7-48F0-975D-DBAE1812E811}"/>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01C0F78D-1163-4D6A-80ED-CEDA9B55469D}"/>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64A397E3-851D-4F05-8AA4-94A6B6433F5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B01C038D-7657-4E11-9F12-2B6379D6B27A}"/>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C5986632-2C60-4893-A364-4C2A5343B212}"/>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4C198D4-85D4-41D3-A4B3-5A953DB17854}"/>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DC5B6695-149F-430F-855F-80397228F4F0}"/>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A0437E58-1010-4001-869F-0EE319AD17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2104639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379DEFF-3DAC-4855-9B6C-115F0BF5C3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03E25EE5-A030-4A1A-A343-BBF3BB4CD4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05E6D44A-52F9-495B-BB7A-9F3102A251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8539062-4E90-4BDE-946B-257546303E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5AEC2F41-4D32-42CD-A761-1840D0E977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76D10E2A-1A30-41AA-AA7E-F0108CB089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BFCC623-605A-441C-A2D2-1F86F1E47C59}"/>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C1B4D3B-78BC-4739-9E86-850988637A69}"/>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E60C0017-6103-413C-B2C2-E5D69A7CD786}"/>
              </a:ext>
            </a:extLst>
          </p:cNvPr>
          <p:cNvPicPr>
            <a:picLocks xmlns:a="http://schemas.openxmlformats.org/drawingml/2006/main" noChangeAspect="1"/>
          </p:cNvPicPr>
          <p:nvPr/>
        </p:nvPicPr>
        <p:blipFill>
          <a:blip xmlns:r="http://schemas.openxmlformats.org/officeDocument/2006/relationships" xmlns:a="http://schemas.openxmlformats.org/drawingml/2006/main" r:embed="R7d8c0a30e104402f"/>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CB20D30-A2C6-4B1C-99A6-257E64A3B667}"/>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D09060D1-A0D1-48B8-A04E-1E4A31CB976F}"/>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1E2A4A-C518-4F32-9B61-2C6693734952}"/>
              </a:ext>
            </a:extLst>
          </p:cNvPr>
          <p:cNvPicPr>
            <a:picLocks xmlns:a="http://schemas.openxmlformats.org/drawingml/2006/main" noChangeAspect="1"/>
          </p:cNvPicPr>
          <p:nvPr/>
        </p:nvPicPr>
        <p:blipFill>
          <a:blip xmlns:r="http://schemas.openxmlformats.org/officeDocument/2006/relationships" xmlns:a="http://schemas.openxmlformats.org/drawingml/2006/main" r:embed="R7e94c1fe96a14a67"/>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E58FF8B3-A701-46A4-B846-37BC885F5388}"/>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A46F4E2-21EF-42B1-AA93-3AA6C14B34F7}"/>
              </a:ext>
            </a:extLst>
          </p:cNvPr>
          <p:cNvPicPr>
            <a:picLocks xmlns:a="http://schemas.openxmlformats.org/drawingml/2006/main" noChangeAspect="1"/>
          </p:cNvPicPr>
          <p:nvPr/>
        </p:nvPicPr>
        <p:blipFill>
          <a:blip xmlns:r="http://schemas.openxmlformats.org/officeDocument/2006/relationships" xmlns:a="http://schemas.openxmlformats.org/drawingml/2006/main" r:embed="Rb61959ab07f0477c"/>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D5748326-BB66-4FB1-8753-6035C6900EAD}"/>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C27293DB-021F-4976-AC4B-28D496BF8DA5}"/>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A23D8EC-32D7-4958-AD8E-932AC59F24FC}"/>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03B8792-2952-4CC8-A537-3FA36216E232}"/>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B87B281F-8876-4D56-9875-082E7AAD51A1}"/>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2466F5A-C859-4D0A-9BE1-F190C4F1DB4D}"/>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D0E97085-A4AB-47A6-B181-5595084A4923}"/>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7C8AF957-1D9B-425F-9AFE-05AB87A39F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58546399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FB4BA02C-E95C-467F-8D50-0E88A37DA0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3F369027-C5AA-45AC-99B4-ADA12DC5D0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A3048BF1-2F31-44A5-94F4-34B71D4F78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374BCB0E-44F6-4C4C-856F-913891A46E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7457689E-98FF-4048-B85F-A91312AD6C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954E3F27-282D-4F11-8DEE-853A03E44A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A5FFD373-10FF-42DF-A466-DE5D9B357316}"/>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630DCA5B-FE77-4456-BAC1-A478257CE705}"/>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5C7C83A-86C4-492E-8887-FD822618ADE0}"/>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ACAC7FC-7A18-492B-B6EB-62C22BE9B59E}"/>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D6BCCFA0-A19A-434F-A773-F7E96833052A}"/>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FCF4AFC-998D-4F2C-A5F0-F19A5942CE94}"/>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7EE7C9F6-C478-4713-8888-12B45242256A}"/>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8A0B7A5-0809-4134-BA19-0A1B8CD4453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C075F7E1-F401-45D1-AB2E-9F91F2F92570}"/>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E455B605-86FC-4055-8EC7-FAFE7639C4CE}"/>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95EA496-2D50-459D-980E-CF627CDFB7B5}"/>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F1B82F70-8710-4946-9A88-88A25A8719A7}"/>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75F6434-38F8-4C71-B8B5-16DD24500550}"/>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00C62513-83E8-4250-A1AA-62C9F9EFFA6C}"/>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D46F7A72-BDF7-45C7-93A7-2BD71C5B4401}"/>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1694D9AC-73E5-4C74-B669-155A90608D6E}"/>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C5555275-15ED-4332-B445-2180E8E413EB}"/>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E00AF8E-D858-4C76-B74A-B2BEBB94BA38}"/>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EE7E4DB4-736B-4BC4-A4A1-512B2407E9ED}"/>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4795BCA0-6B51-4AEE-8499-619B61DEA9E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3055B76A-689C-4DD0-99C9-611A54220D70}"/>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0361A0F7-A69D-49A9-92BF-C435764CCD15}"/>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47613B4-D712-483E-A9FB-F7CE4D61313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1C0CB54E-8301-4F1F-AFD1-960C7C839DA6}"/>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7C149CC8-B868-4380-8E48-AA9024A328C2}"/>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D4EAE2F7-0C3E-4657-9E9D-1EF8BF8442E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848C989-32F9-40EC-858C-FF7C0630BAD0}"/>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76644D2-1C20-47A2-AFE0-1D6FBE1B415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F660A681-A8A9-4742-A836-7E3AA7E6102C}"/>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5C04D12B-923D-476D-856E-6D61D54DF617}"/>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B31F3EB8-3946-48F0-AEE2-DD884CCD1C02}"/>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F2ED2B93-6F7B-4CC7-94A2-42135778D35A}"/>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67B71C7C-B38D-48F4-BC63-5AEFC96912BC}"/>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2AA877FF-FF97-4CBC-8685-9E6D55426CDB}"/>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DD85393-3DDE-44E0-A0B8-75D99AEA7D6E}"/>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D19D6EE6-1876-4173-B58A-18BE6BDF4C3E}"/>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C6D2C14C-0D11-47C2-BDAB-EA8B03694249}"/>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9872AF9F-C15B-40D1-BA37-D8B696D75915}"/>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EAE8106-2260-4E6F-AB2F-834C0BD3850E}"/>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FBBA5B0C-9809-41DD-A35C-FB01797F2E21}"/>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98B37ECD-3E67-4D41-BE2E-CCE743FCDC75}"/>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0DA1A769-141E-431B-8BFF-6F42B2B31DCB}"/>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9A517184-645F-4E0D-BEB0-99E05D1BFB6A}"/>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C2D78691-2D1D-4E15-AFA1-CCB82D5E017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C430F5A6-DF40-437C-AC05-7DBB070CF631}"/>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ADA89D4C-0A2B-442D-B66D-DB790EBE86EB}"/>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6A76088-4900-4967-823D-8E544903DF7B}"/>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555DC485-8B8F-4F8F-AA70-227AB242A74B}"/>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D93B53C2-2620-485A-BA88-272F2478E8F2}"/>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5925D25-E662-47D5-824F-37F5E672598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82D83053-5029-4400-87D9-0B75532FB8CD}"/>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D4E4983D-938B-4B8E-9618-1DD07A170D69}"/>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52500E2E-2617-4CCA-98F3-302BEFE14BBC}"/>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8CA04E4F-18F4-43E2-A9AC-8C552E0D119C}"/>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EF14D60B-F463-437D-8958-4D5E2EBCE8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3998316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DF20E1FB-B1DE-4F11-B04A-F2A2C160F7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9CCF6F03-6CDF-4DAE-8FA7-CDCF92F877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A17D3EC3-B386-40B2-8DA4-8E6715B4500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4794A253-DF6F-4B3A-921A-4CC2D2DE2D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C97DD173-AC71-4F65-B6B5-ABC95705BF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BB62AB08-00CE-48E7-899B-DED1E00398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FF574D90-E73E-435C-9445-699530C22E48}"/>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9545A1CB-0B2C-4859-8203-50F419D24D3D}"/>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96722A3-D901-4B33-B36B-AAF736260F8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7801436-9293-486B-A7B6-D4A70948EFC4}"/>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294C6B68-8705-46C0-AA4A-8FADE99E046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B362469-18B2-43DE-8F96-278603EB3429}"/>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5C4DAE28-C15A-410C-9F4F-DEC4B0CE8394}"/>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7C2F0F6-2801-4F9B-8258-51C617CA0F4D}"/>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BA6D35E-B709-4CD4-96CF-68F4203282E7}"/>
              </a:ext>
            </a:extLst>
          </p:cNvPr>
          <p:cNvPicPr>
            <a:picLocks xmlns:a="http://schemas.openxmlformats.org/drawingml/2006/main" noChangeAspect="1"/>
          </p:cNvPicPr>
          <p:nvPr/>
        </p:nvPicPr>
        <p:blipFill>
          <a:blip xmlns:r="http://schemas.openxmlformats.org/officeDocument/2006/relationships" xmlns:a="http://schemas.openxmlformats.org/drawingml/2006/main" r:embed="R2bd802c8909a49df"/>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6C4454B1-8868-4B03-8005-965083FA07E5}"/>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EBBFB21-03CE-4CB6-BA47-A9F9E64CBCEE}"/>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4EB6F382-8AC6-4526-AABF-CC73CE63A134}"/>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E7387E25-E02B-4FA1-A1B4-6ADAB6F511BA}"/>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0E5243C-D713-47C4-8D30-048D244C585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C7FDD095-E4CC-4211-80D6-D2C16F7F1F82}"/>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72B58EB-823C-4E1C-94F7-8EC1120A8D76}"/>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7C57246-B2E7-4CEC-A9CB-5DB6C8D693E2}"/>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91D78D78-BE97-4C64-9C3C-383C8FAD20CB}"/>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D94DDD47-4EEE-4ADC-BFD4-C896E415F9F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8CB91A4D-B115-4B05-8F91-3D23740AC2FA}"/>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F9007B63-8438-4D7D-812D-3A8B2A39DA64}"/>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A7ED1B00-2E0F-406F-8F4B-883A8C9B637F}"/>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B1A90C1-20BE-4DF3-8C0E-5E4AE880742D}"/>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40187445-FC36-405C-B58E-931DC422EDB7}"/>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5A05B84A-69AE-445B-B5A8-6B7F5C5CF0D2}"/>
              </a:ext>
            </a:extLst>
          </p:cNvPr>
          <p:cNvPicPr>
            <a:picLocks xmlns:a="http://schemas.openxmlformats.org/drawingml/2006/main" noChangeAspect="1"/>
          </p:cNvPicPr>
          <p:nvPr/>
        </p:nvPicPr>
        <p:blipFill>
          <a:blip xmlns:r="http://schemas.openxmlformats.org/officeDocument/2006/relationships" xmlns:a="http://schemas.openxmlformats.org/drawingml/2006/main" r:embed="R6ca84be6088f447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4106A007-6240-4847-962B-F72EC3AC9BF7}"/>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46754AC6-CB4B-4936-8A69-313144AC9517}"/>
              </a:ext>
            </a:extLst>
          </p:cNvPr>
          <p:cNvPicPr>
            <a:picLocks xmlns:a="http://schemas.openxmlformats.org/drawingml/2006/main" noChangeAspect="1"/>
          </p:cNvPicPr>
          <p:nvPr/>
        </p:nvPicPr>
        <p:blipFill>
          <a:blip xmlns:r="http://schemas.openxmlformats.org/officeDocument/2006/relationships" xmlns:a="http://schemas.openxmlformats.org/drawingml/2006/main" r:embed="Ra485be5af1ba448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1D81B9C4-7110-4FD4-A022-18F6D786B9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853905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3287E17-1A5B-4B10-BEE4-89A5B62F9B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06A3852C-BD29-41EE-A7D8-C0A8A4C686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E8805871-0840-4781-B8B4-82DD203DB8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0B86897A-0104-454C-985E-404008B9A0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0FA7ADE1-144A-4421-B004-87C4A10CBA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625440F3-4173-4FF5-9438-7A84C1459E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3566FC26-BE73-4F75-A7E1-B8FBAD80BF0A}"/>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521DE6E9-5FCA-4627-9FF3-FFB6F99FDF56}"/>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C4450328-4EC0-4C3F-BAA5-46EC5BF96F73}"/>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92B3DC5-158F-4F9C-B5F8-C103A61C1E10}"/>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FAD667F9-BE36-416F-A51D-9235B7408BA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6DD31B7C-4162-4020-91ED-E68F13720CAB}"/>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7B3D29D-3181-4129-B21D-641C3FB7C42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113996D-3C91-4E24-AFEF-7B5B1D437B8E}"/>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313BCA78-417F-491C-9595-2F98AE358D7D}"/>
              </a:ext>
            </a:extLst>
          </p:cNvPr>
          <p:cNvPicPr>
            <a:picLocks xmlns:a="http://schemas.openxmlformats.org/drawingml/2006/main" noChangeAspect="1"/>
          </p:cNvPicPr>
          <p:nvPr/>
        </p:nvPicPr>
        <p:blipFill>
          <a:blip xmlns:r="http://schemas.openxmlformats.org/officeDocument/2006/relationships" xmlns:a="http://schemas.openxmlformats.org/drawingml/2006/main" r:embed="R2651ab1d6f384a8a"/>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705E8302-47CE-4FFB-8594-70EF27C72CA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080BAC68-DD28-4ED7-804B-BEDEE239694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8E96FDDA-C98C-4613-8EC4-AC431229DE5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E1E36DD9-215C-41AC-8BBE-BF192762F7ED}"/>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E891BF19-3DA3-4CB8-BFF0-7551F80A384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71E34E13-3C27-4030-ACAA-7AA98216C9FD}"/>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582A92C0-8AD8-4484-AF32-BB1760C3E439}"/>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737DFB3E-396C-42C4-B32E-F2461B2C9E4A}"/>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4FF47AF-412D-4B46-8C58-E62AFF414519}"/>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23DBCF4-0034-424A-8D95-AF4F18DC92D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021D2407-DF12-4D79-B4D8-55001CC298EB}"/>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E7BE70D-F744-4894-9C9A-36AEB86F7D4D}"/>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0F2F2399-4072-45E0-83D4-E5D4DCA06A6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4B055CDA-8A92-4377-AF0A-55FC3A897CD1}"/>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31FFD618-A6B9-4ACC-84DE-C571BF102F9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30CD04DA-6BA8-421F-9E7C-304FACF5CF5A}"/>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27587A4-BD79-48BC-A25E-7872FADF399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FDA20451-4D36-404D-892F-6B28AB71A0CD}"/>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D020AB26-90F1-48A5-8AB8-708DF3C2EF7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DF716561-0B5E-470A-A1CB-2A03BDEF34C1}"/>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50DCD787-FC3B-4EBF-AAD9-4EC650A12C5E}"/>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6ADC0E65-0976-4AFD-AB50-9B860A7F57A2}"/>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029F4B77-0B9B-4579-9ACB-705FA9A6025F}"/>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A2493496-E6F9-4F43-AC27-90DA61907BB3}"/>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AD96A241-841F-402B-AA09-C8507AE6999B}"/>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43CB684F-52A0-4173-BC1F-AC1D7F7CA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280800"/>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FE57924E-A373-4852-ACB9-C96209ABDD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7AA392C1-558F-4321-AD43-5A65806FE4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592679AF-22DF-41A5-A395-D2BADA8172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FAE9C96-6FFC-4075-B6BF-315506D119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0B80FE81-ACC7-4868-A8DE-B94435AB17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08F69DE4-537E-4DBB-B0AC-88F6CFECE0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25522E90-EDC5-4AD9-813A-C7AD2410EDE3}"/>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9F472B48-593C-44D2-A98F-C1FE47B27686}"/>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E732E122-A98A-4F17-8229-EDFC33E377AF}"/>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48A4D68-B47A-46F8-B793-BE066869E3A8}"/>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3659209C-4DC1-4F75-9FF7-FAC05D6EF30E}"/>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D20B0E84-5AF4-4023-858D-854447005D5D}"/>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39C3BBAA-CD24-43AD-A92A-C96C699FD902}"/>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EA4A7E5-75E9-45FA-BDBB-B25188348A5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44AA8798-AF63-4A16-A083-AAB0922B8A2C}"/>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319EA38D-72F4-4798-AC82-0A2BCF9CF32E}"/>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79B8DFD-687B-463C-B846-EF9A66BC3D57}"/>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9413707A-E006-45DA-A28A-CE6B07F795EC}"/>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90E85FF-2E23-404E-A99B-8E90DD7DAFC4}"/>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729B4671-4C1A-43F8-87AE-1B010545BEE4}"/>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D6518A0-D774-4876-B08B-E279D02542F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6E203A8-B506-4060-81A4-40E304BAA47F}"/>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74016A1-1B7B-45E4-994E-AA7E12947698}"/>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DB2DE1B1-81A8-4B73-B034-AF86947E053B}"/>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73AED659-E203-4D00-983B-8C46DBA83EFF}"/>
              </a:ext>
            </a:extLst>
          </p:cNvPr>
          <p:cNvPicPr>
            <a:picLocks xmlns:a="http://schemas.openxmlformats.org/drawingml/2006/main" noChangeAspect="1"/>
          </p:cNvPicPr>
          <p:nvPr/>
        </p:nvPicPr>
        <p:blipFill>
          <a:blip xmlns:r="http://schemas.openxmlformats.org/officeDocument/2006/relationships" xmlns:a="http://schemas.openxmlformats.org/drawingml/2006/main" r:embed="R455ae9e7e3a24b6e"/>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71BB6D0F-F8F0-4EF4-A4B0-9A2D64B7929A}"/>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EE8F181-A8B8-400A-A270-C2F116DA8E5E}"/>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F9AAC9E4-EB3E-4282-8A84-9FDEF582D41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93F7AA4-C835-4EA1-A55C-323E135EEC65}"/>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37F67B59-B391-44F2-AF60-D269F8004977}"/>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DC74AC59-A13A-4DCC-B7F2-70197A7F3860}"/>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6A84533-A0A8-4F24-B77A-8BD343D6D56C}"/>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A385CC9B-91AD-455B-BA75-9241AA7CA0B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3C91370-7B58-4D0B-889C-1485705C07F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BCDC3705-B547-4CCF-9F2A-A91C2665E19C}"/>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F0E58B41-AF72-4B9A-9819-50F659C7885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00B34D6B-CFDB-47D8-AE54-57FBA4B59252}"/>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BE83540B-6848-4845-9AE6-CDEDFF56547A}"/>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AFA3B39D-ACE2-4385-8DA6-E4183BCDFB0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36A4897A-53FD-489B-9C32-DB59C3E8F59C}"/>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53895F29-269C-46DF-AE02-CBCF183EE651}"/>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20840B5D-8845-4CB1-928B-B36E09C0527B}"/>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FA63B987-6070-445A-AFFA-087D5277BB07}"/>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386E5168-9E2C-47B4-8626-0F955809B0A3}"/>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3BA861AC-9D45-462C-B8C3-24CD170097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9837597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C4A10932-C1A4-4FB4-82E9-40C977D576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E22D913A-A0BC-4559-A5C0-73A28B5D77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CBBB3E59-9AD5-4333-9868-5EE49D6A7D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FCAEB36B-C826-4E41-8B56-13C5C7C669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262BAF5-9EA8-44C5-BADC-19B88F33B2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6058EC8E-D3CE-462D-B5D3-26EE4464D1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D22F671C-3C9E-44F6-9FE0-B1D57DC94F7B}"/>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EA2C00B2-BCED-42F3-9B8B-7C8D95C460B6}"/>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7988BFD4-B133-4355-8F0B-8286E099095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5EE5317-03D2-4067-8634-8C02EB8243B3}"/>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54CA54A-2217-4AF1-8522-D48E1C51B76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BF01F278-AB50-4A95-9C78-9A269A5E540C}"/>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A7A49D4D-63C4-4DAB-8ABC-E7684097595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1B55DFE0-DCD4-4C38-A4F1-07DF3313FC0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3C46E4AE-9A48-42A8-900E-AB402FDEEA4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781AB16-C202-4CED-AB10-BC5ACAF377E2}"/>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5CA127B-8A48-44C2-8640-B89B72927D6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3309475C-420E-40AD-AC1C-7EC2C59922D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EAF11D48-0EB2-4068-A2B6-2A22869378F3}"/>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2AB3F4E-8245-4BA4-A426-3A6F51D1FA69}"/>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33434FC3-6281-4577-819A-05BACB855D3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E779C37E-40A8-461D-BDF7-645B8F8A9BE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8B379C2-4603-45E9-AFA6-55D76D9946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72736398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6BCCCC00-19D6-4F18-B5F4-987663C36B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3353ADEF-C248-407B-9331-4BE0E5EAC2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0651B78A-0557-48E5-90C7-7C91379E5A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1E94201-8312-4C6A-B864-924F3DFA18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80F5237-5C2F-4895-8872-C93B95AD37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87C008A4-30E7-48B4-90DD-C8481EF045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80189E4F-4928-4BDF-AEE1-FB7CA26CE887}"/>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1B0890B4-1D39-446F-9843-5F1CAF078C5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AD438C8-E681-44E4-BA2A-7B8CDF69C76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0D5DB4DE-BD10-4A8D-BDE1-93733FD7EAE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1123F48-686C-4B93-892E-7A04564ACF14}"/>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253C6228-B19B-453C-BA5B-8DFD4CE03A74}"/>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5462FAD8-995A-454E-9553-BE4B0C254CA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F27BAAAB-11DB-44B2-B76E-E9FD155AAD09}"/>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8B16126B-C1FD-4669-B94D-D536C6702709}"/>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E5A20F67-F93F-4E12-8CB2-3FBB1C8542B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E344AFA6-2D14-4312-959B-D9B523A0886B}"/>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19E633B2-BA0C-4C19-A96E-6665C64FB766}"/>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5C53C475-07E6-49AB-9185-9D6DF5D0B32D}"/>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F51B5934-BD62-4A75-A667-A95C343C2D4C}"/>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A0847E7-8C72-4607-814E-F97FB2B96FDC}"/>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A516265-330C-4AB2-857C-9C9A87444620}"/>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94A67CC6-E845-40FE-A41E-E3E7E0C710D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09F87BB9-8518-497A-8381-5166DA60B7BF}"/>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C4A4BB0C-C1AA-4AB8-A16C-8ED42B2999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3824706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E4C71AEA-61F7-4D6E-891B-483D8FDB82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45675320-E3B2-4805-8909-05DADCDB3A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F44BA82-F33F-46A0-8757-BF3BE83133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47ADE4CF-ECDE-4BB6-8D79-60CFF40091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75F57BD0-D667-4A43-BB9F-CFCA6EA0B7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5F3F00D-423F-48DD-82C8-C285BB432F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A6CDBFD3-E300-44A0-BC5C-AB310DB11F77}"/>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75E68E22-0E80-45E2-B902-70A919319B6C}"/>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CDEA57B5-D90B-4966-A8FD-342BBB6B8E2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557095C-9577-480C-BBBD-F11182175BD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6A86341B-CE04-4832-8767-F6BF5C2407E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D39FBA6D-042D-49D3-A5DF-4176520B640B}"/>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323E2B3E-C00E-4492-BAC0-206977973B5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BB719DD-47E3-4449-A348-DFB7FE0917FE}"/>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4222FC06-B78F-4BC1-A7B5-AF4EF7865638}"/>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2F2B529D-9A54-4B89-AE21-7DBD0A360C70}"/>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687ED4FA-4B8C-48E3-96D9-1DC8C143788F}"/>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6D1795F5-BC4C-4149-8460-9E48A893822C}"/>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2741760-6086-4FDC-888C-E123AF079C1C}"/>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6451B481-11C9-4C85-A912-CCFC0F37691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4A38958-ECEC-42EF-AC38-B1DC5D451410}"/>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88A7515-C49C-4B7A-9FF3-B51C910D940E}"/>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8052919F-D440-496F-A11F-DAD4C376787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DA9E435F-396D-4BCE-9336-5AC7D1E193FC}"/>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4E2D78F-E86E-401B-A5D7-FA1A039D8EF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5E659BA1-E9F2-4835-B22D-04B036010FC7}"/>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E2FE1FAB-58E3-46D0-BE32-77339B93064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3A3145F-ACC9-41A4-9D5E-E024D764BD8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11E45C5E-45E0-4376-84A0-74DB0CE1F5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024988833"/>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CF0244F9-61D1-4FB2-9D22-22E831ACB4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76B01CEA-22EA-4A42-A857-575747A68E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0E64FDC-4C1E-4518-88CB-209A158987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03635869-F856-4CAA-8B2D-82959E9C97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7B87EF2B-C50E-4117-A24B-63BDEBC416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EED578BD-80AF-4D71-8ED0-70E43510F1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CAD73359-3423-4BD8-9D24-AF85F50AE07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D4464242-9777-44D3-9B0A-C707DF70277C}"/>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AA9DCEAF-0C78-430E-82F2-9EA96FC294D8}"/>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27E6DF73-A5D5-4351-85D4-4A99D267774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459F7E1E-772C-403A-B8F1-61C53EDB682F}"/>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CE87101-2A97-43FC-A21E-1779A6E77426}"/>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C2949FF2-B6B2-4AB8-96D5-08E4B1BB81B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7F9E01-C352-4D56-BFAB-182BA67D4DD3}"/>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8CA5DD0C-2022-40CF-82A4-75953DDEFFE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FBA64D77-26CF-4EA9-B815-292794EB5514}"/>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85986A8-591B-4348-94FB-A5EF382C3780}"/>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2FB698E-18F8-417C-B735-DD2DA9888C4D}"/>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BD32FE22-0362-4A14-BF57-EF8CE42396E3}"/>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1B3129F-71BE-46B7-AF99-E16A690790B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FC35086C-304A-4E91-9224-E95EEDF0C57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B9ED017-29B4-4C01-AB0B-0C15A5908E1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07A2DD4-862D-495C-A309-C39A7234E579}"/>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0A3A83AC-A901-4F06-B07B-DE0280A5987F}"/>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5B95BE8B-7BEE-4DD0-B8A0-214A291B82C1}"/>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EF084BB6-F724-47EA-B853-4DD58B44C0F3}"/>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FBD4CCD9-BE3C-47E6-8B70-0BB7D359EB9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50CE8240-BA2E-4042-A8C3-7EC036954B81}"/>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A87F913D-BC05-44C2-B28C-E4DD07E6068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9AA01997-A614-44D9-9B4C-F57FC20CB70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40D8128-BC17-4D50-AE59-5D1E749BCCBF}"/>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BE6067E9-8FC2-4BEE-812B-0BDB4BC89E6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4591C386-BD11-4204-BD8E-98397E59AC7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90B5E31D-FE22-450C-AD4F-3E5802CACD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482927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8D455A15-F39B-4D79-9744-AADE5AACBF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29F8672B-40B5-4548-86FF-408FA2D6DD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BE7F91B2-69CE-47C8-BB7C-552C230A43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DCFA17D-C847-4405-A30E-BC0056815B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F9F84CA1-672F-46B8-BD67-ABCBFCD0AC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8E3C2377-C278-435D-B362-61744A32E8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409F8A24-1B3E-4500-A85C-18FE5ACAD921}"/>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4FCF2AF6-AABB-4EAD-8FCB-DE91033CDE3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DB6E6214-0647-44D7-96CE-C7A1AD1EED44}"/>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6AD421-5AA5-4F60-A12A-9CA9B780CF49}"/>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98C0C791-C405-4E8C-BE92-F6DA2CDBF500}"/>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B7B92679-4CB6-4DC6-B3F0-D72BF19CDEBA}"/>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70F8DE1F-9AC8-48BF-A5FD-962093C680F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1FA3BD5E-4116-4EE0-906E-05369F87CFAB}"/>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91B6BC1-1AAC-4EE5-A17C-1339D554E525}"/>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35B6CE29-D5B1-47E1-B418-3B4C2AE8368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855E9068-2DDA-475F-9C57-3391137A47E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8DC03419-DCA0-4F06-8740-1AEFDCFAF85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715BD50A-1418-4726-9541-A8BA77D750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28341127"/>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324D3761-48B5-4455-8230-4452B2EAFB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C3E8A28D-2A5A-41ED-8244-4C908028B2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250279FB-56CB-4AC2-A3AB-C53887BC3F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8B0A6F1-F62E-4CEF-AFA3-4FC5CBDBFE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9170ECF-B4DE-48A9-94D7-E6E05D12A3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B1D53525-8D36-4103-B020-BF297CF88E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34087597-DC42-433F-B35B-7A5EC3410FD9}"/>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70467FEA-CC7B-45D9-99BD-DB0570B11F60}"/>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AA7E802A-A773-4347-8F5F-13297D89DD5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3531DCD5-82BC-438C-BB11-718F206D346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492882-7204-40FA-A56D-5B30F5963217}"/>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DA003A29-9458-4FE8-A1BE-2A39A87D4376}"/>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042463C-8BE2-4CAB-836E-0292F6BEEAF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05B5A93C-FE03-409D-BB01-3FDC3DC439B0}"/>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87C8DAD5-2796-477C-888A-64C678B6DE22}"/>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CADE9C96-E6E3-492F-8DC1-1156B7660F09}"/>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C7FD3A43-DA4B-4F8D-A80E-22452E46120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1856DF1E-AA49-4AED-91FA-C16F95D400A3}"/>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880838FA-E70C-4AC1-8D94-DDD9DB1BD690}"/>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BC30E172-A0FE-47B1-9474-FC6962C3780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0333B78-E039-4A6D-8121-B38991D531EC}"/>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613A48AA-9B8D-4790-81AA-9AB88EC5544B}"/>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61DAF6A-DCA2-4AB7-A7F8-2DF51E1ACF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40879933"/>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08F3BEE7-F933-4346-95EE-39BCCB6946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7BA914D9-4C4F-44A8-9010-7101FE554D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F069F40A-A569-45A7-BB2E-A99CD1AF7E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21E2A817-AB2D-48F1-93A5-334E2BF915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0FA15851-9837-4BE7-BAEB-710DC5D1ED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510FA281-C546-4E7D-9F44-D99BC9DC23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956CB357-B514-4EF7-922F-AD5F1F8AFBE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3FD71DB-72B8-4C20-B24C-D2C58CE67EF3}"/>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3CB5C87C-35C4-452E-BB14-52950CF075F7}"/>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9AF1591C-5141-4F2C-85F1-AE5AE2E3D1C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B48DD0FB-F2B1-4956-A0A8-B0A3BBC3408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F9D8538-B85F-4345-9D23-670A2D28FB5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CC3BD3BF-3667-4629-B60E-E89FA60691E4}"/>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A3336A25-89AD-4187-85B9-00CB4FF40F4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A03C0F2C-B1CE-4C8E-8F56-982639BC892D}"/>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9C5EEC59-AACC-4749-82A4-D3EAE4AF4FF9}"/>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ABF516AA-F70D-41EA-87DC-16512BE6B12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30BE7FB-E10A-4DC3-9DD0-5233C2E894CE}"/>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F39D39F8-4D71-418A-90A7-9E3972AFC1C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CF062CB2-E855-48E7-9C0E-DB266E0BE34E}"/>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E66474DE-68C8-476A-A175-39C402D9A2BB}"/>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DEA09496-D032-4B06-B33E-145F4B4273F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16F7D35A-B28E-4EAD-9739-AC7F7DAF6C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36357825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9B31D50D-42D4-4F5F-8315-1A9576100E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E3ABDBEF-5F57-4D05-B028-60C7AB40E7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A59CEB77-9768-4FF7-978D-641F9E2828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89F8F72B-68C2-4189-9726-1EEA98A930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84E11B36-88DF-402F-9301-1902ABD6C1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51C62642-5D73-476D-A03F-FFAB9469F0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48479FA-055A-4D3C-A3A9-AFE3B7FD0612}"/>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27B9BD53-0793-43EC-ACD3-E05A8B1BCB7E}"/>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2F450174-FD78-4E5D-B3A6-CA826C96788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89807ECE-F9C0-4D2B-8A05-EB0639EA951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1DE589E3-BC68-4784-90D6-A90EB4A13479}"/>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CCC6AD3A-0CDF-4546-A44D-9D2FA85790A8}"/>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F6C76940-1E8E-4C1D-8A09-D9CC5DE27F46}"/>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1D2F62C2-DB7F-487A-93A7-A37E754A71EB}"/>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CC40E092-1C47-4F5B-B9EE-109A30E39701}"/>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8EB07642-FCDE-4759-BCD3-BBD14F597B7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9083722A-C747-4456-A84A-AD137DA9B226}"/>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474E99EA-39AA-436F-8B0F-1AC7DD1985F6}"/>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A75D21DC-C2C6-439A-ACCC-51A0C04EF3D8}"/>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493C26CF-E11E-49CC-B058-DAD72FB771EA}"/>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C2092BAE-B4AD-45BE-B308-E36FA0F4F7A0}"/>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9B5B994C-C761-4AF4-92F5-B69BEA29EFF3}"/>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65F12C0B-1D10-4374-8AFB-838A3737E105}"/>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FFE354B9-72AA-4B52-BA55-C16BE943B06B}"/>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AA662437-393F-4635-99A9-0E2B16BDC5E1}"/>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F3B65A14-EDBF-498D-814B-B22D2F4CAAC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8B683C5C-D3FC-449C-8729-48C98E0FD3F7}"/>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569F3883-92AF-4DA0-B98B-1486E0B18DF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EF1B1981-7420-429B-A4B2-707BE4DDEA3E}"/>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B778E33-BC43-481F-B0EF-C157CFCC747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9EEFD00D-CCB6-4699-AA8F-3BDDA9719C0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78DE59B2-0FC8-4984-ACEE-FC45618564FA}"/>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6F9D7CBD-3AAC-4E55-834A-8CCB94933B6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1AC1E7EA-03D7-4651-B9E2-C8568DB59973}"/>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FC51724-73CB-43EB-860C-161F145C4FD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3965AE1-ACC6-44CB-9D3F-7082315BB10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A25B711E-02EB-4EB2-BAC7-28B44FA599E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7FBD32F0-7471-4C6B-AD83-33B665AEA9B7}"/>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95FFD084-8AC1-4302-B039-01911C26AF91}"/>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1834BD90-F29C-4808-BB70-76438F5AAF46}"/>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86F53050-8A5E-4B66-AAE4-14416E5D1409}"/>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ACC5C22-7F9E-40FA-8663-C8A2B95D63EF}"/>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AADCAFE3-0CDC-47F7-B60D-73753372D6EA}"/>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80608F4F-65DB-4CD5-8FC3-65F42913C8A2}"/>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A14AFF3A-A0E6-4A96-B6CC-046579F417C8}"/>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8BDA7AC-EDBC-4B4A-8192-31E9A4F16A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37195289"/>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4CEFED03-06C5-42B3-A8DB-1266C87BF2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848721F9-D0FC-4E54-AD2E-9C7194607E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77DD4B3E-D828-4C05-8BB9-B1DE92CDB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B8D3ABA-759F-4117-A9C9-089478C464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7233A755-70B1-496A-9C09-7ABAC6A074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790394A-3AF2-4229-886A-F94210D18C0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6C6C41FA-F942-429E-A65C-EF0006428BC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56CF3EF-978F-4F32-A00B-B06ED2A23BE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1852AC89-36DB-4465-ACF7-F9577D983A0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9E5C5CD-691E-4B84-B17E-1755BED66C2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77723F5-2F1C-4991-ABA1-6D3797241E4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DF2B24B-662E-41A8-B566-B1DFB7C506F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89D023-4CDC-4EB5-9D79-C1464ECCE3A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69CBED56-FB8E-4BCE-A86C-4E8109923B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51DA728B-063B-4390-925C-9354382AEF0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AB98776-A7EE-436F-B620-2FCD3B67239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E8DE8023-C3B1-4406-8F79-CE2B670E79F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FB58C023-A8F9-40EA-9308-A3CB7FCD66B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1CD801D8-19B0-4AB2-B410-92940D04B85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47083356-AB8C-4E94-957B-DC7878AA277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8B51EE7A-2899-4380-9151-A7ABA0FBC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4913792"/>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E285E503-3049-4721-96DE-2C1390C582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A7B9B005-8DB1-47DE-B4C3-E1874D8A21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97B71C48-54F3-4440-9BEB-39274D8D90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BC1FA295-31F8-4856-9A99-899EB4090C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8E0B4328-223A-4A77-B50A-FC723D87C4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2DA92B4F-24B1-463C-9A72-07802D420A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8471288E-8681-45F2-A8D9-D16C8E0EF3F2}"/>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23C3422-2784-48B1-829E-37889F4B162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8B34FF6C-F3C2-4E35-8D78-816188E91C1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CC750726-763C-4837-AE92-55A1442413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36BCC34-5AEE-4050-9943-D0398F69260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FB76207-9DB0-4416-A598-6B9C5EDA9F6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DC90503-DCD6-42CC-BA02-BA329BEFC15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C4016D7C-A6C9-4FC6-B256-E44279CF2C9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FDB3D16E-4C4A-4192-9827-588AC9A018E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F52788F1-1C81-48C5-B62E-D0E25050E79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257D74B5-270E-48B2-9D93-14819552102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98FFAAB1-C666-4CEF-A619-BB50393521B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F3C85366-100D-4F22-9096-85D01E477E1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3BD2B250-3EA7-4E50-8F1D-60CF6EAA0CD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98CCB0EF-81FB-43CA-81F4-010B86C98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448679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46AC30E1-BB0E-4934-9C94-2C78639C99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99C598CC-A96A-4854-8070-5D13CD2FC6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9489226D-080B-437E-86FD-E2569D3788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3D984615-380E-47DF-A2EC-A79BE0AA3D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81A305A6-282F-4BB3-9C9E-C4CD14D616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7378D15A-A4E5-4EB2-ABBE-CDE1B32126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647F10D0-D2E1-4E29-9CA4-B59C5D64D34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50C3BDB-E913-400F-80FB-394F4FDAFC0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6B44C4F7-6541-4560-817B-C0B13793E7C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83AE867-AB4D-4AB8-8CA3-5549F276F35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661DBCA-4CAD-4E3A-8954-8AEE26D56D6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D0658BE-E0B6-4A81-B2A3-2B7A6EC73FB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E3A9B0EB-AF39-4EC0-BEB2-4C665DF35A8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94CA90E7-6E13-4120-B0C1-5A9556AABAD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3BEDEA68-0C07-4288-94F4-EC81FDCA889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348EA7F-F22D-48A6-ABB9-C3854F36846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2FD050C4-9C39-44E9-BF1F-1B28A0A8ADC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10F1A8B5-0D67-436F-AB3A-3C6FBA9B0E5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17942270-1583-43F4-90D4-D789E91A0F7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658A897E-5031-4C40-8E52-F5CBB7E7F62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DA6EAB4F-6ACB-4E85-ACDF-7D735653AD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0077807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C6AFF8EA-9451-4784-AC91-9B9A66628F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78908FD6-96B8-4985-BC6C-B0E869114A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762B56B-9C26-4700-888B-3749041EA7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E5AE684F-3228-4CF9-B188-FC4A9D7D08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EE8F783F-0170-478F-932B-F510A410A0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89AD9173-65F2-417B-8126-6F6A83E3BE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7BDE1661-9951-4934-AC51-AD3F9E6F55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1F34F44-3988-47FD-BFA5-E0658AD13C0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71219F57-9FB3-45E7-A63B-FEC5F5F9FA8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F88062D7-6139-46DB-9790-13EC38889A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19C16D8-CA9A-4835-AE45-309DCB9B335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0273DB7-F67D-41BE-BDBB-34F9DAFB8AF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BBDACDF2-8581-448A-83B1-16A1A2943AF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D480D00C-85E6-469A-A80B-50A414A49F6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A1072D78-61AD-4F1B-9B1A-1530FE03C3F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2AA96CF5-136B-41E6-826F-3EDC513C735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7654DCB0-3623-4C08-9773-3B0288D0158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ABB4225B-0B71-42C6-AE40-19C0BA9FCA3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AF618B50-E18E-4221-BEBD-E3E2A16258B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C87E3DF5-6EA4-41D3-8B6E-CF8F9C45CD0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2F436DA4-217A-4B5D-9A2E-4099463AA3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9443021"/>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8BC0A302-5123-499C-A3FA-DAD86263C0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DA46B615-CA85-42D1-AD72-CFD572FE9C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D7C1AA0A-8B48-44A3-9049-450D1D3AD7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FB5C615-94E9-43FF-8B9B-E2A14BBED2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F0E62C2C-A6BC-41A4-8917-AC8B304DA2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A1B7E1E-57C3-4860-8969-748B4EF90B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0F52745D-CED9-4C31-8A02-24665A3FD55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93137DC-096B-46F4-B99F-C8541D0FA75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53BBEAD1-5B68-4807-8C06-EA8B34FF783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96642BEF-D836-4AF2-94A1-0EEA0888532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A6FA9EA-E6C2-4A6E-8C89-CC3712BBE5C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2038042-B3AD-4303-8C37-D85EDDB8FD7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D5988E7F-6998-4B8F-A014-9581701A6C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B6F81D3A-C21F-4EF4-A863-D4F1A8957D3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BE8AB7E2-936C-4315-8AD0-0CA89F98F94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B954E33A-CB93-4636-B03E-682C08E3BA3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D523ABDE-69AE-437C-8883-AA024D74F3B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DC517255-BD4F-498D-9D12-B831228E3B2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DE550F48-871F-4016-AEC1-74BB928A9E6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D3DC0F53-AB26-4929-B396-35A22C07C38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DAAC2B4F-2D55-46F9-8691-34F0091627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2274662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56BF8B3A-46B1-4151-B7C3-497E7CC1ED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B35F0CE0-0287-41B9-88A2-41C26D2302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B7A54AFE-168D-4B4B-9C33-3C5FED0CE1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9C2D2499-5468-4FD6-A6F0-7F73BFA4FF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8509C67E-C118-4F24-8DF7-6F614B1E70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865975FC-06FA-4ECD-A360-C17484CE0B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48732E7-E1AF-47AE-B1D7-10B4436321A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6D015B0-E8DF-4BDD-8E40-648F72B616B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F224F561-5F30-41AC-92D7-BDC8DE4B75C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8541FCD2-6D50-4853-B9A6-16120E0AFE7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5A0B054-229C-4F16-8620-1BDF70A313F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29DF40D-966F-4D4B-9710-1B2C30A0A8C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0F0E1147-253A-41DA-93D4-2A6FBE19192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0A3AA1E7-C42B-4CAF-916C-5A7206487BA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A77737E7-529B-4793-B826-DCCCB613054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17D479FE-63FE-425E-A170-E57349B8AD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1B4687FE-3C3B-4BDE-9914-8CEC46293A5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82F073E-8BA4-484F-90C7-6CDFFCC6E88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DFB5802F-00A1-4502-A3CE-7AF2BE4E0EB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92809D82-E2AE-4433-B4FA-A4D7A5D52B2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FC1FA0DD-0E96-4BC0-A9F0-7E44C10D1C3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13066913"/>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CA5E3752-973E-4152-837F-A4FBD0C42D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79DDE22D-74F3-4C04-80F9-FBE641EA18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9741A91A-FAB2-4E5B-8D7F-F685D37EBA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B66A42A7-91FF-4872-AE17-0FA6AF092A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D0FF643C-17EB-4921-A5FF-BA2CC5F5B4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8FA108A0-F5DD-4ACC-971B-9F08FAD841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603A534C-DBE9-422B-BB01-C2B903053B4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56088F8-C3BF-4CBE-8868-6316D621901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DA7FE7D1-68CB-4380-9457-4922AEBA985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83798069-CA60-4E2E-A2A3-26EA35F86E5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840CFD6-B440-4394-9F15-968CA8BA853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2194E57-138E-417E-A288-3FB3B65EE29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2E978B0E-C3A9-4AB3-AA89-32460303316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7E1FF827-7369-4319-B7E8-A1AE8BDF147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62585395-2D4A-447B-8E96-48B6D6130B4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1FAD9C-868E-4904-A95E-06F000FD54A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48494F0-D902-4A5B-A571-6933C68BF63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F7462926-2437-4D65-ADBE-A6D6674E5E7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94C8E7B-47FC-42C7-85E0-7559C019EF9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F5725640-7566-437B-BD1A-FEDDC2F3844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77DC2B58-DC58-420E-A96E-9C4F40752C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31521574"/>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039CC9F3-7149-41DB-98C9-5B2E46472F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A2A8E633-033A-45FB-B847-DE7CC70E10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71BBEA38-4214-407D-B5F7-07795C9B9F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7C5EE2C4-4163-4373-9D91-0E480548A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E8535FAC-4DE6-4A58-850D-6299B551D9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9DC921B5-A18C-49E0-8AE5-BDFDFD436A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14A74CBA-2435-401F-B85D-6EDE02B2B62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DBB3A6B-7C74-4B21-9ABA-CCFDA5EECEC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3C6FFB14-693B-4E1F-A9B2-7A53E388560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FB6C1052-6AD3-4CBF-9348-A0C4B8BAB47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579F48B-2FC7-45F0-8BB8-1838C92B160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9D1C6AD-00D4-4E23-8A8E-6EC71E61103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4FAA9042-886B-4BD9-B591-3BBA43477B5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CB61FA41-6227-4F28-AC81-2D96B8A7705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10658FCC-A43D-4438-B4FC-4F59D00B17F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129DB1BE-68E9-40D5-84B8-83EF64D4F96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1EDA74FC-1BB9-46E6-BAEF-1717706835B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12B122EB-626A-4F71-AB7E-6F99EB9E46A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5E096207-8FD7-40D7-B023-143B133C821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654905B4-727A-4EFC-AB62-AC92D649F25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C549C939-DD51-43B1-8278-2A3F5FF11D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0727757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1EFEF0C-6236-4D73-82FA-BCC2989016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19C63C07-F815-4E27-8981-259A8036E5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9533F734-854D-440C-BC56-444B77AE579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E5FD10CF-F72F-4DB6-8075-C8CB9176D2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DF98D2B-9C42-4372-9041-B7E163143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B2F65CC5-B400-4829-80A2-005FF2160A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FC2B0D2-D2D5-42AC-BB21-668A60259EE9}"/>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CC851411-1FF0-489F-BE96-600D2CFEC13C}"/>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277093C-24BD-4181-8174-950A0E0B560D}"/>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6EE0D0BA-10D6-440A-895B-BEC16C3451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40FE632D-BDBA-45E1-B771-AF64560A77E3}"/>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9E88AD-C265-4E84-A145-AE86F188CA4E}"/>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79361724-86CB-4073-9540-7349AB507C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9590130"/>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DA0AF7D5-DBC0-41D3-8CA8-DF49B6351A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F53EC21E-DD8C-4B8A-A14F-46F195B10B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2ED4943F-A0DA-473E-9301-E828442782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89D9008E-48AB-45A1-8FB9-7AF3E04875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15DA9A6A-AE38-483F-8812-EBF154681D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1C38609E-CBC9-49C4-90EC-B7736B1EFB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2CEA91F6-CFD7-4D4C-9275-C42716C79E3F}"/>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9030C7E1-B58F-47C0-AD9C-972B0CA9DB53}"/>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3DDFF606-20E3-4A28-ACF1-A55315323A60}"/>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4D2BD5A8-C80D-45AB-B6EC-3A17E3D036E4}"/>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70A595D4-FB33-485C-BE2C-275DDC20220C}"/>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E720AB84-EC5B-4EC7-BA0B-54B85132FCE6}"/>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BEFA1F50-B65B-4A72-85D6-B6077D89098E}"/>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51339874-D6FB-44A5-9D6F-6F144E5D061F}"/>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91252D87-8451-4496-84D5-F4943EC7B4A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B085F6BC-3A6C-4EA2-B3A4-EFCBA41502A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62E8216C-CB2F-48CC-AD44-FF6480BCD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9225797"/>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F33D688-242B-46BA-BB82-8235327787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688F1870-6072-4008-AEA0-6662718932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62F90BB5-5C58-4016-9232-79609E0F9C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183C868-71D6-4C64-877D-249B5687FC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13C1F77-2C61-49CA-B990-5D9B9736E1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4A37E2CD-B3F3-4158-982E-86C06466EE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7742B6AB-95E8-4BC7-9FDD-27A7C7FE5406}"/>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490EF7B-93D7-4516-BB00-4CACD1CAE37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0437368C-6D71-49F1-BF58-DB54FCFA336D}"/>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EF0DA56A-C6E6-4349-8C16-4696B7A3AD70}"/>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0E8226F-4F49-412A-A1DF-0B37F03B7FF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0E1EE10-F4F2-4B4B-A956-EA39115273C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445C063-C847-47A9-9130-07D6496FD3A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35C40D08-1F82-455A-B132-8D295FBD4C19}"/>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58786EE-7C94-4594-BF17-09C87E2E0746}"/>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E3AF821-940A-40F0-8A4C-BF14B4A73581}"/>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6F7F7E19-50C4-4698-8AC9-FADDCA13CD0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967F224A-4F0E-436B-A90F-C98365E493A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2FB8CC5-5461-4142-8F68-672044458AC1}"/>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21706F6-12AB-491C-847E-C84999E3E1DB}"/>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33E104D-19B0-42A4-84FC-08351DC0A78C}"/>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7EF403B2-B896-4005-B897-D4A59A4BEBA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07C6026B-3412-48A8-B88A-77A1C38C04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67531739"/>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EBA28BFE-68F2-4A74-9786-1D72176634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6F291D6-71E4-42DE-9FF2-5CF72D63F5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C4950FF2-0862-469D-B4EC-C8341AD731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9C80B732-DA95-49D2-ADD2-56BE6A2D15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3117CE5E-1ABB-43A4-847A-24D91EEFF3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F888835A-723A-448B-88BC-32D71A3B2E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4834E465-96D8-4601-886A-55C42AB5E3A4}"/>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65FB486-F37F-4218-801B-D46D60BCDD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40D6A5FC-2AB8-4418-8FB7-2536E170325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1F77CBF-67AD-4789-B8E7-11174E508A1E}"/>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E789FB2C-B896-45F8-BBB0-0AD782A3A6B5}"/>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CA0B9C6C-815B-4734-B5ED-35CF2E775140}"/>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E3828A61-10F2-4DBC-B2F5-840C8FED6D7C}"/>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BC958AF6-1315-453C-BFA2-98F0333312E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25863ABA-442A-46F0-8BCF-79D1746E9EB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33F2694C-2E08-4077-B804-2CFACC3C990B}"/>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023AC66A-5FC5-4F63-8E61-A2B44EA89827}"/>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FDF158FF-31CC-413A-8603-50BB6F395332}"/>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9EC31F16-A89B-46A0-82AE-98702DF26B5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BE98BA4C-53C2-4EC2-9B14-BA9109D7E6A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3E01BA5-41DD-4582-B71E-23093D9D9662}"/>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47E8CE3A-9466-4863-BA1D-5F9162E7A8B0}"/>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0E708680-CEED-4CDE-9681-6CAD2107F46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61AFA1E4-1920-401E-BFD6-C5F45B47A0D0}"/>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9FB6F8B1-85C5-447B-B651-E1D1CC7CC5DB}"/>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F0B97B72-1A21-41BF-8079-CCFC14771F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4323086"/>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6EED0B3C-5C41-46D1-BA0A-61404A32CE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244551ED-ECE9-4E75-9213-E16FC091A1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73CCC990-4330-4BAC-95D8-0EC20376A8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FE9CFA32-CAB7-4957-A2DF-21EE6BE6C1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8901FEB0-34F9-44C2-8962-BF75A3D420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1D2B1D0-0E99-469D-80B6-6ECEAB2A2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C2B4D56C-32C4-480D-8FF6-2DC1C4092B14}"/>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27431186-7FF6-4572-9C82-1C9DE62979F8}"/>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4F3E9416-8446-455E-8FAF-C639CC9A3991}"/>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593CC28-F1E5-4C21-81EC-C49E61287D67}"/>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2315BA2C-09BB-4051-AE10-EBD3B42D139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9C08C56-7694-470E-AD60-3A1EBAC41F3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40BD20CE-505B-4884-80C5-78FA79049665}"/>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B1A90AC-9ABC-4727-858E-5F9EFB1F56BA}"/>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18D0DD4E-0176-406E-B99E-ADE3411A25F4}"/>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EA4487C-CD5B-4B95-947B-2F84C2C8A1FF}"/>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D9FBAD3C-24C3-4C24-9C7B-56393AFF6EF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DC00BDD0-EE0A-4ECA-89F3-F4D8C688B3B0}"/>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D8D1B30D-6D5D-4839-A7DD-A6697AFA4F1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3F1A253A-50C6-49DD-AA55-B6FD73CE08CA}"/>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C8C4F1DA-7DC5-494A-808C-E1C65DC89E5E}"/>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2C27F6C-1FCF-4EF2-A355-167C9864BA9E}"/>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40F6BE89-905B-4008-9DD5-291F8C35D48A}"/>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09D9938-243E-4256-BFE3-2C73309DF0C4}"/>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2DEB385-5DD8-4AC8-9841-0664BDA84A6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43F87F4-D583-42B9-ABC0-D16657EA55AC}"/>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B87A6C7C-B8BB-41FC-8D12-332F9FE76B0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EE80BAB5-BE7D-4D4D-9394-3909F07425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986354"/>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280C92E4-8D14-42A7-A575-3CDC4B25D0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C7268290-BEF7-4632-99E9-17F85465BD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314FE731-D0EB-4908-8E46-C1B27EE4B1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DD8A06D-DF14-4635-BF24-E63834BD82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7A8C44D2-5396-4BC9-A791-B4ED0B38D2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1A12F3F-8D80-4509-BF4B-CC6CDC5C70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9B2B04D-EFB0-4DA6-900E-ED5EBBBC9BE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076D85D0-FED7-44D0-B2CA-F1CC6D101D1F}"/>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4BDC6ED7-A39E-44CE-A93A-8453E8BE4F2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5FE28243-72A9-45FC-B7EE-1F73F299C999}"/>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D63B31F0-62AE-454F-81EE-92A064520B83}"/>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B49273A-6404-48C2-B440-CEE9E086FB6A}"/>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77E4DA7B-89A4-423D-AC99-3384AF5FB3C3}"/>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8EF96AE-07E0-4D22-A002-55D3BCCCCE65}"/>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636C3A1F-B950-47CB-B65E-86E5A1DABDA8}"/>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E086F5EF-DBD8-4508-A90A-6AF438BDB68D}"/>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F6DA021-A149-4432-BBEC-A73F30ACB42D}"/>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FCB0801-7469-4B04-9E20-4C4EBE25D91C}"/>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C2BA863B-CA14-40DA-AECB-B1845E044DAF}"/>
              </a:ext>
            </a:extLst>
          </p:cNvPr>
          <p:cNvPicPr>
            <a:picLocks xmlns:a="http://schemas.openxmlformats.org/drawingml/2006/main" noChangeAspect="1"/>
          </p:cNvPicPr>
          <p:nvPr/>
        </p:nvPicPr>
        <p:blipFill>
          <a:blip xmlns:r="http://schemas.openxmlformats.org/officeDocument/2006/relationships" xmlns:a="http://schemas.openxmlformats.org/drawingml/2006/main" r:embed="Rf49de50e5b8f48a9"/>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1A0B2615-C075-4A42-9EE7-A3651A550207}"/>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67607F66-AA45-463A-AC31-B1D8A135015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E72440CD-5F77-43B8-A696-C1C687647A2D}"/>
              </a:ext>
            </a:extLst>
          </p:cNvPr>
          <p:cNvPicPr>
            <a:picLocks xmlns:a="http://schemas.openxmlformats.org/drawingml/2006/main" noChangeAspect="1"/>
          </p:cNvPicPr>
          <p:nvPr/>
        </p:nvPicPr>
        <p:blipFill>
          <a:blip xmlns:r="http://schemas.openxmlformats.org/officeDocument/2006/relationships" xmlns:a="http://schemas.openxmlformats.org/drawingml/2006/main" r:embed="R8fa4fed65e4a4e73"/>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59029AAD-96AA-4DDD-A3AF-BD3036D445D7}"/>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DECE329-1C1E-4892-B90F-0509EEF8422E}"/>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89B5F541-1980-4499-A94A-B710BD8A58C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13FE50AB-0479-45D1-96C0-9F32B05E9CB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CEF73CCD-2E1C-48F4-99F9-F011545E2BBF}"/>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FEE29CA-CEA5-432E-B861-CB803DACE2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11926173"/>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1CCD3326-72F2-4D1E-808E-5C4CBB1247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2BF17E82-0B8A-4BDB-83A8-9EC5014E19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FA75FA6D-DE65-4E7F-B20D-1FABFEECDE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930B03C7-9416-4085-AAFD-CB80A06EA7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DD806BCD-2CCE-4C62-99DE-DFD5C8E790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621C3CDA-36A8-488A-8D37-3098C43DCC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6C5A9C0-B263-4EF3-B14B-589C24A9689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0C69A3C-DC5E-43AB-9687-B7974D3987B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615E6D8F-8720-47DB-84C9-273C7E210EDE}"/>
              </a:ext>
            </a:extLst>
          </p:cNvPr>
          <p:cNvPicPr>
            <a:picLocks xmlns:a="http://schemas.openxmlformats.org/drawingml/2006/main" noChangeAspect="1"/>
          </p:cNvPicPr>
          <p:nvPr/>
        </p:nvPicPr>
        <p:blipFill>
          <a:blip xmlns:r="http://schemas.openxmlformats.org/officeDocument/2006/relationships" xmlns:a="http://schemas.openxmlformats.org/drawingml/2006/main" r:embed="R358d94081e2949f8"/>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67149483-B12E-4958-BA2A-C19F75236F8C}"/>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6486AFEC-08B6-40E8-A7F5-CE65BC97F5BE}"/>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2C4054EE-C6FD-4CAB-BAB8-15F9F8E2F51E}"/>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57C71BFA-4C1C-484A-B25D-F8E567DA5954}"/>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2F88E7EC-841C-4FC8-97ED-F576F1D57D07}"/>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54C98939-363B-48FF-BB38-12250AEA15F1}"/>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CC23FC35-4EAF-458B-9909-897B5DFFC850}"/>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0561277-E7BC-41F9-BF4E-CA61BC37536C}"/>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A3DEE21F-A3D0-47CF-8CE1-C28580C156BD}"/>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387789A-16C0-418C-A4EA-76F59279DA3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95F329AD-7118-4260-A37A-F0670ACA0ED8}"/>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8C29399E-4C3C-4559-904F-CBA4E31D1965}"/>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463C88C-8FB1-4132-AC21-20465A6FD4D9}"/>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44E7E458-212C-4A4B-9F92-37CC69A8B268}"/>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2419A7BA-A610-4CB0-9DCD-DE882BE01A03}"/>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A35C0922-2AA9-4CE6-8D51-1C1813AB7766}"/>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D5918175-02C0-4A66-BA4A-1154693FE3C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B0551BBB-BD21-480D-B0FB-99935F58BCB6}"/>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E068B0B1-A187-4CA8-9567-4DFD90BC3E7E}"/>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33F5B8A6-C5E9-457D-9608-13D66D8096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5781325"/>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831AB0C4-202E-4911-996F-49338E469E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9AC4A3C6-9FDB-42E7-871C-7376CE85D3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FCA70784-4F09-49D3-ACEB-4AB5826860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B3F276E0-AEF3-4DB6-B1E4-7F507E11A3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CA4A9B4B-FA4D-4BE1-A4B0-D2A1BC081F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CF398104-B2B1-4B9B-9C35-2350C0F3E1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40319C99-4E5D-44ED-9EBA-FDDE7326528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6454D4D6-FA16-47F4-9F32-86F8AA2ED517}"/>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95FA94A-E569-4361-B898-805423C02C38}"/>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81F3267-FAB4-4844-BD5E-96904E176560}"/>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A076812-EE03-42D6-8DBC-CEC1F3ECCDD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4D18B46E-064A-4B2C-B20F-5D7252FAE936}"/>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DE5526F0-4E75-4D1D-85E1-8FEA91080C1A}"/>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D06F09E-1117-49FF-A8E6-6C82B7C4246E}"/>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2C8460B-2EBC-41A9-887D-693F45A5ECB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877E5D8F-734A-4DF9-B486-145E1964A4E8}"/>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FEFE826-0EE3-4FF5-96AE-66BF98D3932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BF1BAB4A-6CDD-407A-8F76-637205A4211E}"/>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D44AB914-B752-4D8E-B428-8A6122DAD09C}"/>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0E2EC6FE-3A10-4A41-87FD-0D2FEA811D9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AEA4072D-36C8-4C81-989B-B83594119442}"/>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3014D174-3E46-41B1-900C-1766F61AFBC3}"/>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85A258C3-02A4-428B-ADB8-DEB76A9651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7397508"/>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67F1F91A-557C-4B2D-AC4D-43192337F9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DB123B61-B943-466E-9BB8-FA2062AE5C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B01513EB-6A26-47CC-88A3-2F4FCD95D2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93305FB-9D58-4BFB-AC7A-CE9A4ED5F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CF237A7F-696A-4754-A5C7-1F8FF3809B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7F5D1CFD-A02F-475B-90DA-B107633917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F0BB7F21-8D6A-4C61-AAAB-DD19DA61E57A}"/>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A7E73202-0D41-4EB2-817B-354DB51DDC31}"/>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17D3691-EF00-42C4-925B-987FF2147892}"/>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0FD3AF2A-3A89-4C7A-974F-6DBCCBB76C69}"/>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CDED4100-3B00-42CF-937B-74569C8E7C1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09B3A36F-501E-4768-BD48-0B37BEE693D8}"/>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4BC144C5-B0C6-488E-A56D-C3EFED104461}"/>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0DE34E87-2C66-48CC-9B5F-C66C991D8274}"/>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456BE261-066F-4BC8-A129-F6BE4E422BBA}"/>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E6686C8-E475-47EE-931E-5C880980D467}"/>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AB459AAB-BDD0-4018-9746-810554DC152D}"/>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F6373CB7-392B-43A6-9EC8-D56296F9AA48}"/>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0BBD6D74-84CD-4293-90DB-99F3C807BC40}"/>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2529781F-F610-4C22-8384-2E7BEEAAA995}"/>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7E30AC4-ACF3-47EC-B320-53A3741FF703}"/>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8053DCE2-B925-481C-A77B-AA103BC3CA0B}"/>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9AB57B4E-DE51-4220-A59C-C8B994D823EF}"/>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942C4C68-155E-46C8-B0B8-002F6A4F0C9E}"/>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66CF2B6-391C-4ED8-98CD-17C558448B3C}"/>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B15F526D-0E56-4858-A2A2-78A3EF555511}"/>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5F1D28A-AF04-4E64-BE8C-0FC017E1ABCF}"/>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E5E0E059-6856-4145-BE1A-44AEF728C0ED}"/>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4B2BA97A-C488-40F8-8E6D-67D6D8F1D0FC}"/>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6461D7A4-220C-47A1-961F-EE27519AA4E5}"/>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16954BFC-40E8-4B9E-9207-6064DFF50F38}"/>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B147114B-B674-40AD-BAEA-D238EC4AA342}"/>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5F8AB16B-35CD-493F-8BE7-88E4294B7916}"/>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7AD1252B-7620-45AB-B820-2F8E13307552}"/>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1AAE00C2-1CD7-4A09-81E7-EFAD587F76B8}"/>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579FE300-CF8D-425A-A3D7-2E44A95C3068}"/>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0AA96DB4-6003-42D1-8A03-C82CA5782BCB}"/>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47709CCA-83A1-4AC2-85F4-277F5261B48A}"/>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495CFD89-559E-4DA4-A675-1DBC2CEBA117}"/>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609B27C-9BAA-4CCB-933D-4CEDB07786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685099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18F07B42-57BE-49AB-9744-468268FB19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A69043F6-4D20-4BB5-BE8F-0F69963A9C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1EFBA84C-C1D3-4060-89F6-E2A984777C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B5AAD76-6E9A-413E-B9FD-26E8126CD4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060E41A3-9D57-4599-B7BA-E0DB1A4622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0347C3D8-CB71-40B8-97EA-EBFA889FA3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7C23F139-D1A7-4C95-AF86-5E477A44221B}"/>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ED8BD34-969C-4DF2-B25A-143DD0F4E31C}"/>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8C68BC74-C747-4694-802F-CA2E1BCC7F58}"/>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49E1020-47B1-4D57-AE25-FFD574CADABC}"/>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155D762D-6CFC-46A7-84B9-D47BE2CB4CF7}"/>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22747002-AA80-4FBB-AF92-34609BE28F56}"/>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500E4A5-BC5B-468B-B73E-1BD12E1D60A7}"/>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8D3DF8D-2514-43B0-9B33-9A5051701372}"/>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23B5F34-F2ED-44C4-81A4-C7790F4C307D}"/>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AB3185BB-3BAC-4601-880D-A069CA0A4B0C}"/>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EBE739-7840-4A1E-9C5B-439D17C09972}"/>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9D18D2E8-169A-4357-A2A1-C06C921233E0}"/>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1C585C8-E653-4071-A839-EEBBA84B8189}"/>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2E4EBA4F-7B1C-44DA-B5FC-C2E3CAE990D0}"/>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A522DFB8-4CE2-4D7A-BF65-302C93B33673}"/>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6BABF563-F924-43C4-960F-E262ACBF6241}"/>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D9AAA012-234C-4333-B7DE-7EAB4B868C39}"/>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ADC0AAF4-2CDA-408B-9294-0F74297EFADE}"/>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378862C-8884-446E-8C98-0A3F449F589A}"/>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05EDB26C-6E32-464D-9737-1F87FC0FE534}"/>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5C2DEF2A-C623-45C5-951B-C3A7F04AC47B}"/>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B1D1A11C-EA1B-4B40-93C6-A0AC189E3A96}"/>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837439FE-8A3F-410B-A7FD-D90E71823403}"/>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EC87781B-5C53-4CA6-BA6D-89BA1866F47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1F70545B-D96C-4FB9-AE05-02A1D03FDFE9}"/>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4F2324B-9228-4372-80CB-4C9B08ABCE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10DA302-C645-4802-B0FA-4E1DA96C5EB4}"/>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099C3B9E-0EA8-4EA4-A777-54FF7347A286}"/>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D01E59CC-657A-488E-8C17-C964773325AE}"/>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7CBA7AD6-6ACB-4F15-9A45-030AA578FE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52659732"/>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67E1915-4664-4EDA-A71D-79AC419288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F71DC87E-7F4E-4FD4-A9B9-61B7DB71E4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63CBA748-A02A-46C4-845C-DD636E8E136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84296F77-A80F-4D11-AE91-6A5655BFB8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ECAD18DB-CD29-4227-BAA1-2F1F61507B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583171A6-CE5E-4458-83E0-3E7346E61C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2F756913-01CE-4D27-A239-53592DE3A373}"/>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24C73B5F-F352-402C-B47C-D21D27143C4F}"/>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AA3BC22F-603C-406D-BA6F-B602E3ECD343}"/>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04A81AA0-75CA-4898-A5EE-870D3F660A86}"/>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B74422FA-0ED0-4BCC-B731-AB877C12F02B}"/>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FDB3053-9FDB-409A-B09E-80B8613EB29A}"/>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FAB9F6B3-5E71-47FF-9C0A-83FA8D10503B}"/>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FD0C5F7E-7047-4113-9585-B06C7D9986B6}"/>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1E59506E-F4D9-4CAB-BB5B-029D96FEEA5A}"/>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08D0C9A8-4A94-488E-AF8F-8449188874A8}"/>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059B7D29-C56F-445D-A9C2-FBD4621FBE2C}"/>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B4D49C7-57B7-4A59-9990-2DDD82C87730}"/>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05EDCDA2-D2AB-4C71-ACA7-10328DFF4AE7}"/>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CDDD8CD3-46FD-439D-9C56-43CFAF735796}"/>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177DD44E-9CEA-402C-B5F7-89682852ABF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CE66B16-A2AF-4F07-B913-81728B94BD2C}"/>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CBC60C4D-70AE-40F0-B742-96C2C1A866FA}"/>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2CE161AB-5BA1-4D47-9EC6-25D4530FB32B}"/>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A25EE68-80D1-4461-A424-22CCE13CAB2C}"/>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76D4AE1-1DC0-4BCE-A2CC-85A3C3BD8BC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F15DF8D-9FA6-4779-94DF-8952178BD2AC}"/>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B1F4575E-2DBB-40CA-AB2F-8BD52FBF1770}"/>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12681578-7324-44CA-A6E8-4B7CD8EF1874}"/>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33616E35-89C7-4B38-B9F0-C78E9A642418}"/>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2840E73E-0ACB-4F79-9297-32AE8D10D2C1}"/>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34F69595-A978-4BE3-8F21-739D34C2DF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3706144"/>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C21E829E-1FA8-47FB-B6C1-2E00715163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B4F23785-451D-4BF8-A81B-B4F63D26F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972011EE-4D1D-49E1-B99F-59BB702181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85A703B9-77A8-4D5E-A211-804ABCC7F5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F4A1414D-ACD3-4DE5-ACB5-0A4127FF82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719E508-C098-448A-BD49-0E9B504386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850AA6D9-B55D-4AB9-83A1-FE6C513A503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F3D384B-4B44-43C9-ABB4-3FD8CA543B30}"/>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6222AF96-6C2B-4C0D-8A00-0597020FBF6F}"/>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48EDA5E9-0BB9-434A-9CFE-4EF4618126C8}"/>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EE09899E-FBDB-453E-BA85-91F82E81540E}"/>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83E6E00B-6FA3-47F8-8920-4A5DDED8753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07CA7BB6-EC17-4E14-A37C-18D88F2CD6D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51A2DAD7-59CF-4609-8DE7-B7C7A2DE16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83F38DC3-B46F-4B27-B55A-12A87267D200}"/>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F034F747-F6CE-45E5-87E7-BDE0B8C58E01}"/>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ADBEF4F-AA90-40E6-9050-344E3FC1CE61}"/>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EE4C37EF-5B8F-4B93-98F5-6C1C860905CB}"/>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50F65AC1-92D7-44B2-9E3F-713C2230997D}"/>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68113F20-63DC-4B46-ADEF-611B92F70D4F}"/>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662090E2-C208-412C-ADEC-23FD37664412}"/>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3690F-4565-443E-9A56-678EE0BA1848}"/>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AB4B8EF6-439B-4D10-BB2F-0D19C32F7877}"/>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B8B019DD-5E67-429D-8816-9BD5CF6E335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2E2658-5D4D-4CD9-8B00-874F393355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1928072"/>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A8FE34DC-74B8-4E05-9F87-1EFFE05098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EBCE3F6C-5D80-40B3-B288-6E0FBCC442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14E01107-37D0-4BB9-903C-1D33F99C0A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E8232492-7CE0-42C5-9B7F-3838DD4443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D6794F8-6A6C-4093-B5BD-4C18B9CDD8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42C795E5-9D50-4B88-AFD8-CCC6EC7D99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F816D7B2-097F-4C3A-97FA-F827C428D8E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ECCED20E-526A-4179-9106-5111FC1061AA}"/>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7A5A7C55-75A2-4947-8EC8-7781C035CA8B}"/>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6BBBCEBB-FBEA-4A8C-B89C-AA316EB2CF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496BF93-4C8C-4DEB-B8A7-8AAFF1E13351}"/>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BBD26AB-A262-470B-AAC0-A1D281633FB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C78C21B4-40FA-490F-BC60-3A4BEC390E6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01AA7C88-52AC-4F9A-A7B1-8E83EA36681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3DC02379-ABF1-4247-8E0D-4EC196B00418}"/>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C845297-B844-40ED-9BFF-7345DD1769B6}"/>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0DA64538-32B7-479A-B44F-19BFE163AFAA}"/>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A1C1D64-6A6D-45E9-A66E-2D22DA8E2F67}"/>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199CC264-4E72-4AF0-8FA1-B5674B0BEFC4}"/>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F9FB36C-E356-4906-A7B1-56154A72C613}"/>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D9CD4FB6-B8D9-474E-BF1D-DD47470617A4}"/>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B0AEFB63-700B-4DD2-ACB6-E9461076380B}"/>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89F22C09-E6F3-4D41-8C8F-6B341A43B325}"/>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C022F782-418D-454A-99BB-8F7F3B2EAE1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0FC9C5C0-7EB7-436E-A73F-905713C1F6C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58D47CC5-7A2D-49BA-8171-FC3C0781222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8C5FC3A8-2AB4-445D-AD0F-ACB093D87666}"/>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8508AD18-7D42-4EE7-B071-DF1E94E4D4BA}"/>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92EA07D5-68D3-4264-A8ED-798095776DCC}"/>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CD8948DC-B0F6-42A6-A99A-1C0ECF8EABA8}"/>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C3FA05E1-DD3C-4138-BFBE-29269B80D5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0644312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70FBD238-8633-447E-80EA-FC0109675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F53AE3AE-FDDB-4BE6-AE25-A7DB204D6E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88E9C5C3-B12A-465D-8BDF-12E7DE0F4A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D45773C-D2C7-4A19-8158-0E4B50C826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7BCAE62D-9532-4FB6-8A27-15CB1DB6C1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EAC846BB-8EB9-4B49-A8BD-C8B3DA5FBF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1BEEF8A3-C917-4071-99BA-9E3EDD8D66BF}"/>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5FDE09EC-E835-478E-BA7F-F2DC332A091B}"/>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CC27BEF0-AF3B-40EE-A80B-7FDCC56B261C}"/>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8A7E977A-49CE-4277-AA51-55C175ECDA13}"/>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23AE8EE0-967B-42C3-850C-933F4B721EC3}"/>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900E2391-19F5-4AAA-9480-78A34B44B63F}"/>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628778DC-4020-4E13-ACBF-4FF63EE3EEB7}"/>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F74001E8-9BD7-423C-9A4F-47EF304CC89B}"/>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3B9A953F-774C-4057-B86D-EAAF27A563BF}"/>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F38043C4-10B5-440F-894E-DDB6D2C539B6}"/>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CC585E76-E0A1-4E7E-8EE4-C8704E469E86}"/>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8069150-D6FB-4B2F-80E2-D7C3F6F603B1}"/>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F2EF3A2A-89F0-47A7-8C2F-AE8414A42477}"/>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C5064907-9A2E-4AB3-BD7E-B529CA0F296F}"/>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8181D6AC-E2B2-4AB7-A060-E0D9F6A174E0}"/>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D21E304-C0B6-4641-A449-758171F24C7F}"/>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8C8CB2D8-7B19-4CF4-8F1B-25534D08322F}"/>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D83EE8BF-D1DA-48F3-BB32-8C3F28BA69B0}"/>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94755BFE-EB79-4684-A84F-1874B7765D9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9B1AF168-86AB-4525-BDAD-201B9F2E6751}"/>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3F63503F-8453-4C86-B605-FD13D961B213}"/>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74D2BD88-4DD1-4A22-9B95-3B1793166DF9}"/>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4835F72-DEF8-4C3F-A7B5-261993CC08B6}"/>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7034393D-1760-4677-A70C-56E1372DC475}"/>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727E60E7-3A37-485E-B318-1C60E1F57FF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F764B4AD-EF2B-4872-8123-C8C70B9231F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0C89781F-2CA9-49B7-B012-4498A42EEB7C}"/>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0D42A91-7513-41B4-86AB-2544E7772CD5}"/>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1A4078E0-4CF2-4D8C-BB52-B678AFC817DC}"/>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A61841F-019A-4933-9E89-F20F3F9FD668}"/>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1B4D602-C0E8-4280-8842-3BD113F23E5E}"/>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3D2FC46-3AB2-4FB9-B4FA-4BA1824A46BC}"/>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060BB69-F0F0-4BF9-8B21-B77ACFFC42A7}"/>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4CD8D3D-0002-453A-82D2-5636BE303A96}"/>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D8DE5C30-8BA2-4803-A601-36A433C36E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49562550"/>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68BB4C5F-D072-478F-BD88-3C4988C42E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1E97F8B5-0A3C-4929-ACC0-72A9E42B86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77C4CC26-DF72-4436-A6F0-8213ACFC61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D976867F-0FED-447C-B465-80570D829E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5E3EF78E-99A0-4EB4-942D-6D46B8DF4C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4F7FEE53-D48B-4442-B0EA-EFA36B7710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D58C120-2557-4862-B70C-5D4F0C6FB34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FCD30753-8C26-4265-8E13-27EDAF5D1A7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426CF6C5-A20B-4EF4-B5FF-1C6754B4B264}"/>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58AC3753-E2B5-4A36-BECB-3B44999F9017}"/>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B5FB7B3-517A-4C5B-82C2-1DEDB7B7EADA}"/>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D4EF20D-6E1A-437F-9072-607824A3B9FF}"/>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929399C1-460D-4E4A-86A8-11EF65802129}"/>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5D363D1-09A8-4144-BE2A-395B9DD3380F}"/>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D78BE19-2ABA-41E4-8494-C262CA092386}"/>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222FF6BE-03D3-47C7-A8EE-C427D8EE1E33}"/>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D2A690CA-BF3A-4A61-ACE2-EE7170E5471B}"/>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7D109F7D-7472-47A9-B0E4-EF537A49CF58}"/>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FD99841B-DFA2-4E6C-99C5-92B3E41F8E10}"/>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FAFAADFE-4EF1-42C5-9A0A-8161930DC004}"/>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D2A1C60-97BF-45E4-8FD3-8571C0BB796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5CCE93E3-7EAC-4A6F-89B4-2FA99375B1C2}"/>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E565835A-6D81-4635-BB0F-A2CFC32F64F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4FCF3993-64FC-4EFF-BB8D-CA9150C5192D}"/>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F9A34A73-574B-4DA3-925E-8D64CC1B3CFB}"/>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28204A5-68F8-4668-9ED7-651993226647}"/>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9E940838-EE3C-40C3-8766-882F9B727E57}"/>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F79E627A-1D55-435B-830E-0EF03A4D462F}"/>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B419BBC2-A209-4CD9-A790-942BE02A0D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726076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AA09578E-3F4D-4C21-A633-F0A85BF24E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458E8BA1-2D69-4C75-8C3A-4B2C35F371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0FA2F248-06B5-4D6E-989D-425CCEEA0B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6F8135CC-1F3B-45D3-A25B-3145FCD64F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1111D3C3-4FA5-4A45-95AF-ED69188988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13651C2D-E328-4C97-8536-0F48E85052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55391BE-0200-493A-A686-0B9E9C15550E}"/>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DBEC4C80-0C53-48CA-B0C5-ADD6C674E25A}"/>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CF299F0-2A46-449B-9ADC-57E578F4B3A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0FC083EF-7B79-437B-8AB0-AA492B636C61}"/>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73BE382E-829E-464A-9B38-4219311FBA01}"/>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F49CF011-8535-4A90-BD97-CEA4063F229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781BD1B-C78A-415F-A78C-C56A59400898}"/>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5A0F971E-1117-4A32-9126-40D19900BFB4}"/>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7B5AD950-B825-4268-80AE-C45F2905162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C68E58DD-CABE-43D8-88D1-C6B3897DD793}"/>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B58ED604-E2DA-4B25-992C-44862DA0BAF2}"/>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6EBCDD65-8157-448C-BC66-379F784B758A}"/>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76120CF-5208-4B35-B873-C06B23DDB47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8FDB2070-F6D8-4DEE-8490-A927EF42F2A9}"/>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78C656F0-B122-4F90-B325-1D97D0C440D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5237FF89-60B2-4F36-85FF-AAA89F30B01C}"/>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561A9911-50C0-4CBE-B73B-86C915035077}"/>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88B9E839-5F9A-40F4-850F-7979A62FE8F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72D6EB8-00C5-4FAC-B8E2-3F2FDA1321E8}"/>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3AF6817F-86E8-49F7-8494-075B3EE43EF5}"/>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DFEC1CEB-7C8C-4BC6-8C9A-7462CBEA0E4E}"/>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ECF24151-11FF-4D40-AC83-B098B9FF091E}"/>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2B23C749-6C30-4644-BE80-1899EDF3C962}"/>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E5BCE7AB-1078-4792-AFEA-F5EFAEE2E848}"/>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C6FDE8F5-0D76-412B-A59F-704411B275A6}"/>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80504902-D782-46B8-9690-2373088C3DE4}"/>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361E73B2-CC04-4372-9235-74ED6D529783}"/>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3EA5A9F5-E3D3-4B9B-926C-662FDF97A9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B9670E7-F7E7-430C-9FB9-4254D7DC08CF}"/>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6C50F76F-4B2B-4160-ADFA-A51B17AEDA17}"/>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B47E2379-0F84-4F2A-A855-B9D7D9288E76}"/>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671B7D96-01F6-41E1-8815-DB71A22050E6}"/>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6ABF7113-B1DA-4B3F-9B7D-0E1637DF5971}"/>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3E97774-20E4-4452-9AE5-E3561E27A80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D41FC906-70A8-4E50-ABCC-C2E00FC0233D}"/>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1EC6CEAD-DFB1-41C0-A7EA-8D38477C125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D4135261-063C-4572-9B68-F8A43D3F20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1758835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AC5E5F-6CF9-4A5B-A3BB-CBB3D3C1DA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4265F67E-690E-4A80-A3C6-FB48E78236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F20BB0D8-5A80-4E74-B4AD-1807CF6C15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892CAFDD-844E-4F3F-9E54-95BEA9CE08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F88AE323-92C0-4CE9-9DDB-68AC5CAED6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4F4B2FA1-8983-42B9-921D-60AB7BEFC1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457C8C26-BEA6-45B2-9E6B-8D10E5307B04}"/>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DA713E9E-7541-41A9-887C-DA7033471A8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CEB6FA2C-31AF-47C3-9244-FB5D7929373A}"/>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4C4830F2-8222-4D28-A48A-C6D5D17AABFE}"/>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FCA0C5C-5BDB-4178-8A9E-B04F73191F0D}"/>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6DD30FD4-527E-40AA-890F-1C324D7E6845}"/>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A6993039-821A-462F-A99D-F7A8467A4363}"/>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EC79DEAD-D527-422E-8FA8-1555BD2DEE75}"/>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06E6F79-255E-44D4-90E7-B28B025AAEFA}"/>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05893778-32C3-4995-A487-5B611643B412}"/>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B4C2415A-EDD2-40B7-9D9B-BF417DA2148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3A767398-EF6E-4D6C-B6AF-0AF44FA2A6E3}"/>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C2B62D80-3B40-42D2-8766-73FD1A865C5C}"/>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B4EC984B-1A0C-4F5B-A803-69A24003F94F}"/>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C1DFD74-47C7-47FA-A039-8724873C1A4F}"/>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EDFF778E-F989-434E-98DE-FAEA9CCDCCF8}"/>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9C31EABC-AD73-4280-8DB1-B574E884711D}"/>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01084ADD-FD17-4DEF-A3AF-CF23B92CCD29}"/>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3872503A-B813-4F3D-9E7D-C1C1A0C14C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5001249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59F9C115-1F5F-422A-AED6-A629E75844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17D6C99E-E28C-4003-94D7-B5B1456F86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20ECF3FE-AD0A-432E-AFBB-A1552842A4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05FCB4B8-76D5-4B06-93C5-3E6B200594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F2891920-DA7A-4C53-B3F7-FA57A08782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EC15A9D1-DF21-45BF-8728-22AE66EABF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E60EE24-9485-4133-A439-DA2952966CD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3697E2A-614E-460F-846A-9FC754C91417}"/>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2D70B62D-532D-4D82-8FDB-F9BD7D0D35F7}"/>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529C7FEC-53E6-4283-8C90-47F6FDC7CCCF}"/>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142721F0-7456-411E-A701-0603319D4288}"/>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2537CB1-4C08-432E-B04A-0C0CD52D73AB}"/>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A47EF356-FF7D-47CB-9BAA-46783FC0C37D}"/>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E133C2E0-5860-4FDD-B3E5-3CCAB69D7D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697325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B9AFBAC5-01C4-42E3-B988-E96BE27C3B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E12E6F02-DF04-417C-973A-83C685C620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258AF0A6-0D84-4229-82E2-6E984D54AF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FBAD0A0F-C80C-496A-BD26-9B4D214B2B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47BD267F-1F66-46D8-8350-49909A0582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00A3A591-00F6-42F5-922C-C0326ABC15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0049DA90-DA3F-40F7-B268-1CC0FAF5C153}"/>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635FEBC-206C-48F1-A5EE-6361FF4D9873}"/>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B72CD5FB-7B65-4743-9E50-2D057484E44A}"/>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B6347316-6C56-43BE-8F04-D1518BAC04A8}"/>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128235CC-4266-4D4C-A381-4C080EBBAC7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4706FA9D-D388-48A5-9939-320859B76F1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B5FC6D33-474B-4278-BB1D-88E7747732F2}"/>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3C61F57B-C5E7-45DC-ABF3-F32AEAF9994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F7D24DDF-EBD6-49B0-B0CB-1A3114222329}"/>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3902FE57-C485-4965-B4E4-2D709AB0B58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A71BE4F9-6004-425F-AD34-41C71C1F1A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ECF8D928-0F8E-4852-8336-49D91EB1B46E}"/>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04F1FBEA-5F8E-4975-ABA4-46366FB6A63A}"/>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9CD8F223-C0DF-4074-B390-7E60551D1AAB}"/>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C0C1BBC-8FF4-491B-BF13-FB9EF599F61A}"/>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0439C766-6261-4479-8B81-7CF9D89FBBAC}"/>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65163731-540D-4B9A-AC6E-DEC768D6C6C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0CBB6D63-63EA-4260-82C8-2D155752F5D8}"/>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0AE1AEFD-597F-43AC-9E59-7F9ACE9F512D}"/>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55137BAA-A904-4822-86A2-E70A0E410DC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13AE4E40-5667-417E-AB99-52E089B4C462}"/>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32BD198A-A8C9-4290-8AF8-599D1D559AF0}"/>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C7F8EDBF-423E-44F2-8F95-F51E082B2F44}"/>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5F4D9D7-4260-44EE-88EC-78D4860DEEFB}"/>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E5F8EDBC-2189-4B03-B84D-49C0636C49C8}"/>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138564FB-C016-4157-B2E8-12CEC1B080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98530501"/>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9A2CB929-8B56-481F-A445-1F22453D02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4A0D4DD2-2BB0-47CF-B78A-D5821F867A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A9CCBDE0-EA99-4B7D-AC26-8E5B34C19F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B5C77BC1-07BB-4283-83F5-CBFCEA51C1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3759B390-0104-41E5-82BC-9219F5CE1E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14FEFC9-1649-4FA0-B351-F4D92D910B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E88A3BC-7453-4229-A79B-8D032A36508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C41AA893-49F3-42BE-83AF-5D78598CC53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C7DD96F2-1E3E-46AF-86E6-817882C8B490}"/>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2A3CE836-F159-44CD-839B-3477623E4F8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EC50D986-BBF9-4E95-BBB2-5E5A33A3483C}"/>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67BF167-0C2E-4609-9D7F-B48D9453A9D2}"/>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089BF570-A09F-4A42-B2B5-66C18DF9BEA3}"/>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347BBEAD-7DA7-464C-AF0B-9AC6462A46DC}"/>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4B9CF537-43EC-45E5-92A0-E9E29B5B31E3}"/>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A05754D9-D7A1-4116-940A-B5FC0CA19BAD}"/>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C9390FEE-3E6A-4630-89B9-2FF707DDF9B8}"/>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F17ADAE4-7256-4397-A995-FD516C75F80E}"/>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B5DC1B0C-284E-44B5-9B80-DD22E4E77F73}"/>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004E664F-7A54-4D53-8C06-525BED024FD0}"/>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B8CC2C23-7DEA-4012-8239-C4AE436351FB}"/>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9CECDFD5-A2B5-42D9-8419-92DEE1C0E3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51151557"/>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7787E281-1266-4E10-85C4-2565F7A245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FE94962F-0880-4796-83F5-0851975CE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B3EC1A23-7A63-4A9C-9D1B-730A197FD8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7368385B-FAA3-4BEA-92AD-671B2C3EAE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B474A230-4A09-42C0-A8F4-E98A5E5A1B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8A765C7D-87F6-4903-8DB7-5DF2E02A3B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D7E66E5-C2B7-4DFF-9093-A39A2D740D1C}"/>
              </a:ext>
            </a:extLst>
          </p:cNvPr>
          <p:cNvPicPr>
            <a:picLocks xmlns:a="http://schemas.openxmlformats.org/drawingml/2006/main" noChangeAspect="1"/>
          </p:cNvPicPr>
          <p:nvPr/>
        </p:nvPicPr>
        <p:blipFill>
          <a:blip xmlns:r="http://schemas.openxmlformats.org/officeDocument/2006/relationships" xmlns:a="http://schemas.openxmlformats.org/drawingml/2006/main" r:embed="Ra9401b02ef914ab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0FB81504-810E-42C7-9315-4EB6BA76F1E6}"/>
              </a:ext>
            </a:extLst>
          </p:cNvPr>
          <p:cNvPicPr>
            <a:picLocks xmlns:a="http://schemas.openxmlformats.org/drawingml/2006/main" noChangeAspect="1"/>
          </p:cNvPicPr>
          <p:nvPr/>
        </p:nvPicPr>
        <p:blipFill>
          <a:blip xmlns:r="http://schemas.openxmlformats.org/officeDocument/2006/relationships" xmlns:a="http://schemas.openxmlformats.org/drawingml/2006/main" r:embed="R0d1705672ee8419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37CFB2A-43CB-44C7-816F-FF280AAF30AE}"/>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6CF3102-14B4-4081-95D9-3410D6B7DD56}"/>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9211229-C1D7-4D17-94A6-5AE6E9B6BDB6}"/>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66B16270-EBD6-4B81-B9B2-C3643F5CB4B1}"/>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1BDC310B-17CE-41B2-9558-02E72904541B}"/>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2D1F17A5-98A7-449E-B7F5-E8FA1629CEFA}"/>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37DDCA7-53A7-4378-8137-FF41C74F2126}"/>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5A369B50-F4EF-4707-AA60-8E0509109239}"/>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8D9C5744-F2A6-4F60-9E40-B67C054EEA9A}"/>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2F51B4D-AFFE-4328-BB27-37E10DFEAFB8}"/>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029875A2-CB63-4F14-8819-77A824618BF5}"/>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BB8BBA04-D5EB-4E85-87D0-AF089404E12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50301F2-31C7-49AD-BF7E-EDF7509A47E7}"/>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45FE986-5CCF-4BFE-A89E-25F221837A92}"/>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860C26E-C799-47E3-BDB9-03B863A90DF7}"/>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55F40E9-AA1D-4D1C-91A5-52897FDA130A}"/>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CC64B427-1153-467A-984B-7EB2F1D0247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F0D4ED0-0B76-47D5-9DE4-127282974080}"/>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DA0C04B5-9E16-4A63-AC2A-DA11074B8D98}"/>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6CC8C0D0-0389-4C6B-A3BA-0993F22389F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366264CD-324F-4A35-9C6A-05AE4096291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1D1A24D6-F409-4394-A540-F4ABDE855B0F}"/>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DC23BFE7-1A5B-40EC-A892-2B8B5996EDEF}"/>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1AA8DC2-AB18-451E-9B44-98C518D6AC99}"/>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B1DB14E7-C444-49D1-BB10-BC2EAC525775}"/>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A58750F0-D265-41D4-BFA2-B828CC5917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699411552"/>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75D91A44-178E-4CF1-95CF-340126D79D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24463ABE-33A1-4D77-92B1-6C64D73D3C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E4D068D6-6AC6-446F-94C0-0ED19018D4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AB15740E-4E61-46A4-8F77-C422ABB24C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943B23CD-4928-426D-B34D-D5E3CB30BF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AED8E10-0046-4D05-A27E-7B27DE98A4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6F58CC2-6CC7-41DA-8F4D-30430F65C917}"/>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35E78B7-CCE8-4A3E-851B-67EF0FA343D2}"/>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EE3B5BCB-8D73-49F2-8207-A73408BA9740}"/>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DF3CB24A-F779-4D12-9180-5944A87AEDF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F349D169-70FD-4FD7-BE7C-BE5689B05E3B}"/>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CCD7474-9081-46F8-86A3-AD5579F72B09}"/>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69A3DED0-88D4-4642-AFA6-6DDE1BA5B4BB}"/>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E92A7997-EDC5-4115-9C5F-C4EF9413C31F}"/>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9A9C375B-F664-4F7C-AA4B-A05677862941}"/>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95B8A70F-4E1B-4172-96C9-EBF434C05B0A}"/>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2508984-42A2-460E-AAFF-46BD7283A4A8}"/>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0F7C0D8-E6E8-4E49-9D62-EFD18D2D0FD9}"/>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B169CFFC-363F-4859-88C7-D7271E85C7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6D40C86B-DE40-4668-A4DE-1B33D62AB563}"/>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7D2A427-2EFF-4942-BE4E-F8FACBD999C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7979CAC-B608-4051-ADAE-2A4933EA336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745FC8D4-BF40-4B25-BBE7-8CE83C98032A}"/>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DE1A880-25DC-48C0-9E5B-A1122B4100A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59EA79B3-1379-4D80-85C5-B9201CAECA1D}"/>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F4FF5B6C-D77C-4E6F-AE4E-CF8AB92BAFB8}"/>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5695ABA7-46B7-42EF-B28D-B737910A8F1F}"/>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F7721F96-312C-4CBB-AE0C-255936792FAD}"/>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C90A4D50-4713-4EA3-997B-64651967A6C0}"/>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0B86C3D1-5E01-4224-ACCC-57AB1503360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10D5B4D0-744F-4E1E-B261-68C5EE9D9F7F}"/>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FA037B10-0901-4A4D-8938-FA298D142F71}"/>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5BEAFCDB-4DE6-4A90-820F-6B5F60F0A72A}"/>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7C10856E-6D3D-4BF5-954B-4EC51F7A361C}"/>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3C40ED22-C9AD-43CB-9AE6-DA465B7F7A4D}"/>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73F16D26-9CEE-403F-823E-7600E01E748C}"/>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ED63AA55-7912-4753-A03E-974FBE5FFCA6}"/>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F31563FA-34D2-4F64-A56B-4769B9FFAEF3}"/>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496CD29-8D2A-491A-BCA0-597243034996}"/>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C71917CF-3C0D-4134-9F14-B431A85056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3498039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normalize 요청을 끝까지 따라가기">
            <a:extLst xmlns:a="http://schemas.openxmlformats.org/drawingml/2006/main">
              <a:ext uri="{FF2B5EF4-FFF2-40B4-BE49-F238E27FC236}">
                <a16:creationId xmlns:a16="http://schemas.microsoft.com/office/drawing/2014/main" id="{D008EF8E-5BE0-4EC8-A414-F2559D2513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normalize 요청을 끝까지 따라가기</a:t>
            </a:r>
          </a:p>
        </p:txBody>
      </p:sp>
      <p:sp>
        <p:nvSpPr>
          <p:cNvPr id="2" name="S52">
            <a:extLst xmlns:a="http://schemas.openxmlformats.org/drawingml/2006/main">
              <a:ext uri="{FF2B5EF4-FFF2-40B4-BE49-F238E27FC236}">
                <a16:creationId xmlns:a16="http://schemas.microsoft.com/office/drawing/2014/main" id="{DB5184BD-E461-4B42-8C15-49458D7D95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한 성능 작업에 세 책임을 적용하면">
            <a:extLst xmlns:a="http://schemas.openxmlformats.org/drawingml/2006/main">
              <a:ext uri="{FF2B5EF4-FFF2-40B4-BE49-F238E27FC236}">
                <a16:creationId xmlns:a16="http://schemas.microsoft.com/office/drawing/2014/main" id="{4D185ABE-2282-4F0C-A28B-0826D64AFD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성능 작업에 세 책임을 적용하면</a:t>
            </a:r>
          </a:p>
        </p:txBody>
      </p:sp>
      <p:sp>
        <p:nvSpPr>
          <p:cNvPr id="4" name="">
            <a:extLst xmlns:a="http://schemas.openxmlformats.org/drawingml/2006/main">
              <a:ext uri="{FF2B5EF4-FFF2-40B4-BE49-F238E27FC236}">
                <a16:creationId xmlns:a16="http://schemas.microsoft.com/office/drawing/2014/main" id="{CAA04E7D-F504-4ECE-8864-E0A915A3C9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절차를 구분">
            <a:extLst xmlns:a="http://schemas.openxmlformats.org/drawingml/2006/main">
              <a:ext uri="{FF2B5EF4-FFF2-40B4-BE49-F238E27FC236}">
                <a16:creationId xmlns:a16="http://schemas.microsoft.com/office/drawing/2014/main" id="{AC1D1E1D-AEC5-4DE9-BC89-4183F5F77B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조건·절차를 구분</a:t>
            </a:r>
          </a:p>
        </p:txBody>
      </p:sp>
      <p:sp>
        <p:nvSpPr>
          <p:cNvPr id="6" name="세 책임은 함께 적용됨 · 공식 제품 분류나 이 예시를 그대로 실행한 새 Trial이 아님">
            <a:extLst xmlns:a="http://schemas.openxmlformats.org/drawingml/2006/main">
              <a:ext uri="{FF2B5EF4-FFF2-40B4-BE49-F238E27FC236}">
                <a16:creationId xmlns:a16="http://schemas.microsoft.com/office/drawing/2014/main" id="{787084C8-E1CC-490A-BC29-0B461E5C90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책임은 함께 적용됨 · 공식 제품 분류나 이 예시를 그대로 실행한 새 Trial이 아님</a:t>
            </a:r>
          </a:p>
        </p:txBody>
      </p:sp>
      <p:sp>
        <p:nvSpPr>
          <p:cNvPr id="7" name="">
            <a:extLst xmlns:a="http://schemas.openxmlformats.org/drawingml/2006/main">
              <a:ext uri="{FF2B5EF4-FFF2-40B4-BE49-F238E27FC236}">
                <a16:creationId xmlns:a16="http://schemas.microsoft.com/office/drawing/2014/main" id="{2642B585-D086-4F51-A59F-461951C7647F}"/>
              </a:ext>
            </a:extLst>
          </p:cNvPr>
          <p:cNvSpPr>
            <a:spLocks xmlns:a="http://schemas.openxmlformats.org/drawingml/2006/main" noGrp="1"/>
          </p:cNvSpPr>
          <p:nvPr/>
        </p:nvSpPr>
        <p:spPr>
          <a:xfrm xmlns:a="http://schemas.openxmlformats.org/drawingml/2006/main">
            <a:off x="609600" y="2371725"/>
            <a:ext cx="3352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01  이번 요청">
            <a:extLst xmlns:a="http://schemas.openxmlformats.org/drawingml/2006/main">
              <a:ext uri="{FF2B5EF4-FFF2-40B4-BE49-F238E27FC236}">
                <a16:creationId xmlns:a16="http://schemas.microsoft.com/office/drawing/2014/main" id="{8699C038-D8A4-4CCE-9222-10AF9E6F8F62}"/>
              </a:ext>
            </a:extLst>
          </p:cNvPr>
          <p:cNvSpPr>
            <a:spLocks xmlns:a="http://schemas.openxmlformats.org/drawingml/2006/main" noGrp="1"/>
          </p:cNvSpPr>
          <p:nvPr/>
        </p:nvSpPr>
        <p:spPr>
          <a:xfrm xmlns:a="http://schemas.openxmlformats.org/drawingml/2006/main">
            <a:off x="781050" y="248602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  이번 요청</a:t>
            </a:r>
          </a:p>
        </p:txBody>
      </p:sp>
      <p:sp>
        <p:nvSpPr>
          <p:cNvPr id="9" name="normalize 성능을 조사해줘.">
            <a:extLst xmlns:a="http://schemas.openxmlformats.org/drawingml/2006/main">
              <a:ext uri="{FF2B5EF4-FFF2-40B4-BE49-F238E27FC236}">
                <a16:creationId xmlns:a16="http://schemas.microsoft.com/office/drawing/2014/main" id="{2F8B8C66-216B-47E7-8C75-5E6085444385}"/>
              </a:ext>
            </a:extLst>
          </p:cNvPr>
          <p:cNvSpPr>
            <a:spLocks xmlns:a="http://schemas.openxmlformats.org/drawingml/2006/main" noGrp="1"/>
          </p:cNvSpPr>
          <p:nvPr/>
        </p:nvSpPr>
        <p:spPr>
          <a:xfrm xmlns:a="http://schemas.openxmlformats.org/drawingml/2006/main">
            <a:off x="781050" y="3009900"/>
            <a:ext cx="30099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normalize 성능을 조사해줘.</a:t>
            </a:r>
          </a:p>
        </p:txBody>
      </p:sp>
      <p:sp>
        <p:nvSpPr>
          <p:cNvPr id="10" name="현재 목표와 허용 범위">
            <a:extLst xmlns:a="http://schemas.openxmlformats.org/drawingml/2006/main">
              <a:ext uri="{FF2B5EF4-FFF2-40B4-BE49-F238E27FC236}">
                <a16:creationId xmlns:a16="http://schemas.microsoft.com/office/drawing/2014/main" id="{B1923AA7-797A-44BB-80CB-4518C610D910}"/>
              </a:ext>
            </a:extLst>
          </p:cNvPr>
          <p:cNvSpPr>
            <a:spLocks xmlns:a="http://schemas.openxmlformats.org/drawingml/2006/main" noGrp="1"/>
          </p:cNvSpPr>
          <p:nvPr/>
        </p:nvSpPr>
        <p:spPr>
          <a:xfrm xmlns:a="http://schemas.openxmlformats.org/drawingml/2006/main">
            <a:off x="609600" y="48672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현재 목표와 허용 범위</a:t>
            </a:r>
          </a:p>
        </p:txBody>
      </p:sp>
      <p:sp>
        <p:nvSpPr>
          <p:cNvPr id="11" name="+">
            <a:extLst xmlns:a="http://schemas.openxmlformats.org/drawingml/2006/main">
              <a:ext uri="{FF2B5EF4-FFF2-40B4-BE49-F238E27FC236}">
                <a16:creationId xmlns:a16="http://schemas.microsoft.com/office/drawing/2014/main" id="{8DDD0E0F-1976-4DDB-B4B0-0EB47628DF8C}"/>
              </a:ext>
            </a:extLst>
          </p:cNvPr>
          <p:cNvSpPr>
            <a:spLocks xmlns:a="http://schemas.openxmlformats.org/drawingml/2006/main" noGrp="1"/>
          </p:cNvSpPr>
          <p:nvPr/>
        </p:nvSpPr>
        <p:spPr>
          <a:xfrm xmlns:a="http://schemas.openxmlformats.org/drawingml/2006/main">
            <a:off x="4067175" y="3171825"/>
            <a:ext cx="228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DDD2C77B-CCA9-41A6-9D02-033424EE93FE}"/>
              </a:ext>
            </a:extLst>
          </p:cNvPr>
          <p:cNvSpPr>
            <a:spLocks xmlns:a="http://schemas.openxmlformats.org/drawingml/2006/main" noGrp="1"/>
          </p:cNvSpPr>
          <p:nvPr/>
        </p:nvSpPr>
        <p:spPr>
          <a:xfrm xmlns:a="http://schemas.openxmlformats.org/drawingml/2006/main">
            <a:off x="4419600" y="2371725"/>
            <a:ext cx="3352800" cy="2286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02  프로젝트 기준">
            <a:extLst xmlns:a="http://schemas.openxmlformats.org/drawingml/2006/main">
              <a:ext uri="{FF2B5EF4-FFF2-40B4-BE49-F238E27FC236}">
                <a16:creationId xmlns:a16="http://schemas.microsoft.com/office/drawing/2014/main" id="{930F1A2F-62BB-4CF8-A5BA-A9516AE6CD34}"/>
              </a:ext>
            </a:extLst>
          </p:cNvPr>
          <p:cNvSpPr>
            <a:spLocks xmlns:a="http://schemas.openxmlformats.org/drawingml/2006/main" noGrp="1"/>
          </p:cNvSpPr>
          <p:nvPr/>
        </p:nvSpPr>
        <p:spPr>
          <a:xfrm xmlns:a="http://schemas.openxmlformats.org/drawingml/2006/main">
            <a:off x="4591050" y="248602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  프로젝트 기준</a:t>
            </a:r>
          </a:p>
        </p:txBody>
      </p:sp>
      <p:sp>
        <p:nvSpPr>
          <p:cNvPr id="14" name="기존 이미지 동작과&#10;공개 명세를 보존한다.">
            <a:extLst xmlns:a="http://schemas.openxmlformats.org/drawingml/2006/main">
              <a:ext uri="{FF2B5EF4-FFF2-40B4-BE49-F238E27FC236}">
                <a16:creationId xmlns:a16="http://schemas.microsoft.com/office/drawing/2014/main" id="{A5B76C35-4C27-43D4-91D9-F4A3306E2198}"/>
              </a:ext>
            </a:extLst>
          </p:cNvPr>
          <p:cNvSpPr>
            <a:spLocks xmlns:a="http://schemas.openxmlformats.org/drawingml/2006/main" noGrp="1"/>
          </p:cNvSpPr>
          <p:nvPr/>
        </p:nvSpPr>
        <p:spPr>
          <a:xfrm xmlns:a="http://schemas.openxmlformats.org/drawingml/2006/main">
            <a:off x="4591050" y="3009900"/>
            <a:ext cx="30099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이미지 동작과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공개 명세를 보존한다.</a:t>
            </a:r>
          </a:p>
        </p:txBody>
      </p:sp>
      <p:sp>
        <p:nvSpPr>
          <p:cNvPr id="15" name="계속 참고할 정보">
            <a:extLst xmlns:a="http://schemas.openxmlformats.org/drawingml/2006/main">
              <a:ext uri="{FF2B5EF4-FFF2-40B4-BE49-F238E27FC236}">
                <a16:creationId xmlns:a16="http://schemas.microsoft.com/office/drawing/2014/main" id="{D1B94BBF-F76E-426B-8299-7A0976EC655D}"/>
              </a:ext>
            </a:extLst>
          </p:cNvPr>
          <p:cNvSpPr>
            <a:spLocks xmlns:a="http://schemas.openxmlformats.org/drawingml/2006/main" noGrp="1"/>
          </p:cNvSpPr>
          <p:nvPr/>
        </p:nvSpPr>
        <p:spPr>
          <a:xfrm xmlns:a="http://schemas.openxmlformats.org/drawingml/2006/main">
            <a:off x="4419600" y="48672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계속 참고할 정보</a:t>
            </a:r>
          </a:p>
        </p:txBody>
      </p:sp>
      <p:sp>
        <p:nvSpPr>
          <p:cNvPr id="16" name="+">
            <a:extLst xmlns:a="http://schemas.openxmlformats.org/drawingml/2006/main">
              <a:ext uri="{FF2B5EF4-FFF2-40B4-BE49-F238E27FC236}">
                <a16:creationId xmlns:a16="http://schemas.microsoft.com/office/drawing/2014/main" id="{CDC33F44-9B8C-4674-BD36-2210B0AE915D}"/>
              </a:ext>
            </a:extLst>
          </p:cNvPr>
          <p:cNvSpPr>
            <a:spLocks xmlns:a="http://schemas.openxmlformats.org/drawingml/2006/main" noGrp="1"/>
          </p:cNvSpPr>
          <p:nvPr/>
        </p:nvSpPr>
        <p:spPr>
          <a:xfrm xmlns:a="http://schemas.openxmlformats.org/drawingml/2006/main">
            <a:off x="7877175" y="3171825"/>
            <a:ext cx="228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EC45ED1B-F6AD-42B6-94A6-EE9C77B75F64}"/>
              </a:ext>
            </a:extLst>
          </p:cNvPr>
          <p:cNvSpPr>
            <a:spLocks xmlns:a="http://schemas.openxmlformats.org/drawingml/2006/main" noGrp="1"/>
          </p:cNvSpPr>
          <p:nvPr/>
        </p:nvSpPr>
        <p:spPr>
          <a:xfrm xmlns:a="http://schemas.openxmlformats.org/drawingml/2006/main">
            <a:off x="8229600" y="2371725"/>
            <a:ext cx="3352800" cy="2286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3  수행 방법">
            <a:extLst xmlns:a="http://schemas.openxmlformats.org/drawingml/2006/main">
              <a:ext uri="{FF2B5EF4-FFF2-40B4-BE49-F238E27FC236}">
                <a16:creationId xmlns:a16="http://schemas.microsoft.com/office/drawing/2014/main" id="{571690E7-115B-487A-9C61-589162208F86}"/>
              </a:ext>
            </a:extLst>
          </p:cNvPr>
          <p:cNvSpPr>
            <a:spLocks xmlns:a="http://schemas.openxmlformats.org/drawingml/2006/main" noGrp="1"/>
          </p:cNvSpPr>
          <p:nvPr/>
        </p:nvSpPr>
        <p:spPr>
          <a:xfrm xmlns:a="http://schemas.openxmlformats.org/drawingml/2006/main">
            <a:off x="8401050" y="248602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  수행 방법</a:t>
            </a:r>
          </a:p>
        </p:txBody>
      </p:sp>
      <p:sp>
        <p:nvSpPr>
          <p:cNvPr id="19" name="먼저 측정·조사하고&#10;변경 뒤 검증·비교한다.">
            <a:extLst xmlns:a="http://schemas.openxmlformats.org/drawingml/2006/main">
              <a:ext uri="{FF2B5EF4-FFF2-40B4-BE49-F238E27FC236}">
                <a16:creationId xmlns:a16="http://schemas.microsoft.com/office/drawing/2014/main" id="{D5742067-56CC-430D-823D-8F82E0F867C6}"/>
              </a:ext>
            </a:extLst>
          </p:cNvPr>
          <p:cNvSpPr>
            <a:spLocks xmlns:a="http://schemas.openxmlformats.org/drawingml/2006/main" noGrp="1"/>
          </p:cNvSpPr>
          <p:nvPr/>
        </p:nvSpPr>
        <p:spPr>
          <a:xfrm xmlns:a="http://schemas.openxmlformats.org/drawingml/2006/main">
            <a:off x="8401050" y="3009900"/>
            <a:ext cx="30099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먼저 측정·조사하고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뒤 검증·비교한다.</a:t>
            </a:r>
          </a:p>
        </p:txBody>
      </p:sp>
      <p:sp>
        <p:nvSpPr>
          <p:cNvPr id="20" name="다시 쓸 작업 절차">
            <a:extLst xmlns:a="http://schemas.openxmlformats.org/drawingml/2006/main">
              <a:ext uri="{FF2B5EF4-FFF2-40B4-BE49-F238E27FC236}">
                <a16:creationId xmlns:a16="http://schemas.microsoft.com/office/drawing/2014/main" id="{E06344A4-0FF8-4818-AA7C-8E36B8DFC9F3}"/>
              </a:ext>
            </a:extLst>
          </p:cNvPr>
          <p:cNvSpPr>
            <a:spLocks xmlns:a="http://schemas.openxmlformats.org/drawingml/2006/main" noGrp="1"/>
          </p:cNvSpPr>
          <p:nvPr/>
        </p:nvSpPr>
        <p:spPr>
          <a:xfrm xmlns:a="http://schemas.openxmlformats.org/drawingml/2006/main">
            <a:off x="8229600" y="48672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다시 쓸 작업 절차</a:t>
            </a:r>
          </a:p>
        </p:txBody>
      </p:sp>
      <p:sp>
        <p:nvSpPr>
          <p:cNvPr id="21" name="다음 작업에도 같은 수행 방법이 필요하다면?">
            <a:extLst xmlns:a="http://schemas.openxmlformats.org/drawingml/2006/main">
              <a:ext uri="{FF2B5EF4-FFF2-40B4-BE49-F238E27FC236}">
                <a16:creationId xmlns:a16="http://schemas.microsoft.com/office/drawing/2014/main" id="{09C1F4ED-6560-4B8F-8223-0237F4AF1D8F}"/>
              </a:ext>
            </a:extLst>
          </p:cNvPr>
          <p:cNvSpPr>
            <a:spLocks xmlns:a="http://schemas.openxmlformats.org/drawingml/2006/main" noGrp="1"/>
          </p:cNvSpPr>
          <p:nvPr/>
        </p:nvSpPr>
        <p:spPr>
          <a:xfrm xmlns:a="http://schemas.openxmlformats.org/drawingml/2006/main">
            <a:off x="609600" y="54006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같은 수행 방법이 필요하다면?</a:t>
            </a:r>
          </a:p>
        </p:txBody>
      </p:sp>
      <p:sp>
        <p:nvSpPr>
          <p:cNvPr id="22" name="Legacy module connection">
            <a:extLst xmlns:a="http://schemas.openxmlformats.org/drawingml/2006/main">
              <a:ext uri="{FF2B5EF4-FFF2-40B4-BE49-F238E27FC236}">
                <a16:creationId xmlns:a16="http://schemas.microsoft.com/office/drawing/2014/main" id="{575158A6-8F35-416A-B12C-AF5879BC46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35288486"/>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Skill은 재사용할 방법의 한 가지 구현">
            <a:extLst xmlns:a="http://schemas.openxmlformats.org/drawingml/2006/main">
              <a:ext uri="{FF2B5EF4-FFF2-40B4-BE49-F238E27FC236}">
                <a16:creationId xmlns:a16="http://schemas.microsoft.com/office/drawing/2014/main" id="{BB8134D4-E6EE-4526-889A-D2C90D207A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Skill은 재사용할 방법의 한 가지 구현</a:t>
            </a:r>
          </a:p>
        </p:txBody>
      </p:sp>
      <p:sp>
        <p:nvSpPr>
          <p:cNvPr id="2" name="S53">
            <a:extLst xmlns:a="http://schemas.openxmlformats.org/drawingml/2006/main">
              <a:ext uri="{FF2B5EF4-FFF2-40B4-BE49-F238E27FC236}">
                <a16:creationId xmlns:a16="http://schemas.microsoft.com/office/drawing/2014/main" id="{5629A672-463E-4F54-B620-D1C536769C0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의 유지 위치를 선택한다">
            <a:extLst xmlns:a="http://schemas.openxmlformats.org/drawingml/2006/main">
              <a:ext uri="{FF2B5EF4-FFF2-40B4-BE49-F238E27FC236}">
                <a16:creationId xmlns:a16="http://schemas.microsoft.com/office/drawing/2014/main" id="{27D68608-45A5-4439-882E-E4522AE45F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절차의 유지 위치를 선택한다</a:t>
            </a:r>
          </a:p>
        </p:txBody>
      </p:sp>
      <p:sp>
        <p:nvSpPr>
          <p:cNvPr id="4" name="">
            <a:extLst xmlns:a="http://schemas.openxmlformats.org/drawingml/2006/main">
              <a:ext uri="{FF2B5EF4-FFF2-40B4-BE49-F238E27FC236}">
                <a16:creationId xmlns:a16="http://schemas.microsoft.com/office/drawing/2014/main" id="{6C4A6A85-61C4-46BD-88E9-CCFAFB1644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Repository-owned performance Skill을 선택한 설계 후보">
            <a:extLst xmlns:a="http://schemas.openxmlformats.org/drawingml/2006/main">
              <a:ext uri="{FF2B5EF4-FFF2-40B4-BE49-F238E27FC236}">
                <a16:creationId xmlns:a16="http://schemas.microsoft.com/office/drawing/2014/main" id="{36403EFC-9460-495A-B0B3-2A7B28F1CE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Repository-owned performance Skill을 선택한 설계 후보</a:t>
            </a:r>
          </a:p>
        </p:txBody>
      </p:sp>
      <p:sp>
        <p:nvSpPr>
          <p:cNvPr id="6" name="성공 결과를 미리 제시하지 않음 · 현재 제품 표면·계정·호출 경로는 별도 확인 필요">
            <a:extLst xmlns:a="http://schemas.openxmlformats.org/drawingml/2006/main">
              <a:ext uri="{FF2B5EF4-FFF2-40B4-BE49-F238E27FC236}">
                <a16:creationId xmlns:a16="http://schemas.microsoft.com/office/drawing/2014/main" id="{F200ADF3-5CC5-4011-8459-5777D223BB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성공 결과를 미리 제시하지 않음 · 현재 제품 표면·계정·호출 경로는 별도 확인 필요</a:t>
            </a:r>
          </a:p>
        </p:txBody>
      </p:sp>
      <p:sp>
        <p:nvSpPr>
          <p:cNvPr id="7" name="Task마다 달라질 부분과, 함께 고칠 방법을 나눈다">
            <a:extLst xmlns:a="http://schemas.openxmlformats.org/drawingml/2006/main">
              <a:ext uri="{FF2B5EF4-FFF2-40B4-BE49-F238E27FC236}">
                <a16:creationId xmlns:a16="http://schemas.microsoft.com/office/drawing/2014/main" id="{13CB8208-761E-4CD5-8AAD-734FABB19409}"/>
              </a:ext>
            </a:extLst>
          </p:cNvPr>
          <p:cNvSpPr>
            <a:spLocks xmlns:a="http://schemas.openxmlformats.org/drawingml/2006/main" noGrp="1"/>
          </p:cNvSpPr>
          <p:nvPr/>
        </p:nvSpPr>
        <p:spPr>
          <a:xfrm xmlns:a="http://schemas.openxmlformats.org/drawingml/2006/main">
            <a:off x="609600" y="16954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Task마다 달라질 부분과, 함께 고칠 방법을 나눈다</a:t>
            </a:r>
          </a:p>
        </p:txBody>
      </p:sp>
      <p:sp>
        <p:nvSpPr>
          <p:cNvPr id="8" name="">
            <a:extLst xmlns:a="http://schemas.openxmlformats.org/drawingml/2006/main">
              <a:ext uri="{FF2B5EF4-FFF2-40B4-BE49-F238E27FC236}">
                <a16:creationId xmlns:a16="http://schemas.microsoft.com/office/drawing/2014/main" id="{A7EC8F3A-1777-4375-ABF4-7366E4D5D8D8}"/>
              </a:ext>
            </a:extLst>
          </p:cNvPr>
          <p:cNvSpPr>
            <a:spLocks xmlns:a="http://schemas.openxmlformats.org/drawingml/2006/main" noGrp="1"/>
          </p:cNvSpPr>
          <p:nvPr/>
        </p:nvSpPr>
        <p:spPr>
          <a:xfrm xmlns:a="http://schemas.openxmlformats.org/drawingml/2006/main">
            <a:off x="609600" y="2390775"/>
            <a:ext cx="4333875" cy="2371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매번 달라지는 요청">
            <a:extLst xmlns:a="http://schemas.openxmlformats.org/drawingml/2006/main">
              <a:ext uri="{FF2B5EF4-FFF2-40B4-BE49-F238E27FC236}">
                <a16:creationId xmlns:a16="http://schemas.microsoft.com/office/drawing/2014/main" id="{9FC446AF-8221-434F-AEC2-8294790A7828}"/>
              </a:ext>
            </a:extLst>
          </p:cNvPr>
          <p:cNvSpPr>
            <a:spLocks xmlns:a="http://schemas.openxmlformats.org/drawingml/2006/main" noGrp="1"/>
          </p:cNvSpPr>
          <p:nvPr/>
        </p:nvSpPr>
        <p:spPr>
          <a:xfrm xmlns:a="http://schemas.openxmlformats.org/drawingml/2006/main">
            <a:off x="781050" y="2505075"/>
            <a:ext cx="3990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달라지는 요청</a:t>
            </a:r>
          </a:p>
        </p:txBody>
      </p:sp>
      <p:sp>
        <p:nvSpPr>
          <p:cNvPr id="10" name="어느 함수를 조사할까?&#10;이번 변경 범위는?&#10;무엇을 보존할까?">
            <a:extLst xmlns:a="http://schemas.openxmlformats.org/drawingml/2006/main">
              <a:ext uri="{FF2B5EF4-FFF2-40B4-BE49-F238E27FC236}">
                <a16:creationId xmlns:a16="http://schemas.microsoft.com/office/drawing/2014/main" id="{F31D9529-0950-44F8-9D37-E4866BDD9B47}"/>
              </a:ext>
            </a:extLst>
          </p:cNvPr>
          <p:cNvSpPr>
            <a:spLocks xmlns:a="http://schemas.openxmlformats.org/drawingml/2006/main" noGrp="1"/>
          </p:cNvSpPr>
          <p:nvPr/>
        </p:nvSpPr>
        <p:spPr>
          <a:xfrm xmlns:a="http://schemas.openxmlformats.org/drawingml/2006/main">
            <a:off x="781050" y="3028950"/>
            <a:ext cx="3990975"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어느 함수를 조사할까?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이번 변경 범위는?</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무엇을 보존할까?</a:t>
            </a:r>
          </a:p>
        </p:txBody>
      </p:sp>
      <p:sp>
        <p:nvSpPr>
          <p:cNvPr id="11" name="">
            <a:extLst xmlns:a="http://schemas.openxmlformats.org/drawingml/2006/main">
              <a:ext uri="{FF2B5EF4-FFF2-40B4-BE49-F238E27FC236}">
                <a16:creationId xmlns:a16="http://schemas.microsoft.com/office/drawing/2014/main" id="{06AA5A4E-2BEA-494E-AFEB-70DA44728369}"/>
              </a:ext>
            </a:extLst>
          </p:cNvPr>
          <p:cNvSpPr>
            <a:spLocks xmlns:a="http://schemas.openxmlformats.org/drawingml/2006/main" noGrp="1"/>
          </p:cNvSpPr>
          <p:nvPr/>
        </p:nvSpPr>
        <p:spPr>
          <a:xfrm xmlns:a="http://schemas.openxmlformats.org/drawingml/2006/main">
            <a:off x="5286375" y="3333750"/>
            <a:ext cx="3810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18B08F6-3E89-416F-AA2F-8ED4506BF328}"/>
              </a:ext>
            </a:extLst>
          </p:cNvPr>
          <p:cNvSpPr>
            <a:spLocks xmlns:a="http://schemas.openxmlformats.org/drawingml/2006/main" noGrp="1"/>
          </p:cNvSpPr>
          <p:nvPr/>
        </p:nvSpPr>
        <p:spPr>
          <a:xfrm xmlns:a="http://schemas.openxmlformats.org/drawingml/2006/main">
            <a:off x="6086475" y="2390775"/>
            <a:ext cx="5495925" cy="23717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프로젝트가 재사용할 절차">
            <a:extLst xmlns:a="http://schemas.openxmlformats.org/drawingml/2006/main">
              <a:ext uri="{FF2B5EF4-FFF2-40B4-BE49-F238E27FC236}">
                <a16:creationId xmlns:a16="http://schemas.microsoft.com/office/drawing/2014/main" id="{2BE8F148-3810-47C5-9624-5E70468CDC4A}"/>
              </a:ext>
            </a:extLst>
          </p:cNvPr>
          <p:cNvSpPr>
            <a:spLocks xmlns:a="http://schemas.openxmlformats.org/drawingml/2006/main" noGrp="1"/>
          </p:cNvSpPr>
          <p:nvPr/>
        </p:nvSpPr>
        <p:spPr>
          <a:xfrm xmlns:a="http://schemas.openxmlformats.org/drawingml/2006/main">
            <a:off x="6257925" y="2505075"/>
            <a:ext cx="5153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프로젝트가 재사용할 절차</a:t>
            </a:r>
          </a:p>
        </p:txBody>
      </p:sp>
      <p:sp>
        <p:nvSpPr>
          <p:cNvPr id="14" name="기준선 → 조사 → 변경 판단&#10;검증 → 동일 측정 → 보고">
            <a:extLst xmlns:a="http://schemas.openxmlformats.org/drawingml/2006/main">
              <a:ext uri="{FF2B5EF4-FFF2-40B4-BE49-F238E27FC236}">
                <a16:creationId xmlns:a16="http://schemas.microsoft.com/office/drawing/2014/main" id="{0DF5B496-A2B0-4E33-819C-4763D784F200}"/>
              </a:ext>
            </a:extLst>
          </p:cNvPr>
          <p:cNvSpPr>
            <a:spLocks xmlns:a="http://schemas.openxmlformats.org/drawingml/2006/main" noGrp="1"/>
          </p:cNvSpPr>
          <p:nvPr/>
        </p:nvSpPr>
        <p:spPr>
          <a:xfrm xmlns:a="http://schemas.openxmlformats.org/drawingml/2006/main">
            <a:off x="6257925" y="3028950"/>
            <a:ext cx="5153025"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기준선 → 조사 → 변경 판단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 동일 측정 → 보고</a:t>
            </a:r>
          </a:p>
        </p:txBody>
      </p:sp>
      <p:sp>
        <p:nvSpPr>
          <p:cNvPr id="15" name="구현 후보: SKILL.md">
            <a:extLst xmlns:a="http://schemas.openxmlformats.org/drawingml/2006/main">
              <a:ext uri="{FF2B5EF4-FFF2-40B4-BE49-F238E27FC236}">
                <a16:creationId xmlns:a16="http://schemas.microsoft.com/office/drawing/2014/main" id="{CB219246-0AE0-4AC9-84A2-54691A6DE7B3}"/>
              </a:ext>
            </a:extLst>
          </p:cNvPr>
          <p:cNvSpPr>
            <a:spLocks xmlns:a="http://schemas.openxmlformats.org/drawingml/2006/main" noGrp="1"/>
          </p:cNvSpPr>
          <p:nvPr/>
        </p:nvSpPr>
        <p:spPr>
          <a:xfrm xmlns:a="http://schemas.openxmlformats.org/drawingml/2006/main">
            <a:off x="6276975" y="4295775"/>
            <a:ext cx="51149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구현 후보: SKILL.md</a:t>
            </a:r>
          </a:p>
        </p:txBody>
      </p:sp>
      <p:sp>
        <p:nvSpPr>
          <p:cNvPr id="16" name="다음 기록에서, 발견·호출·본문 포함을 확인한다">
            <a:extLst xmlns:a="http://schemas.openxmlformats.org/drawingml/2006/main">
              <a:ext uri="{FF2B5EF4-FFF2-40B4-BE49-F238E27FC236}">
                <a16:creationId xmlns:a16="http://schemas.microsoft.com/office/drawing/2014/main" id="{563F72B9-CF92-4BBE-A58A-F5B2E463D382}"/>
              </a:ext>
            </a:extLst>
          </p:cNvPr>
          <p:cNvSpPr>
            <a:spLocks xmlns:a="http://schemas.openxmlformats.org/drawingml/2006/main" noGrp="1"/>
          </p:cNvSpPr>
          <p:nvPr/>
        </p:nvSpPr>
        <p:spPr>
          <a:xfrm xmlns:a="http://schemas.openxmlformats.org/drawingml/2006/main">
            <a:off x="609600" y="52959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기록에서, 발견·호출·본문 포함을 확인한다</a:t>
            </a:r>
          </a:p>
        </p:txBody>
      </p:sp>
      <p:sp>
        <p:nvSpPr>
          <p:cNvPr id="17" name="Legacy module connection">
            <a:extLst xmlns:a="http://schemas.openxmlformats.org/drawingml/2006/main">
              <a:ext uri="{FF2B5EF4-FFF2-40B4-BE49-F238E27FC236}">
                <a16:creationId xmlns:a16="http://schemas.microsoft.com/office/drawing/2014/main" id="{B15F5957-F485-4BF3-9180-C6B36A1256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5367913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밝기 통계 작업에서 확인한 CLI 기록">
            <a:extLst xmlns:a="http://schemas.openxmlformats.org/drawingml/2006/main">
              <a:ext uri="{FF2B5EF4-FFF2-40B4-BE49-F238E27FC236}">
                <a16:creationId xmlns:a16="http://schemas.microsoft.com/office/drawing/2014/main" id="{1A7039D4-5E90-4B55-9DF4-2FDA4533EB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7034CFA9-4AA3-4156-A7FC-0A3B6DB382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의 발견과 본문 포함을 확인했다">
            <a:extLst xmlns:a="http://schemas.openxmlformats.org/drawingml/2006/main">
              <a:ext uri="{FF2B5EF4-FFF2-40B4-BE49-F238E27FC236}">
                <a16:creationId xmlns:a16="http://schemas.microsoft.com/office/drawing/2014/main" id="{5928D6A5-5721-4651-93E2-237196081D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발견과 본문 포함을 확인했다</a:t>
            </a:r>
          </a:p>
        </p:txBody>
      </p:sp>
      <p:sp>
        <p:nvSpPr>
          <p:cNvPr id="4" name="">
            <a:extLst xmlns:a="http://schemas.openxmlformats.org/drawingml/2006/main">
              <a:ext uri="{FF2B5EF4-FFF2-40B4-BE49-F238E27FC236}">
                <a16:creationId xmlns:a16="http://schemas.microsoft.com/office/drawing/2014/main" id="{8DFC7A84-E5FF-4886-B909-3BDA35DABD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아래는 기록 요약·재구성이며 실제 UI 캡처가 아님">
            <a:extLst xmlns:a="http://schemas.openxmlformats.org/drawingml/2006/main">
              <a:ext uri="{FF2B5EF4-FFF2-40B4-BE49-F238E27FC236}">
                <a16:creationId xmlns:a16="http://schemas.microsoft.com/office/drawing/2014/main" id="{0AAC74F0-2A5E-4DFE-BA12-18707E678A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아래는 기록 요약·재구성이며 실제 UI 캡처가 아님</a:t>
            </a:r>
          </a:p>
        </p:txBody>
      </p:sp>
      <p:sp>
        <p:nvSpPr>
          <p:cNvPr id="6" name="별도 load UI 이벤트 없음 · 본문 포함이 모든 지침 준수나 현재 Desktop 동작을 보장하지 않음">
            <a:extLst xmlns:a="http://schemas.openxmlformats.org/drawingml/2006/main">
              <a:ext uri="{FF2B5EF4-FFF2-40B4-BE49-F238E27FC236}">
                <a16:creationId xmlns:a16="http://schemas.microsoft.com/office/drawing/2014/main" id="{900AE643-F43C-4476-A84C-6913459C5C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UI 이벤트 없음 · 본문 포함이 모든 지침 준수나 현재 Desktop 동작을 보장하지 않음</a:t>
            </a:r>
          </a:p>
        </p:txBody>
      </p:sp>
      <p:sp>
        <p:nvSpPr>
          <p:cNvPr id="7" name="">
            <a:extLst xmlns:a="http://schemas.openxmlformats.org/drawingml/2006/main">
              <a:ext uri="{FF2B5EF4-FFF2-40B4-BE49-F238E27FC236}">
                <a16:creationId xmlns:a16="http://schemas.microsoft.com/office/drawing/2014/main" id="{53EDEE6F-9AFF-4A8F-B93D-918F4F9C4F42}"/>
              </a:ext>
            </a:extLst>
          </p:cNvPr>
          <p:cNvSpPr>
            <a:spLocks xmlns:a="http://schemas.openxmlformats.org/drawingml/2006/main" noGrp="1"/>
          </p:cNvSpPr>
          <p:nvPr/>
        </p:nvSpPr>
        <p:spPr>
          <a:xfrm xmlns:a="http://schemas.openxmlformats.org/drawingml/2006/main">
            <a:off x="609600" y="201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DC1F1F8D-BD77-462A-AAA6-384B5D12F156}"/>
              </a:ext>
            </a:extLst>
          </p:cNvPr>
          <p:cNvSpPr>
            <a:spLocks xmlns:a="http://schemas.openxmlformats.org/drawingml/2006/main" noGrp="1"/>
          </p:cNvSpPr>
          <p:nvPr/>
        </p:nvSpPr>
        <p:spPr>
          <a:xfrm xmlns:a="http://schemas.openxmlformats.org/drawingml/2006/main">
            <a:off x="609600" y="215265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9" name="목록에서 발견">
            <a:extLst xmlns:a="http://schemas.openxmlformats.org/drawingml/2006/main">
              <a:ext uri="{FF2B5EF4-FFF2-40B4-BE49-F238E27FC236}">
                <a16:creationId xmlns:a16="http://schemas.microsoft.com/office/drawing/2014/main" id="{1CFFB8AD-C438-4735-8EB2-B05075293116}"/>
              </a:ext>
            </a:extLst>
          </p:cNvPr>
          <p:cNvSpPr>
            <a:spLocks xmlns:a="http://schemas.openxmlformats.org/drawingml/2006/main" noGrp="1"/>
          </p:cNvSpPr>
          <p:nvPr/>
        </p:nvSpPr>
        <p:spPr>
          <a:xfrm xmlns:a="http://schemas.openxmlformats.org/drawingml/2006/main">
            <a:off x="1438275" y="210502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목록에서 발견</a:t>
            </a:r>
          </a:p>
        </p:txBody>
      </p:sp>
      <p:sp>
        <p:nvSpPr>
          <p:cNvPr id="10" name="/skills → graypipe-performance">
            <a:extLst xmlns:a="http://schemas.openxmlformats.org/drawingml/2006/main">
              <a:ext uri="{FF2B5EF4-FFF2-40B4-BE49-F238E27FC236}">
                <a16:creationId xmlns:a16="http://schemas.microsoft.com/office/drawing/2014/main" id="{6D733FC4-FB4D-4D2B-A5AF-8F4A88F28382}"/>
              </a:ext>
            </a:extLst>
          </p:cNvPr>
          <p:cNvSpPr>
            <a:spLocks xmlns:a="http://schemas.openxmlformats.org/drawingml/2006/main" noGrp="1"/>
          </p:cNvSpPr>
          <p:nvPr/>
        </p:nvSpPr>
        <p:spPr>
          <a:xfrm xmlns:a="http://schemas.openxmlformats.org/drawingml/2006/main">
            <a:off x="1438275" y="251460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/skills → graypipe-performance</a:t>
            </a:r>
          </a:p>
        </p:txBody>
      </p:sp>
      <p:sp>
        <p:nvSpPr>
          <p:cNvPr id="11" name="이름과 잘린 설명이 표시됨 · 경로는 목록에 없었음">
            <a:extLst xmlns:a="http://schemas.openxmlformats.org/drawingml/2006/main">
              <a:ext uri="{FF2B5EF4-FFF2-40B4-BE49-F238E27FC236}">
                <a16:creationId xmlns:a16="http://schemas.microsoft.com/office/drawing/2014/main" id="{C87B8BB6-9C7A-4A30-B7B3-DC7B831943AF}"/>
              </a:ext>
            </a:extLst>
          </p:cNvPr>
          <p:cNvSpPr>
            <a:spLocks xmlns:a="http://schemas.openxmlformats.org/drawingml/2006/main" noGrp="1"/>
          </p:cNvSpPr>
          <p:nvPr/>
        </p:nvSpPr>
        <p:spPr>
          <a:xfrm xmlns:a="http://schemas.openxmlformats.org/drawingml/2006/main">
            <a:off x="1438275" y="287655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이름과 잘린 설명이 표시됨 · 경로는 목록에 없었음</a:t>
            </a:r>
          </a:p>
        </p:txBody>
      </p:sp>
      <p:sp>
        <p:nvSpPr>
          <p:cNvPr id="12" name="">
            <a:extLst xmlns:a="http://schemas.openxmlformats.org/drawingml/2006/main">
              <a:ext uri="{FF2B5EF4-FFF2-40B4-BE49-F238E27FC236}">
                <a16:creationId xmlns:a16="http://schemas.microsoft.com/office/drawing/2014/main" id="{77DFB931-BB96-4FF3-8748-84EAD8C75616}"/>
              </a:ext>
            </a:extLst>
          </p:cNvPr>
          <p:cNvSpPr>
            <a:spLocks xmlns:a="http://schemas.openxmlformats.org/drawingml/2006/main" noGrp="1"/>
          </p:cNvSpPr>
          <p:nvPr/>
        </p:nvSpPr>
        <p:spPr>
          <a:xfrm xmlns:a="http://schemas.openxmlformats.org/drawingml/2006/main">
            <a:off x="609600" y="3209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2">
            <a:extLst xmlns:a="http://schemas.openxmlformats.org/drawingml/2006/main">
              <a:ext uri="{FF2B5EF4-FFF2-40B4-BE49-F238E27FC236}">
                <a16:creationId xmlns:a16="http://schemas.microsoft.com/office/drawing/2014/main" id="{AC5EF236-C17C-4190-AB4C-6B3526435FFB}"/>
              </a:ext>
            </a:extLst>
          </p:cNvPr>
          <p:cNvSpPr>
            <a:spLocks xmlns:a="http://schemas.openxmlformats.org/drawingml/2006/main" noGrp="1"/>
          </p:cNvSpPr>
          <p:nvPr/>
        </p:nvSpPr>
        <p:spPr>
          <a:xfrm xmlns:a="http://schemas.openxmlformats.org/drawingml/2006/main">
            <a:off x="609600" y="3343275"/>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14" name="작업과 함께 명시적으로 호출">
            <a:extLst xmlns:a="http://schemas.openxmlformats.org/drawingml/2006/main">
              <a:ext uri="{FF2B5EF4-FFF2-40B4-BE49-F238E27FC236}">
                <a16:creationId xmlns:a16="http://schemas.microsoft.com/office/drawing/2014/main" id="{18CA378F-4958-4E5A-B6B4-B30CDC70B2B0}"/>
              </a:ext>
            </a:extLst>
          </p:cNvPr>
          <p:cNvSpPr>
            <a:spLocks xmlns:a="http://schemas.openxmlformats.org/drawingml/2006/main" noGrp="1"/>
          </p:cNvSpPr>
          <p:nvPr/>
        </p:nvSpPr>
        <p:spPr>
          <a:xfrm xmlns:a="http://schemas.openxmlformats.org/drawingml/2006/main">
            <a:off x="1438275" y="3295650"/>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작업과 함께 명시적으로 호출</a:t>
            </a:r>
          </a:p>
        </p:txBody>
      </p:sp>
      <p:sp>
        <p:nvSpPr>
          <p:cNvPr id="15" name="$graypipe-performance">
            <a:extLst xmlns:a="http://schemas.openxmlformats.org/drawingml/2006/main">
              <a:ext uri="{FF2B5EF4-FFF2-40B4-BE49-F238E27FC236}">
                <a16:creationId xmlns:a16="http://schemas.microsoft.com/office/drawing/2014/main" id="{B5821455-A958-41C3-804A-1EA6BBC6F444}"/>
              </a:ext>
            </a:extLst>
          </p:cNvPr>
          <p:cNvSpPr>
            <a:spLocks xmlns:a="http://schemas.openxmlformats.org/drawingml/2006/main" noGrp="1"/>
          </p:cNvSpPr>
          <p:nvPr/>
        </p:nvSpPr>
        <p:spPr>
          <a:xfrm xmlns:a="http://schemas.openxmlformats.org/drawingml/2006/main">
            <a:off x="1438275" y="3705225"/>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$graypipe-performance</a:t>
            </a:r>
          </a:p>
        </p:txBody>
      </p:sp>
      <p:sp>
        <p:nvSpPr>
          <p:cNvPr id="16" name="밝기 통계(image_statistics)의 시간·할당량 조사">
            <a:extLst xmlns:a="http://schemas.openxmlformats.org/drawingml/2006/main">
              <a:ext uri="{FF2B5EF4-FFF2-40B4-BE49-F238E27FC236}">
                <a16:creationId xmlns:a16="http://schemas.microsoft.com/office/drawing/2014/main" id="{4190F660-71E4-4B36-8D6B-DB4A0128193B}"/>
              </a:ext>
            </a:extLst>
          </p:cNvPr>
          <p:cNvSpPr>
            <a:spLocks xmlns:a="http://schemas.openxmlformats.org/drawingml/2006/main" noGrp="1"/>
          </p:cNvSpPr>
          <p:nvPr/>
        </p:nvSpPr>
        <p:spPr>
          <a:xfrm xmlns:a="http://schemas.openxmlformats.org/drawingml/2006/main">
            <a:off x="1438275" y="4067175"/>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밝기 통계(image_statistics)의 시간·할당량 조사</a:t>
            </a:r>
          </a:p>
        </p:txBody>
      </p:sp>
      <p:sp>
        <p:nvSpPr>
          <p:cNvPr id="17" name="">
            <a:extLst xmlns:a="http://schemas.openxmlformats.org/drawingml/2006/main">
              <a:ext uri="{FF2B5EF4-FFF2-40B4-BE49-F238E27FC236}">
                <a16:creationId xmlns:a16="http://schemas.microsoft.com/office/drawing/2014/main" id="{4E7D942C-31FD-4988-A281-E0E89E9BCD94}"/>
              </a:ext>
            </a:extLst>
          </p:cNvPr>
          <p:cNvSpPr>
            <a:spLocks xmlns:a="http://schemas.openxmlformats.org/drawingml/2006/main" noGrp="1"/>
          </p:cNvSpPr>
          <p:nvPr/>
        </p:nvSpPr>
        <p:spPr>
          <a:xfrm xmlns:a="http://schemas.openxmlformats.org/drawingml/2006/main">
            <a:off x="609600" y="4400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3">
            <a:extLst xmlns:a="http://schemas.openxmlformats.org/drawingml/2006/main">
              <a:ext uri="{FF2B5EF4-FFF2-40B4-BE49-F238E27FC236}">
                <a16:creationId xmlns:a16="http://schemas.microsoft.com/office/drawing/2014/main" id="{226AC97D-77FE-4D60-BEB3-53051C56A339}"/>
              </a:ext>
            </a:extLst>
          </p:cNvPr>
          <p:cNvSpPr>
            <a:spLocks xmlns:a="http://schemas.openxmlformats.org/drawingml/2006/main" noGrp="1"/>
          </p:cNvSpPr>
          <p:nvPr/>
        </p:nvSpPr>
        <p:spPr>
          <a:xfrm xmlns:a="http://schemas.openxmlformats.org/drawingml/2006/main">
            <a:off x="609600" y="4533900"/>
            <a:ext cx="57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19" name="실행 기록에서 본문 포함 확인">
            <a:extLst xmlns:a="http://schemas.openxmlformats.org/drawingml/2006/main">
              <a:ext uri="{FF2B5EF4-FFF2-40B4-BE49-F238E27FC236}">
                <a16:creationId xmlns:a16="http://schemas.microsoft.com/office/drawing/2014/main" id="{6A4F5C13-410F-4641-AA10-8A44E5F5114A}"/>
              </a:ext>
            </a:extLst>
          </p:cNvPr>
          <p:cNvSpPr>
            <a:spLocks xmlns:a="http://schemas.openxmlformats.org/drawingml/2006/main" noGrp="1"/>
          </p:cNvSpPr>
          <p:nvPr/>
        </p:nvSpPr>
        <p:spPr>
          <a:xfrm xmlns:a="http://schemas.openxmlformats.org/drawingml/2006/main">
            <a:off x="1438275" y="4486275"/>
            <a:ext cx="1014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실행 기록에서 본문 포함 확인</a:t>
            </a:r>
          </a:p>
        </p:txBody>
      </p:sp>
      <p:sp>
        <p:nvSpPr>
          <p:cNvPr id="20" name=".agents/skills/graypipe-performance/SKILL.md">
            <a:extLst xmlns:a="http://schemas.openxmlformats.org/drawingml/2006/main">
              <a:ext uri="{FF2B5EF4-FFF2-40B4-BE49-F238E27FC236}">
                <a16:creationId xmlns:a16="http://schemas.microsoft.com/office/drawing/2014/main" id="{2C1828AC-8FDE-47CE-806F-F1FA6ADDDB71}"/>
              </a:ext>
            </a:extLst>
          </p:cNvPr>
          <p:cNvSpPr>
            <a:spLocks xmlns:a="http://schemas.openxmlformats.org/drawingml/2006/main" noGrp="1"/>
          </p:cNvSpPr>
          <p:nvPr/>
        </p:nvSpPr>
        <p:spPr>
          <a:xfrm xmlns:a="http://schemas.openxmlformats.org/drawingml/2006/main">
            <a:off x="1438275" y="4895850"/>
            <a:ext cx="101441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.agents/skills/graypipe-performance/SKILL.md</a:t>
            </a:r>
          </a:p>
        </p:txBody>
      </p:sp>
      <p:sp>
        <p:nvSpPr>
          <p:cNvPr id="21" name="이름·경로·전체 지침 본문이 실행 trace에 포함됨">
            <a:extLst xmlns:a="http://schemas.openxmlformats.org/drawingml/2006/main">
              <a:ext uri="{FF2B5EF4-FFF2-40B4-BE49-F238E27FC236}">
                <a16:creationId xmlns:a16="http://schemas.microsoft.com/office/drawing/2014/main" id="{FAD857AC-871F-4431-BF17-ACD703FEDC8D}"/>
              </a:ext>
            </a:extLst>
          </p:cNvPr>
          <p:cNvSpPr>
            <a:spLocks xmlns:a="http://schemas.openxmlformats.org/drawingml/2006/main" noGrp="1"/>
          </p:cNvSpPr>
          <p:nvPr/>
        </p:nvSpPr>
        <p:spPr>
          <a:xfrm xmlns:a="http://schemas.openxmlformats.org/drawingml/2006/main">
            <a:off x="1438275" y="5257800"/>
            <a:ext cx="1014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이름·경로·전체 지침 본문이 실행 trace에 포함됨</a:t>
            </a:r>
          </a:p>
        </p:txBody>
      </p:sp>
      <p:sp>
        <p:nvSpPr>
          <p:cNvPr id="22" name="Legacy module connection">
            <a:extLst xmlns:a="http://schemas.openxmlformats.org/drawingml/2006/main">
              <a:ext uri="{FF2B5EF4-FFF2-40B4-BE49-F238E27FC236}">
                <a16:creationId xmlns:a16="http://schemas.microsoft.com/office/drawing/2014/main" id="{5C304FA6-E1FC-4765-8A31-3F8EF9630C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692072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3 · 위치 이동을 실제 문장과 기록으로 확인">
            <a:extLst xmlns:a="http://schemas.openxmlformats.org/drawingml/2006/main">
              <a:ext uri="{FF2B5EF4-FFF2-40B4-BE49-F238E27FC236}">
                <a16:creationId xmlns:a16="http://schemas.microsoft.com/office/drawing/2014/main" id="{0753C82C-8DDC-4729-8807-FC18261736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위치 이동을 실제 문장과 기록으로 확인</a:t>
            </a:r>
          </a:p>
        </p:txBody>
      </p:sp>
      <p:sp>
        <p:nvSpPr>
          <p:cNvPr id="2" name="S55">
            <a:extLst xmlns:a="http://schemas.openxmlformats.org/drawingml/2006/main">
              <a:ext uri="{FF2B5EF4-FFF2-40B4-BE49-F238E27FC236}">
                <a16:creationId xmlns:a16="http://schemas.microsoft.com/office/drawing/2014/main" id="{6985C382-780B-4793-A926-EB4BFB380B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의 지침과 관찰된 작업을 대응한다">
            <a:extLst xmlns:a="http://schemas.openxmlformats.org/drawingml/2006/main">
              <a:ext uri="{FF2B5EF4-FFF2-40B4-BE49-F238E27FC236}">
                <a16:creationId xmlns:a16="http://schemas.microsoft.com/office/drawing/2014/main" id="{B52C1E88-A03E-43EB-A921-DB933D0A90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Skill의 지침과 관찰된 작업을 대응한다</a:t>
            </a:r>
          </a:p>
        </p:txBody>
      </p:sp>
      <p:sp>
        <p:nvSpPr>
          <p:cNvPr id="4" name="">
            <a:extLst xmlns:a="http://schemas.openxmlformats.org/drawingml/2006/main">
              <a:ext uri="{FF2B5EF4-FFF2-40B4-BE49-F238E27FC236}">
                <a16:creationId xmlns:a16="http://schemas.microsoft.com/office/drawing/2014/main" id="{EEF51A8B-36D4-4AE7-9184-A7A3F14743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발췌 ↔ TRIAL-008의 보존된 관찰 요약 · 원문 실행 로그 화면이 아">
            <a:extLst xmlns:a="http://schemas.openxmlformats.org/drawingml/2006/main">
              <a:ext uri="{FF2B5EF4-FFF2-40B4-BE49-F238E27FC236}">
                <a16:creationId xmlns:a16="http://schemas.microsoft.com/office/drawing/2014/main" id="{13AA311D-E3FC-4168-8AF1-B09830B43B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발췌 ↔ TRIAL-008의 보존된 관찰 요약 · 원문 실행 로그 화면이 아님</a:t>
            </a:r>
          </a:p>
        </p:txBody>
      </p:sp>
      <p:sp>
        <p:nvSpPr>
          <p:cNvPr id="6" name="본문 포함과 관찰의 대응 · Skill 단독 인과성·우월성·토큰/속도 효과를 입증하지 않음">
            <a:extLst xmlns:a="http://schemas.openxmlformats.org/drawingml/2006/main">
              <a:ext uri="{FF2B5EF4-FFF2-40B4-BE49-F238E27FC236}">
                <a16:creationId xmlns:a16="http://schemas.microsoft.com/office/drawing/2014/main" id="{705465CB-B597-463D-AE4E-158FFF00C5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본문 포함과 관찰의 대응 · Skill 단독 인과성·우월성·토큰/속도 효과를 입증하지 않음</a:t>
            </a:r>
          </a:p>
        </p:txBody>
      </p:sp>
      <p:sp>
        <p:nvSpPr>
          <p:cNvPr id="7" name="normalize의 긴 요청 → 밝기 통계 요청 + 재사용 Skill">
            <a:extLst xmlns:a="http://schemas.openxmlformats.org/drawingml/2006/main">
              <a:ext uri="{FF2B5EF4-FFF2-40B4-BE49-F238E27FC236}">
                <a16:creationId xmlns:a16="http://schemas.microsoft.com/office/drawing/2014/main" id="{C7355579-F0E0-4357-95CE-561E56A3B9CB}"/>
              </a:ext>
            </a:extLst>
          </p:cNvPr>
          <p:cNvSpPr>
            <a:spLocks xmlns:a="http://schemas.openxmlformats.org/drawingml/2006/main" noGrp="1"/>
          </p:cNvSpPr>
          <p:nvPr/>
        </p:nvSpPr>
        <p:spPr>
          <a:xfrm xmlns:a="http://schemas.openxmlformats.org/drawingml/2006/main">
            <a:off x="609600" y="16954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normalize의 긴 요청 → 밝기 통계 요청 + 재사용 Skill</a:t>
            </a:r>
          </a:p>
        </p:txBody>
      </p:sp>
      <p:graphicFrame>
        <p:nvGraphicFramePr>
          <p:cNvPr id="8" name="">
            <a:extLst xmlns:a="http://schemas.openxmlformats.org/drawingml/2006/main">
              <a:ext uri="{FF2B5EF4-FFF2-40B4-BE49-F238E27FC236}">
                <a16:creationId xmlns:a16="http://schemas.microsoft.com/office/drawing/2014/main" id="{991D42C2-F127-4D32-A362-2EA112F619A9}"/>
              </a:ext>
            </a:extLst>
          </p:cNvPr>
          <p:cNvGraphicFramePr/>
          <p:nvPr/>
        </p:nvGraphicFramePr>
        <p:xfrm>
          <a:off xmlns:a="http://schemas.openxmlformats.org/drawingml/2006/main" x="609600" y="2343150"/>
          <a:ext xmlns:a="http://schemas.openxmlformats.org/drawingml/2006/main" cx="10972800" cy="2952750"/>
        </p:xfrm>
        <a:graphic xmlns:a="http://schemas.openxmlformats.org/drawingml/2006/main">
          <a:graphicData uri="http://schemas.openxmlformats.org/drawingml/2006/table">
            <a:tbl>
              <a:tblPr firstRow="0" bandRow="0"/>
              <a:tblGrid>
                <a:gridCol w="5191125"/>
                <a:gridCol w="5781675"/>
              </a:tblGrid>
              <a:tr h="438150">
                <a:tc>
                  <a:txBody>
                    <a:bodyPr wrap="none">
                      <a:noAutofit/>
                    </a:bodyPr>
                    <a:lstStyle/>
                    <a:p>
                      <a:pPr algn="l"/>
                      <a:r>
                        <a:rPr sz="1875" b="1">
                          <a:solidFill>
                            <a:srgbClr val="0B6172"/>
                          </a:solidFill>
                          <a:latin typeface="Malgun Gothic"/>
                          <a:ea typeface="Malgun Gothic"/>
                          <a:cs typeface="Malgun Gothic"/>
                        </a:rPr>
                        <a:t>Skill의 지침 · 원문 발췌</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같은 Trial에서 관찰된 기록 ·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838200">
                <a:tc>
                  <a:txBody>
                    <a:bodyPr wrap="none">
                      <a:noAutofit/>
                    </a:bodyPr>
                    <a:lstStyle/>
                    <a:p>
                      <a:pPr algn="l"/>
                      <a:r>
                        <a:rPr sz="1875" b="0">
                          <a:solidFill>
                            <a:srgbClr val="17212B"/>
                          </a:solidFill>
                          <a:latin typeface="Consolas"/>
                          <a:ea typeface="Consolas"/>
                          <a:cs typeface="Consolas"/>
                        </a:rPr>
                        <a:t>Establish a reproducible</a:t>
                      </a:r>
                    </a:p>
                    <a:p>
                      <a:pPr algn="l"/>
                      <a:r>
                        <a:rPr sz="1875" b="0">
                          <a:solidFill>
                            <a:srgbClr val="17212B"/>
                          </a:solidFill>
                          <a:latin typeface="Consolas"/>
                          <a:ea typeface="Consolas"/>
                          <a:cs typeface="Consolas"/>
                        </a:rPr>
                        <a:t>baseline before editing.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편집 전 같은 측정 명령으로 3회 실행</a:t>
                      </a:r>
                    </a:p>
                    <a:p>
                      <a:pPr algn="l"/>
                      <a:r>
                        <a:rPr sz="1875" b="0">
                          <a:solidFill>
                            <a:srgbClr val="17212B"/>
                          </a:solidFill>
                          <a:latin typeface="Malgun Gothic"/>
                          <a:ea typeface="Malgun Gothic"/>
                          <a:cs typeface="Malgun Gothic"/>
                        </a:rPr>
                        <a:t>입력 지문과 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State a concise plan before</a:t>
                      </a:r>
                    </a:p>
                    <a:p>
                      <a:pPr algn="l"/>
                      <a:r>
                        <a:rPr sz="1875" b="0">
                          <a:solidFill>
                            <a:srgbClr val="17212B"/>
                          </a:solidFill>
                          <a:latin typeface="Consolas"/>
                          <a:ea typeface="Consolas"/>
                          <a:cs typeface="Consolas"/>
                        </a:rPr>
                        <a:t>making edits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계획을 밝힘</a:t>
                      </a:r>
                    </a:p>
                    <a:p>
                      <a:pPr algn="l"/>
                      <a:r>
                        <a:rPr sz="1875" b="0">
                          <a:solidFill>
                            <a:srgbClr val="17212B"/>
                          </a:solidFill>
                          <a:latin typeface="Malgun Gothic"/>
                          <a:ea typeface="Malgun Gothic"/>
                          <a:cs typeface="Malgun Gothic"/>
                        </a:rPr>
                        <a:t>statistics.py의 변경 범위를 한정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38200">
                <a:tc>
                  <a:txBody>
                    <a:bodyPr wrap="none">
                      <a:noAutofit/>
                    </a:bodyPr>
                    <a:lstStyle/>
                    <a:p>
                      <a:pPr algn="l"/>
                      <a:r>
                        <a:rPr sz="1875" b="0">
                          <a:solidFill>
                            <a:srgbClr val="17212B"/>
                          </a:solidFill>
                          <a:latin typeface="Consolas"/>
                          <a:ea typeface="Consolas"/>
                          <a:cs typeface="Consolas"/>
                        </a:rPr>
                        <a:t>Repeat the same benchmark with</a:t>
                      </a:r>
                    </a:p>
                    <a:p>
                      <a:pPr algn="l"/>
                      <a:r>
                        <a:rPr sz="1875" b="0">
                          <a:solidFill>
                            <a:srgbClr val="17212B"/>
                          </a:solidFill>
                          <a:latin typeface="Consolas"/>
                          <a:ea typeface="Consolas"/>
                          <a:cs typeface="Consolas"/>
                        </a:rPr>
                        <a:t>the same input and settings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함수·전체 테스트와 같은 benchmark</a:t>
                      </a:r>
                    </a:p>
                    <a:p>
                      <a:pPr algn="l"/>
                      <a:r>
                        <a:rPr sz="1875" b="0">
                          <a:solidFill>
                            <a:srgbClr val="17212B"/>
                          </a:solidFill>
                          <a:latin typeface="Malgun Gothic"/>
                          <a:ea typeface="Malgun Gothic"/>
                          <a:cs typeface="Malgun Gothic"/>
                        </a:rPr>
                        <a:t>CLI 샘플·diff 확인 및 최종 검토</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9" name="Task Prompt에는 이번 목표·6항목 보존·변경 범위를 남겼다">
            <a:extLst xmlns:a="http://schemas.openxmlformats.org/drawingml/2006/main">
              <a:ext uri="{FF2B5EF4-FFF2-40B4-BE49-F238E27FC236}">
                <a16:creationId xmlns:a16="http://schemas.microsoft.com/office/drawing/2014/main" id="{4E81DACC-580B-4E34-B1FC-762DBE2E2981}"/>
              </a:ext>
            </a:extLst>
          </p:cNvPr>
          <p:cNvSpPr>
            <a:spLocks xmlns:a="http://schemas.openxmlformats.org/drawingml/2006/main" noGrp="1"/>
          </p:cNvSpPr>
          <p:nvPr/>
        </p:nvSpPr>
        <p:spPr>
          <a:xfrm xmlns:a="http://schemas.openxmlformats.org/drawingml/2006/main">
            <a:off x="609600" y="54292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Task Prompt에는 이번 목표·6항목 보존·변경 범위를 남겼다</a:t>
            </a:r>
          </a:p>
        </p:txBody>
      </p:sp>
      <p:sp>
        <p:nvSpPr>
          <p:cNvPr id="10" name="Legacy module connection">
            <a:extLst xmlns:a="http://schemas.openxmlformats.org/drawingml/2006/main">
              <a:ext uri="{FF2B5EF4-FFF2-40B4-BE49-F238E27FC236}">
                <a16:creationId xmlns:a16="http://schemas.microsoft.com/office/drawing/2014/main" id="{9B5E57EC-D952-4892-8CBD-CC3289B5CF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79719955"/>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Skill에 고정할 것과 이번에 판단할 것">
            <a:extLst xmlns:a="http://schemas.openxmlformats.org/drawingml/2006/main">
              <a:ext uri="{FF2B5EF4-FFF2-40B4-BE49-F238E27FC236}">
                <a16:creationId xmlns:a16="http://schemas.microsoft.com/office/drawing/2014/main" id="{7F71AE32-8A04-4C09-91B3-530687EB6C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2629B5D4-C9A1-44EB-8EEB-26730179B15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F318F7E6-F443-47F7-BC15-06B564DBF4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0F44D94D-2A1C-4EE3-A252-02C9958459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의 두 지침과 교육용 책임 구분 · 새 실행 결과가 아님">
            <a:extLst xmlns:a="http://schemas.openxmlformats.org/drawingml/2006/main">
              <a:ext uri="{FF2B5EF4-FFF2-40B4-BE49-F238E27FC236}">
                <a16:creationId xmlns:a16="http://schemas.microsoft.com/office/drawing/2014/main" id="{831FAF68-0DE4-4953-B1A9-4C560A7289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SKILL.md의 두 지침과 교육용 책임 구분 · 새 실행 결과가 아님</a:t>
            </a:r>
          </a:p>
        </p:txBody>
      </p:sp>
      <p:sp>
        <p:nvSpPr>
          <p:cNvPr id="6" name="특정 알고리즘·Trial 숫자를 정답으로 넣지 않았음 · no-change는 허용된 판단 경로">
            <a:extLst xmlns:a="http://schemas.openxmlformats.org/drawingml/2006/main">
              <a:ext uri="{FF2B5EF4-FFF2-40B4-BE49-F238E27FC236}">
                <a16:creationId xmlns:a16="http://schemas.microsoft.com/office/drawing/2014/main" id="{36074AAC-C759-4814-B3F4-05D1CB18D3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알고리즘·Trial 숫자를 정답으로 넣지 않았음 · no-change는 허용된 판단 경로</a:t>
            </a:r>
          </a:p>
        </p:txBody>
      </p:sp>
      <p:sp>
        <p:nvSpPr>
          <p:cNvPr id="7" name="">
            <a:extLst xmlns:a="http://schemas.openxmlformats.org/drawingml/2006/main">
              <a:ext uri="{FF2B5EF4-FFF2-40B4-BE49-F238E27FC236}">
                <a16:creationId xmlns:a16="http://schemas.microsoft.com/office/drawing/2014/main" id="{135B7C29-62E5-404D-9CE6-E850439F28E0}"/>
              </a:ext>
            </a:extLst>
          </p:cNvPr>
          <p:cNvSpPr>
            <a:spLocks xmlns:a="http://schemas.openxmlformats.org/drawingml/2006/main" noGrp="1"/>
          </p:cNvSpPr>
          <p:nvPr/>
        </p:nvSpPr>
        <p:spPr>
          <a:xfrm xmlns:a="http://schemas.openxmlformats.org/drawingml/2006/main">
            <a:off x="609600" y="2247900"/>
            <a:ext cx="5162550" cy="2438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이 정할 방법">
            <a:extLst xmlns:a="http://schemas.openxmlformats.org/drawingml/2006/main">
              <a:ext uri="{FF2B5EF4-FFF2-40B4-BE49-F238E27FC236}">
                <a16:creationId xmlns:a16="http://schemas.microsoft.com/office/drawing/2014/main" id="{87667645-A636-4829-89D2-EC685DD95E51}"/>
              </a:ext>
            </a:extLst>
          </p:cNvPr>
          <p:cNvSpPr>
            <a:spLocks xmlns:a="http://schemas.openxmlformats.org/drawingml/2006/main" noGrp="1"/>
          </p:cNvSpPr>
          <p:nvPr/>
        </p:nvSpPr>
        <p:spPr>
          <a:xfrm xmlns:a="http://schemas.openxmlformats.org/drawingml/2006/main">
            <a:off x="78105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Skill이 정할 방법</a:t>
            </a:r>
          </a:p>
        </p:txBody>
      </p:sp>
      <p:sp>
        <p:nvSpPr>
          <p:cNvPr id="9" name="편집 전 재현 가능한 기준선&#10;같은 조건으로 검증·비교&#10;근거가 부족하면 변경 보류">
            <a:extLst xmlns:a="http://schemas.openxmlformats.org/drawingml/2006/main">
              <a:ext uri="{FF2B5EF4-FFF2-40B4-BE49-F238E27FC236}">
                <a16:creationId xmlns:a16="http://schemas.microsoft.com/office/drawing/2014/main" id="{5AB3F464-B305-48B9-A386-E92C883C6F50}"/>
              </a:ext>
            </a:extLst>
          </p:cNvPr>
          <p:cNvSpPr>
            <a:spLocks xmlns:a="http://schemas.openxmlformats.org/drawingml/2006/main" noGrp="1"/>
          </p:cNvSpPr>
          <p:nvPr/>
        </p:nvSpPr>
        <p:spPr>
          <a:xfrm xmlns:a="http://schemas.openxmlformats.org/drawingml/2006/main">
            <a:off x="78105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편집 전 재현 가능한 기준선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조건으로 검증·비교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근거가 부족하면 변경 보류</a:t>
            </a:r>
          </a:p>
        </p:txBody>
      </p:sp>
      <p:sp>
        <p:nvSpPr>
          <p:cNvPr id="10" name="">
            <a:extLst xmlns:a="http://schemas.openxmlformats.org/drawingml/2006/main">
              <a:ext uri="{FF2B5EF4-FFF2-40B4-BE49-F238E27FC236}">
                <a16:creationId xmlns:a16="http://schemas.microsoft.com/office/drawing/2014/main" id="{244B0A61-BA01-4A02-B151-AF1780BD5204}"/>
              </a:ext>
            </a:extLst>
          </p:cNvPr>
          <p:cNvSpPr>
            <a:spLocks xmlns:a="http://schemas.openxmlformats.org/drawingml/2006/main" noGrp="1"/>
          </p:cNvSpPr>
          <p:nvPr/>
        </p:nvSpPr>
        <p:spPr>
          <a:xfrm xmlns:a="http://schemas.openxmlformats.org/drawingml/2006/main">
            <a:off x="6419850" y="2247900"/>
            <a:ext cx="5162550" cy="2438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이번 작업에서 정할 답">
            <a:extLst xmlns:a="http://schemas.openxmlformats.org/drawingml/2006/main">
              <a:ext uri="{FF2B5EF4-FFF2-40B4-BE49-F238E27FC236}">
                <a16:creationId xmlns:a16="http://schemas.microsoft.com/office/drawing/2014/main" id="{95A7FA21-8BBB-476D-BF6F-354A3C3930CB}"/>
              </a:ext>
            </a:extLst>
          </p:cNvPr>
          <p:cNvSpPr>
            <a:spLocks xmlns:a="http://schemas.openxmlformats.org/drawingml/2006/main" noGrp="1"/>
          </p:cNvSpPr>
          <p:nvPr/>
        </p:nvSpPr>
        <p:spPr>
          <a:xfrm xmlns:a="http://schemas.openxmlformats.org/drawingml/2006/main">
            <a:off x="6591300" y="23622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작업에서 정할 답</a:t>
            </a:r>
          </a:p>
        </p:txBody>
      </p:sp>
      <p:sp>
        <p:nvSpPr>
          <p:cNvPr id="12" name="어떤 알고리즘을 택할까?&#10;실제 시간·할당량은?&#10;어떤 trade-off를 감수할까?">
            <a:extLst xmlns:a="http://schemas.openxmlformats.org/drawingml/2006/main">
              <a:ext uri="{FF2B5EF4-FFF2-40B4-BE49-F238E27FC236}">
                <a16:creationId xmlns:a16="http://schemas.microsoft.com/office/drawing/2014/main" id="{E09B2013-53A2-43FA-8847-D66F64FC3DCE}"/>
              </a:ext>
            </a:extLst>
          </p:cNvPr>
          <p:cNvSpPr>
            <a:spLocks xmlns:a="http://schemas.openxmlformats.org/drawingml/2006/main" noGrp="1"/>
          </p:cNvSpPr>
          <p:nvPr/>
        </p:nvSpPr>
        <p:spPr>
          <a:xfrm xmlns:a="http://schemas.openxmlformats.org/drawingml/2006/main">
            <a:off x="6591300" y="2886075"/>
            <a:ext cx="48196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알고리즘을 택할까?</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시간·할당량은?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trade-off를 감수할까?</a:t>
            </a:r>
          </a:p>
        </p:txBody>
      </p:sp>
      <p:sp>
        <p:nvSpPr>
          <p:cNvPr id="13" name="“A measured result that does not justify a change is a">
            <a:extLst xmlns:a="http://schemas.openxmlformats.org/drawingml/2006/main">
              <a:ext uri="{FF2B5EF4-FFF2-40B4-BE49-F238E27FC236}">
                <a16:creationId xmlns:a16="http://schemas.microsoft.com/office/drawing/2014/main" id="{EA0B3EAF-99AE-47EE-8D7E-77764654968B}"/>
              </a:ext>
            </a:extLst>
          </p:cNvPr>
          <p:cNvSpPr>
            <a:spLocks xmlns:a="http://schemas.openxmlformats.org/drawingml/2006/main" noGrp="1"/>
          </p:cNvSpPr>
          <p:nvPr/>
        </p:nvSpPr>
        <p:spPr>
          <a:xfrm xmlns:a="http://schemas.openxmlformats.org/drawingml/2006/main">
            <a:off x="609600" y="49720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 measured result that does not justify a change is a</a:t>
            </a:r>
          </a:p>
        </p:txBody>
      </p:sp>
      <p:sp>
        <p:nvSpPr>
          <p:cNvPr id="14" name="valid no-change conclusion.”">
            <a:extLst xmlns:a="http://schemas.openxmlformats.org/drawingml/2006/main">
              <a:ext uri="{FF2B5EF4-FFF2-40B4-BE49-F238E27FC236}">
                <a16:creationId xmlns:a16="http://schemas.microsoft.com/office/drawing/2014/main" id="{D225890D-DDA1-4F0F-A6DD-716B067C9623}"/>
              </a:ext>
            </a:extLst>
          </p:cNvPr>
          <p:cNvSpPr>
            <a:spLocks xmlns:a="http://schemas.openxmlformats.org/drawingml/2006/main" noGrp="1"/>
          </p:cNvSpPr>
          <p:nvPr/>
        </p:nvSpPr>
        <p:spPr>
          <a:xfrm xmlns:a="http://schemas.openxmlformats.org/drawingml/2006/main">
            <a:off x="609600" y="52768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valid no-change conclusion.”</a:t>
            </a:r>
          </a:p>
        </p:txBody>
      </p:sp>
      <p:sp>
        <p:nvSpPr>
          <p:cNvPr id="15" name="Legacy module connection">
            <a:extLst xmlns:a="http://schemas.openxmlformats.org/drawingml/2006/main">
              <a:ext uri="{FF2B5EF4-FFF2-40B4-BE49-F238E27FC236}">
                <a16:creationId xmlns:a16="http://schemas.microsoft.com/office/drawing/2014/main" id="{D344F6CF-9C3B-40EE-A962-43D68643AC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5729270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1613AB61-5466-4F88-9484-43ED0CB496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6FDEFABE-7246-44FA-AF52-3CC4590D56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BC9F0C02-6D5E-4B39-A625-0D84C783CD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131486FE-4DC2-409D-B5EF-4C2D1FBB5F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04C4C345-ED34-4029-8689-6EB11C8388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77836F6B-C1DA-4F35-B499-DFFC9EDCAC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F7006D05-B8A0-4BEB-92A0-6F035634AE05}"/>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C241BE76-37A7-4DEB-8611-7057F46CBF0B}"/>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20D9A69E-BD35-4F03-954E-CA27FCCC144F}"/>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E53521BA-A402-4A85-B57E-7CC84B33B737}"/>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8511C2B7-D768-46E3-9BD0-22C5DFCA94FD}"/>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EC66D149-F75B-4591-AD3B-6BDBCB8E57E4}"/>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5FA35482-A1DF-4E1A-AF23-D84DC66768F5}"/>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46EB162F-BDF4-4AF6-B18E-6C52C3730B30}"/>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829ACE13-2AA4-4422-8CAB-46502B0A9791}"/>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E9BC659-8E65-4D1E-BD62-58D2DD4CF572}"/>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9C8ACA2B-BABF-4AD6-A33C-7CA2390852E9}"/>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CCEF336E-9CCB-4629-88C5-1B154D6AA941}"/>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83B8A7FB-E335-4228-A7FA-60BFEF209250}"/>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FE6CC775-D2BD-4CF3-99DE-977A6B509B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536425997"/>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01E01BB2-B501-4A41-A9CC-1E85F402ED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0B36C5DC-293A-48F5-95DD-1DE0E7CAC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766D8D2F-E3F3-4272-9015-7E77EF5D06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7F9BE13C-37B2-4787-94D8-404CD71E6E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07E74023-EBAE-46F8-9EEA-82582330AE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5D03B79C-E497-4DEA-BE57-88B3C49494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B714C50A-F139-4C8C-98CD-64CBBD585735}"/>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D1A41924-913A-4A3F-B82F-84407D92CE98}"/>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4A81EB8B-1951-4B2A-AEE2-D9A97B27B698}"/>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1421BDA8-D4E7-4127-B54A-1D71E826DC2D}"/>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0bd3ae60cbd24604"/>
          </a:graphicData>
        </a:graphic>
      </p:graphicFrame>
      <p:sp>
        <p:nvSpPr>
          <p:cNvPr id="11" name="">
            <a:extLst xmlns:a="http://schemas.openxmlformats.org/drawingml/2006/main">
              <a:ext uri="{FF2B5EF4-FFF2-40B4-BE49-F238E27FC236}">
                <a16:creationId xmlns:a16="http://schemas.microsoft.com/office/drawing/2014/main" id="{3AFAD001-3A05-4AA8-99AA-8FB95D7AF3F3}"/>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E6EBFD02-0E47-42CC-9647-C2AE767F6A43}"/>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1A7E130-ED5E-4668-BFF2-68419DD71114}"/>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C4389BE3-3708-4FA5-8BC1-4B100E39ED76}"/>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96A33FE5-5362-4C99-8A7C-F05D84B148F3}"/>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3ABBFC9-B4E8-4117-B0B8-2FDE936F2667}"/>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4FF70261-F2B0-4757-8F58-F520F07FBF06}"/>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2A7FF914-0E31-44AB-BEBE-9808CDC7A4B0}"/>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CD59E9F0-1E7B-4467-B9BA-B22D44975873}"/>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52497CD0-9230-4DC5-9FA5-560A345AB7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84201126"/>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021159F0-F750-410A-8827-CA3CFFB791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01185434-9F91-4AE2-9F71-E6E0C3F6B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474E9392-5000-4EE1-9677-C965E609EA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9FDE34B7-9369-4F1E-B893-149119B52B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FB7FD164-8258-40D0-9B20-F9049E2955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34384B6E-13B1-4157-9A4E-BD8837194C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04EE7989-4C5D-4152-B9F3-BF52FFA8054D}"/>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C9E407F9-1DB0-4863-98DE-7C3CD1C29033}"/>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B360AF10-9815-4483-AAB0-979DD019ECE8}"/>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BC4D876A-56DC-43C1-B9B7-63A323782DF1}"/>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57DB6F45-49DB-475D-883C-872EBFCB2140}"/>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3202E42D-6F18-4CC1-8742-A312D4877626}"/>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8CBE6881-9703-43DF-9F72-2564FA987743}"/>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CB12FF35-9EF8-48B9-B3B1-16382CF6A00C}"/>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0B6B2540-89D2-433D-AF9D-E25636791344}"/>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4A8B1C1A-AE00-4FF3-A7E5-7BC67FF7F327}"/>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7503E117-2C76-42D5-BA47-16F3285D6AA1}"/>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471A033-F924-4B48-AB4F-033942C8B024}"/>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935E676-0071-4D3D-A47E-7EB5560974CF}"/>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43BCEC0-B4C5-4BB0-BDFE-B9F05792800F}"/>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2E93DF78-9856-4250-97C1-B4FC248E187F}"/>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C7888DC5-85D5-4CF1-BF7A-38C7C2D65F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038317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0A3DBBD7-6B69-464E-8E1D-C6359D2118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C314659B-C7C4-419B-88D6-91ABBE2928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EA9277EE-42C1-4929-8403-190ADB0996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44FF2E51-EFB6-417F-A7C0-4461B9E597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4A0C1B0F-10E1-442B-B19A-01BD130F96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AA9ABAD3-DA66-4DE7-8C7C-A59D68E01A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7434E6CA-8CFF-4A23-9D8C-E66B9E3D3FCA}"/>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93442141-2603-4BAB-B571-5DC6CE095EC2}"/>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DDAC8AAA-DD8E-4F6D-B50F-27D0F0017B24}"/>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E813AF9F-6F6D-4562-9A6B-B90D29BCD26B}"/>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EB821AD-F1BA-41B7-BA07-9354F2229B61}"/>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1D80D68A-32EF-48A7-B186-DE0F37357188}"/>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6F8102F4-8FDF-441C-9602-567399479668}"/>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BFAA753E-A0F9-4DFF-82B5-D43F3E841060}"/>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3F336D3-3261-48FB-A7A0-600DAA2C42AA}"/>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248DF23D-06FE-4A2D-B9F3-757F356BF8EA}"/>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6554B27B-597A-471F-9487-9B0C158E83C8}"/>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7B3253C3-ECF1-4841-B2A6-DA13800EDEA1}"/>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9A8AD265-CAF8-4CED-9EC4-0E4A33C93A35}"/>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0ACC57F8-62AA-4C9F-9A56-B1B19316A47F}"/>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10A8FCFE-0673-4F3C-98C9-6B90C160AD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111070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CF9C959F-85FC-4A0B-A196-FA5E92D6D7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3FF0AEDD-6D75-437E-95A5-BDAC090938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C4974463-F638-4D93-92A2-EDE9FA7FF3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A3E0572D-BE79-4E84-BE29-4862916557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100A6C08-791B-41CB-8C18-C3654FA092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6ABFDD0B-0C9E-4BFE-AC07-445D7414879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808EAD21-5FB9-4C58-AA27-1D106920A95A}"/>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6C6B0658-56FF-49A9-867C-552BCF39B799}"/>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A26AB389-A6B8-4EFA-A859-CEEA56D17C65}"/>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7434A5A3-B175-42F1-9A16-19153B0B6073}"/>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763686CD-6CE2-4EBD-938C-A573E23071F1}"/>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9ECA0F-FF7C-45DB-AAC1-87AA7D880B0D}"/>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814819F3-0FEE-4F96-8A4F-784C4A46FA04}"/>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255BDB89-BA75-4DC9-A77E-09FD6E4AC848}"/>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70537C45-E6ED-4499-84FB-3EF7B8B8580B}"/>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EF60D07-14C8-43F5-90C4-CFF6ACF39F6F}"/>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45467C5A-A7A6-40CD-A06B-E72217E98D94}"/>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EF759283-0565-4B57-853B-737621B5E8AC}"/>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CFEDEDC8-79D5-4F49-BD38-9999D1858D33}"/>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2051F2EE-037B-46CA-8EA2-25E02C16B0F5}"/>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1E1E0F7E-B063-4191-8861-DAE6A260E8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2527736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745A00BA-BDDB-421D-A0E8-622A29CAE6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9ABC2695-231C-402F-822E-7F9DEC4958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A4ACFB30-4E35-497D-8048-FBD6FC7444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1A6B29CB-351A-4DC6-AA79-8045C694FC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84195091-1707-489A-9952-38C8D414CA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17C743CE-1068-42F5-AEE5-17E20DD866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A2CB6084-1DEF-4231-8F40-A4C85ED4BEE6}"/>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7FF76326-A47A-4CC8-97BE-9443737189F2}"/>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4E5DAE99-775B-4126-BF3F-387BA621D9A6}"/>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9B199E9E-198B-4726-B82A-2F22B85ABC32}"/>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0728E976-0DA0-43AC-B3AF-EA79F814D804}"/>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06E5CCBB-E0F3-4F33-A66C-FF89A9DB11AE}"/>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7C8FC3F1-8571-48C6-A0C5-3679920C8019}"/>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398C67EE-1515-4F1D-9B07-EA97DD74F9B5}"/>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42BEC074-C548-46C2-8D42-53859D9E776B}"/>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74AD5B8A-B164-45A8-9A84-928399433639}"/>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97410875-9F44-482A-9D20-C9DB897F55F8}"/>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45DDF870-B6BF-40FD-B61A-3F9DB0B2AEE7}"/>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16C4C590-CB9E-4E42-A956-F1D3A8D089E4}"/>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E7772E82-3C2D-45CC-B4F3-F1EF90C9BB58}"/>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8CC02743-6F00-4459-A6E6-BCFF5602EDFF}"/>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2DA5E6E4-8585-4293-B575-ABFFA7045E0D}"/>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ECDAD4DF-63B5-46FC-A794-3396BA46BD30}"/>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D378BB27-903E-44B3-8A87-4E4246D5C9A5}"/>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F10DC3EA-B3DA-4D02-BDCF-610CAA68FFC5}"/>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DAE17977-8195-444C-B496-A4A027FB8B6E}"/>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70FDB35F-0782-4F43-ABC4-B8868B557B17}"/>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DAD92019-0F7F-47FD-9438-B1A441DC0E3D}"/>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5FAB637A-6518-4CAD-8516-944842BC8994}"/>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6165665E-2A76-414A-B201-0CB18EE2E052}"/>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CC13D730-E874-4AC7-BED8-A63409375EBD}"/>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515AE5A1-1BBC-423D-9DB6-AAB7C674F6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395682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9389C3DB-DC10-4FC6-8CDA-614E335492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3938C3CF-B823-4D9D-85B2-67AD41C8B6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F23020C5-5497-46B9-8DA9-F9CFB9C2E4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573B0D14-C4EF-4A15-B9DB-04042B01EB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0C5617F5-0588-468C-A863-9ECD02D277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E5258873-651B-4286-979E-3DCD339ECD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76613831-4315-4E94-AC2F-CFB704C3A372}"/>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EDD8E472-F8B3-4C22-99A1-C252690BE068}"/>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7AFAE65F-02BB-46B9-9B20-F0D7D73710E1}"/>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CFC54C0A-6973-4F79-9395-8B027A928E0E}"/>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8429A125-A5EB-4A90-968A-F3435C540DA1}"/>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1A70BC35-0918-4D8A-9073-B6ACBC210261}"/>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89C49778-B08D-43FD-9EF9-928D0F11831A}"/>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257C794D-BB18-4360-AE24-1C70FA02BCCA}"/>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6E581E27-95D8-4040-8F43-FD3AF165041C}"/>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CA8796C3-258C-46F1-9E02-04E848BDB570}"/>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69DDF315-F588-4B8D-8D5B-5A152FF776A2}"/>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469ED5B6-C559-4F52-B0BA-C93971C82E00}"/>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9B6E8A56-A1E1-4E6A-AD3C-09412C8F1792}"/>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71A8DE76-E446-4262-A14C-FB223BC226E8}"/>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9BB4108F-7AAD-433A-858D-E742E48E61FA}"/>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D55396B8-8729-4AF9-A204-970F5BB0EFA0}"/>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C1EE01D4-4911-47BC-BD70-1A75F19A5848}"/>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9C26F4CC-EFB8-4ED3-A2E8-3EFA78BD5E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3016"/>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16A76589-C7D5-4E25-9B10-4C8001F6F2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067946B2-F8A4-4BB7-BB4E-594BF52639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29E04619-AC50-4E43-8B2F-219941D4CF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27D39878-B107-4ED8-AFF7-0E37EB2083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BADED968-EB13-48DE-AA29-22808CE28D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21D60A48-DBCC-444D-9C6C-C1F8305020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16C04817-E63F-4671-8961-4AD6C23112FA}"/>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F9CFBBE3-203A-46CE-9B30-040C52501C3E}"/>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9C31C5EA-992E-4CA4-9644-663279664B3E}"/>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09D8B863-09EC-4F9D-8DFF-3AA80FB21E1C}"/>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089FBEF2-D8BB-4F45-ABA0-B297AE1B0942}"/>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E1F816E0-CCCE-40ED-B23C-6CD34CA5CC96}"/>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0492E1-3F8B-419B-9A5A-4777F8ADC113}"/>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66832E47-8740-482E-860C-0FFBD4FBD219}"/>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0C314456-096D-4EC2-B2B9-3682D9E511D3}"/>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49EA2510-EB17-49E4-8BD1-C8F10E6A6327}"/>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52124FE-BE01-408B-983C-0A32272D6C71}"/>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D1D89F2D-F302-425A-A7FE-63C7BE3380B4}"/>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7E260201-AA76-496A-AACB-AA1A1B39DB23}"/>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EEE414AC-33A5-4C89-8CCA-9F0A7AC0B02C}"/>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5BE9D7AD-5156-43D2-AE73-8F1889EF5EF9}"/>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AA01AB3E-8BE6-4246-AC14-AEAA8283F6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813872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37A552C2-1BF0-44C3-9482-8928D44583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0013347E-09D4-4C71-8C42-A8BB58CC0A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65620E62-288E-49A6-82BD-F3A96F7175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069DFBF3-EF89-4799-9F17-62D4911534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24D6C6B-3B78-4205-964D-05CC50A41C5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B66B87F5-A4D1-4543-B555-BDB87F184E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84685A69-DCCE-4011-9FCF-AC59B2EC2B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17AD078F-2A9B-4621-8A16-58E21C3E5D02}"/>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7FA4833C-4B11-4D57-8B2B-1750B0F5CA2D}"/>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D299FF15-4C67-443C-B45F-284B7E78AC07}"/>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6042CE91-C3DC-4929-AB8D-E81147AED245}"/>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BACF8D79-8A46-4E8E-A64C-7B5755EEB718}"/>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BD342F59-B7DD-4682-ABA6-B7725046FD68}"/>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A88D4688-E75F-4679-B8CB-D09D00915582}"/>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F300DE4A-CD46-4A95-9091-C5747E1CD187}"/>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0FE6D079-03BC-423B-8264-A3848FF79334}"/>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924A3050-D519-4CA2-A016-BA79243689A6}"/>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39DB7898-4CF4-4EE1-9E2E-7B5AB0F84A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6769185"/>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0F67385B-3278-4B34-B713-FC5677A6BE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409FDC51-ADA6-47FB-8FD0-59D171D6D2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B029087E-1EE8-4984-BCC1-C49600BD07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99522175-98B8-409D-8F33-B6E4C82BD5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B0100195-3149-4C5A-9B28-EA7FB2CE31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967641A8-20F4-4CA1-8209-C4ED7C510E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18E61BC6-DCF9-4616-9A33-4D953CD3C4E7}"/>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AEEBE518-C333-4B3F-B9D1-4FDCB29BF47D}"/>
              </a:ext>
            </a:extLst>
          </p:cNvPr>
          <p:cNvPicPr>
            <a:picLocks xmlns:a="http://schemas.openxmlformats.org/drawingml/2006/main" noChangeAspect="1"/>
          </p:cNvPicPr>
          <p:nvPr/>
        </p:nvPicPr>
        <p:blipFill>
          <a:blip xmlns:r="http://schemas.openxmlformats.org/officeDocument/2006/relationships" xmlns:a="http://schemas.openxmlformats.org/drawingml/2006/main" r:embed="Rbe720d7e8e2e4122"/>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65107D2-7C7D-4F3C-929C-F8AFF325F84A}"/>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42E08875-EBB6-4210-A590-5EBEA5582C4A}"/>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9E36C1CA-ABF4-4831-9D61-4F7A701D577B}"/>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84CC9510-D9C2-44D3-BA85-5114419DA48A}"/>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D9E9C8BC-5B67-49CF-9941-DEB5F3A62572}"/>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8F680384-9E52-42E5-A3FD-C388ECCD9A85}"/>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B6D2F775-813B-431E-AF38-E0BD2BB7EB2F}"/>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F086D1AA-561B-4FB9-8C50-4F01C619702E}"/>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D1D96D05-D967-4BA3-91E8-806554324861}"/>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85017FFD-34BF-4A6E-AC46-26500F25A910}"/>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3C4A5140-BBB4-4B71-B928-B9027032C9A7}"/>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FE2DC36D-0190-430B-9FF3-381E57E038DD}"/>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E7EB6082-401E-4087-BE41-C2A4C5A58870}"/>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691CECAD-3696-4DC2-AB2C-BA93EEB818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1617545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10433272-317D-4D12-A1ED-C5D588B645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497A2EE4-FCFA-4BE9-BC93-F32B37E9C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FAE2B5F7-73B4-43B9-A497-ADF9FC8F70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411C1410-ED38-4CA0-A549-A6E2D47B61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88C03C40-D030-4704-A9FE-4467BA0CC6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07728BC5-5C7D-4D79-92A3-ED79E279B5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BF95B125-8AEE-4EF9-B466-7A3F9BDB65EB}"/>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489F4F76-9163-4CFC-8F7D-0D834202F8BF}"/>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9FD8AD8B-0822-438F-A726-A8D988BF0793}"/>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7595129A-A7D4-4A69-8F05-36EF57388BDF}"/>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E46FE8B4-3103-4F0F-B6C4-B9F2F1F51CAF}"/>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D678BC86-7110-4880-A1D7-7BA3B7D004B9}"/>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B2B8F598-EC19-416C-AFF6-F0EF9B4F2F7C}"/>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EB1134C6-876C-45CC-A075-173CA9651600}"/>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ECFE34B1-C44A-4CF6-8D99-76942A42F18E}"/>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0B2BEDD1-30F2-4F26-99D4-A959B873F81E}"/>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D5916B8E-5B08-44B5-8968-302A85828445}"/>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70BB7F68-63F8-4517-A450-FCC3A02694E3}"/>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86B1B754-FD2D-4F35-AC31-336205D78D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35170622"/>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32F32EEB-B84C-48B2-8A4E-77EED04D4E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FDDB4988-FCF7-422E-8192-4584E3C51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169B1A9D-4CFD-4059-9CB1-8A8B3AEA09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0B206DEE-7DA7-4797-890C-3D3FB8D4FA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A6DC9625-162D-46FF-ABFA-D6F4BCBBCE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749F7332-CC70-4F56-979A-34A51B7D56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4BED1420-5410-4427-9D0C-1809FA9BBCC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2838F6B0-2018-45AF-8CD4-B1811895EE38}"/>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CAA5F4C1-3D32-46B9-8730-098F0E23E436}"/>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F40DF7FD-E308-422F-83FA-90F50464D7E1}"/>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D620AC44-7ED4-41F6-B939-C089A1051F88}"/>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3B9080DE-9590-4DC2-92F8-76FC09001FF6}"/>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BEDD2B80-E95F-4329-B9BD-1A47200FB7A5}"/>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CD2E1A2C-FFA3-4039-8B45-11C798A059E6}"/>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1307DC82-AD90-4F3D-9185-EDED9ED44A23}"/>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87B8521F-FEE4-42A8-BCC3-648EE7EE1C5E}"/>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8140F43C-422C-4056-ADB2-5EE2F0D38371}"/>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9871EFAD-50D5-4325-BC7B-EF890E3ABD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96904556"/>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AC043026-9BA0-4F99-A3C3-059DDF643C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FBFE06E6-BBBF-4A8D-98AE-5C9D48CA8B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82D27C9B-E9A5-48F3-9D15-F2A6C4E239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D4A33E4F-B461-435F-9D0C-E77820AE84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DBFE9666-4FE2-455B-BFEE-77E49C438B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A7C4A450-2A8F-492D-813C-D8CE91E265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E578B773-22C4-4DB0-A985-019223343E05}"/>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2B83A443-5710-47D8-AC07-AA15A3D3BF18}"/>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43410F99-B2B8-4CF8-9D60-9AC6D0B54488}"/>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C1129CDB-8775-46A5-BB8F-2F64EF985AD9}"/>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A4304DF-0E3F-4242-90ED-D8A2C28830B9}"/>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0A679E2E-B911-4B92-8CAA-3199402615B1}"/>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2E261139-BE3E-4586-AED4-9DC8FA729EED}"/>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F6123825-9FB6-4AC7-A1FF-8F4F1895886E}"/>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58A4CA18-94BE-40C0-9A51-579941F52F73}"/>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51B5B389-38A4-467F-96F3-E3ABB98E0C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6449352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EB2FB1AB-5F84-40B4-99CE-46A3A8C21FF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31DBFA88-433F-481A-A278-7FBEDA03914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945D63E7-64DB-4BEB-B1F1-B308A11FA9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0A0A2BB5-CC8E-4001-A663-DBE0236A3AE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1D73F98-A936-442F-8D20-8FA505D7821F}"/>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E1619C38-5DC4-453A-B5AB-2C29B425EA8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B7B35D2A-1A8D-4FCE-BE60-CFB86915F267}"/>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335C0410-9447-468D-83F5-E2910B80E16E}"/>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90957861-E3AE-4CAF-A976-9FE667939292}"/>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D89D4FE-F0F0-402D-9B30-58E54CA4A64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9D8B2C6-77B4-4CF2-BB10-E64B66E1B241}"/>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C4D600A8-0EAE-46BD-B3D9-84F5BA363EB3}"/>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8C9839E0-A7A6-402E-BD19-A01168804A4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2184705E-B415-41A4-ADB2-FF9A0BDFB279}"/>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6A102D02-BD7C-43F3-A8FE-EF5315C0BEDD}"/>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5B50C738-51D4-464B-9CC8-25FC01DD7540}"/>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3E5B0EDA-A4EE-4AA4-8838-9BEB814DCE47}"/>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FD90E6E5-BB29-4C6F-983C-90DBEE5F235D}"/>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C3F55445-7D2D-4553-9C83-52C370862122}"/>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D4B05ABB-6873-480B-9255-BDB59338538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6B87C262-82A1-47D3-83DE-22F70A443B8B}"/>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87E98615-289B-466C-AC39-E7B1D6278D57}"/>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FDFF862-B2FB-4398-9796-AA1B514C7823}"/>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70E7C3E3-AA58-43ED-8664-84B9B8074EA5}"/>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F9AFE2F9-A466-421B-BF21-2D8BAF1DB808}"/>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657CC3AE-5886-44E7-BDC1-5770ADACB0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11F46BB0-5D1D-4C0D-B0C5-8B584D17B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3DDBF1E2-8222-4B0D-AD63-64A6FA898E0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04D65DCB-9B48-44C3-800E-7FF1C848DF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04139903"/>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364CA557-8AC7-4C43-AEC8-D6DC5933E6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DCA301E6-A784-4129-A8FE-1BA12FFFE1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8F1E34CF-C926-42A1-A39E-20D876721D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E0F2A8F8-448B-4155-91AE-87FC6C2C65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FBBE150A-5B90-4489-89CA-B63FAB20F2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AA127692-9946-4E1F-8400-2B9E7889F7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8845EE8-0A8A-43E2-A268-2014CEF7BF81}"/>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4094231-38D4-402E-8444-60299C15AE6A}"/>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3AC3C712-266D-4A54-9472-6FBAC55D2E76}"/>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C2AA7C00-7336-44AB-8804-C6923EFFBE1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7ED0526-B03C-44FB-9DEF-7235FCA10460}"/>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CAF5874C-13C3-43AA-B849-24EC26B2689A}"/>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65A56C68-B2D7-47B4-A0D8-6172E0D16CD9}"/>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1A0D0589-59F1-42EE-A294-2C8521A6BEFD}"/>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9E24ACEE-8588-4624-91B3-FE80B2B3F6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93305832"/>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0D595563-C445-4DFC-AA26-0C2870A280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4E3171BD-04BB-49F3-B42A-351CD5C7D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74D45150-8DDF-4D3D-9211-46F911D691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2735122-BC0F-4839-85C2-80B777E1E9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84E04E98-261F-4256-B774-89B8D0CA0C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FC98935D-095A-41E6-9C8E-BA099AA1E7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69551EEE-83F5-44B3-A1A1-F4199B6F7E9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CC795CE6-F597-4E38-8D9C-7B52728337D6}"/>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117F5900-3D71-4DAB-A601-717CC2A8EB66}"/>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B79FCA19-C4FE-409C-B6DC-6C772CB1EB06}"/>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D4FCA859-EE38-4F1F-96BC-D9146F14804E}"/>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5AF15D9-818B-458B-8814-94E7C0722981}"/>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70B3B699-76AA-4927-9AAC-93A5C74DCF5B}"/>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E2F22421-4BDF-4761-87DC-934384AA281D}"/>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99AAC063-025E-4F86-80DF-C5F7ED3F8038}"/>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6DDDBDF7-8398-4D0F-BC33-5063C15F7A76}"/>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15EF5CA8-955C-48D7-A589-CCD866230762}"/>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2EAAA44B-9C38-4DAE-9E67-83183CD43B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48107333"/>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92B72D01-5001-495B-872E-529843E8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F2E33D66-BDAF-4238-A322-00CB20917C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33A7BB49-1DAA-4276-9EA3-B5F89FDEB4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BC7C765F-D8B8-4A79-AD03-AB525AC9F0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D3C0E39D-C842-4ADC-96CE-2C224F5016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5D4C52AE-D418-4288-BB37-73ADE58B42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FCB317A3-FE21-47EA-BE35-4666D83662D3}"/>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1CDBC77C-5286-4EAE-B51B-84A3E08EF8D2}"/>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285FED49-F1ED-44C8-8125-03F672F3D024}"/>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EDCDF1F5-40EE-4D8D-BD11-CF5BD7093930}"/>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CD3891CF-A8BB-4B25-85B6-4F2B4B3DB6C8}"/>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67443854-8BCC-4AC7-BD4A-06A8405E0403}"/>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42146CC7-9F2F-49B1-94DE-D4E649B9DDB6}"/>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696ED6F9-8C3A-4782-B8C7-C868A47030CB}"/>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C1A55979-B287-47C6-9233-304E4580540E}"/>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56C2914-E629-4EEA-82DA-1F4BC532A6A5}"/>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809F98F3-BD8B-405B-A36B-866993607EC3}"/>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C208D38C-3081-4FAD-864B-8E95278005D6}"/>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20552E9C-225C-48C6-A4F7-67ACED569F3E}"/>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FEC179D6-9DBD-497D-B7BC-4DCAB4612288}"/>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59033B35-27A1-4EC0-A724-6798604D1CA6}"/>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4B1E4E37-4D67-45EC-9961-321F597715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4880390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F8B01B18-DA08-4C99-A1C2-7DC47851EF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44BB8427-E1FC-406F-8372-9E423D71CB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205BFE35-86A4-4FDA-88EC-82A64C98B5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33B00F68-3226-4CEB-A29C-585BBC1EA6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4BC4C88E-93A3-496B-91B2-C6D4A2ACE3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2E7022F5-9988-4150-8201-4A66B3EC4E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6CFA7603-38F7-408E-992C-F9FAB90DAA16}"/>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A5B0D027-7716-40CC-A20C-081FE862F138}"/>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B76FFC57-9F23-4747-BB70-CC411503FCFA}"/>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95512C9-4007-4ADE-A118-C11DBDF56BDA}"/>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7BC560B8-3DE4-4CFB-9F3D-A307F7CA69F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E4AF7539-8A88-4F96-8B58-005628E338D0}"/>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C978F356-81B3-4E34-BCC8-C5BD6EB44DCF}"/>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7AAD8732-7B85-4764-A68A-4C44DEB9A0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13870700"/>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B0DF4043-468E-4AC6-8E83-9A2507136E5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A0EF354C-B6D5-4F76-9526-A5177D6B47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F6A8CB52-20CB-4C24-8BF3-A64F6C9000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D945A65C-09E1-41EE-89F0-1437ED98EB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7D92DEC7-149F-418E-BD69-AA2F87A58D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FFC95BD0-AD5B-4D19-9507-C09577FA47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91F84DE-FF64-40E8-98C3-3FEB768E4167}"/>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7C0F991E-51EB-428F-8338-3F968E89502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29CFF958-8902-421F-90C4-CFFD8E722C6D}"/>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2D5A4485-899E-4482-9E63-55B410EF42CE}"/>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A9293510-BBE5-423E-ADC0-4133E2D5E0A5}"/>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B00DDD2A-9CD7-4EA3-928E-137A654B43FF}"/>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B6E7F6FE-CA79-4D19-B20E-400B75B14B7F}"/>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5D493E61-9D43-44DA-BE83-B6B85711652B}"/>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6644D7A-D6D0-4B3A-8E7B-6F96040FB4D1}"/>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60C2FEE6-BA89-4C5A-A87C-443CBFC456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4068198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A3AA9909-8EF7-4489-BFC7-235CBD6086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21CC62F7-F8D9-475E-AE20-00B225F5B7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A09FFA12-0546-492C-B4C8-AD3350A543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8EE8BF73-E48F-4A96-97AE-F3C8A7DEBE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6C63DBB1-63A9-4D9F-ABCB-B385F106D6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E27A5134-CC2B-4E54-BA11-A607764F2F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1B1AE152-3F96-46A2-AA97-0F8B9CAEEFF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9381C4D-92AD-4CD3-9C79-187FFCBE3770}"/>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9E1F55AF-04C4-4AC2-8A8F-7AB0CFDA7394}"/>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92394C5-7066-48DD-815D-5E9536CD8495}"/>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E259E39F-792B-4CF6-B209-DA806F026052}"/>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DBEC652C-7418-4840-A089-149CC3C5BF4C}"/>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E77FD918-2691-444A-825E-A79C947853AE}"/>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88161756-D1DE-4381-96AB-22FBAA3787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5849568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DD4E01A2-A99E-47E8-AAD8-26FD337A3F6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C3BECB2E-4561-48E9-A28F-621148BCCB1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C513C0AB-6094-460D-BCEC-29018430B6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4BB5F845-7B86-4ABF-AD8A-BE616A7D37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7E76649D-3306-49B7-BCEA-1F61540640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38BE1CE1-4FD8-468F-8D84-6EA2FBEF7C1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56A8438E-CAA2-4941-85A5-5C7C1EDD7162}"/>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3A552E4C-3D53-4CC3-ADD5-A82AD358A4DD}"/>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FAAB7680-BE35-4E5E-8DA4-62709503E856}"/>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6F41D736-136F-4CDC-B30D-9D9DE0BA80BF}"/>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2D9570C0-7446-4833-BC86-16047697183D}"/>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6D55D7F9-C805-45F5-9329-FBE6B55E5CFA}"/>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54EC943B-EF6F-47AC-8E2B-185D992585DA}"/>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C9AEC724-0EDE-4179-947E-7C1A2A923E77}"/>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47D5BE1B-156E-4489-BE5B-7B90E76B4D1C}"/>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B384DC1E-7F40-4812-BA1C-02CCD155FAF2}"/>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B1118E5D-9788-491E-88AE-AA3C82D21BB8}"/>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42D49C89-756F-4310-8F44-4B9C305251A0}"/>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BB7DE32B-840B-4723-B126-5A3B9685E8D2}"/>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368B651C-B516-40AA-A07C-AB4E65D61B88}"/>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75E78FD9-CFA6-40B4-8F46-D19F1EC5CB55}"/>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B0ADA621-0C6D-4535-BE82-6BE5F6FDCDC7}"/>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BE829FFF-19E5-4834-982E-4A895EBF701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BB8AE860-0E97-408E-BEFF-98B0453A9539}"/>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51BBB417-5DA7-4AEF-A1F1-C5B732ECD63B}"/>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A04FDBD0-79B7-40E6-AC8F-011E5F3C7F04}"/>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0FB407BD-FB62-431B-8436-CDE00CE5D0DD}"/>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74B1827D-3C7E-4A12-AA9B-CE669B6ACC89}"/>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AD2E0CFC-F38D-473E-88BA-575E5844A6F3}"/>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35A153EB-C8B3-4F69-9149-7AC29F6282BE}"/>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0715546B-FF07-4E82-B2E0-30214EA53F23}"/>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43D9AFAE-849F-4BC1-9918-2D73B2404C16}"/>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9FC9EF7C-9FED-4156-B001-EC0E9C4C99C4}"/>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C7AB9A65-2420-494C-A852-39CB0F2EF925}"/>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60069119-5869-4398-9214-6EE9B35A2F67}"/>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35CCC5E6-7290-41FD-9DC9-E038AE82ED93}"/>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9C944FE8-D7EB-4BF7-93E7-EB38955C67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77091321"/>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EC40DB65-71D4-4D2C-A0F7-09391326A1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9954DA8C-03EA-45B3-BE0E-74CE958A2F2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4527AE19-E88B-4079-A2E8-719054BC3C1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4F200C9B-1D6F-43C0-8243-7454A4B138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DB7567C-C825-44C1-BF41-54A9DE4F8E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CB9FB6FE-FBEE-4B3F-9C0F-11165DDBEB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0857744B-03C5-41B7-AD24-7BD3B4BB8E42}"/>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78A80FF6-6A15-4522-98E3-D46C88ACDE22}"/>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10F47341-9B26-43A3-B93C-A512A4E420DD}"/>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AA83349B-431B-447F-B385-048D175811FA}"/>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EF74C16F-86EE-4B95-A1E4-C44653E4FF51}"/>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B2EB789D-861D-44D0-B8FD-F44E0990E67B}"/>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7B9488A7-CCB2-4B9E-846B-B4838F571D21}"/>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F5294FC3-DE49-438C-BB24-48A733D11B66}"/>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F77E8AB9-42EA-4A00-8994-8403B15F9B2B}"/>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6E7DEBE6-D4BC-432C-B8F2-EDE028814192}"/>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C6E9B237-2012-4060-A522-5BFD89EDFD7F}"/>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DC791765-C11A-41B8-9327-8F8CA5DAB0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272025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1510D2D3-4BBC-45A3-9F57-2609AA18C4E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A99F255D-687C-4B76-BD26-8C87DDFD246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E05527FD-7D2B-4995-933F-B5CCCE89D3F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B865E51-05BD-459C-B25E-12C139E5BB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6209E98C-255A-45DA-8C58-2FD6E14926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FB366497-6696-4F0C-9B2C-9E26A52479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9B76356D-9D34-49B8-86DA-B51A6E7D03DC}"/>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AB728E21-4108-4C67-AFBF-A4C76B6A765B}"/>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7B244FD3-0868-4234-9CED-A148CFA716C4}"/>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D76791A6-B270-4609-8611-6438535CCF90}"/>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78055805-DB41-4804-B5C3-8B45E96084A3}"/>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FD0B19A9-2B7B-418D-8763-C90F0F82A27A}"/>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ADBB3552-F94C-4D2A-8727-92D48EF50F8A}"/>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B48C1DB9-0AA5-4986-A52C-56E881710261}"/>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44FF2435-CDB6-486B-941B-C7190CD326EA}"/>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BF218B40-F595-4DCC-824F-F3EE6CACB155}"/>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E4510919-122E-45B5-990A-DE63AD775D1E}"/>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41EF1054-6E1B-4572-A1B3-242FDE2686C8}"/>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E3E65A2A-4C40-40EB-984F-2AEC6041A846}"/>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3CC95AF4-DBE7-492C-91D4-3CB72530B03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A2B42C9D-DD12-4163-9BC6-C8F59DF4516E}"/>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F69CD107-E9B7-4CBA-828D-F9487029DC1F}"/>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54D166DB-45DD-48E3-B20D-A0074ADC1C3F}"/>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38BA1EF5-CFF1-40BD-8FB1-DFCD61110E09}"/>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778002C-D2C8-45F6-8D74-64831569D4F8}"/>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7EF9BFA2-BF27-4F6D-AC8A-3AB533421F0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1577E495-33DA-4EEE-98C6-7EBB481ADE7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6230EAAE-A315-47D8-BCAE-F1B5B8DE579E}"/>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20B98D7D-CEDF-45E9-9972-05E6555AA1F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7CC3971A-6A13-496B-99C7-D171151BA1AA}"/>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BE086860-C1A9-44F4-AF4E-94CE70B76E1F}"/>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45CDF802-6B89-42D3-B73F-9409A5EC03FC}"/>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BF7F8AFD-062E-461F-8DBB-0F2C455E5F34}"/>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EBFA2E98-5531-4CB2-8EF6-B5A424BB1CB4}"/>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86CB084C-8CBE-4637-A986-0D20553B5238}"/>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52BCA2CA-89FB-43AB-BDB4-448426C9DE3E}"/>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F6AAB9D-1E9D-4129-8266-BFF666110DA6}"/>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542EA297-9F9D-4D89-A26D-6F3A2D523F32}"/>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D0665995-79CC-4510-8CD2-B2C4E6BBCEB1}"/>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6EF4F053-8BF0-41FC-ABB3-861E9DFFF651}"/>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962731E3-324D-4C78-9CC1-74168A32CDCA}"/>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51BC38B-2B6F-49AC-8F80-D20CDA69BFC6}"/>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C250241D-C22B-4D40-BDB1-D021A5B6A5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700153654"/>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3CD01DDB-A21F-435B-A2A6-7122B9A8348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A8C24E11-23D5-400F-BC4E-F0FE74BC109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148749E6-C5EB-4330-B481-84998F60BF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1DE6E24B-12C3-4A71-8A5F-A6AA0F1776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1FF8BEF-7A37-47AF-88C2-DB64AB3C83E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C0E83C0D-2B29-4488-BBFF-BEFF3DD137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18AF96B2-E70A-430C-81F7-549A5C4701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1052A3A2-9199-4203-B853-2B3C7D99D0A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E7118ED9-1C2D-4F80-9F5D-62CFED80314B}"/>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CF62506C-7B00-42B6-ADD5-42452E00D9B0}"/>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09C17D79-F03E-45CC-8D03-F933ED448FBD}"/>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BAA4C67E-24E8-4BA4-8568-8445EAF8B680}"/>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A9C38209-F002-4909-9EA1-9F16747F58A0}"/>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80CCBC5D-3E05-40DF-A180-F609B5EB6E07}"/>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C55F36ED-630B-4651-A422-EA037AC86F28}"/>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AA974F5F-E75B-4A18-B2B5-71D1114B9C59}"/>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40454864-F189-4A32-9588-869695AE00F9}"/>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5CFD09BB-95E7-4232-9CC3-E932BFC1130D}"/>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0C0115D8-8391-4CE0-AE74-37EDC4BBC218}"/>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0DD78883-3670-46EB-A0D3-A9CB5C0CA8E1}"/>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F373492E-C6AA-4EED-9C33-BAB58E5BCA74}"/>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6A4F5D7B-F353-4E90-B016-152AD943A223}"/>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F77DEB15-4383-48F3-B1A8-232C7E44A68E}"/>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FFD41982-65E9-4F78-A797-F58D9A8B72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5714054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CD4FE89E-B6D7-4C6E-9BEE-13A704F914D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8018FDE2-A70F-47B3-A147-F1447891BAB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A2D1226A-EF0A-40EB-AA65-B4F3915DC3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B84F8EA7-3D9A-41BB-A2D6-E9B77F646D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A1067C5-DEF9-4847-A349-8F878FBBAF2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C8CA093C-C617-48E9-93E0-66E40B077E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E0C10CBB-8885-4619-9036-D82E4ED877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D7A4E75F-74AC-4944-804A-35C5FA09B5C8}"/>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285B3A54-6B67-46CD-97A9-388D7D3F99DF}"/>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1F4DB173-9A37-4402-B402-83DA218D33FF}"/>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B714817F-1A3A-40FD-9127-2F3EC6E836E9}"/>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0962C0A3-B040-4706-8792-0131A301C166}"/>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CA96A405-4717-4380-B9D9-31816393872B}"/>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58E6E59D-A27C-4F03-A5C2-DFD76CD62F91}"/>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F530783A-ED6D-474C-B6BF-572691FC6521}"/>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FFE92A2-A9F5-4F14-9D81-5472E28345F9}"/>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31DC3F1C-4EE3-42BB-AC51-F246207141B7}"/>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FF1E23C7-2643-4E84-B19C-82BAB47EE341}"/>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C5B35AE4-BD2D-4774-A6AC-6A88585377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17108324"/>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6B98E137-F302-4C5D-AAE7-11BABD6E7C8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92038332-17B2-42FF-AADB-878CC95777A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91F026C9-575B-43D2-B284-BC7CF33091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7AA8CC8D-0A22-4FCD-9ED3-09790E059A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574B49C-4F45-4F2B-8D42-5C6A0C8B73E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9786D664-BDAC-4C34-B312-31CD3D7019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DE53127C-12C8-4882-94C2-5037B2D3D2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BCCEAFB-B0D5-4C32-82BC-0C3E4FAC055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1020079-340E-475E-8751-BD81B23F57D2}"/>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BC7A834F-7083-4B0A-BC7D-350F8701F0D9}"/>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F6CB05DD-ED3D-4EBB-84E9-CEF44EDC990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E9C90308-328B-40B1-8A05-82424C4BA76C}"/>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EE07CD8B-22D8-4E6E-9232-204E5E8EC8BA}"/>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4E0436D-69A6-4BFA-B8F5-278B0AE34C61}"/>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90FC8898-3E8E-4817-99A7-7920E748DAD4}"/>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9CE8531F-7C58-4772-9567-E46C77A6E1DD}"/>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90F8034E-C21E-48C8-8CDD-39AEBE1461D1}"/>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EC94C1-920D-4682-BEC8-8F03F1C40EC1}"/>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B7E35BF0-9D37-47E0-B5A4-185486CCD4BA}"/>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9EE0BB11-F9FA-4503-A798-0710AFC5EC0F}"/>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0728F9AD-9BA2-41F5-8ED4-B75F6C3EE9BF}"/>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4C3DDF23-1D30-4773-B274-BC63FE3DCE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1205301"/>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F2607854-1A14-4E60-BFAB-EB84D17FDA3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59819CC2-B063-4024-AB10-C835C97C251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B802CCC2-304B-4CE7-BC60-EE8FF68DE3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6C7203AC-C2D5-49E4-9ED3-B4627F7F4F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39AFD7C-8195-4AA7-853D-EEAEC0380DE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55BB5821-A4B6-4CC6-B0F4-21516B8AD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1BE024EA-A54E-4C6E-A15A-10850EA9CE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014BB659-8AAF-4E3E-812C-EA4D446D4F9B}"/>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AC38CDDE-9140-4A10-9A4D-5AD18D5D62DF}"/>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D491843E-2217-44AA-B212-C57FFE3072B9}"/>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116809AF-40A9-4130-91D7-2E6C4CD75A3C}"/>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7282E12E-AB84-476E-99B4-1FDAF9910658}"/>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C56DA07D-42FA-4740-9BF8-51E0B93A7443}"/>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0C05C704-D28F-4F68-9925-95B46AF32F8F}"/>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8B1A3DAE-AF66-4D08-8161-120E094208BA}"/>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DFB97C74-AB8D-48C9-8DB4-73FB049A0D55}"/>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40CD4C23-F240-4A7C-8D1E-B4ACED9E79D6}"/>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6A2D2961-6B96-41ED-A346-CF7217F9373F}"/>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18100519-A826-4D5B-AC28-F7D603541661}"/>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988CBBF0-C1BA-407E-BCF5-ACF2FD4385F1}"/>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7EEE29D8-633C-4ECB-BE34-3073F02ECE0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88A5931-E90F-4203-AED8-331FCBC1F0C5}"/>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A3CBA905-AE33-48D1-8F79-5A2315AA99B5}"/>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5AB4E9DE-1324-4AB4-AE11-D0CDC2F28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0861672"/>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6092AEA5-FB0F-4CC7-8F03-58AD68E5B7B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BC5D36CD-C4A2-4A71-AEF3-36357AD998A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C7E4F954-21E3-40DE-BE67-CBC54A2A7B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F4D1A3C0-8855-46C2-8DA7-79CEF957A7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9333BDE-2D24-4F25-96B2-385E917ADDB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AEF8F76E-86EF-4BF2-9F8D-491084336E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56D80BF-7306-44AE-B0BD-20550C634B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FF115C94-4B72-44E1-94DA-30727AEAD848}"/>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69C70E09-72DE-4313-B152-42051778BDBA}"/>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EA869496-C92D-4FE7-B25A-6D3FC50DDD4B}"/>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F9D4A89B-53B2-4D2F-91B0-7422AB470869}"/>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A1F43A9-A4E7-4605-A6C5-567CBEE4E2B6}"/>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7D13DA32-2AD5-4080-9F24-E580BC211A68}"/>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8320BDB3-0CC6-4CD4-A8A3-78E0315A9264}"/>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8FE4BE3C-0246-4BB9-9F29-2BB38433CAC9}"/>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BCD99D66-375E-460F-A845-CE90222F2399}"/>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6DBDEA60-1B4A-49EE-AEEB-3F4DACEC0AF9}"/>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3440D06A-C158-467B-8EC7-EE9AB8E5B19B}"/>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16C06059-BAE3-455C-8514-1542B858A3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87120911"/>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DECE147F-54DE-4FF5-B19C-7E410E5272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FD9CC634-C2D8-45B0-A078-249FBF58BE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2BFD50A8-F4B3-4AD8-87C2-81E6D0AAC44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91B7E6CD-6CBB-4589-B35B-30BF1B187C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4FFB0B06-57E1-46CF-BC7C-E37A47EFC0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37D24EBE-EAF5-4329-A9A7-5754D3408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252D69DC-0B4D-4AA9-97C6-B54433439203}"/>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5A7CAB5C-6529-46CF-BA40-4BA91FEBC75E}"/>
              </a:ext>
            </a:extLst>
          </p:cNvPr>
          <p:cNvPicPr>
            <a:picLocks xmlns:a="http://schemas.openxmlformats.org/drawingml/2006/main" noChangeAspect="1"/>
          </p:cNvPicPr>
          <p:nvPr/>
        </p:nvPicPr>
        <p:blipFill>
          <a:blip xmlns:r="http://schemas.openxmlformats.org/officeDocument/2006/relationships" xmlns:a="http://schemas.openxmlformats.org/drawingml/2006/main" r:embed="R520a7edb322c45b8"/>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8197B80B-D709-4982-84BE-66CB9C5BBB48}"/>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5A4A7C4-1D37-4383-9839-04EA40082564}"/>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4B64C64A-B51A-4602-A2C9-26C434FEB8C5}"/>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8EDDF060-B190-4037-9223-EB7EE796B108}"/>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A1A3F200-6D51-44AC-AA3C-00BF5027876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5EC66824-D196-4B72-819C-3F54580F3942}"/>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66E3C3A-1319-4376-8635-1E1567C501CB}"/>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1704F90C-5B21-49BF-BC98-DFA8AD625B63}"/>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DA043492-DAD5-42AD-8D60-C0735629971D}"/>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FD57D35-08DA-4085-9E99-7690ACD4C08E}"/>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5EA89908-2F67-4B81-911E-81738598C9EE}"/>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C652563A-67F1-440F-9B9E-CBB847AB6EDF}"/>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C40B0617-EFA1-4F26-9A84-056132F183CF}"/>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971250B5-6C64-4EE1-BCCC-487FCBE63A9C}"/>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24B059FC-9D55-41EE-A8F5-F85D1DDCA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35820802"/>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1B477810-7BF1-4F56-88DA-25A4D9F7C75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B54F6D9D-26BF-42B3-B5B8-F658060E343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84652C8C-97FF-4C9F-B796-91131AF14A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C4AF7E13-48C5-4583-B056-D9B80136F6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86119B96-43C2-4EC7-BFE0-61321450AE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4FBB4062-37D4-41C0-8A5A-4D18933A56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EBD5C4BC-8FE2-48FF-845C-1DB3549F369E}"/>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268CBDD8-A8F5-4963-93A1-6CBF7B62D87B}"/>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62C9CB7A-058B-4D0D-AC98-1178B433DB71}"/>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B93B53E8-FF96-4E6E-AA18-B18C9B020243}"/>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BBB407AE-4966-4402-80BE-6408081E1683}"/>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AF567357-AF14-42EB-A73E-81A60A7507F3}"/>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A1DBFFA9-9ED3-477C-9D26-C14281BE1C3D}"/>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E9F29B57-064D-4960-97AB-B0378745D7DE}"/>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8DAD6D97-394F-46B2-BDFF-8778583C9F5B}"/>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C4E16A70-FBA2-4D9A-BCC8-CE2F05E2B325}"/>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573DA0E7-164A-4267-B09B-459365E940F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B997B783-BD1D-4D08-BA76-9BB0BA207B1E}"/>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54AFE873-A763-4AF9-A378-54578CE8927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40E2BF97-50E7-4716-9AFD-F2D5A6DC71BF}"/>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BC05D148-AD3A-4BEA-9358-B811B62BC3DF}"/>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41254240-48C3-4FDC-9816-9AF9D94148A8}"/>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6B8A7D69-D420-4CA6-AE55-A50AFADE8A5E}"/>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71F9CF0F-7593-48D5-851B-9DF2A1D17388}"/>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C61C3FDE-FF0C-4F5C-98E6-50A1292D2609}"/>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C99A1EE5-60B4-4407-9900-321B903136E6}"/>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18671FCB-F951-4189-B6B3-9743E67FF96C}"/>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6F1BD2EA-6155-4BD4-8ED6-1777CFCDAC93}"/>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A07D1021-D218-4387-A0EF-E15F954D89A7}"/>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F676DE48-11B9-4E21-913B-533A3E92986E}"/>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4FD98002-0823-4C41-BFEC-8B6D53059E1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C61187B0-42C2-4BDD-BDAD-298E6F4B8B3A}"/>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9DEE2B5D-C288-44F1-A3E5-EB05E61618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0231473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9D3C7E58-E5DC-4917-8241-DF07F368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5D46411B-50B6-4575-9BC1-FE85AA0316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F8D4CB7B-0D9D-4C99-99AB-56E16F7BFF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C113F1F4-FECD-4E19-867B-4B07DE4B50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289FDFD4-02B5-4BB9-BF83-CF4CC92815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25E790A-00AB-4749-A3D2-9C346985F1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FD39C365-F0F8-4D9E-8DEF-F7FC04505863}"/>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C00120F2-23CA-4D40-A7CB-CB2D152FEE95}"/>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52594BB4-EF2C-4159-89B3-AB9D905BE40C}"/>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269F74E-E442-41D4-8291-0E7BB960FAE9}"/>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F20F6D95-2079-4DCD-809D-2C0D09017570}"/>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E75EB04-3B29-4107-B2D2-E9708A2EA0E1}"/>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B1ECB20C-4C0B-4C32-ABD8-196E7D6804C7}"/>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A6EB6D47-4135-4170-B7F3-5C61B6CF7295}"/>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032752D1-12D9-4D19-9621-1BE3B1A15C94}"/>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09438666-EA65-4EFA-B372-175B1DB1F8DB}"/>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9DA458C-1C33-425F-BE3D-28A05D99D145}"/>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A42D4C34-EC57-4E04-804C-1CF897E371ED}"/>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1723FBE6-89B1-4710-9F0F-77AA6C58E836}"/>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BCC3F70-3200-45C9-99A5-1D3554DDD1CC}"/>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B741865A-3148-4119-97DC-F96D5295E35F}"/>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CBFF64F-136F-4B41-B4F1-1EE02EB60082}"/>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8D32F66F-B4E8-4161-A5E0-6F40580E726F}"/>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ABBF1DE1-E7F3-4218-80A8-E3207BFE4BE1}"/>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422F4DF4-73CB-4599-AE9A-44BFEC3B9B57}"/>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30C42B2D-E74F-4928-9CDE-CC8062337BC3}"/>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50E82445-DA78-40C3-AD9F-C8E2B426A81F}"/>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A6AA2D1C-E397-4E13-9A2F-7E0D29CE7EFB}"/>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9BAA368A-1F2A-481D-8AA1-C76106DCC2EE}"/>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D94414C8-BF9F-4DCE-9A5D-A9DE1B071417}"/>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5C9E195-8E0D-4B2D-879C-4207C2279A1C}"/>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C1456171-3E86-4202-9D63-34A775E71FB7}"/>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473B8383-CABA-478D-A088-527C1E33CECD}"/>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975282B8-69A1-4C53-91CD-8FF46E6DB310}"/>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7F2805BB-1D49-4057-9640-C1DB4559BFCC}"/>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4DC4934-8BB7-41DB-9BC5-D0A5729758C8}"/>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696F9496-C491-4846-A090-A3DC15A339C8}"/>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B16B29C2-55AF-4CDB-A4E3-A83659B3AD69}"/>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B52668D4-6790-47D2-840E-714F90F7CE59}"/>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8D6C653D-2545-4398-9C61-CE49FDCB4481}"/>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73340E7D-3440-4FFF-81A9-871BE5F7D29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3C051419-F512-4FE0-A37B-0050A2766FC6}"/>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A6AD72C6-52C7-4B0A-BB3E-3E2CB6E2CFA0}"/>
              </a:ext>
            </a:extLst>
          </p:cNvPr>
          <p:cNvPicPr>
            <a:picLocks xmlns:a="http://schemas.openxmlformats.org/drawingml/2006/main" noChangeAspect="1"/>
          </p:cNvPicPr>
          <p:nvPr/>
        </p:nvPicPr>
        <p:blipFill>
          <a:blip xmlns:r="http://schemas.openxmlformats.org/officeDocument/2006/relationships" xmlns:a="http://schemas.openxmlformats.org/drawingml/2006/main" r:embed="Rd6a9f580b5cd4ba2"/>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2DC9B9B3-90FE-4F81-89D6-35659D6BA304}"/>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A673546F-2DFF-4CD0-A8A3-269C52678C5E}"/>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0AF5D3BE-AA0F-44F2-80C1-4ACA5BE61974}"/>
              </a:ext>
            </a:extLst>
          </p:cNvPr>
          <p:cNvPicPr>
            <a:picLocks xmlns:a="http://schemas.openxmlformats.org/drawingml/2006/main" noChangeAspect="1"/>
          </p:cNvPicPr>
          <p:nvPr/>
        </p:nvPicPr>
        <p:blipFill>
          <a:blip xmlns:r="http://schemas.openxmlformats.org/officeDocument/2006/relationships" xmlns:a="http://schemas.openxmlformats.org/drawingml/2006/main" r:embed="Rc79305a5ca3c4be0"/>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35AB69FF-2EC8-4E4A-AE71-DE96B9E81D2E}"/>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650D2760-F10A-4A1D-8A6B-B5BA22DF2744}"/>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78A8DBE7-2098-4BBF-8895-B3B0EC704182}"/>
              </a:ext>
            </a:extLst>
          </p:cNvPr>
          <p:cNvPicPr>
            <a:picLocks xmlns:a="http://schemas.openxmlformats.org/drawingml/2006/main" noChangeAspect="1"/>
          </p:cNvPicPr>
          <p:nvPr/>
        </p:nvPicPr>
        <p:blipFill>
          <a:blip xmlns:r="http://schemas.openxmlformats.org/officeDocument/2006/relationships" xmlns:a="http://schemas.openxmlformats.org/drawingml/2006/main" r:embed="R48f218ac2d5248c6"/>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2C239918-B3AE-4E52-874A-CC61C98C1295}"/>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4E326379-2236-41D5-B1AA-F1C08AC05052}"/>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1388671E-5312-474B-B1AD-DDB7407DA731}"/>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CE4FF834-2C86-44FD-9CE6-2FCAD90D94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12981135"/>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FEAC0BAF-AB99-4E31-939E-89D6CEA67DC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B86A1AA0-F059-429E-9F84-F00D193E094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10C335D2-F070-4CCB-9FD7-1321D8C2F5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7C5E5CE3-8B39-4436-BE9B-41579EC0A9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83E2DAB1-23D4-49FB-ABE1-58EEA81D55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FEFF70DD-B0BA-43E5-B6FB-B60445A1AB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47B233AB-EA3A-40DD-8CAE-3D409E41FCB3}"/>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4E050C18-4B8B-44BE-998B-EDE651D6B025}"/>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D208D889-D422-4966-A134-0DEF7696C5FA}"/>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E4934372-1CE4-4349-A143-C51B25614041}"/>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8D167A48-4286-4E37-BEFE-AACC910B7ACE}"/>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C2DDADCB-8416-4D32-8513-CE50D6666086}"/>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F15CAEDA-898B-4580-BA43-C746681A07D2}"/>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AD745B4B-FC44-4BE4-BE1F-E01D024D085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694BB796-6067-4D1A-8215-BA1933145A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397148395"/>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AC900EC8-D67D-4B89-8C80-1EBCBCD5F22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78D9AEAC-3B99-4036-9498-1D0C99C067D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F5450D0F-877E-47D2-869B-370EDD8464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36444955-8029-4CB5-A89B-423B46F19D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4FD82353-13EA-48FF-ACEE-F64A025925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9CDFD676-8467-49F1-86D5-045840A862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00F70D35-04E1-4EDE-BA07-F3E34FE2B403}"/>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ED75BF1E-6D59-469E-B657-B549ADF665DF}"/>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20299F3D-5217-4731-9013-1CB1646A90A3}"/>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1635F0F9-5B05-4A3A-AF91-C1A53B9ECB65}"/>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7EC357D9-308D-45DA-BEFE-2E23DC3A917E}"/>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68B92DDF-709C-4430-ADB8-6B4F63BA6585}"/>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21F26603-2C9C-4A7A-A2F4-8050092D03F7}"/>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E9324292-7CAB-46F5-8CBE-CFDFEF9F6109}"/>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639BB56D-80C2-42A1-970C-3EB827090A80}"/>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6F2BD49-C3E0-45D7-A362-62C2B8D9278A}"/>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8D46142C-FF7F-44EE-9939-BA6CB3567310}"/>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371BD408-D4D2-4C29-B68F-91C86FADAF0F}"/>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935F2E36-E034-42C5-8D46-89DEC3CCACF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AE231F1F-C118-4569-A75B-21778A0E5169}"/>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15117A9F-6DB8-4EC3-8270-B2D46E881574}"/>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E73FF6BE-12C8-4552-B166-A2D4E54FEC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10932273"/>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6B5715CE-7467-4CCE-82A2-64BED3FF7C2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C41698B0-AFE7-4611-B14F-AB1E7802266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8C64B89A-7C36-4D20-A991-25C8C2150E0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A41569CA-1295-40EB-966D-B7082C5B0F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10505F7-C1A8-4DF7-8D6E-F6240918B6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B098C86-F0B6-4149-9CE7-0BD3F1A6F8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7E6FB872-DBDB-4295-A7BD-75717B493049}"/>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BF6E914B-9BE2-4BDB-9950-487D20F8393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8D31788F-6194-47B1-82FD-735F2FA992D9}"/>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98D85754-7D8E-4FF2-A6E0-F8F17159B50C}"/>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C06EABD2-060A-425B-A2B1-421EA7184D3A}"/>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CE402B92-ED02-4768-9316-BEA926289CBA}"/>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4E9BE822-2132-4E29-9CB2-F1D0A8AFE024}"/>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3743F074-81B0-40EC-9FAC-3C42952796DB}"/>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152F328F-D616-49B9-A897-993B86E9FA4C}"/>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FF0D014F-72E3-4027-93B4-7436390A8C22}"/>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7B67AD6F-023A-465C-BBE3-1808633030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01507840"/>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21F73E97-C4F4-4F62-A9E8-A0EE641BBA6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7B903D86-3E55-484C-8481-84BE5341C06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78007255-4B93-47A4-8D03-446E1B5D9C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8898FE40-B34F-4774-B1CA-CD3393C2B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D8192865-1B6B-4E28-90DE-0F0402460A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AB749AEE-917D-4066-8722-B15025466D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F1CEDBA7-36F7-4715-BDEE-9AE6E408F64D}"/>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2DB5EECD-AAA9-4D87-9033-26A9BA0BA384}"/>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1D3045D6-4E5E-4ACD-BBCD-AF831DAC5A8D}"/>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655EB28-E01A-4AC3-9855-B7BEA0C3ED9E}"/>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9DDF2D7F-FB4C-49FE-9E23-A94FAE045F6C}"/>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9002B052-1D55-4754-B049-F812A3B4E6FE}"/>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AA994CF6-15C9-4DF7-B72C-751439B5B91F}"/>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C290E360-395F-4CD7-BC29-3EEA914A1AB7}"/>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055CF1D-B1BE-4E07-8BC4-50F4F73981BE}"/>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CEDF6782-51E3-4AA2-8A0B-479B96BBFFE7}"/>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396E96DA-6FE0-4995-9D3F-A780B63C9B87}"/>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FC762BD7-17AB-44CE-8200-457E7FD21945}"/>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5BC140E-ACB5-418D-A423-A4A8221A60DC}"/>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5A8A58ED-25BA-443E-869B-6B4A251CD448}"/>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F6AA05C7-C1CA-4416-8B0E-45F2ADA5F8EB}"/>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07E8BFCC-0DE7-47C9-AA4C-FFAC61F6E7F5}"/>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0614C848-0017-4469-AE0E-59D5AF79FB94}"/>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FC3759E-D919-4D4E-8B78-25642DA29FF0}"/>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F66762FE-8256-4AFA-AA41-79D4FAC400FA}"/>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F676A47C-60F2-4DA1-8D7F-CCDDB1E6F446}"/>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CB3CFDF6-B7E0-492F-BF5A-5A8942D29CE1}"/>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1EC964D8-1D2B-480C-99FE-0EA78663B594}"/>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8FE2FCA2-234A-421A-8711-89508948122C}"/>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6B84B333-B403-447D-844C-CE21092DEE6A}"/>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349B9219-AD11-4557-A5B6-5E5DCA622ABD}"/>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1C5B761D-0F0E-42A6-A5F7-8A2CB595853E}"/>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CD0AF50D-A677-4526-809A-EDCE5317A0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69390452"/>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1BCA2BE9-8F63-41DE-B082-E095F7267C5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49A6D5C9-5431-4CD1-8A6C-DBAD6464955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52C28B1C-6EA0-43CA-B9D6-BE47E50C52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56A50AB9-08CD-48C2-B090-A21EF2E535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90C2ACBA-7CE6-47F0-86A9-517E08E83B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7477E5C0-4071-4CCD-B97E-ACF1ADC5DD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22F0BF9D-2B55-41B0-95CB-057492AC1E54}"/>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10E1283C-706B-422D-915B-A09C7B1F7EDA}"/>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6E974D18-8CF0-43E4-A49B-4C1E7D6D8AB6}"/>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1AE1478E-97A5-4781-BAA4-A381BCEDBC24}"/>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A010F1FF-E699-4D3E-BFF2-97008C0709B0}"/>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9AC9327-1D40-498B-ABF7-CABDB5C0E74F}"/>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557B269B-D654-4311-B278-D4BFE17C8EFA}"/>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9E5B7A57-5D48-4C06-8707-07B6A6E9290C}"/>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EFFBA8C1-FD8E-4C6B-9629-31275348614A}"/>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E08FA7EF-2859-45E4-87D0-D2E3A095EB44}"/>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EF021125-60DB-42B4-B7A3-3245E99ECE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378543596"/>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13AC603A-6CB0-4F8D-A9A1-85831A6168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457E9385-7C5A-442A-82DF-E468975B00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9D1D87D8-15E2-4E4B-AD62-BC68B47C4F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37EB233-2313-46B1-AF15-0E4B301875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1F1F5F1E-D9F6-4995-BBB6-DDFD492F9B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A7032E47-8E40-4A31-9044-E067557C3B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5407FA89-3B6D-4FF9-B266-727B24B2DE0F}"/>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B8906407-1000-4139-9C39-44128A662B1F}"/>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897FED0B-898C-403C-8F9F-CDF4C76D6B8F}"/>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32C2D85B-005E-425A-8113-213FE6C83A70}"/>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382B4014-22D5-4A01-A667-6A1CB5F892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755294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2026-10-22T05:29:52.3840000Z</dcterms:created>
  <dcterms:modified xsi:type="dcterms:W3CDTF">2026-10-22T05:29:52.3840000Z</dcterms:modified>
</coreProperties>
</file>