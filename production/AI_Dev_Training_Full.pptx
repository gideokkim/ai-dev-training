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c21abd04b8c438b" /><Relationship Type="http://schemas.openxmlformats.org/officeDocument/2006/relationships/extended-properties" Target="/docProps/app.xml" Id="R0927a87548124f91" /><Relationship Type="http://schemas.openxmlformats.org/officeDocument/2006/relationships/officeDocument" Target="/ppt/presentation.xml" Id="R24fd9a359a654b9a" /></Relationships>
</file>

<file path=ppt/presentation.xml><?xml version="1.0" encoding="utf-8"?>
<p:presentation xmlns:p="http://schemas.openxmlformats.org/presentationml/2006/main">
  <p:sldMasterIdLst>
    <p:sldMasterId xmlns:r="http://schemas.openxmlformats.org/officeDocument/2006/relationships" id="2147483648" r:id="R3a8c426220b8493e"/>
  </p:sldMasterIdLst>
  <p:notesMasterIdLst>
    <p:notesMasterId xmlns:r="http://schemas.openxmlformats.org/officeDocument/2006/relationships" r:id="R0a80fed1eba7475b"/>
  </p:notesMasterIdLst>
  <p:sldIdLst>
    <p:sldId xmlns:r="http://schemas.openxmlformats.org/officeDocument/2006/relationships" id="256" r:id="R6f01792b3b604f1c"/>
    <p:sldId xmlns:r="http://schemas.openxmlformats.org/officeDocument/2006/relationships" id="257" r:id="R77659a54c375497b"/>
    <p:sldId xmlns:r="http://schemas.openxmlformats.org/officeDocument/2006/relationships" id="258" r:id="Rb9f995ab9d374f91"/>
    <p:sldId xmlns:r="http://schemas.openxmlformats.org/officeDocument/2006/relationships" id="259" r:id="Rbf3ef1e09b5446cf"/>
    <p:sldId xmlns:r="http://schemas.openxmlformats.org/officeDocument/2006/relationships" id="260" r:id="Rbf5dbaff82cf4210"/>
    <p:sldId xmlns:r="http://schemas.openxmlformats.org/officeDocument/2006/relationships" id="261" r:id="Rbdf2d1fa118b409d"/>
    <p:sldId xmlns:r="http://schemas.openxmlformats.org/officeDocument/2006/relationships" id="262" r:id="R5d47b4da3afe43d2"/>
    <p:sldId xmlns:r="http://schemas.openxmlformats.org/officeDocument/2006/relationships" id="263" r:id="R40196c88a19a4b68"/>
    <p:sldId xmlns:r="http://schemas.openxmlformats.org/officeDocument/2006/relationships" id="264" r:id="R874b97cf67f64aa7"/>
    <p:sldId xmlns:r="http://schemas.openxmlformats.org/officeDocument/2006/relationships" id="265" r:id="R2d3fd2c9a0174fc9"/>
    <p:sldId xmlns:r="http://schemas.openxmlformats.org/officeDocument/2006/relationships" id="266" r:id="R03d34988654e4b07"/>
    <p:sldId xmlns:r="http://schemas.openxmlformats.org/officeDocument/2006/relationships" id="267" r:id="Ra40c3f5f575b48ee"/>
    <p:sldId xmlns:r="http://schemas.openxmlformats.org/officeDocument/2006/relationships" id="268" r:id="R9a3834a939b44f93"/>
    <p:sldId xmlns:r="http://schemas.openxmlformats.org/officeDocument/2006/relationships" id="269" r:id="R50f8693047074db0"/>
    <p:sldId xmlns:r="http://schemas.openxmlformats.org/officeDocument/2006/relationships" id="270" r:id="R9461770781104bb3"/>
    <p:sldId xmlns:r="http://schemas.openxmlformats.org/officeDocument/2006/relationships" id="271" r:id="R35a264fed580430e"/>
    <p:sldId xmlns:r="http://schemas.openxmlformats.org/officeDocument/2006/relationships" id="272" r:id="R758938090775442d"/>
    <p:sldId xmlns:r="http://schemas.openxmlformats.org/officeDocument/2006/relationships" id="273" r:id="R4df6ab5df7084a00"/>
    <p:sldId xmlns:r="http://schemas.openxmlformats.org/officeDocument/2006/relationships" id="274" r:id="R885376ffdb8b4838"/>
    <p:sldId xmlns:r="http://schemas.openxmlformats.org/officeDocument/2006/relationships" id="275" r:id="R6f102920afc84e58"/>
    <p:sldId xmlns:r="http://schemas.openxmlformats.org/officeDocument/2006/relationships" id="276" r:id="R752c6513d6f74ec9"/>
    <p:sldId xmlns:r="http://schemas.openxmlformats.org/officeDocument/2006/relationships" id="277" r:id="R72fce01895bf499c"/>
    <p:sldId xmlns:r="http://schemas.openxmlformats.org/officeDocument/2006/relationships" id="278" r:id="R81d246292b8b4d34"/>
    <p:sldId xmlns:r="http://schemas.openxmlformats.org/officeDocument/2006/relationships" id="279" r:id="R7e6b5c9b3a1149df"/>
    <p:sldId xmlns:r="http://schemas.openxmlformats.org/officeDocument/2006/relationships" id="280" r:id="R670c3c02ddd84e76"/>
    <p:sldId xmlns:r="http://schemas.openxmlformats.org/officeDocument/2006/relationships" id="281" r:id="R49d063b3ff8a4b02"/>
    <p:sldId xmlns:r="http://schemas.openxmlformats.org/officeDocument/2006/relationships" id="282" r:id="Rbfa86e91b8cd43d2"/>
    <p:sldId xmlns:r="http://schemas.openxmlformats.org/officeDocument/2006/relationships" id="283" r:id="R81b60d75d57846e8"/>
    <p:sldId xmlns:r="http://schemas.openxmlformats.org/officeDocument/2006/relationships" id="284" r:id="Ra4afec4a7a11417a"/>
    <p:sldId xmlns:r="http://schemas.openxmlformats.org/officeDocument/2006/relationships" id="285" r:id="R2d77b7b2e9f0426e"/>
    <p:sldId xmlns:r="http://schemas.openxmlformats.org/officeDocument/2006/relationships" id="286" r:id="R8ccc578d475848a1"/>
    <p:sldId xmlns:r="http://schemas.openxmlformats.org/officeDocument/2006/relationships" id="287" r:id="R11eab4b97a9c4757"/>
    <p:sldId xmlns:r="http://schemas.openxmlformats.org/officeDocument/2006/relationships" id="288" r:id="R56986608b5d04a14"/>
    <p:sldId xmlns:r="http://schemas.openxmlformats.org/officeDocument/2006/relationships" id="289" r:id="Rc4ad0793377e40d4"/>
    <p:sldId xmlns:r="http://schemas.openxmlformats.org/officeDocument/2006/relationships" id="290" r:id="Ra8090638d63e42fe"/>
    <p:sldId xmlns:r="http://schemas.openxmlformats.org/officeDocument/2006/relationships" id="291" r:id="R44d95654f7d54f3b"/>
    <p:sldId xmlns:r="http://schemas.openxmlformats.org/officeDocument/2006/relationships" id="292" r:id="R83e9943f9aff4919"/>
    <p:sldId xmlns:r="http://schemas.openxmlformats.org/officeDocument/2006/relationships" id="293" r:id="Rc443d5eb26ca4ba1"/>
    <p:sldId xmlns:r="http://schemas.openxmlformats.org/officeDocument/2006/relationships" id="294" r:id="Rf659850279574dc4"/>
    <p:sldId xmlns:r="http://schemas.openxmlformats.org/officeDocument/2006/relationships" id="295" r:id="R84999a905e244288"/>
    <p:sldId xmlns:r="http://schemas.openxmlformats.org/officeDocument/2006/relationships" id="296" r:id="R90e9c180bf4643eb"/>
    <p:sldId xmlns:r="http://schemas.openxmlformats.org/officeDocument/2006/relationships" id="297" r:id="R3086b7ba6e484fc5"/>
    <p:sldId xmlns:r="http://schemas.openxmlformats.org/officeDocument/2006/relationships" id="298" r:id="R981ea2d9a15b465c"/>
    <p:sldId xmlns:r="http://schemas.openxmlformats.org/officeDocument/2006/relationships" id="299" r:id="R6dfa5b0ac52f4d4b"/>
    <p:sldId xmlns:r="http://schemas.openxmlformats.org/officeDocument/2006/relationships" id="300" r:id="R8e1dc50145ca4cd8"/>
    <p:sldId xmlns:r="http://schemas.openxmlformats.org/officeDocument/2006/relationships" id="301" r:id="R08d6d7f2b1da4ddc"/>
    <p:sldId xmlns:r="http://schemas.openxmlformats.org/officeDocument/2006/relationships" id="302" r:id="Rec1d8773cfdd4f4e"/>
    <p:sldId xmlns:r="http://schemas.openxmlformats.org/officeDocument/2006/relationships" id="303" r:id="Rcbba0bf89ff34f62"/>
    <p:sldId xmlns:r="http://schemas.openxmlformats.org/officeDocument/2006/relationships" id="304" r:id="Rd6965860dabd469e"/>
    <p:sldId xmlns:r="http://schemas.openxmlformats.org/officeDocument/2006/relationships" id="305" r:id="Rdacb096a0e7a4fb2"/>
    <p:sldId xmlns:r="http://schemas.openxmlformats.org/officeDocument/2006/relationships" id="306" r:id="R81b6dc491173454e"/>
    <p:sldId xmlns:r="http://schemas.openxmlformats.org/officeDocument/2006/relationships" id="307" r:id="R23c58fb56c5d4673"/>
    <p:sldId xmlns:r="http://schemas.openxmlformats.org/officeDocument/2006/relationships" id="308" r:id="Rdaeda0862bcc4b9d"/>
    <p:sldId xmlns:r="http://schemas.openxmlformats.org/officeDocument/2006/relationships" id="309" r:id="R3c1faa75186b4032"/>
    <p:sldId xmlns:r="http://schemas.openxmlformats.org/officeDocument/2006/relationships" id="310" r:id="Ra437ac98d5294011"/>
    <p:sldId xmlns:r="http://schemas.openxmlformats.org/officeDocument/2006/relationships" id="311" r:id="R9ff7de781376449b"/>
    <p:sldId xmlns:r="http://schemas.openxmlformats.org/officeDocument/2006/relationships" id="312" r:id="Rf1bec62eef7540ea"/>
    <p:sldId xmlns:r="http://schemas.openxmlformats.org/officeDocument/2006/relationships" id="313" r:id="R486e46ca176342ec"/>
    <p:sldId xmlns:r="http://schemas.openxmlformats.org/officeDocument/2006/relationships" id="314" r:id="R5c1c81d97ca8490b"/>
    <p:sldId xmlns:r="http://schemas.openxmlformats.org/officeDocument/2006/relationships" id="315" r:id="Rda07e7d96aa74091"/>
    <p:sldId xmlns:r="http://schemas.openxmlformats.org/officeDocument/2006/relationships" id="316" r:id="R14c97e78d8594412"/>
    <p:sldId xmlns:r="http://schemas.openxmlformats.org/officeDocument/2006/relationships" id="317" r:id="Ra47d9c318b1b4b5c"/>
    <p:sldId xmlns:r="http://schemas.openxmlformats.org/officeDocument/2006/relationships" id="318" r:id="R010b55aab29a4aa3"/>
    <p:sldId xmlns:r="http://schemas.openxmlformats.org/officeDocument/2006/relationships" id="319" r:id="R247cbeffca7c439d"/>
    <p:sldId xmlns:r="http://schemas.openxmlformats.org/officeDocument/2006/relationships" id="320" r:id="R32c5dbf3df234c8b"/>
    <p:sldId xmlns:r="http://schemas.openxmlformats.org/officeDocument/2006/relationships" id="321" r:id="Rb9554f618bd8441e"/>
    <p:sldId xmlns:r="http://schemas.openxmlformats.org/officeDocument/2006/relationships" id="322" r:id="R1749d91b95eb461d"/>
    <p:sldId xmlns:r="http://schemas.openxmlformats.org/officeDocument/2006/relationships" id="323" r:id="R1713987abf99441b"/>
    <p:sldId xmlns:r="http://schemas.openxmlformats.org/officeDocument/2006/relationships" id="324" r:id="R02641641a7594367"/>
    <p:sldId xmlns:r="http://schemas.openxmlformats.org/officeDocument/2006/relationships" id="325" r:id="R292388edf5c64df2"/>
    <p:sldId xmlns:r="http://schemas.openxmlformats.org/officeDocument/2006/relationships" id="326" r:id="Re7ee9a3a64fa4528"/>
    <p:sldId xmlns:r="http://schemas.openxmlformats.org/officeDocument/2006/relationships" id="327" r:id="Rba0dc6d5cd7e4a5a"/>
    <p:sldId xmlns:r="http://schemas.openxmlformats.org/officeDocument/2006/relationships" id="328" r:id="R3d67dd5492f141a0"/>
    <p:sldId xmlns:r="http://schemas.openxmlformats.org/officeDocument/2006/relationships" id="329" r:id="R738f17431e3b41a9"/>
    <p:sldId xmlns:r="http://schemas.openxmlformats.org/officeDocument/2006/relationships" id="330" r:id="R29953c62eb574d92"/>
    <p:sldId xmlns:r="http://schemas.openxmlformats.org/officeDocument/2006/relationships" id="331" r:id="R1a928e1ef87742f7"/>
    <p:sldId xmlns:r="http://schemas.openxmlformats.org/officeDocument/2006/relationships" id="332" r:id="R35698773fbb049ca"/>
    <p:sldId xmlns:r="http://schemas.openxmlformats.org/officeDocument/2006/relationships" id="333" r:id="R46f8ae1fbfed4dd2"/>
    <p:sldId xmlns:r="http://schemas.openxmlformats.org/officeDocument/2006/relationships" id="334" r:id="Rf29c148e13aa4ab5"/>
    <p:sldId xmlns:r="http://schemas.openxmlformats.org/officeDocument/2006/relationships" id="335" r:id="Rfd6603c88f3c4d5c"/>
    <p:sldId xmlns:r="http://schemas.openxmlformats.org/officeDocument/2006/relationships" id="336" r:id="R9cfb6621f42d402e"/>
    <p:sldId xmlns:r="http://schemas.openxmlformats.org/officeDocument/2006/relationships" id="337" r:id="R8e001e9e9a894d46"/>
    <p:sldId xmlns:r="http://schemas.openxmlformats.org/officeDocument/2006/relationships" id="338" r:id="R36a10c6dea764c2a"/>
    <p:sldId xmlns:r="http://schemas.openxmlformats.org/officeDocument/2006/relationships" id="339" r:id="R80af003dbc7e49b5"/>
    <p:sldId xmlns:r="http://schemas.openxmlformats.org/officeDocument/2006/relationships" id="340" r:id="R530470b56f824f89"/>
    <p:sldId xmlns:r="http://schemas.openxmlformats.org/officeDocument/2006/relationships" id="341" r:id="Rf18ffa8f9e1441dc"/>
    <p:sldId xmlns:r="http://schemas.openxmlformats.org/officeDocument/2006/relationships" id="342" r:id="R7d52b8e983844f2f"/>
    <p:sldId xmlns:r="http://schemas.openxmlformats.org/officeDocument/2006/relationships" id="343" r:id="Rca68e55c17884b8d"/>
    <p:sldId xmlns:r="http://schemas.openxmlformats.org/officeDocument/2006/relationships" id="344" r:id="R96cadaa94ce34790"/>
    <p:sldId xmlns:r="http://schemas.openxmlformats.org/officeDocument/2006/relationships" id="345" r:id="R48977a1253244a7d"/>
    <p:sldId xmlns:r="http://schemas.openxmlformats.org/officeDocument/2006/relationships" id="346" r:id="Rcedf5df473d84c79"/>
    <p:sldId xmlns:r="http://schemas.openxmlformats.org/officeDocument/2006/relationships" id="347" r:id="R00d6ec900c804217"/>
    <p:sldId xmlns:r="http://schemas.openxmlformats.org/officeDocument/2006/relationships" id="348" r:id="R48e4d8c9877c421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6b375a7a7b54bba" /><Relationship Type="http://schemas.openxmlformats.org/officeDocument/2006/relationships/slideMaster" Target="/ppt/slideMasters/slideMaster1.xml" Id="R3a8c426220b8493e" /><Relationship Type="http://schemas.openxmlformats.org/officeDocument/2006/relationships/notesMaster" Target="/ppt/notesMasters/notesMaster1.xml" Id="R0a80fed1eba7475b" /><Relationship Type="http://schemas.openxmlformats.org/officeDocument/2006/relationships/presProps" Target="/ppt/presProps.xml" Id="R77e0df0d1a9c4df0" /><Relationship Type="http://schemas.openxmlformats.org/officeDocument/2006/relationships/tableStyles" Target="/ppt/tableStyles.xml" Id="R984b8d4a98d84dbf" /><Relationship Type="http://schemas.openxmlformats.org/officeDocument/2006/relationships/slide" Target="/ppt/slides/slide1.xml" Id="R6f01792b3b604f1c" /><Relationship Type="http://schemas.openxmlformats.org/officeDocument/2006/relationships/slide" Target="/ppt/slides/slide2.xml" Id="R77659a54c375497b" /><Relationship Type="http://schemas.openxmlformats.org/officeDocument/2006/relationships/slide" Target="/ppt/slides/slide3.xml" Id="Rb9f995ab9d374f91" /><Relationship Type="http://schemas.openxmlformats.org/officeDocument/2006/relationships/slide" Target="/ppt/slides/slide4.xml" Id="Rbf3ef1e09b5446cf" /><Relationship Type="http://schemas.openxmlformats.org/officeDocument/2006/relationships/slide" Target="/ppt/slides/slide5.xml" Id="Rbf5dbaff82cf4210" /><Relationship Type="http://schemas.openxmlformats.org/officeDocument/2006/relationships/slide" Target="/ppt/slides/slide6.xml" Id="Rbdf2d1fa118b409d" /><Relationship Type="http://schemas.openxmlformats.org/officeDocument/2006/relationships/slide" Target="/ppt/slides/slide7.xml" Id="R5d47b4da3afe43d2" /><Relationship Type="http://schemas.openxmlformats.org/officeDocument/2006/relationships/slide" Target="/ppt/slides/slide8.xml" Id="R40196c88a19a4b68" /><Relationship Type="http://schemas.openxmlformats.org/officeDocument/2006/relationships/slide" Target="/ppt/slides/slide9.xml" Id="R874b97cf67f64aa7" /><Relationship Type="http://schemas.openxmlformats.org/officeDocument/2006/relationships/slide" Target="/ppt/slides/slide10.xml" Id="R2d3fd2c9a0174fc9" /><Relationship Type="http://schemas.openxmlformats.org/officeDocument/2006/relationships/slide" Target="/ppt/slides/slide11.xml" Id="R03d34988654e4b07" /><Relationship Type="http://schemas.openxmlformats.org/officeDocument/2006/relationships/slide" Target="/ppt/slides/slide12.xml" Id="Ra40c3f5f575b48ee" /><Relationship Type="http://schemas.openxmlformats.org/officeDocument/2006/relationships/slide" Target="/ppt/slides/slide13.xml" Id="R9a3834a939b44f93" /><Relationship Type="http://schemas.openxmlformats.org/officeDocument/2006/relationships/slide" Target="/ppt/slides/slide14.xml" Id="R50f8693047074db0" /><Relationship Type="http://schemas.openxmlformats.org/officeDocument/2006/relationships/slide" Target="/ppt/slides/slide15.xml" Id="R9461770781104bb3" /><Relationship Type="http://schemas.openxmlformats.org/officeDocument/2006/relationships/slide" Target="/ppt/slides/slide16.xml" Id="R35a264fed580430e" /><Relationship Type="http://schemas.openxmlformats.org/officeDocument/2006/relationships/slide" Target="/ppt/slides/slide17.xml" Id="R758938090775442d" /><Relationship Type="http://schemas.openxmlformats.org/officeDocument/2006/relationships/slide" Target="/ppt/slides/slide18.xml" Id="R4df6ab5df7084a00" /><Relationship Type="http://schemas.openxmlformats.org/officeDocument/2006/relationships/slide" Target="/ppt/slides/slide19.xml" Id="R885376ffdb8b4838" /><Relationship Type="http://schemas.openxmlformats.org/officeDocument/2006/relationships/slide" Target="/ppt/slides/slide20.xml" Id="R6f102920afc84e58" /><Relationship Type="http://schemas.openxmlformats.org/officeDocument/2006/relationships/slide" Target="/ppt/slides/slide21.xml" Id="R752c6513d6f74ec9" /><Relationship Type="http://schemas.openxmlformats.org/officeDocument/2006/relationships/slide" Target="/ppt/slides/slide22.xml" Id="R72fce01895bf499c" /><Relationship Type="http://schemas.openxmlformats.org/officeDocument/2006/relationships/slide" Target="/ppt/slides/slide23.xml" Id="R81d246292b8b4d34" /><Relationship Type="http://schemas.openxmlformats.org/officeDocument/2006/relationships/slide" Target="/ppt/slides/slide24.xml" Id="R7e6b5c9b3a1149df" /><Relationship Type="http://schemas.openxmlformats.org/officeDocument/2006/relationships/slide" Target="/ppt/slides/slide25.xml" Id="R670c3c02ddd84e76" /><Relationship Type="http://schemas.openxmlformats.org/officeDocument/2006/relationships/slide" Target="/ppt/slides/slide26.xml" Id="R49d063b3ff8a4b02" /><Relationship Type="http://schemas.openxmlformats.org/officeDocument/2006/relationships/slide" Target="/ppt/slides/slide27.xml" Id="Rbfa86e91b8cd43d2" /><Relationship Type="http://schemas.openxmlformats.org/officeDocument/2006/relationships/slide" Target="/ppt/slides/slide28.xml" Id="R81b60d75d57846e8" /><Relationship Type="http://schemas.openxmlformats.org/officeDocument/2006/relationships/slide" Target="/ppt/slides/slide29.xml" Id="Ra4afec4a7a11417a" /><Relationship Type="http://schemas.openxmlformats.org/officeDocument/2006/relationships/slide" Target="/ppt/slides/slide30.xml" Id="R2d77b7b2e9f0426e" /><Relationship Type="http://schemas.openxmlformats.org/officeDocument/2006/relationships/slide" Target="/ppt/slides/slide31.xml" Id="R8ccc578d475848a1" /><Relationship Type="http://schemas.openxmlformats.org/officeDocument/2006/relationships/slide" Target="/ppt/slides/slide32.xml" Id="R11eab4b97a9c4757" /><Relationship Type="http://schemas.openxmlformats.org/officeDocument/2006/relationships/slide" Target="/ppt/slides/slide33.xml" Id="R56986608b5d04a14" /><Relationship Type="http://schemas.openxmlformats.org/officeDocument/2006/relationships/slide" Target="/ppt/slides/slide34.xml" Id="Rc4ad0793377e40d4" /><Relationship Type="http://schemas.openxmlformats.org/officeDocument/2006/relationships/slide" Target="/ppt/slides/slide35.xml" Id="Ra8090638d63e42fe" /><Relationship Type="http://schemas.openxmlformats.org/officeDocument/2006/relationships/slide" Target="/ppt/slides/slide36.xml" Id="R44d95654f7d54f3b" /><Relationship Type="http://schemas.openxmlformats.org/officeDocument/2006/relationships/slide" Target="/ppt/slides/slide37.xml" Id="R83e9943f9aff4919" /><Relationship Type="http://schemas.openxmlformats.org/officeDocument/2006/relationships/slide" Target="/ppt/slides/slide38.xml" Id="Rc443d5eb26ca4ba1" /><Relationship Type="http://schemas.openxmlformats.org/officeDocument/2006/relationships/slide" Target="/ppt/slides/slide39.xml" Id="Rf659850279574dc4" /><Relationship Type="http://schemas.openxmlformats.org/officeDocument/2006/relationships/slide" Target="/ppt/slides/slide40.xml" Id="R84999a905e244288" /><Relationship Type="http://schemas.openxmlformats.org/officeDocument/2006/relationships/slide" Target="/ppt/slides/slide41.xml" Id="R90e9c180bf4643eb" /><Relationship Type="http://schemas.openxmlformats.org/officeDocument/2006/relationships/slide" Target="/ppt/slides/slide42.xml" Id="R3086b7ba6e484fc5" /><Relationship Type="http://schemas.openxmlformats.org/officeDocument/2006/relationships/slide" Target="/ppt/slides/slide43.xml" Id="R981ea2d9a15b465c" /><Relationship Type="http://schemas.openxmlformats.org/officeDocument/2006/relationships/slide" Target="/ppt/slides/slide44.xml" Id="R6dfa5b0ac52f4d4b" /><Relationship Type="http://schemas.openxmlformats.org/officeDocument/2006/relationships/slide" Target="/ppt/slides/slide45.xml" Id="R8e1dc50145ca4cd8" /><Relationship Type="http://schemas.openxmlformats.org/officeDocument/2006/relationships/slide" Target="/ppt/slides/slide46.xml" Id="R08d6d7f2b1da4ddc" /><Relationship Type="http://schemas.openxmlformats.org/officeDocument/2006/relationships/slide" Target="/ppt/slides/slide47.xml" Id="Rec1d8773cfdd4f4e" /><Relationship Type="http://schemas.openxmlformats.org/officeDocument/2006/relationships/slide" Target="/ppt/slides/slide48.xml" Id="Rcbba0bf89ff34f62" /><Relationship Type="http://schemas.openxmlformats.org/officeDocument/2006/relationships/slide" Target="/ppt/slides/slide49.xml" Id="Rd6965860dabd469e" /><Relationship Type="http://schemas.openxmlformats.org/officeDocument/2006/relationships/slide" Target="/ppt/slides/slide50.xml" Id="Rdacb096a0e7a4fb2" /><Relationship Type="http://schemas.openxmlformats.org/officeDocument/2006/relationships/slide" Target="/ppt/slides/slide51.xml" Id="R81b6dc491173454e" /><Relationship Type="http://schemas.openxmlformats.org/officeDocument/2006/relationships/slide" Target="/ppt/slides/slide52.xml" Id="R23c58fb56c5d4673" /><Relationship Type="http://schemas.openxmlformats.org/officeDocument/2006/relationships/slide" Target="/ppt/slides/slide53.xml" Id="Rdaeda0862bcc4b9d" /><Relationship Type="http://schemas.openxmlformats.org/officeDocument/2006/relationships/slide" Target="/ppt/slides/slide54.xml" Id="R3c1faa75186b4032" /><Relationship Type="http://schemas.openxmlformats.org/officeDocument/2006/relationships/slide" Target="/ppt/slides/slide55.xml" Id="Ra437ac98d5294011" /><Relationship Type="http://schemas.openxmlformats.org/officeDocument/2006/relationships/slide" Target="/ppt/slides/slide56.xml" Id="R9ff7de781376449b" /><Relationship Type="http://schemas.openxmlformats.org/officeDocument/2006/relationships/slide" Target="/ppt/slides/slide57.xml" Id="Rf1bec62eef7540ea" /><Relationship Type="http://schemas.openxmlformats.org/officeDocument/2006/relationships/slide" Target="/ppt/slides/slide58.xml" Id="R486e46ca176342ec" /><Relationship Type="http://schemas.openxmlformats.org/officeDocument/2006/relationships/slide" Target="/ppt/slides/slide59.xml" Id="R5c1c81d97ca8490b" /><Relationship Type="http://schemas.openxmlformats.org/officeDocument/2006/relationships/slide" Target="/ppt/slides/slide60.xml" Id="Rda07e7d96aa74091" /><Relationship Type="http://schemas.openxmlformats.org/officeDocument/2006/relationships/slide" Target="/ppt/slides/slide61.xml" Id="R14c97e78d8594412" /><Relationship Type="http://schemas.openxmlformats.org/officeDocument/2006/relationships/slide" Target="/ppt/slides/slide62.xml" Id="Ra47d9c318b1b4b5c" /><Relationship Type="http://schemas.openxmlformats.org/officeDocument/2006/relationships/slide" Target="/ppt/slides/slide63.xml" Id="R010b55aab29a4aa3" /><Relationship Type="http://schemas.openxmlformats.org/officeDocument/2006/relationships/slide" Target="/ppt/slides/slide64.xml" Id="R247cbeffca7c439d" /><Relationship Type="http://schemas.openxmlformats.org/officeDocument/2006/relationships/slide" Target="/ppt/slides/slide65.xml" Id="R32c5dbf3df234c8b" /><Relationship Type="http://schemas.openxmlformats.org/officeDocument/2006/relationships/slide" Target="/ppt/slides/slide66.xml" Id="Rb9554f618bd8441e" /><Relationship Type="http://schemas.openxmlformats.org/officeDocument/2006/relationships/slide" Target="/ppt/slides/slide67.xml" Id="R1749d91b95eb461d" /><Relationship Type="http://schemas.openxmlformats.org/officeDocument/2006/relationships/slide" Target="/ppt/slides/slide68.xml" Id="R1713987abf99441b" /><Relationship Type="http://schemas.openxmlformats.org/officeDocument/2006/relationships/slide" Target="/ppt/slides/slide69.xml" Id="R02641641a7594367" /><Relationship Type="http://schemas.openxmlformats.org/officeDocument/2006/relationships/slide" Target="/ppt/slides/slide70.xml" Id="R292388edf5c64df2" /><Relationship Type="http://schemas.openxmlformats.org/officeDocument/2006/relationships/slide" Target="/ppt/slides/slide71.xml" Id="Re7ee9a3a64fa4528" /><Relationship Type="http://schemas.openxmlformats.org/officeDocument/2006/relationships/slide" Target="/ppt/slides/slide72.xml" Id="Rba0dc6d5cd7e4a5a" /><Relationship Type="http://schemas.openxmlformats.org/officeDocument/2006/relationships/slide" Target="/ppt/slides/slide73.xml" Id="R3d67dd5492f141a0" /><Relationship Type="http://schemas.openxmlformats.org/officeDocument/2006/relationships/slide" Target="/ppt/slides/slide74.xml" Id="R738f17431e3b41a9" /><Relationship Type="http://schemas.openxmlformats.org/officeDocument/2006/relationships/slide" Target="/ppt/slides/slide75.xml" Id="R29953c62eb574d92" /><Relationship Type="http://schemas.openxmlformats.org/officeDocument/2006/relationships/slide" Target="/ppt/slides/slide76.xml" Id="R1a928e1ef87742f7" /><Relationship Type="http://schemas.openxmlformats.org/officeDocument/2006/relationships/slide" Target="/ppt/slides/slide77.xml" Id="R35698773fbb049ca" /><Relationship Type="http://schemas.openxmlformats.org/officeDocument/2006/relationships/slide" Target="/ppt/slides/slide78.xml" Id="R46f8ae1fbfed4dd2" /><Relationship Type="http://schemas.openxmlformats.org/officeDocument/2006/relationships/slide" Target="/ppt/slides/slide79.xml" Id="Rf29c148e13aa4ab5" /><Relationship Type="http://schemas.openxmlformats.org/officeDocument/2006/relationships/slide" Target="/ppt/slides/slide80.xml" Id="Rfd6603c88f3c4d5c" /><Relationship Type="http://schemas.openxmlformats.org/officeDocument/2006/relationships/slide" Target="/ppt/slides/slide81.xml" Id="R9cfb6621f42d402e" /><Relationship Type="http://schemas.openxmlformats.org/officeDocument/2006/relationships/slide" Target="/ppt/slides/slide82.xml" Id="R8e001e9e9a894d46" /><Relationship Type="http://schemas.openxmlformats.org/officeDocument/2006/relationships/slide" Target="/ppt/slides/slide83.xml" Id="R36a10c6dea764c2a" /><Relationship Type="http://schemas.openxmlformats.org/officeDocument/2006/relationships/slide" Target="/ppt/slides/slide84.xml" Id="R80af003dbc7e49b5" /><Relationship Type="http://schemas.openxmlformats.org/officeDocument/2006/relationships/slide" Target="/ppt/slides/slide85.xml" Id="R530470b56f824f89" /><Relationship Type="http://schemas.openxmlformats.org/officeDocument/2006/relationships/slide" Target="/ppt/slides/slide86.xml" Id="Rf18ffa8f9e1441dc" /><Relationship Type="http://schemas.openxmlformats.org/officeDocument/2006/relationships/slide" Target="/ppt/slides/slide87.xml" Id="R7d52b8e983844f2f" /><Relationship Type="http://schemas.openxmlformats.org/officeDocument/2006/relationships/slide" Target="/ppt/slides/slide88.xml" Id="Rca68e55c17884b8d" /><Relationship Type="http://schemas.openxmlformats.org/officeDocument/2006/relationships/slide" Target="/ppt/slides/slide89.xml" Id="R96cadaa94ce34790" /><Relationship Type="http://schemas.openxmlformats.org/officeDocument/2006/relationships/slide" Target="/ppt/slides/slide90.xml" Id="R48977a1253244a7d" /><Relationship Type="http://schemas.openxmlformats.org/officeDocument/2006/relationships/slide" Target="/ppt/slides/slide91.xml" Id="Rcedf5df473d84c79" /><Relationship Type="http://schemas.openxmlformats.org/officeDocument/2006/relationships/slide" Target="/ppt/slides/slide92.xml" Id="R00d6ec900c804217" /><Relationship Type="http://schemas.openxmlformats.org/officeDocument/2006/relationships/slide" Target="/ppt/slides/slide93.xml" Id="R48e4d8c9877c421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59733fa0e46433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bcd94090dd44531" /><Relationship Type="http://schemas.openxmlformats.org/officeDocument/2006/relationships/notesMaster" Target="/ppt/notesMasters/notesMaster1.xml" Id="R2ad38a16b4b44a82" /></Relationships>
</file>

<file path=ppt/notesSlides/_rels/notesSlide2.xml.rels>&#65279;<?xml version="1.0" encoding="utf-8"?><Relationships xmlns="http://schemas.openxmlformats.org/package/2006/relationships"><Relationship Type="http://schemas.openxmlformats.org/officeDocument/2006/relationships/slide" Target="/ppt/slides/slide2.xml" Id="Rd297583c92c64773" /><Relationship Type="http://schemas.openxmlformats.org/officeDocument/2006/relationships/notesMaster" Target="/ppt/notesMasters/notesMaster1.xml" Id="Rb1262bd26db74cea" /></Relationships>
</file>

<file path=ppt/notesSlides/_rels/notesSlide3.xml.rels>&#65279;<?xml version="1.0" encoding="utf-8"?><Relationships xmlns="http://schemas.openxmlformats.org/package/2006/relationships"><Relationship Type="http://schemas.openxmlformats.org/officeDocument/2006/relationships/slide" Target="/ppt/slides/slide3.xml" Id="Red1a347e419e463d" /><Relationship Type="http://schemas.openxmlformats.org/officeDocument/2006/relationships/notesMaster" Target="/ppt/notesMasters/notesMaster1.xml" Id="R1d369693ad5547ae" /></Relationships>
</file>

<file path=ppt/notesSlides/_rels/notesSlide4.xml.rels>&#65279;<?xml version="1.0" encoding="utf-8"?><Relationships xmlns="http://schemas.openxmlformats.org/package/2006/relationships"><Relationship Type="http://schemas.openxmlformats.org/officeDocument/2006/relationships/slide" Target="/ppt/slides/slide4.xml" Id="Rf3b3c9a80b084405" /><Relationship Type="http://schemas.openxmlformats.org/officeDocument/2006/relationships/notesMaster" Target="/ppt/notesMasters/notesMaster1.xml" Id="Radfcdfe3021c40e0" /></Relationships>
</file>

<file path=ppt/notesSlides/_rels/notesSlide5.xml.rels>&#65279;<?xml version="1.0" encoding="utf-8"?><Relationships xmlns="http://schemas.openxmlformats.org/package/2006/relationships"><Relationship Type="http://schemas.openxmlformats.org/officeDocument/2006/relationships/slide" Target="/ppt/slides/slide5.xml" Id="R792ce0d0d85f44d4" /><Relationship Type="http://schemas.openxmlformats.org/officeDocument/2006/relationships/notesMaster" Target="/ppt/notesMasters/notesMaster1.xml" Id="Rf75a35a7406949fe" /></Relationships>
</file>

<file path=ppt/notesSlides/_rels/notesSlide6.xml.rels>&#65279;<?xml version="1.0" encoding="utf-8"?><Relationships xmlns="http://schemas.openxmlformats.org/package/2006/relationships"><Relationship Type="http://schemas.openxmlformats.org/officeDocument/2006/relationships/slide" Target="/ppt/slides/slide6.xml" Id="R16276d19f69242d2" /><Relationship Type="http://schemas.openxmlformats.org/officeDocument/2006/relationships/notesMaster" Target="/ppt/notesMasters/notesMaster1.xml" Id="Rafc0f205f82d4fca" /></Relationships>
</file>

<file path=ppt/notesSlides/_rels/notesSlide7.xml.rels>&#65279;<?xml version="1.0" encoding="utf-8"?><Relationships xmlns="http://schemas.openxmlformats.org/package/2006/relationships"><Relationship Type="http://schemas.openxmlformats.org/officeDocument/2006/relationships/slide" Target="/ppt/slides/slide7.xml" Id="R37bcc3e5411543f4" /><Relationship Type="http://schemas.openxmlformats.org/officeDocument/2006/relationships/notesMaster" Target="/ppt/notesMasters/notesMaster1.xml" Id="Rd7905b7e61524f8b" /></Relationships>
</file>

<file path=ppt/notesSlides/_rels/notesSlide8.xml.rels>&#65279;<?xml version="1.0" encoding="utf-8"?><Relationships xmlns="http://schemas.openxmlformats.org/package/2006/relationships"><Relationship Type="http://schemas.openxmlformats.org/officeDocument/2006/relationships/slide" Target="/ppt/slides/slide8.xml" Id="R79f6eb466a7649e7" /><Relationship Type="http://schemas.openxmlformats.org/officeDocument/2006/relationships/notesMaster" Target="/ppt/notesMasters/notesMaster1.xml" Id="R4ab0dcfbe40b436f" /></Relationships>
</file>

<file path=ppt/notesSlides/_rels/notesSlide9.xml.rels>&#65279;<?xml version="1.0" encoding="utf-8"?><Relationships xmlns="http://schemas.openxmlformats.org/package/2006/relationships"><Relationship Type="http://schemas.openxmlformats.org/officeDocument/2006/relationships/slide" Target="/ppt/slides/slide9.xml" Id="Rb13f4f5a83684e60" /><Relationship Type="http://schemas.openxmlformats.org/officeDocument/2006/relationships/notesMaster" Target="/ppt/notesMasters/notesMaster1.xml" Id="Rf6cb63d16337401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77ed2ad22a04c26" /><Relationship Type="http://schemas.openxmlformats.org/officeDocument/2006/relationships/notesMaster" Target="/ppt/notesMasters/notesMaster1.xml" Id="R555660f192064f3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9edec7f80e643ae" /><Relationship Type="http://schemas.openxmlformats.org/officeDocument/2006/relationships/notesMaster" Target="/ppt/notesMasters/notesMaster1.xml" Id="R480fbf5e1ac749a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274b24eebc64f9f" /><Relationship Type="http://schemas.openxmlformats.org/officeDocument/2006/relationships/notesMaster" Target="/ppt/notesMasters/notesMaster1.xml" Id="Rdcfc27474bbe4ab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251ac7baf924228" /><Relationship Type="http://schemas.openxmlformats.org/officeDocument/2006/relationships/notesMaster" Target="/ppt/notesMasters/notesMaster1.xml" Id="R0fa41a3b35a2400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6ff4a54ba9d45a5" /><Relationship Type="http://schemas.openxmlformats.org/officeDocument/2006/relationships/notesMaster" Target="/ppt/notesMasters/notesMaster1.xml" Id="R8debea499604437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aaafd617f624f4a" /><Relationship Type="http://schemas.openxmlformats.org/officeDocument/2006/relationships/notesMaster" Target="/ppt/notesMasters/notesMaster1.xml" Id="R2e15f24816af43b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5c86cb25b2241b4" /><Relationship Type="http://schemas.openxmlformats.org/officeDocument/2006/relationships/notesMaster" Target="/ppt/notesMasters/notesMaster1.xml" Id="Racf5347dc0b14b4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169d4ab80b84b9e" /><Relationship Type="http://schemas.openxmlformats.org/officeDocument/2006/relationships/notesMaster" Target="/ppt/notesMasters/notesMaster1.xml" Id="R6143410155ac4f4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b2bedc1834c4566" /><Relationship Type="http://schemas.openxmlformats.org/officeDocument/2006/relationships/notesMaster" Target="/ppt/notesMasters/notesMaster1.xml" Id="R717070aec3cb476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b63ff3c915640b5" /><Relationship Type="http://schemas.openxmlformats.org/officeDocument/2006/relationships/notesMaster" Target="/ppt/notesMasters/notesMaster1.xml" Id="Rd1f80a756ed046e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c5b8ebaba5d4a5e" /><Relationship Type="http://schemas.openxmlformats.org/officeDocument/2006/relationships/notesMaster" Target="/ppt/notesMasters/notesMaster1.xml" Id="R6f6731872a3f43e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8388a9e204c43e5" /><Relationship Type="http://schemas.openxmlformats.org/officeDocument/2006/relationships/notesMaster" Target="/ppt/notesMasters/notesMaster1.xml" Id="R5a78c858e95642c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17652359ab64369" /><Relationship Type="http://schemas.openxmlformats.org/officeDocument/2006/relationships/notesMaster" Target="/ppt/notesMasters/notesMaster1.xml" Id="R0302fbb00c694b8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22ff31974f04934" /><Relationship Type="http://schemas.openxmlformats.org/officeDocument/2006/relationships/notesMaster" Target="/ppt/notesMasters/notesMaster1.xml" Id="Rfb52f71f88e6475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b12c2fe6acf4e65" /><Relationship Type="http://schemas.openxmlformats.org/officeDocument/2006/relationships/notesMaster" Target="/ppt/notesMasters/notesMaster1.xml" Id="R6fba9171c80d4bb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eb2f9e2e2b04770" /><Relationship Type="http://schemas.openxmlformats.org/officeDocument/2006/relationships/notesMaster" Target="/ppt/notesMasters/notesMaster1.xml" Id="Rfebbdbfa80be4f2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4773883bb2848a2" /><Relationship Type="http://schemas.openxmlformats.org/officeDocument/2006/relationships/notesMaster" Target="/ppt/notesMasters/notesMaster1.xml" Id="R43362fb10f6e4ec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1efcf668de34c91" /><Relationship Type="http://schemas.openxmlformats.org/officeDocument/2006/relationships/notesMaster" Target="/ppt/notesMasters/notesMaster1.xml" Id="Rabe56e3516d6420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f36aceb3d344a44" /><Relationship Type="http://schemas.openxmlformats.org/officeDocument/2006/relationships/notesMaster" Target="/ppt/notesMasters/notesMaster1.xml" Id="Re399d0bdb1c8447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baec4a67f7946e2" /><Relationship Type="http://schemas.openxmlformats.org/officeDocument/2006/relationships/notesMaster" Target="/ppt/notesMasters/notesMaster1.xml" Id="R22b2f7c45bdc4a5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c4b81e869e245f9" /><Relationship Type="http://schemas.openxmlformats.org/officeDocument/2006/relationships/notesMaster" Target="/ppt/notesMasters/notesMaster1.xml" Id="Rb3193257e2c84c5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8abbc1a501b4be8" /><Relationship Type="http://schemas.openxmlformats.org/officeDocument/2006/relationships/notesMaster" Target="/ppt/notesMasters/notesMaster1.xml" Id="R405fc8a25aa14db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10fcb8934b04214" /><Relationship Type="http://schemas.openxmlformats.org/officeDocument/2006/relationships/notesMaster" Target="/ppt/notesMasters/notesMaster1.xml" Id="R8e25f90f7ebd419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e2c086bb69b4901" /><Relationship Type="http://schemas.openxmlformats.org/officeDocument/2006/relationships/notesMaster" Target="/ppt/notesMasters/notesMaster1.xml" Id="R2d42a0b1a72b4e3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bc7047c5a044de9" /><Relationship Type="http://schemas.openxmlformats.org/officeDocument/2006/relationships/notesMaster" Target="/ppt/notesMasters/notesMaster1.xml" Id="Rf5c25c90075f4d8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4a0f1fa1199459e" /><Relationship Type="http://schemas.openxmlformats.org/officeDocument/2006/relationships/notesMaster" Target="/ppt/notesMasters/notesMaster1.xml" Id="R9339f4933f5d45b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f525d96dc734e4d" /><Relationship Type="http://schemas.openxmlformats.org/officeDocument/2006/relationships/notesMaster" Target="/ppt/notesMasters/notesMaster1.xml" Id="R2153c3d9ba8649b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9ee3e95b9774e1f" /><Relationship Type="http://schemas.openxmlformats.org/officeDocument/2006/relationships/notesMaster" Target="/ppt/notesMasters/notesMaster1.xml" Id="R29c71461ce7f44d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61ac06d5b6bb40c2" /><Relationship Type="http://schemas.openxmlformats.org/officeDocument/2006/relationships/notesMaster" Target="/ppt/notesMasters/notesMaster1.xml" Id="Rd281bc288c56467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ff4edf9bbe54842" /><Relationship Type="http://schemas.openxmlformats.org/officeDocument/2006/relationships/notesMaster" Target="/ppt/notesMasters/notesMaster1.xml" Id="R47426048b9734014"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bd09904b7194c27" /><Relationship Type="http://schemas.openxmlformats.org/officeDocument/2006/relationships/notesMaster" Target="/ppt/notesMasters/notesMaster1.xml" Id="R129b58593c284b0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a8743b880b934149" /><Relationship Type="http://schemas.openxmlformats.org/officeDocument/2006/relationships/notesMaster" Target="/ppt/notesMasters/notesMaster1.xml" Id="Ree0ff69ed1a84b6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1504497abc54d3c" /><Relationship Type="http://schemas.openxmlformats.org/officeDocument/2006/relationships/notesMaster" Target="/ppt/notesMasters/notesMaster1.xml" Id="R507990a258ee4879"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026ed8696e143ad" /><Relationship Type="http://schemas.openxmlformats.org/officeDocument/2006/relationships/notesMaster" Target="/ppt/notesMasters/notesMaster1.xml" Id="R1bbf77bfb0a74d4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a3faaefb5d94854" /><Relationship Type="http://schemas.openxmlformats.org/officeDocument/2006/relationships/notesMaster" Target="/ppt/notesMasters/notesMaster1.xml" Id="R79618edc1be74415"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6bc3fb937054929" /><Relationship Type="http://schemas.openxmlformats.org/officeDocument/2006/relationships/notesMaster" Target="/ppt/notesMasters/notesMaster1.xml" Id="Rd19c9acd927442b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6756329d68ca448c" /><Relationship Type="http://schemas.openxmlformats.org/officeDocument/2006/relationships/notesMaster" Target="/ppt/notesMasters/notesMaster1.xml" Id="R5d04bb428a49439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f82a8afdd9e4e07" /><Relationship Type="http://schemas.openxmlformats.org/officeDocument/2006/relationships/notesMaster" Target="/ppt/notesMasters/notesMaster1.xml" Id="R4abbc94145fa466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7bb97118bc244aa8" /><Relationship Type="http://schemas.openxmlformats.org/officeDocument/2006/relationships/notesMaster" Target="/ppt/notesMasters/notesMaster1.xml" Id="Rfafc4084fdac443f"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059326b1eecb49d2" /><Relationship Type="http://schemas.openxmlformats.org/officeDocument/2006/relationships/notesMaster" Target="/ppt/notesMasters/notesMaster1.xml" Id="R0865aea3b3434cb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60225fdcf4474ad7" /><Relationship Type="http://schemas.openxmlformats.org/officeDocument/2006/relationships/notesMaster" Target="/ppt/notesMasters/notesMaster1.xml" Id="R8bcf391d7617473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338f92d3dd248ab" /><Relationship Type="http://schemas.openxmlformats.org/officeDocument/2006/relationships/notesMaster" Target="/ppt/notesMasters/notesMaster1.xml" Id="Rd0f1c773d2aa4505"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e7f5130c7c14344" /><Relationship Type="http://schemas.openxmlformats.org/officeDocument/2006/relationships/notesMaster" Target="/ppt/notesMasters/notesMaster1.xml" Id="R7ba5ca92446e42e6"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4d35dcec2aae470a" /><Relationship Type="http://schemas.openxmlformats.org/officeDocument/2006/relationships/notesMaster" Target="/ppt/notesMasters/notesMaster1.xml" Id="R5464df39b733435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a08932f393604186" /><Relationship Type="http://schemas.openxmlformats.org/officeDocument/2006/relationships/notesMaster" Target="/ppt/notesMasters/notesMaster1.xml" Id="R6964fcd9fadc4dbb"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183adf2be51845bd" /><Relationship Type="http://schemas.openxmlformats.org/officeDocument/2006/relationships/notesMaster" Target="/ppt/notesMasters/notesMaster1.xml" Id="R3bc07741be6f47a9"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b49f85f1012c4219" /><Relationship Type="http://schemas.openxmlformats.org/officeDocument/2006/relationships/notesMaster" Target="/ppt/notesMasters/notesMaster1.xml" Id="Rdb30193c10024803"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d47f34f133504694" /><Relationship Type="http://schemas.openxmlformats.org/officeDocument/2006/relationships/notesMaster" Target="/ppt/notesMasters/notesMaster1.xml" Id="R0e22036ee175457b"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b90bb0b216c544a9" /><Relationship Type="http://schemas.openxmlformats.org/officeDocument/2006/relationships/notesMaster" Target="/ppt/notesMasters/notesMaster1.xml" Id="R79334f52802d49e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f180fa1649e4689" /><Relationship Type="http://schemas.openxmlformats.org/officeDocument/2006/relationships/notesMaster" Target="/ppt/notesMasters/notesMaster1.xml" Id="R6f1c167b0df34d3b"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4a451bdffb1449fd" /><Relationship Type="http://schemas.openxmlformats.org/officeDocument/2006/relationships/notesMaster" Target="/ppt/notesMasters/notesMaster1.xml" Id="R0372023bb8cf464e"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2d5b105ad3774840" /><Relationship Type="http://schemas.openxmlformats.org/officeDocument/2006/relationships/notesMaster" Target="/ppt/notesMasters/notesMaster1.xml" Id="Rd3bc05fc2d54428a"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e587acf9eb5426d" /><Relationship Type="http://schemas.openxmlformats.org/officeDocument/2006/relationships/notesMaster" Target="/ppt/notesMasters/notesMaster1.xml" Id="R1e9e44436aaf4311"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57360ccd83f74dc8" /><Relationship Type="http://schemas.openxmlformats.org/officeDocument/2006/relationships/notesMaster" Target="/ppt/notesMasters/notesMaster1.xml" Id="Ra2fb347aaf074225"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eb48d82fe7444f6c" /><Relationship Type="http://schemas.openxmlformats.org/officeDocument/2006/relationships/notesMaster" Target="/ppt/notesMasters/notesMaster1.xml" Id="R037511ffce2c4fa6"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96e44163a1b646b6" /><Relationship Type="http://schemas.openxmlformats.org/officeDocument/2006/relationships/notesMaster" Target="/ppt/notesMasters/notesMaster1.xml" Id="R0e49a200b3e54857"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c7aeb4091aa441d7" /><Relationship Type="http://schemas.openxmlformats.org/officeDocument/2006/relationships/notesMaster" Target="/ppt/notesMasters/notesMaster1.xml" Id="R090674c9466c4309"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c458028f9ae748a6" /><Relationship Type="http://schemas.openxmlformats.org/officeDocument/2006/relationships/notesMaster" Target="/ppt/notesMasters/notesMaster1.xml" Id="R1759b226795c492a"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e0ffd536093442f6" /><Relationship Type="http://schemas.openxmlformats.org/officeDocument/2006/relationships/notesMaster" Target="/ppt/notesMasters/notesMaster1.xml" Id="R5efcde8e1cc845ca"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0c7d5173eee94dd0" /><Relationship Type="http://schemas.openxmlformats.org/officeDocument/2006/relationships/notesMaster" Target="/ppt/notesMasters/notesMaster1.xml" Id="R6e449064facd4c24"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f0e3af5587634d81" /><Relationship Type="http://schemas.openxmlformats.org/officeDocument/2006/relationships/notesMaster" Target="/ppt/notesMasters/notesMaster1.xml" Id="R9f30c4d9e9bc4584"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663b034472764a2a" /><Relationship Type="http://schemas.openxmlformats.org/officeDocument/2006/relationships/notesMaster" Target="/ppt/notesMasters/notesMaster1.xml" Id="R90a243987fcb4970"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15422ebb245749dc" /><Relationship Type="http://schemas.openxmlformats.org/officeDocument/2006/relationships/notesMaster" Target="/ppt/notesMasters/notesMaster1.xml" Id="R79f6f8c10241458a"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7b94f288c6064125" /><Relationship Type="http://schemas.openxmlformats.org/officeDocument/2006/relationships/notesMaster" Target="/ppt/notesMasters/notesMaster1.xml" Id="R2e3b71e642fd4094"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75601f4c44aa42da" /><Relationship Type="http://schemas.openxmlformats.org/officeDocument/2006/relationships/notesMaster" Target="/ppt/notesMasters/notesMaster1.xml" Id="R6ca060d5486a4aad"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40adabc698ac407c" /><Relationship Type="http://schemas.openxmlformats.org/officeDocument/2006/relationships/notesMaster" Target="/ppt/notesMasters/notesMaster1.xml" Id="R3c8536ea678b400c"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68addea75e844633" /><Relationship Type="http://schemas.openxmlformats.org/officeDocument/2006/relationships/notesMaster" Target="/ppt/notesMasters/notesMaster1.xml" Id="Rb7df362fab934ebc"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3a7779970d5c4f34" /><Relationship Type="http://schemas.openxmlformats.org/officeDocument/2006/relationships/notesMaster" Target="/ppt/notesMasters/notesMaster1.xml" Id="Re55bd5c64ebf4ccf"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a7d28853d8e846e2" /><Relationship Type="http://schemas.openxmlformats.org/officeDocument/2006/relationships/notesMaster" Target="/ppt/notesMasters/notesMaster1.xml" Id="R741cb1d62a3e4c46"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faab43aad32845ce" /><Relationship Type="http://schemas.openxmlformats.org/officeDocument/2006/relationships/notesMaster" Target="/ppt/notesMasters/notesMaster1.xml" Id="R4e710db31e974ee5"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0eaf900d64994750" /><Relationship Type="http://schemas.openxmlformats.org/officeDocument/2006/relationships/notesMaster" Target="/ppt/notesMasters/notesMaster1.xml" Id="R856133631e0848f3"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4218b9dcb5464933" /><Relationship Type="http://schemas.openxmlformats.org/officeDocument/2006/relationships/notesMaster" Target="/ppt/notesMasters/notesMaster1.xml" Id="Rdeb64e96c5dd4b4a"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dc7720efc5124e59" /><Relationship Type="http://schemas.openxmlformats.org/officeDocument/2006/relationships/notesMaster" Target="/ppt/notesMasters/notesMaster1.xml" Id="R0819b8413e2445e6"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2f2d4dfac6ef4781" /><Relationship Type="http://schemas.openxmlformats.org/officeDocument/2006/relationships/notesMaster" Target="/ppt/notesMasters/notesMaster1.xml" Id="R339eb8ae90634721"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5ec0b309e35d40ec" /><Relationship Type="http://schemas.openxmlformats.org/officeDocument/2006/relationships/notesMaster" Target="/ppt/notesMasters/notesMaster1.xml" Id="Ra8161abf4cba49d7"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5ab5aee70b75469f" /><Relationship Type="http://schemas.openxmlformats.org/officeDocument/2006/relationships/notesMaster" Target="/ppt/notesMasters/notesMaster1.xml" Id="R48aab98d0b2648ea"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04928840212447e3" /><Relationship Type="http://schemas.openxmlformats.org/officeDocument/2006/relationships/notesMaster" Target="/ppt/notesMasters/notesMaster1.xml" Id="R7d54152001e74391"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a53ce8fb4bbe4c02" /><Relationship Type="http://schemas.openxmlformats.org/officeDocument/2006/relationships/notesMaster" Target="/ppt/notesMasters/notesMaster1.xml" Id="R5a632c1e39e846a7"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83f9ed783c784795" /><Relationship Type="http://schemas.openxmlformats.org/officeDocument/2006/relationships/notesMaster" Target="/ppt/notesMasters/notesMaster1.xml" Id="Raf86c039afa442dc"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16dc82f9db834a01" /><Relationship Type="http://schemas.openxmlformats.org/officeDocument/2006/relationships/notesMaster" Target="/ppt/notesMasters/notesMaster1.xml" Id="R7eea4adb8fca49c8"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7dbc26f907974d27" /><Relationship Type="http://schemas.openxmlformats.org/officeDocument/2006/relationships/notesMaster" Target="/ppt/notesMasters/notesMaster1.xml" Id="R960783aea00b45e6"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0abd4f03dec94d84" /><Relationship Type="http://schemas.openxmlformats.org/officeDocument/2006/relationships/notesMaster" Target="/ppt/notesMasters/notesMaster1.xml" Id="R18afc36c4a124cf9"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cf2ac92a649f40cc" /><Relationship Type="http://schemas.openxmlformats.org/officeDocument/2006/relationships/notesMaster" Target="/ppt/notesMasters/notesMaster1.xml" Id="R86e9ccf6d8c84b8a"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089e21c4cc514d2a" /><Relationship Type="http://schemas.openxmlformats.org/officeDocument/2006/relationships/notesMaster" Target="/ppt/notesMasters/notesMaster1.xml" Id="R22f4f7634f9b400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실제 Demo 지식의 원래 출처</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작업에 쓰인 구성의 역할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S62의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S54/S55에서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S58처럼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S54–S58의 지침·수치 설명을 반복하지 않는다. 실제3분 리허설은 UNVERIFIED다.</a:t>
            </a:r>
          </a:p>
          <a:p xmlns:a="http://schemas.openxmlformats.org/drawingml/2006/main">
            <a:r>
              <a:t/>
            </a:r>
          </a:p>
          <a:p xmlns:a="http://schemas.openxmlformats.org/drawingml/2006/main">
            <a:r>
              <a:t>Fallback: LOCAL STATIC ARTIFACT — production/ACT_3.pptx의 S63, production/preview/act3/S63.png 및 production/preview/full/S63.png.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함께 작동하는 작업 환경, Harness</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“S63의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Lecture) S63의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‘Repository 밖에서 적용되는 조건도 있지 않을까요?’로 S65를 연다. 제품이나 새 명령을 실행하지 않는다.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S63의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S66에서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S63/STATE-04-PERF의 AGENTS.md·docs·Skill·tests·benchmark와 기록된 입력/실행 조건을 같은 도식에 대응하는 CAPTURED 정적 요약이다. 실제 실행 캡처가 아니며 제품·Agent·benchmark·Demo repository를 실행하거나 새 Trial을 만들지 않는다. S63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실제 구성 회수0.5, 실행 환경1, 사람의 검토1, 전체 운영 모델·범위1.5. Demo2분: 실제 자료/기록 대응1.5, 저장소 밖 조건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S64, production/preview/act3/S64.png 및 production/preview/full/S64.png.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저장소여도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“S64의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S64의 실행 조건을 회수한다. 위 도식에서 같은 Repository의 코드·AGENTS.md·문서와 외부의 전역 지침/Skills·모델/설정·권한이 한 실행에 적용되는 관계를 짚는다. 점선의 ‘적용 확인’은 실제 세션에서 무엇이 적용됐는지 확인하라는 뜻이다. 조건 두 개를 비교 실행한 실험이나 과거 Trial의 정확한 파일 트리가 아니다.</a:t>
            </a:r>
          </a:p>
          <a:p xmlns:a="http://schemas.openxmlformats.org/drawingml/2006/main">
            <a:r>
              <a:t>2. (1:00–2:00 / Lecture) TRIAL-006에 전역 Skills4개 포함과 시작 경고가 보존됐다는 관찰만 짧게 회수한다. 경고가 실제 Hook/MCP 실행이나 작업 기여를 증명하지 않으며 전체 설정·권한의 감사도 아니다. 결과를 Prompt만의 효과로 분리할 수 없었다는 한계를 남긴다. 이 관찰로 평가·보고를 어떻게 바꿨는지는 ACT4 S80–S84의 다른 질문으로 남긴다.</a:t>
            </a:r>
          </a:p>
          <a:p xmlns:a="http://schemas.openxmlformats.org/drawingml/2006/main">
            <a:r>
              <a:t>3. (2:00–3:00 / Lecture) 이번 장의 실무 판단은 결과와 함께 실제 적용 지침·입력·설정/권한·실행 조건을 남기자는 것이다. 구체 명령이나 새 환경 설정을 지정하지 않는다. OS/runtime도 기록할 조건이며 각 조건의 독립적 효과는 미입증이다. S66에서 같은 확인 기준을 C++ 검사 업무로 옮긴다.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 DEC-0080.</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 세부 보존 범위: TRIAL-006은 전역 Skills4개 포함, Hook 구성 경고, MCP 연결/인증 시작 문제가 있었으나 Hook 실행·소스 변경이나 MCP 작업 결과 기여는 입증하지 않는다. 전역 지침 주입 원문 전체는 별도 보존되지 않았다. TRIAL-007 보고/stderr 불일치와 TRIAL-008의 부분적 영향 기록은 S80–S84에서 다룬다.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S66에서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Repository/외부 조건 관계1, 보존 관찰과 인과 한계1, 기록할 조건과 C++ 전이1. Hook/MCP 정의·오류 목록·후속 Trial 연혁은 여기서 열지 않는다. 실제 리허설은 UNVERIFIED다.</a:t>
            </a:r>
          </a:p>
          <a:p xmlns:a="http://schemas.openxmlformats.org/drawingml/2006/main">
            <a:r>
              <a:t/>
            </a:r>
          </a:p>
          <a:p xmlns:a="http://schemas.openxmlformats.org/drawingml/2006/main">
            <a:r>
              <a:t>Fallback: LOCAL STATIC ARTIFACT — production/ACT_3.pptx의 S65, production/preview/act3/S65.png 및 production/preview/full/S65.png.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통계의 판단을 C++ 검사에 적용하기</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“S65에서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S65의 조건 확인을 C++ 작업에 연결한다.</a:t>
            </a:r>
          </a:p>
          <a:p xmlns:a="http://schemas.openxmlformats.org/drawingml/2006/main">
            <a:r>
              <a:t>6. (4:40–5:00) 세 기준을 옮기는 것이며 실제 C++ Trial이나 회사 성과가 아니라는 범위를 회수한다. 다음 S67에서는 이 중 자기 업무에서 먼저 정리할 반복 한 가지와 검토·갱신 책임을 고르게 한다.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S67로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S65/삽화 연결0.75, 명세1, 수행 방법1, 검증 근거1.25, 실행 조건0.67, 적용 범위/전환0.33. 지연 시 도구 이름과 측정량 상세 설명을 줄이고 세 행의 대응·입력/빌드/장비 조건·교육용 범위는 유지한다.5분에 S67로 이동한다. 실제 리허설은 UNVERIFIED다.</a:t>
            </a:r>
          </a:p>
          <a:p xmlns:a="http://schemas.openxmlformats.org/drawingml/2006/main">
            <a:r>
              <a:t/>
            </a:r>
          </a:p>
          <a:p xmlns:a="http://schemas.openxmlformats.org/drawingml/2006/main">
            <a:r>
              <a:t>Fallback: LOCAL STATIC ARTIFACT — production/ACT_3.pptx의 S66, production/preview/act3/S66.png 및 production/preview/full/S66.png.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업무에서 먼저 정리할 한 가지</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“S66의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Reflection, R1) S66에서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‘위치와 담당을 생각했다면, 다시 확인할 때는?’을 짚는다. 선택한 자료가 다음 작업에도 쓰이는 동안 어떤 기준 변화가 검토를 요구할지 떠올리게 한다. 실제 담당을 정했다고 취급하지 않는다. 실제 STATE-04-PERF 성공은 S68에서 짧게 보존하고, 그다음 별도 가상 사례에서 유지 문제를 살펴본다. 성공을 다시 자세히 설명하거나 가상 변화의 결과를 먼저 말하지 않는다.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S66의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정적 성찰 화면이다. R1은 세 후보→하나 선택→위치/담당 질문, R2는 선택적 Q&amp;A, R3는 다시 확인할 시점으로 초점을 옮긴다. 정적 화면 전체가 보이며 Native animation·제품 실행·새 Trial은 없다. 실제 성공과 별도 가상 사례의 경계는 유지한다.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 “남길 위치와 검토·갱신 역할을 생각해 봤습니다. 이제 확인한 성공을 기준점으로 두고, 그 방법을 계속 맞게 유지하는 문제로 넘어가겠습니다.”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S68로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S67, production/preview/act3/S67.png 및 production/preview/full/S67.png.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확인한 성공을 유지하려면</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S67에서 위치·검토/갱신 역할을 생각했다는 점을 회수한다. 실제 밝기 통계는 출력6항목·전체 테스트11/11·같은 조건의 측정/guard를 확인한 성공으로 마쳤다고 짧게 남긴다. S58의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S67에서 떠올린 한 가지에 대해 어떤 기준/환경 변화가 담당자의 재검토를 요구할지 조용히 생각하게 한다. 앞 장의 위치·담당 선택을 다시 시키거나 답변/산출물을 요구하지 않는다. 다음 S69부터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S68, production/preview/act4/S68.png 및 production/preview/full/S68.png.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처음에는 기준과 재사용 절차가 맞았다</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S69, production/preview/act4/S69.png 및 production/preview/full/S69.png.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S67의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이번 요청과 다음 작업의 지침</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S72에서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S71, production/preview/act4/S71.png 및 production/preview/full/S71.png.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원인을 고르기 전에 확인할 기록</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CAPTURED Demo) S71의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S73에서 가정과 원인 가설을 분리한다.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S72, production/preview/act4/S72.png 및 production/preview/full/S72.png.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주어진 정보와 원인 가설을 나눈다</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S72의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S73, production/preview/act4/S73.png 및 production/preview/full/S73.png.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확인한 원인에 맞춰 변경 대상을 고른다</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S75에서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S72 2분/S73 1분 그대로이며 S74는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S74, production/preview/act4/S74.png 및 production/preview/full/S74.png.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확인된 범위만 검토하고 갱신한다</a:t>
            </a:r>
          </a:p>
          <a:p xmlns:a="http://schemas.openxmlformats.org/drawingml/2006/main">
            <a:r>
              <a:t/>
            </a:r>
          </a:p>
          <a:p xmlns:a="http://schemas.openxmlformats.org/drawingml/2006/main">
            <a:r>
              <a:t>Slide ID: S75</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S67의 ‘어디에 두고 누가 유지할까’를 이 가상 유지 문제에서 회수했다고 정리한다. 실제 수정/재평가 결과는 없으며 S76에서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S75, production/preview/act4/S75.png 및 production/preview/full/S75.png.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 S76</a:t>
            </a:r>
          </a:p>
          <a:p xmlns:a="http://schemas.openxmlformats.org/drawingml/2006/main">
            <a:r>
              <a:t/>
            </a:r>
          </a:p>
          <a:p xmlns:a="http://schemas.openxmlformats.org/drawingml/2006/main">
            <a:r>
              <a:t>Working Title: 같은 Task의 재실행만으로 충분할까?</a:t>
            </a:r>
          </a:p>
          <a:p xmlns:a="http://schemas.openxmlformats.org/drawingml/2006/main">
            <a:r>
              <a:t/>
            </a:r>
          </a:p>
          <a:p xmlns:a="http://schemas.openxmlformats.org/drawingml/2006/main">
            <a:r>
              <a:t>ACT / Section: ACT 4 / 4D  EVALUATION &amp; REGRESSION</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1분 + Case 3분</a:t>
            </a:r>
          </a:p>
          <a:p xmlns:a="http://schemas.openxmlformats.org/drawingml/2006/main">
            <a:r>
              <a:t/>
            </a:r>
          </a:p>
          <a:p xmlns:a="http://schemas.openxmlformats.org/drawingml/2006/main">
            <a:r>
              <a:t>Primary Message: 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 “Failure가 사라졌으면 Harness fix가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S75의 검토·갱신 뒤 무엇을 확인할지로 이동한다.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 DEMO-04A  ·  designed rerun and system evaluation path; DEC-0080.</a:t>
            </a:r>
          </a:p>
          <a:p xmlns:a="http://schemas.openxmlformats.org/drawingml/2006/main">
            <a:r>
              <a:t/>
            </a:r>
          </a:p>
          <a:p xmlns:a="http://schemas.openxmlformats.org/drawingml/2006/main">
            <a:r>
              <a:t>Claim Boundary: 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 이번 작업이 다시 되는지와 다른 작업도 안전한지는 별도 질문이다.</a:t>
            </a:r>
          </a:p>
          <a:p xmlns:a="http://schemas.openxmlformats.org/drawingml/2006/main">
            <a:r>
              <a:t/>
            </a:r>
          </a:p>
          <a:p xmlns:a="http://schemas.openxmlformats.org/drawingml/2006/main">
            <a:r>
              <a:t>Advanced Insight: Task recovery는 필요 조건일 수 있어도 Harness-level validation을 대신하지 않는다.</a:t>
            </a:r>
          </a:p>
          <a:p xmlns:a="http://schemas.openxmlformats.org/drawingml/2006/main">
            <a:r>
              <a:t/>
            </a:r>
          </a:p>
          <a:p xmlns:a="http://schemas.openxmlformats.org/drawingml/2006/main">
            <a:r>
              <a:t>C++ Vision Bridge: 같은 build/test 시나리오 재실행은 필요하지만 전체 회귀 위험을 모두 해소하지 않는다.</a:t>
            </a:r>
          </a:p>
          <a:p xmlns:a="http://schemas.openxmlformats.org/drawingml/2006/main">
            <a:r>
              <a:t/>
            </a:r>
          </a:p>
          <a:p xmlns:a="http://schemas.openxmlformats.org/drawingml/2006/main">
            <a:r>
              <a:t>Demo Operation: 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 두 확인 질문의 범위가 다른 점을 비교한다.</a:t>
            </a:r>
          </a:p>
          <a:p xmlns:a="http://schemas.openxmlformats.org/drawingml/2006/main">
            <a:r>
              <a:t/>
            </a:r>
          </a:p>
          <a:p xmlns:a="http://schemas.openxmlformats.org/drawingml/2006/main">
            <a:r>
              <a:t>Transition: 변경이 닿는 다른 작업 표면은 어떤 대표 Task로 볼까?</a:t>
            </a:r>
          </a:p>
          <a:p xmlns:a="http://schemas.openxmlformats.org/drawingml/2006/main">
            <a:r>
              <a:t/>
            </a:r>
          </a:p>
          <a:p xmlns:a="http://schemas.openxmlformats.org/drawingml/2006/main">
            <a:r>
              <a:t>Time Management: Lecture 1분 + Case 3분. 구체적인 pass/fail을 만들지 않는다.</a:t>
            </a:r>
          </a:p>
          <a:p xmlns:a="http://schemas.openxmlformats.org/drawingml/2006/main">
            <a:r>
              <a:t/>
            </a:r>
          </a:p>
          <a:p xmlns:a="http://schemas.openxmlformats.org/drawingml/2006/main">
            <a:r>
              <a:t>Fallback: 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관찰을 시스템 개선으로 잇는 Loop</a:t>
            </a:r>
          </a:p>
          <a:p xmlns:a="http://schemas.openxmlformats.org/drawingml/2006/main">
            <a:r>
              <a:t/>
            </a:r>
          </a:p>
          <a:p xmlns:a="http://schemas.openxmlformats.org/drawingml/2006/main">
            <a:r>
              <a:t>Slide ID: S79</a:t>
            </a:r>
          </a:p>
          <a:p xmlns:a="http://schemas.openxmlformats.org/drawingml/2006/main">
            <a:r>
              <a:t/>
            </a:r>
          </a:p>
          <a:p xmlns:a="http://schemas.openxmlformats.org/drawingml/2006/main">
            <a:r>
              <a:t>Working Title: 관찰을 시스템 개선으로 잇는 Loop</a:t>
            </a:r>
          </a:p>
          <a:p xmlns:a="http://schemas.openxmlformats.org/drawingml/2006/main">
            <a:r>
              <a:t/>
            </a:r>
          </a:p>
          <a:p xmlns:a="http://schemas.openxmlformats.org/drawingml/2006/main">
            <a:r>
              <a:t>ACT / Section: ACT 4 / 4E  LOOP MENTAL MODEL</a:t>
            </a:r>
          </a:p>
          <a:p xmlns:a="http://schemas.openxmlformats.org/drawingml/2006/main">
            <a:r>
              <a:t/>
            </a:r>
          </a:p>
          <a:p xmlns:a="http://schemas.openxmlformats.org/drawingml/2006/main">
            <a:r>
              <a:t>Allocated Time: 11 minutes</a:t>
            </a:r>
          </a:p>
          <a:p xmlns:a="http://schemas.openxmlformats.org/drawingml/2006/main">
            <a:r>
              <a:t/>
            </a:r>
          </a:p>
          <a:p xmlns:a="http://schemas.openxmlformats.org/drawingml/2006/main">
            <a:r>
              <a:t>Mode Split: Lecture 9분 + Demo 2분 (VISUAL)</a:t>
            </a:r>
          </a:p>
          <a:p xmlns:a="http://schemas.openxmlformats.org/drawingml/2006/main">
            <a:r>
              <a:t/>
            </a:r>
          </a:p>
          <a:p xmlns:a="http://schemas.openxmlformats.org/drawingml/2006/main">
            <a:r>
              <a:t>Primary Message: 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 “앞에서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앞선 가상 사례를 다섯 단계의 운영 모델로 정리한다. 실행은 실제 경로를 확인할 대상, 관찰은 현재 기준과 선택된 지침을 대조할 대상이다. 지금 사례에는 실제 실행 결과가 없음을 유지한다. 위 번호와 질문을 각각 한 열씩 가리킨다.</a:t>
            </a:r>
          </a:p>
          <a:p xmlns:a="http://schemas.openxmlformats.org/drawingml/2006/main">
            <a:r>
              <a:t>2. (2:00–5:00 / Lecture, R3) 원인 판단은 출처 간 차이만으로 끝나지 않고 실제 실행 경로와 읽은 지침 같은 추가 근거를 요구한다. S72/S73에서 본 정보와 가설의 구분을 짧게 회수한다. 가능한 가설이 실제 확인 결과로 바뀌었다고 말하지 않는다.</a:t>
            </a:r>
          </a:p>
          <a:p xmlns:a="http://schemas.openxmlformats.org/drawingml/2006/main">
            <a:r>
              <a:t>3. (5:00–7:00 / Lecture, R4) 원인이 확인됐다면 적절한 출처를 사람이 검토·갱신하는 것이 시스템 변경이다. S74/S75의 변경 위치·범위·유지 책임을 연결한다. 특정 도구의 자동 학습이나 자율 수정이 아니다.</a:t>
            </a:r>
          </a:p>
          <a:p xmlns:a="http://schemas.openxmlformats.org/drawingml/2006/main">
            <a:r>
              <a:t>4. (7:00–9:00 / Lecture, R5) 재평가는 같은 작업과 다른 대표 작업이 각각 어떤 질문에 답하는지 본다. S76–S78의 설명을 다시 전부 강의하지 않는다. 결과를 확인한 뒤 다음 작업에서도 관찰을 이어간다는 아래 되돌림 선을 읽는다.</a:t>
            </a:r>
          </a:p>
          <a:p xmlns:a="http://schemas.openxmlformats.org/drawingml/2006/main">
            <a:r>
              <a:t>5. (9:00–11:00 / VISUAL Demo) 정적 화면에서01→05→다음 작업을 한 번 가리킨다. 숫자·단계·짧은 질문·가상 예시는 같은 열이며 두 열을 이어 읽지 않는다. 가상 지침 사례를 닫고 S80의 실제 Trial 평가·보고 기록으로 전환한다.</a:t>
            </a:r>
          </a:p>
          <a:p xmlns:a="http://schemas.openxmlformats.org/drawingml/2006/main">
            <a:r>
              <a:t/>
            </a:r>
          </a:p>
          <a:p xmlns:a="http://schemas.openxmlformats.org/drawingml/2006/main">
            <a:r>
              <a:t>Evidence / Source: DEC-0023  ·  course operational model  ·  no product loop; DEC-0080.</a:t>
            </a:r>
          </a:p>
          <a:p xmlns:a="http://schemas.openxmlformats.org/drawingml/2006/main">
            <a:r>
              <a:t/>
            </a:r>
          </a:p>
          <a:p xmlns:a="http://schemas.openxmlformats.org/drawingml/2006/main">
            <a:r>
              <a:t>Claim Boundary: 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 같은 수정을 되풀이하는 대신 다음 작업에도 영향을 주는 System을 살핀다.</a:t>
            </a:r>
          </a:p>
          <a:p xmlns:a="http://schemas.openxmlformats.org/drawingml/2006/main">
            <a:r>
              <a:t/>
            </a:r>
          </a:p>
          <a:p xmlns:a="http://schemas.openxmlformats.org/drawingml/2006/main">
            <a:r>
              <a:t>Advanced Insight: 자동화와 별개로 cause, recurrence, change layer, evaluation을 설계한다.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LOOP-VISUAL 기존2분이다. 전체 내용이 항상 보이는 정적 화면에서 발표자가 초점을 옮긴다. Native animation/숨김 내용은 없으며 실제 실행·원인 확인·수정·재평가 성공을 채우지 않는다. 아래 선은 다음 작업으로 이어지는 운영 관계다.</a:t>
            </a:r>
          </a:p>
          <a:p xmlns:a="http://schemas.openxmlformats.org/drawingml/2006/main">
            <a:r>
              <a:t/>
            </a:r>
          </a:p>
          <a:p xmlns:a="http://schemas.openxmlformats.org/drawingml/2006/main">
            <a:r>
              <a:t>Audience Interaction: “Feedback은 어느 순간 System change가 되는가?”를 생각하게 하고, 응답 제출은 요구하지 않는다.</a:t>
            </a:r>
          </a:p>
          <a:p xmlns:a="http://schemas.openxmlformats.org/drawingml/2006/main">
            <a:r>
              <a:t/>
            </a:r>
          </a:p>
          <a:p xmlns:a="http://schemas.openxmlformats.org/drawingml/2006/main">
            <a:r>
              <a:t>Transition: “앞의 가상 지침 사례는 여기서 닫겠습니다. 이제 S65에서 봤던 실제 환경 관찰이, 교육 제작의 평가·보고 기준을 어떻게 돌아보게 했는지 보겠습니다.”</a:t>
            </a:r>
          </a:p>
          <a:p xmlns:a="http://schemas.openxmlformats.org/drawingml/2006/main">
            <a:r>
              <a:t/>
            </a:r>
          </a:p>
          <a:p xmlns:a="http://schemas.openxmlformats.org/drawingml/2006/main">
            <a:r>
              <a:t>Time Management: Lecture9분(실행/관찰2, 원인 판단3, 사람의 시스템 변경2, 재평가2) + VISUAL Demo2분. R1–R5는 정적 화면의 발표 초점이며 실제11분 리허설은 UNVERIFIED다.</a:t>
            </a:r>
          </a:p>
          <a:p xmlns:a="http://schemas.openxmlformats.org/drawingml/2006/main">
            <a:r>
              <a:t/>
            </a:r>
          </a:p>
          <a:p xmlns:a="http://schemas.openxmlformats.org/drawingml/2006/main">
            <a:r>
              <a:t>Fallback: 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평가에서 놓친 실행 조건</a:t>
            </a:r>
          </a:p>
          <a:p xmlns:a="http://schemas.openxmlformats.org/drawingml/2006/main">
            <a:r>
              <a:t/>
            </a:r>
          </a:p>
          <a:p xmlns:a="http://schemas.openxmlformats.org/drawingml/2006/main">
            <a:r>
              <a:t>Slide ID: S80</a:t>
            </a:r>
          </a:p>
          <a:p xmlns:a="http://schemas.openxmlformats.org/drawingml/2006/main">
            <a:r>
              <a:t/>
            </a:r>
          </a:p>
          <a:p xmlns:a="http://schemas.openxmlformats.org/drawingml/2006/main">
            <a:r>
              <a:t>Working Title: 평가에서 놓친 실행 조건</a:t>
            </a:r>
          </a:p>
          <a:p xmlns:a="http://schemas.openxmlformats.org/drawingml/2006/main">
            <a:r>
              <a:t/>
            </a:r>
          </a:p>
          <a:p xmlns:a="http://schemas.openxmlformats.org/drawingml/2006/main">
            <a:r>
              <a:t>ACT / Section: ACT 4 / 4F  OBSERVED META LOOP / DEMO-04B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 “S65에서 본 실행 조건을, 당시 평가와 보고는 충분히 설명하고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CAPTURED Demo) 앞의 가상 사례를 닫고 OBSERVED_META 표식·이중선으로 실제 교육 제작 기록을 연다. S65에서는 외부 조건의 존재를 봤고, 여기서는 그 관찰이 드러낸 평가·보고의 빈틈을 본다고 질문의 변화를 명시한다.</a:t>
            </a:r>
          </a:p>
          <a:p xmlns:a="http://schemas.openxmlformats.org/drawingml/2006/main">
            <a:r>
              <a:t>2. (0:30–1:15 / CAPTURED Demo) TRIAL-006 성능 조사에서 전역 Skill 포함과 시작 경고가 보존됐음을 첫 열로 짧게 회수한다. 두 번째 열은 전체 결과를 Prompt만의 효과로 분리할 수 없다는 한계다. 경고가 도구 실행이나 결과 기여를 증명한다는 뜻은 아니다. 기술적 오류 목록이나 이전 Harness 설명을 다시 열지 않는다.</a:t>
            </a:r>
          </a:p>
          <a:p xmlns:a="http://schemas.openxmlformats.org/drawingml/2006/main">
            <a:r>
              <a:t>3. (1:15–2:00 / CAPTURED Demo) 세 번째 열의 평가 질문으로 이동한다. 결과의 확인과 원인 해석을 어떻게 나눠 남길지가 이번 실제 사례에서 바꿀 평가·보고 체계의 문제다. S81은 그 두 질문, S82는 실제 기록 기준 변경을 맡는다. 실제 Product 코드·Demo Skill 복구 사건으로 말하지 않는다.</a:t>
            </a:r>
          </a:p>
          <a:p xmlns:a="http://schemas.openxmlformats.org/drawingml/2006/main">
            <a:r>
              <a:t/>
            </a:r>
          </a:p>
          <a:p xmlns:a="http://schemas.openxmlformats.org/drawingml/2006/main">
            <a:r>
              <a:t>Evidence / Source: TRIAL-006  ·  DEC-0016  ·  TRIAL-007/008; DEC-0080.</a:t>
            </a:r>
          </a:p>
          <a:p xmlns:a="http://schemas.openxmlformats.org/drawingml/2006/main">
            <a:r>
              <a:t/>
            </a:r>
          </a:p>
          <a:p xmlns:a="http://schemas.openxmlformats.org/drawingml/2006/main">
            <a:r>
              <a:t>Claim Boundary: 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 결과가 있다는 사실과 그 원인을 안다는 것은 다르다.</a:t>
            </a:r>
          </a:p>
          <a:p xmlns:a="http://schemas.openxmlformats.org/drawingml/2006/main">
            <a:r>
              <a:t/>
            </a:r>
          </a:p>
          <a:p xmlns:a="http://schemas.openxmlformats.org/drawingml/2006/main">
            <a:r>
              <a:t>Advanced Insight: ambient global environment가 있는 실행에서 attribution boundary를 기록한다.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LOCAL STATIC META RECORD. 관찰 조건→평가의 빈틈→기록할 질문 순으로 읽는다. S65와 같은 관찰을 다른 평가/보고 질문으로 회수하며 새 제품 실행·실제 환경 비교를 하지 않는다.</a:t>
            </a:r>
          </a:p>
          <a:p xmlns:a="http://schemas.openxmlformats.org/drawingml/2006/main">
            <a:r>
              <a:t/>
            </a:r>
          </a:p>
          <a:p xmlns:a="http://schemas.openxmlformats.org/drawingml/2006/main">
            <a:r>
              <a:t>Audience Interaction: 이 시점에 Evidence grammar가 바뀌었음을 보고 Conceptual case와 구별한다.</a:t>
            </a:r>
          </a:p>
          <a:p xmlns:a="http://schemas.openxmlformats.org/drawingml/2006/main">
            <a:r>
              <a:t/>
            </a:r>
          </a:p>
          <a:p xmlns:a="http://schemas.openxmlformats.org/drawingml/2006/main">
            <a:r>
              <a:t>Transition: “측정 결과가 유효한지와, 무엇이 그 결과에 기여했는지는 어떻게 따로 기록해야 할까요?”</a:t>
            </a:r>
          </a:p>
          <a:p xmlns:a="http://schemas.openxmlformats.org/drawingml/2006/main">
            <a:r>
              <a:t/>
            </a:r>
          </a:p>
          <a:p xmlns:a="http://schemas.openxmlformats.org/drawingml/2006/main">
            <a:r>
              <a:t>Time Management: CAPTURED 2분. 실제 기록의 정적 요약을 사용하고 새 제품 실행은 하지 않는다.</a:t>
            </a:r>
          </a:p>
          <a:p xmlns:a="http://schemas.openxmlformats.org/drawingml/2006/main">
            <a:r>
              <a:t/>
            </a:r>
          </a:p>
          <a:p xmlns:a="http://schemas.openxmlformats.org/drawingml/2006/main">
            <a:r>
              <a:t>Fallback: 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 S81</a:t>
            </a:r>
          </a:p>
          <a:p xmlns:a="http://schemas.openxmlformats.org/drawingml/2006/main">
            <a:r>
              <a:t/>
            </a:r>
          </a:p>
          <a:p xmlns:a="http://schemas.openxmlformats.org/drawingml/2006/main">
            <a:r>
              <a:t>Working Title: 결과의 타당성과 원인 귀속은 별개다</a:t>
            </a:r>
          </a:p>
          <a:p xmlns:a="http://schemas.openxmlformats.org/drawingml/2006/main">
            <a:r>
              <a:t/>
            </a:r>
          </a:p>
          <a:p xmlns:a="http://schemas.openxmlformats.org/drawingml/2006/main">
            <a:r>
              <a:t>ACT / Section: ACT 4 / 4F  OBSERVED META LOOP / DEMO-04B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4분 (CAPTURED)</a:t>
            </a:r>
          </a:p>
          <a:p xmlns:a="http://schemas.openxmlformats.org/drawingml/2006/main">
            <a:r>
              <a:t/>
            </a:r>
          </a:p>
          <a:p xmlns:a="http://schemas.openxmlformats.org/drawingml/2006/main">
            <a:r>
              <a:t>Primary Message: 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 “측정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S80의 기록 질문을 받아 결과 타당성과 원인 해석을 분리한다. S65의 환경 목록을 재설명하지 않는다.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 TRIAL-006  ·  7 one-call samples  ·  disposable worktree; DEC-0080.</a:t>
            </a:r>
          </a:p>
          <a:p xmlns:a="http://schemas.openxmlformats.org/drawingml/2006/main">
            <a:r>
              <a:t/>
            </a:r>
          </a:p>
          <a:p xmlns:a="http://schemas.openxmlformats.org/drawingml/2006/main">
            <a:r>
              <a:t>Claim Boundary: 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 숫자가 있어도 무엇이 결과를 만들었는지 자동으로 알 수는 없다.</a:t>
            </a:r>
          </a:p>
          <a:p xmlns:a="http://schemas.openxmlformats.org/drawingml/2006/main">
            <a:r>
              <a:t/>
            </a:r>
          </a:p>
          <a:p xmlns:a="http://schemas.openxmlformats.org/drawingml/2006/main">
            <a:r>
              <a:t>Advanced Insight: Result validity와 causal attribution의 확신 수준을 따로 보고한다.</a:t>
            </a:r>
          </a:p>
          <a:p xmlns:a="http://schemas.openxmlformats.org/drawingml/2006/main">
            <a:r>
              <a:t/>
            </a:r>
          </a:p>
          <a:p xmlns:a="http://schemas.openxmlformats.org/drawingml/2006/main">
            <a:r>
              <a:t>C++ Vision Bridge: 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 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 왼쪽은 확인된 result validity, 오른쪽은 남은 attribution uncertainty를 비교한다.</a:t>
            </a:r>
          </a:p>
          <a:p xmlns:a="http://schemas.openxmlformats.org/drawingml/2006/main">
            <a:r>
              <a:t/>
            </a:r>
          </a:p>
          <a:p xmlns:a="http://schemas.openxmlformats.org/drawingml/2006/main">
            <a:r>
              <a:t>Transition: 이 한계가 후속 Trial의 평가 방식에 어떤 변경을 만들었을까?</a:t>
            </a:r>
          </a:p>
          <a:p xmlns:a="http://schemas.openxmlformats.org/drawingml/2006/main">
            <a:r>
              <a:t/>
            </a:r>
          </a:p>
          <a:p xmlns:a="http://schemas.openxmlformats.org/drawingml/2006/main">
            <a:r>
              <a:t>Time Management: CAPTURED Demo 4분. 성능 숫자를 성과 발표처럼 연출하거나 일반화하지 않는다.</a:t>
            </a:r>
          </a:p>
          <a:p xmlns:a="http://schemas.openxmlformats.org/drawingml/2006/main">
            <a:r>
              <a:t/>
            </a:r>
          </a:p>
          <a:p xmlns:a="http://schemas.openxmlformats.org/drawingml/2006/main">
            <a:r>
              <a:t>Fallback: 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1894d4dcdac407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3a00452c0f042d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e95a5a2a8f64eb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d87825e36f94a2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45649b6a58445f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8b6d772f335419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EA2CB37-2722-48B6-8F56-DBCCCBAF38F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79BE88F-23D3-48AF-85C7-02B52399DF1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5358AB8-9211-4A11-806C-200524627F5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6B8D8B4-8B46-450F-9B51-6E7D09BB8BD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6989307-F1E1-49C3-9C22-EE376B30B12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7C19E4E-A8FA-4595-B29E-0AB5BB27829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2F4B1A2-1833-4016-A02E-A373160FCDB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B9A8BAA-6922-42FF-B0A6-2A8ACB53820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417F001-2563-4723-8D8B-10B268B9B7E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E72E2D6-FF01-464F-AB59-9553ECE6710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b06d6e008594c82" /><Relationship Type="http://schemas.openxmlformats.org/officeDocument/2006/relationships/slideLayout" Target="/ppt/slideLayouts/slideLayout1.xml" Id="R723977e2ae4e442e" /><Relationship Type="http://schemas.openxmlformats.org/officeDocument/2006/relationships/slideLayout" Target="/ppt/slideLayouts/slideLayout2.xml" Id="Rb7064034bd9c4709" /><Relationship Type="http://schemas.openxmlformats.org/officeDocument/2006/relationships/slideLayout" Target="/ppt/slideLayouts/slideLayout3.xml" Id="Rfe95de30b4074a9c" /><Relationship Type="http://schemas.openxmlformats.org/officeDocument/2006/relationships/slideLayout" Target="/ppt/slideLayouts/slideLayout4.xml" Id="R539973b3c02f4375" /><Relationship Type="http://schemas.openxmlformats.org/officeDocument/2006/relationships/slideLayout" Target="/ppt/slideLayouts/slideLayout5.xml" Id="R2c188b6934644ad8" /><Relationship Type="http://schemas.openxmlformats.org/officeDocument/2006/relationships/slideLayout" Target="/ppt/slideLayouts/slideLayout6.xml" Id="Ra2420ba9a88c4c2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3977e2ae4e442e"/>
    <p:sldLayoutId xmlns:r="http://schemas.openxmlformats.org/officeDocument/2006/relationships" id="2147483650" r:id="Rb7064034bd9c4709"/>
    <p:sldLayoutId xmlns:r="http://schemas.openxmlformats.org/officeDocument/2006/relationships" id="2147483651" r:id="Rfe95de30b4074a9c"/>
    <p:sldLayoutId xmlns:r="http://schemas.openxmlformats.org/officeDocument/2006/relationships" id="2147483652" r:id="R539973b3c02f4375"/>
    <p:sldLayoutId xmlns:r="http://schemas.openxmlformats.org/officeDocument/2006/relationships" id="2147483653" r:id="R2c188b6934644ad8"/>
    <p:sldLayoutId xmlns:r="http://schemas.openxmlformats.org/officeDocument/2006/relationships" id="2147483654" r:id="Ra2420ba9a88c4c2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f1596bff5d14eb7" /><Relationship Type="http://schemas.openxmlformats.org/officeDocument/2006/relationships/image" Target="/ppt/media/image.png" Id="R508f8b1f68864448" /><Relationship Type="http://schemas.openxmlformats.org/officeDocument/2006/relationships/notesSlide" Target="/ppt/notesSlides/notesSlide1.xml" Id="Rddc2fd16536d4e8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b53f045b7d4467a" /><Relationship Type="http://schemas.openxmlformats.org/officeDocument/2006/relationships/notesSlide" Target="/ppt/notesSlides/notesSlide2.xml" Id="R1d752835f939482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980f05150de4e14" /><Relationship Type="http://schemas.openxmlformats.org/officeDocument/2006/relationships/notesSlide" Target="/ppt/notesSlides/notesSlide3.xml" Id="R785d85c35b2e4b8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bb26693165c4ea5" /><Relationship Type="http://schemas.openxmlformats.org/officeDocument/2006/relationships/image" Target="/ppt/media/image2.png" Id="Raddd9f9664f04e4b" /><Relationship Type="http://schemas.openxmlformats.org/officeDocument/2006/relationships/notesSlide" Target="/ppt/notesSlides/notesSlide4.xml" Id="R5aea04eb335d435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903090529924290" /><Relationship Type="http://schemas.openxmlformats.org/officeDocument/2006/relationships/notesSlide" Target="/ppt/notesSlides/notesSlide5.xml" Id="R9e10e2a4c1e74db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13a1c4e0ae745ef" /><Relationship Type="http://schemas.openxmlformats.org/officeDocument/2006/relationships/notesSlide" Target="/ppt/notesSlides/notesSlide6.xml" Id="R3311fd0f8c444f4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b55b03cf14d4b8c" /><Relationship Type="http://schemas.openxmlformats.org/officeDocument/2006/relationships/image" Target="/ppt/media/image3.png" Id="R5ff8178093b84bc3" /><Relationship Type="http://schemas.openxmlformats.org/officeDocument/2006/relationships/notesSlide" Target="/ppt/notesSlides/notesSlide7.xml" Id="R415823b6636a4c2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b42420d1b914005" /><Relationship Type="http://schemas.openxmlformats.org/officeDocument/2006/relationships/notesSlide" Target="/ppt/notesSlides/notesSlide8.xml" Id="Rd381a35dbe764f7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cf744513409415f" /><Relationship Type="http://schemas.openxmlformats.org/officeDocument/2006/relationships/image" Target="/ppt/media/image4.png" Id="R892514eeba1f4751" /><Relationship Type="http://schemas.openxmlformats.org/officeDocument/2006/relationships/image" Target="/ppt/media/image5.png" Id="R8cbc05ea552343b7" /><Relationship Type="http://schemas.openxmlformats.org/officeDocument/2006/relationships/image" Target="/ppt/media/image6.png" Id="R922e6463aedd4ded" /><Relationship Type="http://schemas.openxmlformats.org/officeDocument/2006/relationships/notesSlide" Target="/ppt/notesSlides/notesSlide9.xml" Id="R6c7cfa8dc5df474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937ebf7419c400f" /><Relationship Type="http://schemas.openxmlformats.org/officeDocument/2006/relationships/notesSlide" Target="/ppt/notesSlides/notesSlide10.xml" Id="R012c68e99a21464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081f5f57d234690" /><Relationship Type="http://schemas.openxmlformats.org/officeDocument/2006/relationships/image" Target="/ppt/media/image7.png" Id="Rcd271cdad0b840a5" /><Relationship Type="http://schemas.openxmlformats.org/officeDocument/2006/relationships/image" Target="/ppt/media/image8.png" Id="R30f81effd0444b53" /><Relationship Type="http://schemas.openxmlformats.org/officeDocument/2006/relationships/image" Target="/ppt/media/image9.png" Id="Rea4cd5c604f448d3" /><Relationship Type="http://schemas.openxmlformats.org/officeDocument/2006/relationships/notesSlide" Target="/ppt/notesSlides/notesSlide11.xml" Id="R8e6db7b12e4b433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448afd5461c4d61" /><Relationship Type="http://schemas.openxmlformats.org/officeDocument/2006/relationships/image" Target="/ppt/media/image10.png" Id="R443990360ce5469c" /><Relationship Type="http://schemas.openxmlformats.org/officeDocument/2006/relationships/notesSlide" Target="/ppt/notesSlides/notesSlide12.xml" Id="R1342e32adfd94d8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5cbabfb09794468" /><Relationship Type="http://schemas.openxmlformats.org/officeDocument/2006/relationships/image" Target="/ppt/media/image11.png" Id="R4260affd74e14614" /><Relationship Type="http://schemas.openxmlformats.org/officeDocument/2006/relationships/notesSlide" Target="/ppt/notesSlides/notesSlide13.xml" Id="Rcacb0eef968d42b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41e62d9328f4e99" /><Relationship Type="http://schemas.openxmlformats.org/officeDocument/2006/relationships/notesSlide" Target="/ppt/notesSlides/notesSlide14.xml" Id="Rcf1268d511a54ba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f0072ea05e04603" /><Relationship Type="http://schemas.openxmlformats.org/officeDocument/2006/relationships/notesSlide" Target="/ppt/notesSlides/notesSlide15.xml" Id="Rc2b2cddba1b64a0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d322891a84d4d5d" /><Relationship Type="http://schemas.openxmlformats.org/officeDocument/2006/relationships/notesSlide" Target="/ppt/notesSlides/notesSlide16.xml" Id="Re9d3783f26a0455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ff115c72ed34009" /><Relationship Type="http://schemas.openxmlformats.org/officeDocument/2006/relationships/notesSlide" Target="/ppt/notesSlides/notesSlide17.xml" Id="R828613c0aab74c0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9dd1e103bda483f" /><Relationship Type="http://schemas.openxmlformats.org/officeDocument/2006/relationships/notesSlide" Target="/ppt/notesSlides/notesSlide18.xml" Id="Rd58a20a232814e7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be2e29dd95c41ae" /><Relationship Type="http://schemas.openxmlformats.org/officeDocument/2006/relationships/notesSlide" Target="/ppt/notesSlides/notesSlide19.xml" Id="R4ac37ab7a0f4469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86f0cb0c1694b43" /><Relationship Type="http://schemas.openxmlformats.org/officeDocument/2006/relationships/notesSlide" Target="/ppt/notesSlides/notesSlide20.xml" Id="Ra7b3da9f3adf441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01d4af4c0cc44f3" /><Relationship Type="http://schemas.openxmlformats.org/officeDocument/2006/relationships/notesSlide" Target="/ppt/notesSlides/notesSlide21.xml" Id="R293e5cfc86ad454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6d178b1702a482a" /><Relationship Type="http://schemas.openxmlformats.org/officeDocument/2006/relationships/notesSlide" Target="/ppt/notesSlides/notesSlide22.xml" Id="R565394eba2aa4d0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e2b0a9b9fda2405f" /><Relationship Type="http://schemas.openxmlformats.org/officeDocument/2006/relationships/notesSlide" Target="/ppt/notesSlides/notesSlide23.xml" Id="Rfd239f357658405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2aab3bbaf54842e5" /><Relationship Type="http://schemas.openxmlformats.org/officeDocument/2006/relationships/notesSlide" Target="/ppt/notesSlides/notesSlide24.xml" Id="R3b20d97ed0a74b8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a26d402ca9e647a3" /><Relationship Type="http://schemas.openxmlformats.org/officeDocument/2006/relationships/notesSlide" Target="/ppt/notesSlides/notesSlide25.xml" Id="Rcb6aef264c8d4cf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cac8edd3c76f4150" /><Relationship Type="http://schemas.openxmlformats.org/officeDocument/2006/relationships/notesSlide" Target="/ppt/notesSlides/notesSlide26.xml" Id="Raf017fbe9653494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cb69f91b569a4fa1" /><Relationship Type="http://schemas.openxmlformats.org/officeDocument/2006/relationships/notesSlide" Target="/ppt/notesSlides/notesSlide27.xml" Id="R12770856234c478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a21c02904a4a4674" /><Relationship Type="http://schemas.openxmlformats.org/officeDocument/2006/relationships/notesSlide" Target="/ppt/notesSlides/notesSlide28.xml" Id="R5757b0adb2a5427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28bef11a6a8a46d7" /><Relationship Type="http://schemas.openxmlformats.org/officeDocument/2006/relationships/notesSlide" Target="/ppt/notesSlides/notesSlide29.xml" Id="Rd24287a41032400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a1f5f813c7542b9" /><Relationship Type="http://schemas.openxmlformats.org/officeDocument/2006/relationships/notesSlide" Target="/ppt/notesSlides/notesSlide30.xml" Id="R42f42d8187794e2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49daf13463164c02" /><Relationship Type="http://schemas.openxmlformats.org/officeDocument/2006/relationships/notesSlide" Target="/ppt/notesSlides/notesSlide31.xml" Id="Rd572458b0d86452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4e7be7b534424f76" /><Relationship Type="http://schemas.openxmlformats.org/officeDocument/2006/relationships/notesSlide" Target="/ppt/notesSlides/notesSlide32.xml" Id="R335f6f12a48e4a6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1c0eb7b0ca564942" /><Relationship Type="http://schemas.openxmlformats.org/officeDocument/2006/relationships/notesSlide" Target="/ppt/notesSlides/notesSlide33.xml" Id="R45bf723ea0a14b7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0408050a5a714d73" /><Relationship Type="http://schemas.openxmlformats.org/officeDocument/2006/relationships/notesSlide" Target="/ppt/notesSlides/notesSlide34.xml" Id="R0d69d9938c124f5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4140a0e42b254e3a" /><Relationship Type="http://schemas.openxmlformats.org/officeDocument/2006/relationships/image" Target="/ppt/media/image12.png" Id="Raa1cd51875a74605" /><Relationship Type="http://schemas.openxmlformats.org/officeDocument/2006/relationships/image" Target="/ppt/media/image13.png" Id="R632d6dc1f3f14c8e" /><Relationship Type="http://schemas.openxmlformats.org/officeDocument/2006/relationships/notesSlide" Target="/ppt/notesSlides/notesSlide35.xml" Id="R4667e7402e8a455b"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4094176234654edd" /><Relationship Type="http://schemas.openxmlformats.org/officeDocument/2006/relationships/image" Target="/ppt/media/image14.png" Id="Rdedd0677fd524abf" /><Relationship Type="http://schemas.openxmlformats.org/officeDocument/2006/relationships/notesSlide" Target="/ppt/notesSlides/notesSlide36.xml" Id="Rd7827754bdea4cde"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7c88240234ae46fe" /><Relationship Type="http://schemas.openxmlformats.org/officeDocument/2006/relationships/notesSlide" Target="/ppt/notesSlides/notesSlide37.xml" Id="R4b243221f12f465e"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383c1ed5095c4e3c" /><Relationship Type="http://schemas.openxmlformats.org/officeDocument/2006/relationships/notesSlide" Target="/ppt/notesSlides/notesSlide38.xml" Id="R5c4a989dbfa4458e"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9d6d670b05cc4814" /><Relationship Type="http://schemas.openxmlformats.org/officeDocument/2006/relationships/notesSlide" Target="/ppt/notesSlides/notesSlide39.xml" Id="R1639d74f664d4fd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33d9f268d5674c39" /><Relationship Type="http://schemas.openxmlformats.org/officeDocument/2006/relationships/notesSlide" Target="/ppt/notesSlides/notesSlide40.xml" Id="R942c826573f047f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8c109fd5327e4cc9" /><Relationship Type="http://schemas.openxmlformats.org/officeDocument/2006/relationships/notesSlide" Target="/ppt/notesSlides/notesSlide41.xml" Id="Rba61036073a6458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4e5edd662d914066" /><Relationship Type="http://schemas.openxmlformats.org/officeDocument/2006/relationships/notesSlide" Target="/ppt/notesSlides/notesSlide42.xml" Id="R714e7502f9d24df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65decb90274c49f2" /><Relationship Type="http://schemas.openxmlformats.org/officeDocument/2006/relationships/notesSlide" Target="/ppt/notesSlides/notesSlide43.xml" Id="Rb96d83bd216445ef"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7cd0baaf0cfb47a4" /><Relationship Type="http://schemas.openxmlformats.org/officeDocument/2006/relationships/notesSlide" Target="/ppt/notesSlides/notesSlide44.xml" Id="Rce4463d73b47458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d3c28ac049104661" /><Relationship Type="http://schemas.openxmlformats.org/officeDocument/2006/relationships/notesSlide" Target="/ppt/notesSlides/notesSlide45.xml" Id="R459bc9281f7040a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5790dbca93ab4565" /><Relationship Type="http://schemas.openxmlformats.org/officeDocument/2006/relationships/notesSlide" Target="/ppt/notesSlides/notesSlide46.xml" Id="R6003feca97c24276"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3bf7e02cc6274875" /><Relationship Type="http://schemas.openxmlformats.org/officeDocument/2006/relationships/notesSlide" Target="/ppt/notesSlides/notesSlide47.xml" Id="R28593fe73ca5402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f7071eeda6644fbd" /><Relationship Type="http://schemas.openxmlformats.org/officeDocument/2006/relationships/notesSlide" Target="/ppt/notesSlides/notesSlide48.xml" Id="Rd938a7170db045f8"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534f8688bf224174" /><Relationship Type="http://schemas.openxmlformats.org/officeDocument/2006/relationships/notesSlide" Target="/ppt/notesSlides/notesSlide49.xml" Id="R4edc77779322486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7492e30f109c4d93" /><Relationship Type="http://schemas.openxmlformats.org/officeDocument/2006/relationships/image" Target="/ppt/media/image15.png" Id="R83fa5025e74f4e21" /><Relationship Type="http://schemas.openxmlformats.org/officeDocument/2006/relationships/image" Target="/ppt/media/image16.png" Id="R4a76d5b09da740ba" /><Relationship Type="http://schemas.openxmlformats.org/officeDocument/2006/relationships/notesSlide" Target="/ppt/notesSlides/notesSlide50.xml" Id="R93aa454696e04c9e"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68d2286708524074" /><Relationship Type="http://schemas.openxmlformats.org/officeDocument/2006/relationships/notesSlide" Target="/ppt/notesSlides/notesSlide51.xml" Id="R06743ca85b694b4d"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52150ca3474746f5" /><Relationship Type="http://schemas.openxmlformats.org/officeDocument/2006/relationships/notesSlide" Target="/ppt/notesSlides/notesSlide52.xml" Id="R3de2ae517dc24c93"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6f14aa7473c94a2f" /><Relationship Type="http://schemas.openxmlformats.org/officeDocument/2006/relationships/notesSlide" Target="/ppt/notesSlides/notesSlide53.xml" Id="R60ea307748c3462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621b1a5481514005" /><Relationship Type="http://schemas.openxmlformats.org/officeDocument/2006/relationships/notesSlide" Target="/ppt/notesSlides/notesSlide54.xml" Id="R5e4121dde9d1460b"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1013b02c1e704cf9" /><Relationship Type="http://schemas.openxmlformats.org/officeDocument/2006/relationships/notesSlide" Target="/ppt/notesSlides/notesSlide55.xml" Id="Rd2333683dcc8458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9dcb1557371249b4" /><Relationship Type="http://schemas.openxmlformats.org/officeDocument/2006/relationships/notesSlide" Target="/ppt/notesSlides/notesSlide56.xml" Id="R86b7f8dce8b44fe9"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02c726d277d04f65" /><Relationship Type="http://schemas.openxmlformats.org/officeDocument/2006/relationships/notesSlide" Target="/ppt/notesSlides/notesSlide57.xml" Id="Ra3da1c3f6a8b45aa"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30d5d36ab5a34311" /><Relationship Type="http://schemas.openxmlformats.org/officeDocument/2006/relationships/chart" Target="/ppt/slides/charts/chart1.xml" Id="R94135e0d289f4b6f" /><Relationship Type="http://schemas.openxmlformats.org/officeDocument/2006/relationships/notesSlide" Target="/ppt/notesSlides/notesSlide58.xml" Id="R69e956aa40b0437f"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711012fb5084469c" /><Relationship Type="http://schemas.openxmlformats.org/officeDocument/2006/relationships/notesSlide" Target="/ppt/notesSlides/notesSlide59.xml" Id="R2aef280c8d5640c0"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186e0faa6fd146f1" /><Relationship Type="http://schemas.openxmlformats.org/officeDocument/2006/relationships/notesSlide" Target="/ppt/notesSlides/notesSlide60.xml" Id="R5d6d5ea852bf47e1"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d7d7aa7b6a304d73" /><Relationship Type="http://schemas.openxmlformats.org/officeDocument/2006/relationships/notesSlide" Target="/ppt/notesSlides/notesSlide61.xml" Id="Rfea97a6f979f4e60"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c3a1021a6f0f4bf1" /><Relationship Type="http://schemas.openxmlformats.org/officeDocument/2006/relationships/notesSlide" Target="/ppt/notesSlides/notesSlide62.xml" Id="R65b209fd02514966"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8a54157bad804516" /><Relationship Type="http://schemas.openxmlformats.org/officeDocument/2006/relationships/notesSlide" Target="/ppt/notesSlides/notesSlide63.xml" Id="Rdfc63c46556b4654"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4fb61a20b9474c1e" /><Relationship Type="http://schemas.openxmlformats.org/officeDocument/2006/relationships/notesSlide" Target="/ppt/notesSlides/notesSlide64.xml" Id="R97ffb06aed864f35"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58d69177c23d4596" /><Relationship Type="http://schemas.openxmlformats.org/officeDocument/2006/relationships/notesSlide" Target="/ppt/notesSlides/notesSlide65.xml" Id="R1cb22f8dd7a24ce6"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66d4f2bc5d6a4c63" /><Relationship Type="http://schemas.openxmlformats.org/officeDocument/2006/relationships/image" Target="/ppt/media/image17.png" Id="Rd69fd86684ed41c4" /><Relationship Type="http://schemas.openxmlformats.org/officeDocument/2006/relationships/notesSlide" Target="/ppt/notesSlides/notesSlide66.xml" Id="R70d06c0c468c4ae8"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90dd703c32fe40aa" /><Relationship Type="http://schemas.openxmlformats.org/officeDocument/2006/relationships/notesSlide" Target="/ppt/notesSlides/notesSlide67.xml" Id="R82573862d6244904"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c80e84a13ca84baa" /><Relationship Type="http://schemas.openxmlformats.org/officeDocument/2006/relationships/notesSlide" Target="/ppt/notesSlides/notesSlide68.xml" Id="R609cd3b9c781483d"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6154b79948f94975" /><Relationship Type="http://schemas.openxmlformats.org/officeDocument/2006/relationships/notesSlide" Target="/ppt/notesSlides/notesSlide69.xml" Id="R7fac5d4b2f7e4653"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3a6f9e1dba834483" /><Relationship Type="http://schemas.openxmlformats.org/officeDocument/2006/relationships/notesSlide" Target="/ppt/notesSlides/notesSlide70.xml" Id="R6e03c8d6d9bb4b22"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531528a638144153" /><Relationship Type="http://schemas.openxmlformats.org/officeDocument/2006/relationships/notesSlide" Target="/ppt/notesSlides/notesSlide71.xml" Id="R732e728cd5754916"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29ed546ed9d746bf" /><Relationship Type="http://schemas.openxmlformats.org/officeDocument/2006/relationships/notesSlide" Target="/ppt/notesSlides/notesSlide72.xml" Id="Rbc22fbe7fcad420a"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e90e431163ff4d50" /><Relationship Type="http://schemas.openxmlformats.org/officeDocument/2006/relationships/notesSlide" Target="/ppt/notesSlides/notesSlide73.xml" Id="R3278cd583f484d33"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30379c5623624b81" /><Relationship Type="http://schemas.openxmlformats.org/officeDocument/2006/relationships/notesSlide" Target="/ppt/notesSlides/notesSlide74.xml" Id="R2a1ad2c3fbf5420f"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351518d0df564dd0" /><Relationship Type="http://schemas.openxmlformats.org/officeDocument/2006/relationships/notesSlide" Target="/ppt/notesSlides/notesSlide75.xml" Id="R9020e55bf18d4530"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4a85627b0d584850" /><Relationship Type="http://schemas.openxmlformats.org/officeDocument/2006/relationships/notesSlide" Target="/ppt/notesSlides/notesSlide76.xml" Id="R8829fc7881ee4373"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ca9ecea990684152" /><Relationship Type="http://schemas.openxmlformats.org/officeDocument/2006/relationships/notesSlide" Target="/ppt/notesSlides/notesSlide77.xml" Id="Ra05311b8431a493e"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e707c0080634482d" /><Relationship Type="http://schemas.openxmlformats.org/officeDocument/2006/relationships/notesSlide" Target="/ppt/notesSlides/notesSlide78.xml" Id="R3a50a76b27db4556"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b855fc302e784a13" /><Relationship Type="http://schemas.openxmlformats.org/officeDocument/2006/relationships/notesSlide" Target="/ppt/notesSlides/notesSlide79.xml" Id="R286e31d23bf6471b"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ccf7875eb9f14189" /><Relationship Type="http://schemas.openxmlformats.org/officeDocument/2006/relationships/notesSlide" Target="/ppt/notesSlides/notesSlide80.xml" Id="R23c6d03c742b460e"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c9dbfb3131f14d65" /><Relationship Type="http://schemas.openxmlformats.org/officeDocument/2006/relationships/notesSlide" Target="/ppt/notesSlides/notesSlide81.xml" Id="Rdf13134a35ca459e"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08b24b7f7729468c" /><Relationship Type="http://schemas.openxmlformats.org/officeDocument/2006/relationships/notesSlide" Target="/ppt/notesSlides/notesSlide82.xml" Id="R1067b3dac6d548f6"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5c73391268f346bd" /><Relationship Type="http://schemas.openxmlformats.org/officeDocument/2006/relationships/notesSlide" Target="/ppt/notesSlides/notesSlide83.xml" Id="R0ad5b48dc80b460f"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5bb94b9ce18e446f" /><Relationship Type="http://schemas.openxmlformats.org/officeDocument/2006/relationships/notesSlide" Target="/ppt/notesSlides/notesSlide84.xml" Id="R1e46f45741104f55"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396639775fb74b2b" /><Relationship Type="http://schemas.openxmlformats.org/officeDocument/2006/relationships/image" Target="/ppt/media/image18.png" Id="R23e83377825c4c02" /><Relationship Type="http://schemas.openxmlformats.org/officeDocument/2006/relationships/notesSlide" Target="/ppt/notesSlides/notesSlide85.xml" Id="R296a7c76bd94493d"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58a8991d77d44114" /><Relationship Type="http://schemas.openxmlformats.org/officeDocument/2006/relationships/notesSlide" Target="/ppt/notesSlides/notesSlide86.xml" Id="R64f71a9c276f4e66"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cf0dc54f588e4771" /><Relationship Type="http://schemas.openxmlformats.org/officeDocument/2006/relationships/image" Target="/ppt/media/image19.png" Id="R154353f9c30a4636" /><Relationship Type="http://schemas.openxmlformats.org/officeDocument/2006/relationships/image" Target="/ppt/media/image20.png" Id="R3933ab38ba6e4b69" /><Relationship Type="http://schemas.openxmlformats.org/officeDocument/2006/relationships/image" Target="/ppt/media/image21.png" Id="R292dcd8d5e7942b4" /><Relationship Type="http://schemas.openxmlformats.org/officeDocument/2006/relationships/notesSlide" Target="/ppt/notesSlides/notesSlide87.xml" Id="R282bad51d2444261"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a56f1bf1bba440c3" /><Relationship Type="http://schemas.openxmlformats.org/officeDocument/2006/relationships/notesSlide" Target="/ppt/notesSlides/notesSlide88.xml" Id="R95fca126f35c4022"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fed498be24154d9c" /><Relationship Type="http://schemas.openxmlformats.org/officeDocument/2006/relationships/notesSlide" Target="/ppt/notesSlides/notesSlide89.xml" Id="R3f095011c8cd466f"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6dc9bea7c3864b29" /><Relationship Type="http://schemas.openxmlformats.org/officeDocument/2006/relationships/notesSlide" Target="/ppt/notesSlides/notesSlide90.xml" Id="R87ece32b8cad4773"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dffa672b57a242aa" /><Relationship Type="http://schemas.openxmlformats.org/officeDocument/2006/relationships/notesSlide" Target="/ppt/notesSlides/notesSlide91.xml" Id="R71b9d47c951f4d56"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1ac4c2685e844784" /><Relationship Type="http://schemas.openxmlformats.org/officeDocument/2006/relationships/notesSlide" Target="/ppt/notesSlides/notesSlide92.xml" Id="R3ce265f1bcce4f0a"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18d73e664c4a4894" /><Relationship Type="http://schemas.openxmlformats.org/officeDocument/2006/relationships/notesSlide" Target="/ppt/notesSlides/notesSlide93.xml" Id="R0d8648fbbd8e4c6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365F5CBD-7F0A-4F13-B5F2-C60A7ACECC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FEAC7EFF-5279-4ACD-81A9-4358A6FC65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C13A8744-AF8E-414C-9887-93F06CE20B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E488BEA4-16C0-4321-AFF0-4AEC193098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73DEBDD0-58EC-4367-A15D-3525A66998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DCEBC952-2860-4895-A769-6005E45FA2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C65A3876-D5BF-4512-9A82-AB8FBCB8E5E4}"/>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706EB768-8D11-4906-ADCF-718CB5AD22BA}"/>
              </a:ext>
            </a:extLst>
          </p:cNvPr>
          <p:cNvPicPr>
            <a:picLocks xmlns:a="http://schemas.openxmlformats.org/drawingml/2006/main" noChangeAspect="1"/>
          </p:cNvPicPr>
          <p:nvPr/>
        </p:nvPicPr>
        <p:blipFill>
          <a:blip xmlns:r="http://schemas.openxmlformats.org/officeDocument/2006/relationships" xmlns:a="http://schemas.openxmlformats.org/drawingml/2006/main" r:embed="R508f8b1f68864448"/>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CD7B23D4-DCA5-4C62-B11A-3113651FB68E}"/>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259D6DEC-6317-485B-82D0-7A19BCED006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B556D661-F365-4E8B-8A20-713C274746B7}"/>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C58444A4-B858-4EB4-9439-4BC2781C04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44388238"/>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C7BD498D-0985-460E-9DDC-833BA05C94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229D1DE4-C834-49E8-955B-16A0FD740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19796F05-6BA8-4BEC-95F7-F1CA373B31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4C3AD919-3674-47CB-BFBE-99BD1F425B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DA07B2D5-D0D3-4140-8BB1-03FAFA299E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51D5848C-61E9-4EDB-8BF6-18FA09DD96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D6B51C14-E8B5-429B-95E6-E2250DFA20F2}"/>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3741EDB0-7F18-4AC8-9188-A18EA1731E0C}"/>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313097C8-B5C0-478D-8A54-FC4A1800F7AD}"/>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8FDAC28F-B9CA-4C23-947E-24DC1CF33C06}"/>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90BB9F5-14AF-4842-9DDF-E9AF802E3421}"/>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2E19A17C-39D2-4796-80AE-127F4666A029}"/>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5A2F1D80-202D-4024-97CD-67AEE05D740E}"/>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B56ED416-0B4D-4720-A2E7-3CB3439418D7}"/>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E5576894-4EB4-428C-A350-E5806964F4A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0DCE1F4B-CCBC-4945-BCC2-24EE42B71B65}"/>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2128C8E3-A64E-47E0-A5A8-703672B9280F}"/>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DAF612DE-3853-4674-83DA-09BF06C868A2}"/>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9AF847F-C64A-4263-BDCB-986412C6CBFE}"/>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38A9637D-A24C-405C-8A23-B8A7D7B29D3B}"/>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C84B9C8-8128-41F7-892C-A12D542BBAF1}"/>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DD858111-C352-4836-A91A-B915088F067E}"/>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44837740-AAC4-4272-AECC-B8C6D32943C6}"/>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8EDE938A-6732-4F7C-8603-455C9127937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31842084-0EF7-429C-9C92-EBB27DD3B951}"/>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452D6E42-036C-468B-940C-C28826B8B135}"/>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2DEFDFF4-E5B1-4C4A-897B-0DD3599037B5}"/>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B34BB04A-7A13-499D-9F92-8D8C2C87D2A1}"/>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DDF70B0-C15A-49AD-9B5C-01374590FF9A}"/>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332FEB84-A471-4837-9C70-C44D813247BD}"/>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D3357A7F-C15F-45CD-8440-AEFB50929C8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A0BE2A25-AC03-4CBE-A2EE-01269258CBEF}"/>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D516C4B0-3A82-4393-8D6B-D75051B5DBE6}"/>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0FC69C49-5289-4D1E-85C3-FCDCDBD0511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D985F81F-97B7-4BCA-B205-EA6C64429E9A}"/>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2579BC7C-0FC2-4259-8E66-71EDFBFE57EA}"/>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8EA1BDA9-3BDD-4FE8-B42C-7F7BC95BE9E2}"/>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8C7F8F8E-BCAC-4C9F-9BC3-9224243E25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146264174"/>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EDFFE438-A97D-421F-B031-B3FDA718AF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911AE16D-CCF2-4F4B-B5EC-F1F5567BDF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943A56EE-C9C4-4DDB-98DA-48323A4739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6E501FEA-0B6F-461B-91F3-ADA23D67F7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B22A4382-54CA-4B87-AF44-E8F162C300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23AF838E-345F-4010-9378-05DEAD62CB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209587EB-1966-4A6B-9DB3-B8BC2A9A0CBC}"/>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19E7C35E-B28B-4C23-B963-F6DCC3E6F6E1}"/>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0245A79F-557B-4430-BBD5-14A73A2E96B0}"/>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D93C554C-6306-47FB-AD30-AF692662D118}"/>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1E118EC-AEF8-42D8-B4DA-A9C8AE4DFCD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B9B4B4B-886C-4E85-8BA7-4DDAB847698A}"/>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785E5802-D31F-4B82-B56A-6617D240F0BA}"/>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86BDB3C9-AB91-4DBE-9975-346094BB1205}"/>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3275D26C-2BAA-4AE9-A4BD-089961189566}"/>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29F26A54-F511-4F9F-9EA1-932FF0C16D8C}"/>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4DF8F67D-3D6C-46A1-94E5-77386CF859C2}"/>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F2F38E3-11D0-4D38-84D2-76D768520529}"/>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2A11ACBA-96A0-42B1-B8E3-2D3AA1A7514D}"/>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08B2139-5B63-4B4F-A8B5-D6798EC7E4A7}"/>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B8B62C33-0A33-4699-932B-6499477F77E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5C33DADE-F6B2-461B-821E-D0D87DEAE421}"/>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25E304A1-0C3E-4A4F-9FEF-DA250B0BC869}"/>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B018060-2DE4-436F-81AD-2703162D5CA7}"/>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19B7A8EB-5C86-4940-9F05-CBBB3EFE5991}"/>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D564A311-CA07-42CA-B13D-68C82B0B87F3}"/>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19310CE8-034F-4D43-8190-267779CB5EE5}"/>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42CBE204-A952-4267-9AD2-44EA4F68B26B}"/>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30932281-2350-4030-BD3C-2AB83E247D54}"/>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D21C09A6-F1C7-4765-9C44-44FD42B63E50}"/>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35A04DF9-EDC6-4011-B221-CFB5D755A561}"/>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65D6EF2-CB3B-4E19-A870-219EF59D42FC}"/>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12BC1237-C308-4594-B0DE-A51E30AA8A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32977416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57605221-6012-4D09-B85E-059DF5853C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28FD0FF8-0885-4809-AB45-0FD342E3AB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535EF045-68F3-459C-A11C-166A27AABB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C5585FD3-8950-4670-9D65-6D1F300D35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3C59B56A-9E9E-4548-93E4-D825170772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F8D5C770-F5C5-4818-98F4-6497F02053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9D38E516-8472-43D9-B2C7-1A829E56FB45}"/>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CEAB11F4-1770-4F08-99F2-2068E4AC5DBA}"/>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3462BF32-149F-45D8-A129-3D36378D5DBA}"/>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F0A1A96A-6392-4577-A861-07606BC4E376}"/>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D951CC47-28A1-4442-9EE3-83569F806B95}"/>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98F331F3-A037-46EF-A140-F68DAEA60CD7}"/>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184282A3-DF2A-4DD8-B59E-DD255DE44777}"/>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EF251B43-A227-461F-B113-965D439553F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B5BC8520-5823-4FAA-9D45-1359EC7D6338}"/>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B241027-7E20-45A9-8D51-94CB62E7E992}"/>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1E513EFF-E778-4164-B91C-ADB41A97B290}"/>
              </a:ext>
            </a:extLst>
          </p:cNvPr>
          <p:cNvPicPr>
            <a:picLocks xmlns:a="http://schemas.openxmlformats.org/drawingml/2006/main" noChangeAspect="1"/>
          </p:cNvPicPr>
          <p:nvPr/>
        </p:nvPicPr>
        <p:blipFill>
          <a:blip xmlns:r="http://schemas.openxmlformats.org/officeDocument/2006/relationships" xmlns:a="http://schemas.openxmlformats.org/drawingml/2006/main" r:embed="Raddd9f9664f04e4b"/>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BECDEEFE-34EC-44EC-8AC0-211F7A7DEDEF}"/>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C6B89BB2-8330-4D6F-9346-A0AB99EA02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6301805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31A69E05-D211-4271-BEC5-4835FCA7B1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CBAEB27A-A394-4B38-853C-581AA7C10C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4491589D-B99F-430C-93BB-37BD70028F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851A0101-2604-481F-B34B-49049D4DEC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F4067AAF-83D3-4459-B49F-1A8392EDE2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48D1DC55-CC83-4252-840C-F724756D74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83C574EF-7E34-4D79-B771-F6560BE8FBF1}"/>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C6DDA72A-9418-4883-84E0-32FDBB19915F}"/>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080BA2DD-41C4-4E66-B7FA-F4271335B45D}"/>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94FC780F-7D05-4382-85DB-40DEBB51BB36}"/>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9244DA98-0EBF-4B19-A565-336D0E43FA56}"/>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97D182C3-76E1-4D86-B7FF-6E51B6A65DC3}"/>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ACFA85A5-B416-464E-B57D-F9ADC7833DEA}"/>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BD106EB3-DC68-4C9C-99EB-039633D839C2}"/>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DBCA9616-D841-40A6-8F3F-93F0C7AFCA8C}"/>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FA3B9134-177E-4B4E-ABD5-B3A30371D0F0}"/>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242F33E3-7F46-4480-90C9-680B3C2C0C5A}"/>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8D590C2E-B0BB-408C-88A8-61A3DC646A45}"/>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82EE2508-D818-4E74-AA4C-1189B7A0B2F3}"/>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7BE8F962-D09E-4917-B4F6-F31C9CF68205}"/>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225FB343-32ED-4214-A0AA-0FAFF51038E6}"/>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AE8B222E-8940-40D6-BA08-C61BEF852278}"/>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7C664DF3-3488-42DA-97E5-52851D0930B9}"/>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33B6251F-78B3-4050-9C7F-DFDBDEC8BC67}"/>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8AE1FBCA-CE2C-463A-9753-8E5B82BAF2EF}"/>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BD16D35C-FC8B-4760-A776-EFEC647C096A}"/>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15890FAE-50EA-499A-8812-DDBD77033822}"/>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36DBEF83-DCD9-4CC0-A23D-F0F5C0BF6ACB}"/>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1F868096-8B2C-4652-A381-F645266B28DF}"/>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359680D6-E563-49FD-9ED8-E3E5C9A6F6AB}"/>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FA3136DC-F19F-49EE-9C5A-EC192B56BDD6}"/>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C85AB1B1-08CE-4016-BBDF-A1FD12DFEB82}"/>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979D9504-9968-4BF1-8323-397ED82ED26C}"/>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C228C23F-59EB-4B55-A3E3-626FD21924F1}"/>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EDE7BF16-6C72-412A-A76E-E9D51960B7D3}"/>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A5755A6A-A9A3-4B8F-A61B-B0E19C332B6D}"/>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D564AD67-2D7E-468C-A68C-09B96ECB128B}"/>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CEE56FEF-A43B-4A63-A0E8-A6A5DBCA28D4}"/>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59A7A7B3-10E1-4FF1-B1D5-2C7731D84C48}"/>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7DA34DA9-2AFF-4CCC-8999-8EC31BC73393}"/>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9CF7E7C1-E132-4739-BBC0-40903D4446E5}"/>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6E3547A0-3DB3-4F69-8A92-CD09F03D453D}"/>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1FA9DDF8-2A8D-4C07-95D6-6E134CF050E1}"/>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6EF16A70-7DE6-4E1A-B30C-0359274FDA2A}"/>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7F0661CB-58CE-483C-AB41-843624248C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84902996"/>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445BDAD2-A1A3-4C3A-969D-6819586F30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FECA6D27-17DC-44DC-A305-8C3E018A0B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C7B8B201-C6D4-40B3-B94B-318D73F7E0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C91E7FBF-2DF8-43C6-B83D-453376D8AF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F587AB80-D10A-40E0-B567-0EA83774CB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70A38ABF-4B34-48A3-BA2E-C0E95F2BC2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97A2E81E-D5BE-4172-82D2-700F0D037AB5}"/>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E1A8826F-88A1-419A-9E91-2D72B47F116D}"/>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0BD5B9CC-5718-4C18-B56E-99A10C5A3059}"/>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29D0BFE8-BA0E-471C-9102-1745BA254CC8}"/>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6CC205E-7C9E-4927-B968-EA31E63FCAC8}"/>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CB4A4951-8AF1-4914-BD7D-54E21C6010A3}"/>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0C3DB94C-E959-492E-9631-4EEA46166FDC}"/>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9C6DEE5F-5068-427E-B958-8B077AF8407B}"/>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C72A800C-A556-4EEA-8997-FB708A0A82ED}"/>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FCC4BB2C-20A7-4B44-A81C-8666588C9393}"/>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CAABD657-AA63-4CB7-AB7E-CAFCF9D795DE}"/>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E85166FE-70E3-40AB-8DFE-9BD8371B4BC2}"/>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BD1BB43D-19DF-4863-9F9F-69B6152AEE54}"/>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C0419FE6-1D8F-4FA4-9537-225A975AB2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955268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B982C63A-A542-475C-9A34-FA26D73D36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DF26E716-C30D-4E21-A71A-9638C382F0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2A84A801-A228-4107-916C-FA9BF6D5C3D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20AFCADE-3067-485A-82EF-6C9228E847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1725E170-7647-48F1-94DA-5FE004F36E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2B960DA1-67F1-423F-862B-9B43F55D96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C4CA9D0F-57B9-44BB-914F-F4B4C27C37B1}"/>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1AF38563-8FFB-4993-9C2D-05BE3BA8A94A}"/>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25171DFC-79D5-4665-A20E-9280A4A4BC44}"/>
              </a:ext>
            </a:extLst>
          </p:cNvPr>
          <p:cNvPicPr>
            <a:picLocks xmlns:a="http://schemas.openxmlformats.org/drawingml/2006/main" noChangeAspect="1"/>
          </p:cNvPicPr>
          <p:nvPr/>
        </p:nvPicPr>
        <p:blipFill>
          <a:blip xmlns:r="http://schemas.openxmlformats.org/officeDocument/2006/relationships" xmlns:a="http://schemas.openxmlformats.org/drawingml/2006/main" r:embed="R5ff8178093b84bc3"/>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0098BFA2-5D44-41DC-8565-7096AAF07A3C}"/>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C497DC42-9B1A-4D57-AD57-34AC7A90AED5}"/>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2511341F-97E0-4245-8494-2CB481309FF1}"/>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A6430010-0A6C-4CDE-9899-EC555A78AE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6512055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3F89B052-A9C4-4CD6-AABA-4979EE8EC6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2B18F1E9-68FD-40AA-AA14-2046C505CE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A8EA281C-CA20-44ED-84A3-C13B6E05D4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A055FC81-B6B1-4E9F-902B-6D1DA2CBCCD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3CB6340D-938A-4D30-9170-B36C51E58A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E65543A6-9EE8-4174-92E6-252043CEF9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90DE4DCC-84D8-40CD-A5D8-52CD84303442}"/>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DC9B7370-A3B6-40EE-A5A0-BD99B9B2A18A}"/>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22826821-BF8F-4DFC-BBF6-92A2BBEFE781}"/>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119A4B18-CEA4-46FC-9939-3ACA4F7EB410}"/>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B4A2B77A-67C3-4ED6-9104-87A7189B0049}"/>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DB43721B-C854-412A-97F8-BE2F43D69CD7}"/>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A6166E95-A658-40EB-B4CB-9CE1FFBBA622}"/>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38C869C7-1EF1-4DF0-80BA-0B278AD3F218}"/>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6EB42B8E-6704-45ED-BF2A-0BC278F5AA9B}"/>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204A68C-300E-468D-A1C0-D633BEF03A02}"/>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E6C85DE9-57DB-4C9E-86C1-9F736A43FE62}"/>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9C9F6DC5-B631-4EFE-A747-3A0D2367B2C7}"/>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6AE09EB7-B975-4A36-BBDE-2FEFE1B4F54A}"/>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5540DD62-1E82-4646-93E1-C5563DA66A56}"/>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F17843DF-25A6-46C3-BD94-41A3C1BBA43D}"/>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7800B5D0-65DC-416C-92AD-9E5BA4CD4855}"/>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4DC79748-6074-407D-BC84-9B69FEC0BE97}"/>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013EB2BD-F8DB-4C20-A752-7792A6F0ACBB}"/>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0D2FDF40-4F1B-4985-8D89-4E607A2FCD8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B83A64D-35EF-460C-8F52-F607D0573692}"/>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E4FF861F-5F6A-4F49-B110-0455B4694A84}"/>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B890AA6A-B3BD-4BE6-BA83-0EA175E982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0300854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49839300-9179-487E-B9FB-215FC3D329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724BB93A-2469-425E-B97A-0A6E461433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E2AE229D-33AF-4B21-9B5C-5944D84FE3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7D1DA9B7-F7F3-49CC-86A4-20A2C8ED3F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424B9184-C456-4554-94B2-9D70B6AD7C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7A202E88-E1A8-458C-99F9-525B96C6EE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B8FAD010-E1B6-44F1-9193-87BA5C66443B}"/>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2FD5CDD9-613A-4151-AEB7-3B2BA5660E6D}"/>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59E9CFB4-1368-4489-BE36-840F124D76EE}"/>
              </a:ext>
            </a:extLst>
          </p:cNvPr>
          <p:cNvPicPr>
            <a:picLocks xmlns:a="http://schemas.openxmlformats.org/drawingml/2006/main" noChangeAspect="1"/>
          </p:cNvPicPr>
          <p:nvPr/>
        </p:nvPicPr>
        <p:blipFill>
          <a:blip xmlns:r="http://schemas.openxmlformats.org/officeDocument/2006/relationships" xmlns:a="http://schemas.openxmlformats.org/drawingml/2006/main" r:embed="R892514eeba1f4751"/>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D8373ED8-C07C-4D86-A9AE-F5748C86CC2A}"/>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F6DAF8BC-0265-421D-99A4-724E3AC791E4}"/>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C896ED1-25F3-42D4-B9B0-1AEA0969879A}"/>
              </a:ext>
            </a:extLst>
          </p:cNvPr>
          <p:cNvPicPr>
            <a:picLocks xmlns:a="http://schemas.openxmlformats.org/drawingml/2006/main" noChangeAspect="1"/>
          </p:cNvPicPr>
          <p:nvPr/>
        </p:nvPicPr>
        <p:blipFill>
          <a:blip xmlns:r="http://schemas.openxmlformats.org/officeDocument/2006/relationships" xmlns:a="http://schemas.openxmlformats.org/drawingml/2006/main" r:embed="R8cbc05ea552343b7"/>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B3C4A35D-27D0-48C7-8809-E9B94FE7D425}"/>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61F68E42-8ED8-4E46-A54A-6C1C8DCD3A6C}"/>
              </a:ext>
            </a:extLst>
          </p:cNvPr>
          <p:cNvPicPr>
            <a:picLocks xmlns:a="http://schemas.openxmlformats.org/drawingml/2006/main" noChangeAspect="1"/>
          </p:cNvPicPr>
          <p:nvPr/>
        </p:nvPicPr>
        <p:blipFill>
          <a:blip xmlns:r="http://schemas.openxmlformats.org/officeDocument/2006/relationships" xmlns:a="http://schemas.openxmlformats.org/drawingml/2006/main" r:embed="R922e6463aedd4ded"/>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EE8D1711-4409-4AC9-8E57-5624DD167F49}"/>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A61AED39-7C2B-4488-B605-C1326DC71AD4}"/>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095B5AE4-DAE7-440A-84F7-3BE48297DB54}"/>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E9AD3239-5ECF-419E-A917-59E1CD21AD38}"/>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1D5B717B-3F83-4DAF-8962-50F90EBA87AD}"/>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C632A0A1-E877-4F77-B640-81D2C88E9017}"/>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04A29B19-CD19-4899-B4C0-276A2DFF21ED}"/>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8BC3021C-AC56-4C33-883B-C095B65009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878314910"/>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2A39218C-AAED-4814-97F5-1B0E19218F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68F7BD3F-B470-4E99-8936-1AACE77FAD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D7507C60-0F47-4C80-9714-29F3BA2B7A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0F639C08-6C72-4067-81F4-49CA15905E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0751E60C-61B3-4AED-9D10-0B476BFDDD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CE74FFB6-52C4-4B02-829E-E1752C6E76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D8C4372A-60C0-4A9F-8DFB-5A726BBF678E}"/>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AC2E6BFA-5E98-47A7-999A-4BDC26120A7B}"/>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F5B0DE9D-0058-49B9-B830-797B5B935B8C}"/>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C555629B-D191-4054-9810-F6D2AABEC5EC}"/>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3DFCA8E0-4CA4-4137-9059-E04C4F4E06A8}"/>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F0F5513B-056F-4AA4-8A69-1B3A2D5D30A2}"/>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F8183319-4625-4571-B409-2F6BB9AC78A5}"/>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0081F10-7958-42A5-BE62-E45F1B912D03}"/>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0359338B-DCF5-4CFB-8E9C-DD8101E31CD6}"/>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02FD337D-C185-459C-A645-B2D5D7574E58}"/>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953DAE8B-BC9B-45A0-BACE-13FE98C69B94}"/>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F55E9B00-FF00-48CD-AB2E-FA5F49B26C00}"/>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33FFF99-5EAB-4372-8D63-74F22D966FC1}"/>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A7F26099-0D61-460F-B790-E76226AE42A2}"/>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493C1381-99DA-4E22-96C2-C06B05311C88}"/>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BC454292-28F6-450F-BBE9-EA921B4C5509}"/>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DFE79C05-44B7-409E-9294-0B3AD689C5A8}"/>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66548CDA-D934-4E11-A209-F374CCC57C11}"/>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F3C3CDC6-A4AE-4FA0-A95C-225D8D12D6F2}"/>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BF9E3697-43CB-4C8A-BA79-632DA2E452C9}"/>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E6D1E4BE-03C3-42BB-A439-35CC532DA216}"/>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9E582E4D-0832-4CE7-B5AF-828B3344F436}"/>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0D1D69D2-D745-44B5-B455-296345165B4F}"/>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7CB81394-5FC7-46B3-9834-1E751E64EFCC}"/>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9D6792FD-1FBC-430C-AA85-C8ABBA76A03A}"/>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EB4E31CD-ECDF-46A8-B0AE-84F820CCD594}"/>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CF555074-6FD0-4FC4-BBCD-8A8CA93ACD3F}"/>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A6773499-69CC-44DF-B8CA-C47E292DAEFD}"/>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C645614E-28C9-4418-BFD3-492B2172043A}"/>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F18D9744-1B27-42EE-ABE5-024C7D41C0A3}"/>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65C44E9E-7B94-4194-89E0-59C27946FA3E}"/>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456CBBCA-3267-432C-AFD8-180188D1044C}"/>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796F3426-7C65-43E4-8147-098D3542EABE}"/>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02771FB1-8260-44EC-A740-CCD622AAF966}"/>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724D031D-D345-4F23-993E-BE58F145A0DC}"/>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9B2901F2-7ACC-4BEB-8129-2EFD639931C5}"/>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7AF1C020-76DB-4AD9-A040-62CDC118DEB1}"/>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4E207D61-D3F7-4A18-95E6-FC31479113EA}"/>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78E4A420-D682-4BD7-8F2D-0273CB7AADD3}"/>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D20F174C-6A6A-4045-98CD-4C84C3C71BE6}"/>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E3E76A6C-0F4D-464B-8100-34ED73ED06C6}"/>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48D067CA-1642-4CBD-87D3-80EB5FC43ED6}"/>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08DC06F8-83B8-4B4A-B32D-32BC6DC18AB1}"/>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498F3178-082B-4116-9A50-DD755FF0C61C}"/>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3F1D87E9-7853-4C6B-8A08-2C793809B0A7}"/>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D9BEABF5-F594-423F-80F5-F4F02AB75299}"/>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37A5DC1F-780C-4966-A9B8-C66814CF1CA7}"/>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9E303CBE-C655-4AE9-838E-44A1A2E040F7}"/>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D1AB0F21-7D6A-42B3-8C86-D9B689080ECA}"/>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807CA936-D6FF-4105-A4C7-BEE13FBC8AF9}"/>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13FD31EC-F2AE-47FD-BF12-574025BF4672}"/>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888BC720-675D-4258-A22F-F89DC1C9946F}"/>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1CFA6C5B-363E-4CCD-B571-41C335EA04FE}"/>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2E741710-CBF4-47CA-BEA1-17E1037E1E09}"/>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27CA0DCE-9FFE-434B-A994-A405BD6361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688312418"/>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0417C1AA-B09E-4C39-B03D-D34C5769EF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DA831015-7BE8-4B62-B576-E6F0CCF735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63C25596-5849-45DD-B281-48AA05ACD0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7599938C-46FA-4244-BAC1-383F731C1D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0A39F205-1894-4BCE-A917-AACFE07584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8793F379-1726-4BAD-A252-5FA5B45023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BF959112-CA74-4B86-93DA-370E08B7B48D}"/>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F0809291-41B0-4580-8E68-E711BE461A08}"/>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8F7694C-6C79-483A-932E-A3B95F0C4A6F}"/>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C8ADBA59-0CF8-44D5-8C62-B705154BEDAA}"/>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95D6C64D-CB68-497E-93F5-492331640883}"/>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99968297-7422-482B-99F7-4D8C2E6691F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B9644EDB-484D-4890-BDD1-569A547DFBE2}"/>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7A7CE40-22C9-40C2-86D3-27216B1C8380}"/>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825EEFE2-F123-4635-A2F3-3F3E01A5E79E}"/>
              </a:ext>
            </a:extLst>
          </p:cNvPr>
          <p:cNvPicPr>
            <a:picLocks xmlns:a="http://schemas.openxmlformats.org/drawingml/2006/main" noChangeAspect="1"/>
          </p:cNvPicPr>
          <p:nvPr/>
        </p:nvPicPr>
        <p:blipFill>
          <a:blip xmlns:r="http://schemas.openxmlformats.org/officeDocument/2006/relationships" xmlns:a="http://schemas.openxmlformats.org/drawingml/2006/main" r:embed="Rcd271cdad0b840a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0AA61FFE-B8CC-4CA4-B142-DF0E54C7BA3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6A3F238C-7D76-4F51-8E92-FA8D6EFEECA3}"/>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F7A1521A-DA06-49C6-9B58-E76B0D1F19CB}"/>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7611FE27-4F39-44AF-9B5D-E15FBB1EFBC4}"/>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B73FEF8C-E172-43D9-8B7B-A5A292DEE9F6}"/>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B639C96B-F881-409A-8E03-052F8F44C25F}"/>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B46AF1C1-F7CF-4C32-9EAA-E41B468E65D9}"/>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AAEF9004-250E-4B95-8724-3F12ED5D15F7}"/>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055BECEF-2304-47E5-8643-54AE9325A9FE}"/>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DA4C3D8A-4FEA-4C0E-8775-FBD100E770CB}"/>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859A9B57-8794-4620-AD6A-C01292A2916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28DE9E2F-6845-4EA6-9AF6-05A6435443B5}"/>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EA1A4317-D25D-4956-BD13-461D81DB9297}"/>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803A327A-1EC9-4F10-8D37-3575601A2B68}"/>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7B0788DB-F461-4B61-AC84-5D0DF827DB1F}"/>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27AE587B-085F-46B1-ACF1-58A40756B87E}"/>
              </a:ext>
            </a:extLst>
          </p:cNvPr>
          <p:cNvPicPr>
            <a:picLocks xmlns:a="http://schemas.openxmlformats.org/drawingml/2006/main" noChangeAspect="1"/>
          </p:cNvPicPr>
          <p:nvPr/>
        </p:nvPicPr>
        <p:blipFill>
          <a:blip xmlns:r="http://schemas.openxmlformats.org/officeDocument/2006/relationships" xmlns:a="http://schemas.openxmlformats.org/drawingml/2006/main" r:embed="R30f81effd0444b5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7ADEDC84-7573-4D1A-8D77-C0127DD00719}"/>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36ECAAC8-7A4F-49D8-94D6-57831FDBFF5C}"/>
              </a:ext>
            </a:extLst>
          </p:cNvPr>
          <p:cNvPicPr>
            <a:picLocks xmlns:a="http://schemas.openxmlformats.org/drawingml/2006/main" noChangeAspect="1"/>
          </p:cNvPicPr>
          <p:nvPr/>
        </p:nvPicPr>
        <p:blipFill>
          <a:blip xmlns:r="http://schemas.openxmlformats.org/officeDocument/2006/relationships" xmlns:a="http://schemas.openxmlformats.org/drawingml/2006/main" r:embed="Rea4cd5c604f448d3"/>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04AA24E-3C4D-49FD-8D7A-7136FC4702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6419543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CCDAF62B-F896-43DA-ACF1-0DE0A8293D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EDE40906-A108-4A04-9E0D-632B53455C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2CDA59DD-2479-4848-AEA6-19ED3B180A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1990724F-130C-47CF-89D9-FF269A0DEB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69AB7EB0-056A-417D-914E-FAC16ADEB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046EBF12-67B0-44B1-B4C7-D7D2C5E547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57E0A92C-F92B-4206-A65F-072DAB6D6088}"/>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3DA8CC01-B204-4B5F-87CF-98BBFBADC814}"/>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9DE3A8A2-1142-461B-82BD-A11D3EDE771E}"/>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C51EF445-B6B6-4C90-B3DC-3C8C81692407}"/>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BC9BAB70-DD83-4243-BC9C-04DFE5F1BDAF}"/>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3BEC0E14-27C8-4C1E-B237-6CF9F6AFDD85}"/>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A4F50E32-A879-49E4-A2F5-3BE4C4B63108}"/>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112E826-4DDA-419B-BE4B-DF026877E9B2}"/>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4B6C89F9-FC63-41B5-BD77-32718990228C}"/>
              </a:ext>
            </a:extLst>
          </p:cNvPr>
          <p:cNvPicPr>
            <a:picLocks xmlns:a="http://schemas.openxmlformats.org/drawingml/2006/main" noChangeAspect="1"/>
          </p:cNvPicPr>
          <p:nvPr/>
        </p:nvPicPr>
        <p:blipFill>
          <a:blip xmlns:r="http://schemas.openxmlformats.org/officeDocument/2006/relationships" xmlns:a="http://schemas.openxmlformats.org/drawingml/2006/main" r:embed="R443990360ce5469c"/>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E6CC24CE-903C-40BB-A03C-62E60024B620}"/>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D55C2A61-1332-4CB0-A0D9-8A4C5A2AA2B4}"/>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88B093E7-574F-466C-8655-31A35BF6654E}"/>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D650EA96-A06D-45B8-98DF-3BE19A1C2F06}"/>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F798C617-34AF-4394-BA3A-006D1655B14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70710471-E840-452F-90E5-D6024122E469}"/>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17F1F8C-5AB6-4C0E-91E6-E046E5FC97B5}"/>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55340D6B-8C28-428A-945A-0F81153B38AA}"/>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0F01DC6D-E32C-4F4D-AA77-BA07F37B365B}"/>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C768D7E0-F135-4E02-A9B5-0ABF0DB6E9D2}"/>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6F66C87D-F076-4D63-92FE-23FD1C33AEC9}"/>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DC3CAD44-4C75-41B4-9173-D9C8167A7088}"/>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15FD44B0-5575-4964-AD38-3D7482027F36}"/>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3F5FC53D-3E0F-450E-BCD1-0B2AD5E03834}"/>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211E4C0D-4544-4770-AB0A-26DA9890AAA8}"/>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5CE6A639-3ECF-4225-BADA-D3260BACBF45}"/>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827EF1A4-4589-4E4C-910A-A2F03D56A80C}"/>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25267AC4-4122-4A16-8A2B-7738452F2AF5}"/>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9675356E-C8BE-4E7A-91DA-6952A04744F2}"/>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7E221465-917A-48C8-8FFD-0A221049D11A}"/>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59904348-90F3-4897-BAB3-C5063B663AD6}"/>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8744E1E8-494E-49B5-B5E8-7F12D5B59681}"/>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07244053-2F41-4EF2-8EAE-D6FBAB9ADC5C}"/>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28C5CA2E-7E09-4FFB-9DE9-1F68172D0582}"/>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57FCE88-EE2A-4D82-AF7C-B32D64A63409}"/>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A9FAC84-DF6D-4583-BD82-3065FA235E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7826570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8C08BBE6-24BD-4E22-9E33-CEAD3EAA4E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4A08A555-F6EC-4EB8-B5CC-8C72E9096A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1C65173A-A7E3-4BA6-9FFF-FF808E2BDF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6844DB96-A6BA-48EC-AE99-83EC8A3A79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D05439A8-8A3C-4965-B530-23ED4D21A8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4563D4E7-F4D8-44F7-AEA2-6500364FAA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9FF00027-B062-4E1F-BFE9-075B8256AAD7}"/>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0891A84E-4351-43C3-88D9-2E9D960DA163}"/>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034CC2DF-7F99-48AD-9C6B-43549F05B2D1}"/>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56872C76-563E-4459-A40B-4D0E862DCD79}"/>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909AE20E-2CBB-410C-9842-943366D71322}"/>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D94EB62D-99CD-4B51-B0D3-0CDB5AB28468}"/>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D6889C22-D659-4BA7-81F6-AACAED04FF54}"/>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D390A2F8-A3F8-42B5-9CE7-67303B1F2A25}"/>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3858A7F7-D633-4FCA-850C-0F42C251E14F}"/>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222A0A6D-9060-45A0-A72D-5ED8EB6749B5}"/>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74F4E930-C3ED-41C4-B5D5-D8DAB24F50DC}"/>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32F7EBAF-6A97-470B-A8CC-47D2DCFBA823}"/>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532836AF-85C3-4A96-B40C-9125C969306C}"/>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1DD142B6-9662-4806-BA8D-F0F61A07C5EA}"/>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AF39AFF5-7EA8-4A98-9539-518868C35D8D}"/>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7D184806-DE91-4BC9-B2D4-86054A2D01F2}"/>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686DE67-FB7F-4001-A45A-A21E641335FE}"/>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5B268B63-3556-43E8-AFA5-D53B4DD1B8E6}"/>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E198A41E-8D90-467D-A437-3DFAC3E677BC}"/>
              </a:ext>
            </a:extLst>
          </p:cNvPr>
          <p:cNvPicPr>
            <a:picLocks xmlns:a="http://schemas.openxmlformats.org/drawingml/2006/main" noChangeAspect="1"/>
          </p:cNvPicPr>
          <p:nvPr/>
        </p:nvPicPr>
        <p:blipFill>
          <a:blip xmlns:r="http://schemas.openxmlformats.org/officeDocument/2006/relationships" xmlns:a="http://schemas.openxmlformats.org/drawingml/2006/main" r:embed="R4260affd74e1461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E5F4AB80-3CBD-4592-A23E-44C9889AF424}"/>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97A85AF6-241A-49E7-8937-1EEF76C79AA5}"/>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78EEA238-9A99-493F-ABE9-8626B6FD805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45F4D4B7-755F-4F40-AA8F-28936F84026B}"/>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54C3B525-6EDB-4537-BF29-1A319B0849C5}"/>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3BB2A3A1-6D64-4C35-80EB-B06F0D5F2293}"/>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7C522515-451A-4446-99CE-E881C830328B}"/>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92552EC7-7A26-44D6-8B72-C2F83C57D45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0FD8A8FD-95EF-41E1-BF35-277C4F3987F6}"/>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A92D955B-E48B-4E1A-89CA-4ABF22504956}"/>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C99B99E4-697B-4F3C-A081-6BC5DE9D303F}"/>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8612AA30-5ED1-497F-9662-28C71AEDA41E}"/>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7B69E40E-D587-48B1-8EEA-5B8BBCC1A9A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C7F751B6-2C1D-4383-96A5-45A2893296C5}"/>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2F684B31-92E9-4246-ACF4-488896589C3A}"/>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BCBF718A-07BC-49DC-BD24-FBC57832A3FB}"/>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DA1A0942-98CE-4FA2-9C0F-994801E8D05B}"/>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AFB0EFF3-1373-43F7-BB82-90073708202B}"/>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21434B2C-3A0E-48C0-A2F6-2D573B55E108}"/>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184118DF-334D-4016-BF33-95409C513C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17779204"/>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AA74629E-36E0-44C5-ACA3-84BBC90534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882E6F34-DF88-4784-B408-D1D9D734A0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4776ABC5-4B06-4A05-A5B1-BCF7BF970C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0B03221B-D553-43A4-AEF4-B0EDB2259D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22BDDD60-0307-40C4-AA09-7B4C4F91C1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CB7993F7-BCF9-44FB-9DB9-2B6F6A6A29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F4FF73E7-CD10-4BA7-873A-29CB6D7DE757}"/>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E676A730-4503-4E40-B1D9-CA00193E3CFF}"/>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95953A00-BCB9-4D0E-8AFB-1F78F2B16F5E}"/>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DB486719-F04A-456C-8324-3B1C873B1E55}"/>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DAC9E4BE-41CF-45C9-91D6-99E3F60E501B}"/>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C89D4755-94FC-4133-9C0A-85F6C4F448BB}"/>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C6BC4B7C-359D-4C83-853B-6E319A32B8A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F5C27822-EC49-4BA5-898B-4C46284BCF2F}"/>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2DED42E6-4A75-4EF0-A581-D562D443687A}"/>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6A36EFFF-EE75-4A77-A723-82B9FFF13FB1}"/>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E66E6D83-1079-45EE-A78E-A736482124E5}"/>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3B37F457-5D5C-409A-B162-17C9AFB3F24A}"/>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C7D7E46C-917F-4155-98CF-4D92FB6C1664}"/>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A7CD576-FC70-4644-8AC1-F39D1867F49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14C64DF-E392-4C78-BDAF-61DF686229F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A35F12E7-085C-487A-94CF-E03BB34C95EB}"/>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4D06CF1F-D604-4C15-BF85-627B485A2E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578905169"/>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3819E471-15AE-4233-AE48-8EE6775FFD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27545423-6A38-4B1B-9E7A-FB91A6DF76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43A41161-86E9-474F-B696-FC674A0644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11001174-D7D9-479D-8BE5-2D34F7770C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9907DA88-78B5-4E8D-9556-3AFE14B4BD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FB86913C-9B45-4F46-8540-AC8B7A4339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C3606BB6-3134-4438-AFE4-DE99D4FDE1B0}"/>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239837E0-A4AC-4937-BFB3-0073EF1FCD67}"/>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60126CA8-3AAC-4638-8C7B-7A50E745EDC1}"/>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2EE86B97-F078-4943-AA65-C211A2EDB587}"/>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B35D0C2E-D045-46D4-A265-6C2D9561761A}"/>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5CBA812F-0291-4EF9-83D6-47CA3995498E}"/>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2DC0BBBB-0ED4-411C-89C4-C48D1528072E}"/>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BF23DFAC-9E6F-4981-BD5E-4DFD72AEA2F0}"/>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789D9754-F459-4572-9FD5-BE9AA33B26B6}"/>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49E42FB5-ABEF-4720-BD9E-E3C831E28994}"/>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FD20988C-9AB6-42AD-B2FD-58A8C06C97CC}"/>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24E8B785-2C2E-455A-B8D4-1FC0AEC8E615}"/>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D2D0EDC4-0870-48D5-B9C7-BCC7374617C4}"/>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CBC8F11-1089-406D-9845-E1413012ACBE}"/>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CF21519-D03D-4882-85EC-5B56ED09517E}"/>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377CE1F1-8D8F-46C0-BA1B-E97D3D1484B9}"/>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307A1D7A-D7F2-4011-A0A0-EAFD23450214}"/>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07382585-2230-4C1D-80EF-EBC4FFDB6494}"/>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DB7FC453-125A-40FD-A360-B2D1B1CE25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10590037"/>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858BA5CA-DC56-4699-A52E-56215E6974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C56DE929-36B7-4741-A92A-68B796EFC4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4C293CE9-59E4-4148-BF93-D0393210FE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5A49F88-0091-44F7-B682-934AB1E53D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DA582163-5E69-4FC6-9794-3CCED483A1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55D07F22-BE7F-4530-AA8F-285843CF2A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4B77B0F1-CFB6-43FB-A459-917583883978}"/>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5EA2A262-6819-480F-AC76-BCE78F64AC46}"/>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D093B84B-5C89-4C33-95E1-815D850B58FE}"/>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E65E1717-1160-4509-BA3E-6DADFAEF2940}"/>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A57D2646-265F-4C41-B7DD-D14B6A14FE2C}"/>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C29E8306-10F1-4F89-9935-1BBB0AD26722}"/>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392E4661-7FEC-471A-AA4A-165C6C691841}"/>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46E0A94C-48F8-46AB-8F9E-A68A6AD592EC}"/>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45AE5758-C8FF-40B5-868C-ED4D3D133864}"/>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66A578DD-90F5-4A49-90C5-7CA78DC97183}"/>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8FC4CB86-A434-4207-A2EE-93FAFADF4922}"/>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EF8E68C0-817B-4049-9209-D9948CA52551}"/>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1EC4B15C-C977-4ADD-9EFF-3F3FE46C6080}"/>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FC58970C-5D9E-4C22-A593-DB14FC2E3BC6}"/>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ABA9732B-7CB0-4C4D-938E-2DDC9552B2E1}"/>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C8C811C7-9C41-4AAB-B4C3-9A6E4664BD95}"/>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2055A19B-13A7-4753-AAC5-89F625B1FE04}"/>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D853DF5C-BA94-4C1D-9B49-F9CD52EEBEE9}"/>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69D46C87-11BA-4ED6-9B55-37EBCBF12405}"/>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CFB00B97-758B-4855-BE49-117506D62665}"/>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2092A003-B395-42AC-9285-6EB43BD4B5A5}"/>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73960581-BD36-45EB-B31E-A002412ABC2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2AA6360B-BC7F-4EAB-A630-AFAA45E43C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48778441"/>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CC1C578D-01D4-4EE7-914C-9A5E1718A1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92AA9B1D-55BC-432E-B04E-D9E936C5DC3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987636C0-9606-4812-93BE-F044721823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9040CC54-5B04-4B49-BFDA-7392E83E46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6259563F-460A-4247-8C3B-8069B25D55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3C0DBDC9-317F-432B-B1DA-B67C4D91E3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161B6689-941D-408C-BDEE-FE16A3EEFCBD}"/>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C60ECCEB-5B59-41B3-8F14-DAFA3464A9E4}"/>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83A2283C-16A6-486E-A0BF-AF616F97768B}"/>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95A29AFC-6A9A-4A1A-B8C1-8B99F210FF5A}"/>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6EAE5ED9-7AB0-47BE-B77E-5452A490B7C1}"/>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2233691B-DA3B-43A6-88C5-951AC51B808F}"/>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74C747AD-A231-4879-8D91-F14C10997366}"/>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F9496CE7-7D38-4F65-96C1-A0CDC53B7F56}"/>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96AFDC15-BDA3-4064-BBF4-DB5319C70CA2}"/>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96FCC7B3-15A3-4063-A14E-771EF022CCD0}"/>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ADAB03D1-3A26-4187-B413-8920FFB345A9}"/>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98FEC18-A5F3-45E9-836F-513BFCACA409}"/>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1CA88C9A-5263-42AF-9F91-328E6366C8F9}"/>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76240168-9A2C-458B-8EFD-5562AE6FD541}"/>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EBED4E6E-C6BB-4151-AE26-4254B82782BD}"/>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10C0851F-C0E2-4E61-BCEE-8FD010A723FB}"/>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D6D2ABEF-A42C-467A-8647-7CDC981E32CB}"/>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6BE168AA-F91E-4EF8-853B-2BAC8C183A51}"/>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70EB6422-0318-43F2-A83E-AB607888C139}"/>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7007344E-75FE-45B0-A9A8-91EE41311759}"/>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BC32F4C8-FCFA-44EE-BB36-20E2C15E967F}"/>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245C1BCC-AEE5-41A3-9A55-91FD11EE6911}"/>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6C1811FC-D81C-400C-8DF4-07FAE7D0690D}"/>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CE1E7A5E-F8C7-4394-918D-1B2D4F665185}"/>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A79D8BC-B942-4750-8C38-8BDF20B3379B}"/>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D6CEB2BD-1C33-460E-9868-0EACFB3CD820}"/>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A63ED579-0AA0-4894-9E2F-919CB050A16D}"/>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EBBE8D80-E6FD-4C2B-8D64-E4BAE10E20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63725360"/>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1071E959-30DE-4CF4-BD27-F211BBB069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13A90F81-D0B0-42A8-803A-F981DB7CDC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43B90DF7-398C-4F3A-B8EE-7CE69DA72A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20E75D8-5924-48FC-80DC-DD9C09AA02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2E88E6A6-3414-4CBA-B77D-CCC28F944F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01CCEC89-927B-4B69-BEBA-F5287F5EF0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221070CA-B43D-4AE0-B6B7-5FD14E046B38}"/>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0B9C0E57-94D6-4BA1-9D96-AF8D51F4BE43}"/>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53B69B2F-D261-4ACE-86CA-EA39537DD14E}"/>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1DD4781-DCA3-43EC-8C10-1C1B6DF95D8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0933DDE8-E27E-48D6-9A0E-A759FE868ECA}"/>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7527656E-5AC5-4FC3-BC6E-89C259942CDB}"/>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8109ABBE-392E-42A6-BFE0-74B2087A6EC9}"/>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565E0843-B750-4F3C-A131-838AC2B6372C}"/>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DA89A2AD-8AE0-4A07-B107-DECAA6FCB27A}"/>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54C0C099-33F7-4BD6-A013-EB2F3D00821E}"/>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73E844BA-8019-4893-B6BA-ACCEF596CFE1}"/>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61B22179-B60A-46DB-A2AE-7FA38A58BD64}"/>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02DCD332-C8DB-42EC-8B20-B1F7325765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9927447"/>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EAF988B1-2527-46B6-BA4F-B4691F393F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5CF87B93-30FE-40A3-BEF8-1BC14EDCB5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D1AD4FB6-BD6F-4C52-B226-B32DBBF782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F255963C-0682-45FD-A0D1-4CC0D1FB6C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25173513-DF22-483F-8DCB-41F42224E7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D6A540B3-B871-4941-A96A-74E0347CBB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47986BC5-8348-42D9-AF2A-B1688884A45E}"/>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242E2AB3-060C-45B5-9714-5B445B80CE2D}"/>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4B6A4468-D158-4B50-B493-25C1A56CE498}"/>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7D9EECC4-808D-450A-92F7-F558E114D9FB}"/>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39A19C16-C4D9-4157-B21D-4AD01FB44B93}"/>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BAE989FB-0DE9-4CDE-83E3-E414F6FBB9BD}"/>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6271E5EE-FCA7-4FD7-980E-F22A03C226DC}"/>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9F757F2A-1D0F-4648-B265-3A27B45A000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02F43222-E402-4C79-B75F-24D0D441A411}"/>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9BC5A733-181E-4A14-A4EC-7B373D0D2D08}"/>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BA6EFC26-6EB5-4AF2-8360-C6223C46B390}"/>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505523D6-C66B-44E4-8C52-06BD505C4699}"/>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902B2615-C66E-4EF4-B0EB-B2BA452704AF}"/>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EFD11B4F-751E-4CBF-B6EB-C53BC4A2625B}"/>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7A9FA41B-E85E-41E0-9E9D-B711D5144DD8}"/>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0C0E2C7B-EACC-48CA-9EE4-13AE568BF060}"/>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C868B271-573F-418E-8C42-B239429AFE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70017188"/>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572CAFAF-B681-45C8-A230-975538EE93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382D50EF-924C-417B-9519-66C36FFDD7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A9D1D9D1-A04D-4289-9DA8-223168D2CE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E55B251F-B3C9-451C-94A7-2FCB1EFC16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448B15C6-FBE6-4C01-85CC-9905846245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F959B075-54A3-4C4E-80B9-A6D0958750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B2472B01-C9F0-47DC-BC26-649A9808B23D}"/>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FA1F6710-AD5E-43E7-8719-DD8A3C1D93D2}"/>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8C4A2C99-A329-4501-9AE7-029B6390D9A2}"/>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4FBBEAA6-807E-430F-9266-4014F01A2796}"/>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C7FE92FA-2E92-435B-B920-C04213EE5B9D}"/>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D39DCA21-D4F6-4AA8-901E-35C116182D29}"/>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FF29E477-0F30-4A57-93F7-0F81FA2AD115}"/>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C81BF71D-AFFF-4C2E-A779-4720A1BA35AD}"/>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F3059B79-79F5-475A-A418-F45B98944A7F}"/>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BB5E8679-E26E-42A3-AA4F-8CCE00950BA9}"/>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31FD8461-1797-4471-A24C-863B6B1B1553}"/>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12C86209-D310-4ABC-8B80-8E6CAB9A23E3}"/>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0F9A6F70-FDF1-49D6-8818-82A38C579A10}"/>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02D9EC50-36EE-44CA-9325-393F8EF9C39F}"/>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9991CCFA-5B2C-45AA-9343-3A32BB2750AD}"/>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23B9049F-DF5C-4607-819B-821EA22FF029}"/>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6C4C0818-93B5-4D58-B0CE-FA4B1D4536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387530526"/>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AE4067F2-3822-4548-98A0-B323B3E23B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83DB111E-9CD4-4304-BE95-CEED95FDF3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1CABBF5B-2008-48EA-88C9-9BEC1B05C5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19D9C2ED-C96C-4692-8711-11E4355E49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87C39753-18E6-4B30-B0ED-022E63E784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00228F37-126C-480C-A1CA-EB889FAF8D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A6C009C4-947B-4809-8298-0BC23DC08F8B}"/>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550E64A7-D51C-426D-B8B4-8EABE5F68B4F}"/>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91661BF9-5593-4EB5-8413-E43B35C96A8F}"/>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6D5BFE68-8F0A-4422-8B7A-FB31B303658F}"/>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9BB00CE3-9BE7-4F4E-B1C1-947A2ECB90BA}"/>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8ED17E47-88AB-41E8-9A08-262034CE5536}"/>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DA54781C-7DAA-4A02-AB0E-3020348D0576}"/>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DF236784-8FCE-4513-BFC5-78D247D9F825}"/>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D25F3D13-1EC4-473E-855A-F6BAB987E6F6}"/>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0CBEAD41-762D-499B-B841-C171D004CFF7}"/>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E037E4C-851D-453A-80D0-F9BCC3CDB4D8}"/>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5FD9C298-14B9-43FB-A163-50F2C1D36E7B}"/>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62B1C9E0-49F5-412C-A15D-6A23A4A4720B}"/>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71DB64CB-54C9-454E-8E16-E5ACC62C5E6B}"/>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7B2D5228-80DB-436B-909A-A7A11EC65308}"/>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7A38978A-FB22-477B-96D7-177E7DC97ABC}"/>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E72091B1-1148-4B91-A218-5A7D848BF1FE}"/>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D0C06C7D-68E7-4CFB-8089-C81DF3FA07F4}"/>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53AB3236-630E-4261-9CC6-804D65B10E17}"/>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2043C096-BFF4-4278-AD81-D12718BF85A0}"/>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932E9F3-F832-478B-82DA-41A4F0E92C50}"/>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3C438A88-6EF5-49AA-AA54-42191B306F6E}"/>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B29F29DC-B38C-4B74-BB1A-C126796C2014}"/>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1A2A1BC3-A83A-4CDA-B4BC-0E0A9755FD9D}"/>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9DDF80D5-D6DB-49BA-A059-F0A722409D4D}"/>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A83A7CA9-2EB9-4D99-AD81-39390C51B7DA}"/>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EFDE00D5-4DA6-41B4-9309-9A0F69F37196}"/>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6C8BC330-0F50-4AF8-8F03-6EC2B670813C}"/>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67CC3348-2379-4A34-88D4-1B38C897979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3CA069D4-527F-4A1E-997F-2F72B4187D6D}"/>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AECF699F-316F-4284-9C8D-3431545349B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895AEE17-EB01-436F-AB2D-708C97432902}"/>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D165C463-2B4C-472F-9588-50B0CCA9BAC5}"/>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6D68B1D2-0A7A-42F1-BF4C-271C3A0366C4}"/>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1318713E-912D-4DE6-AADB-89F676D9AF1A}"/>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A6755E78-2779-473E-9955-53373479072C}"/>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A27A6A8-34A3-4ECE-A07C-DD60C9CD6E8B}"/>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53170FF6-4D3A-473B-8B61-D206E7779898}"/>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1A8775D8-1FEC-4A5D-BDAE-FF8B66DE2E91}"/>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451CB743-DD88-4570-9FBC-A3902BFA17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501511"/>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A31826D0-B3EB-44B5-BF36-BA33FF82DB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4493A8FF-0967-4426-9DAD-992594A501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594C3FB6-4247-4134-A78C-523A45D8D6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BC771984-365D-4611-B76A-4F22F35F39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90465315-2C44-431E-9ADA-FCFCDC1A5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181651AF-0B92-4B44-BE51-A2E17C939C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726C3210-0C3E-4917-AF04-F4E6001476A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4E5DFF0-583A-4AB0-8F6B-DC15354297C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5E1160CA-9275-4BB6-8984-B9D15F3B2FB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F9B0E629-6D77-46E9-A426-DAAF937CCD9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183417D-E719-4C4A-A88C-D86B24A87EF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79C43EE-DAEE-46A0-9380-A70321F223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8AD74FB9-A593-4EE7-A7B5-9DA23456CB1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50382F35-D094-48C9-BA5A-7CA055A86B8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4A4A03D-1F29-4A3B-8A3E-5755C749ED6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C2106D9A-4AFB-4FF9-8306-7BD21F2A39F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E3645CFA-BE90-4833-82BD-8EF800C8649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F6434AB2-3924-4EDB-8581-DFAD5A0292F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AE8E54BC-F54D-4EAF-870A-0A3A736EB07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BECE352D-8B38-4044-AAF8-5FB4A360612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F760C0AE-BA22-48F9-962F-71EA1B5DC3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25526169"/>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CB374E77-F393-4999-A344-EA5CD5484F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E4FF48C7-D43F-4B97-A639-CB1CAB5BD7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D0C747A2-0E19-45FF-9501-8C5EB2C3C2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0263DC2E-DD11-42E0-954A-B8977F4C5AF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EA3B0075-2D78-4C94-B3A1-CFEE07489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D3FEB362-0EDB-46D5-A77F-5F04A23197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AA6BD7EB-D7B0-4C11-8669-69D3E96843D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9593D96-5F27-4B30-9FBE-4B1C464F347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048E70DD-9BC8-4DB2-A36E-7748B4F8ACC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610A6521-216B-4983-8921-32D4C9C88B5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04BEDC5-9742-4B0E-AB53-6947ADCF94D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BC1F49C-2F36-45EF-963D-84AA52CF63D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F51BDC58-7244-4CFC-8C3E-B181ED4C43D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8C3020CF-B618-49A1-872B-32FADF8B041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21B4E261-7D77-42D1-A668-FE0054F0CB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7ED9E2E9-E271-46A1-8EBB-2C929E537B8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3851BEA6-611B-4C9F-A6B4-98638F6D865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A6F4907D-001C-4F13-A409-DE747922DF1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D8E77755-03C1-44B7-8976-86350B602F5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AE1B7B4D-4EE7-48FB-93FE-5D5342FB11E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E4F221AA-6A81-4014-A53F-5A385E2A95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16375282"/>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E567D14D-E1D9-4B1E-BA3F-86A1361D1A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ADDBE8EC-A13B-4035-AF3A-12047489D4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A5179B64-0799-4AD4-8BCB-F140FB6BD6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5A819B65-02E6-4F29-AF8D-3EA85FB1D0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B4816614-F641-40F6-A5AF-6994879372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B99C69A3-4E31-4EC5-A88D-F3322CD994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7E01EAEC-89F5-4116-85F8-D94D30AD402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EFFE327-E050-4789-80BF-0E25864228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E4CBE16A-91CF-4D08-8CA1-03018A4188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FE40D6-3821-47CD-AC45-56DC9DF0CB7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AC8AF05-467B-49CA-AE36-FDD64558941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2609B4B-C313-4EB6-B4EA-056136A13AB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375CC91-32F3-4F98-9B44-F7E6C09FE44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AE7FDD72-0D5A-47E6-B056-4A6F895C42A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D8786230-F731-40C8-B904-68B92581600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3BA1E15A-94FE-4906-A41E-E4C54B9E32E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9C4C15C-9356-416E-B761-75E81351621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D6A484FA-1415-4533-92FB-D6A8C188386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4BE43275-C86B-4FF6-9327-5178D86B4BB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C844740-4EF8-43F6-A78C-3156BFFF8D8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0FE17C00-4C39-4B4A-A3A9-CEABBEC402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12316098"/>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F187F58B-AEEE-4578-85F0-42787930EC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ED812BFE-C40E-451E-BF1E-E82D94D98B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3D3EEF35-F4B9-43E2-80EF-ECAF920997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9E9D919F-2E30-4AEE-9DB8-C2B39CEFB0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A63E9602-E1C1-4A30-919D-A372E12A0B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7AE17407-BCD6-48D4-AC3E-15F8B7935F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E5052561-21CC-4999-8CA3-4643AA9593E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6F23FE1-D767-4169-B10A-C6658E6BB6B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29BA5881-3FE3-4775-8ACA-67DC54EFF8F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6C08BC0-E20F-4730-8ECA-EF82DC6D322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BC326F4-B94B-441D-AF82-3346CC2E072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8315A98-696F-468A-AFC1-D8F18F33158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A0DA4A82-4E65-4E39-B7DB-5DFDA0FC825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EBEAB97D-C350-434A-95C6-1D6E751F7B9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DED41B39-6D70-4BDF-91E4-2887E9D3131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F73A76C1-074B-46B9-B7CD-E4882223099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7BB3DBE1-6B99-4DF7-A3C9-42096464A2F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861ED376-8F83-4EE0-96A5-448656C29D1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3FD42CC2-8049-4859-9894-32B2CB4A421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B8906424-A6EB-4400-A1CE-4FDAC34EA66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8C6F24AF-8D1F-4ED8-B5FC-9402CDC8AF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44550284"/>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BE9DF3B8-614E-4ADF-8248-242C3C3290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1FA8E0D7-8073-4B0E-8D75-919CA858D4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43B02B77-744B-4B83-A7DD-FB0595ED65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6AFE1B71-0E65-49AF-A8D4-89E6ECE7C1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F778C434-3C51-40EC-9957-A01B921EA6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FCA6EC3A-3AC6-4821-BCA6-3FE4AF6B38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EB7D5323-8CFC-49F8-974A-CFB63D12B93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B75AB7-BE9B-4902-A820-1C0B0972D13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8957D128-DFA6-497D-A5CF-496BDC176E3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69D236AD-ACC7-4BEE-960C-FF4082F7325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B63C63B-0DFE-4DFB-9E20-7D39AACD1D6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7951F25-DD54-4685-88DD-3DFB4CF50D8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6F6B533B-B2F8-4A63-9D9A-FBF9AEE0F88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068BCF2B-C345-40AB-921C-44EC8BCC00B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A32CEBE4-6BA9-46C5-BCBC-610E628324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6E4E6F4C-2769-4121-809E-4C457C5B33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626AE9BF-0121-446C-B71B-1C89FD79D7E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38C86D19-65D5-432E-82FE-94B36E02C3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6A2F3F85-E1C2-45C0-A2CC-F49E072ECD2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7A1C3CE9-2E99-41B5-8CB9-023504E710C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9E169548-282B-4912-B4B7-727B2D51F9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90207751"/>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01D790CE-FE58-415A-B76A-29C5ADC82FA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3EA0DE86-6930-4B0C-82E5-130B09C588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38E64106-91D6-45F9-80EB-7002F3B068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63E373B3-538C-4E41-A214-416F242E2C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AA0FD11A-9708-4D68-921B-375DD63F44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8DA5BDB5-1727-48B0-B279-8E3ECE9F95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700F20A2-4A5D-452B-91E3-AD12BAB0E0B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1B69F20-E994-459D-A5BF-F590C14B968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41B202F9-68C4-4251-B845-AA4BC754C19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4B6AF31A-A5D7-4838-953A-1B5800ACA00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B8493C6-262D-496E-9320-68460E62390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2AB9C2D-11FE-4CBA-B402-B529DF492CD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B23E31EF-F91F-4CD7-8B16-D26CBB03B80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3BEEC46-E97E-43BA-810A-17D350542E5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A0A5ECFC-0926-4565-BF23-964D9ADC893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027D32A5-4A46-4192-A88C-5DB1CD6FE27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CEA0465B-92A6-4336-9A9E-61CB4457920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C9D57532-370D-4091-9EE0-16139F0F967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428A97BD-0476-4BB9-821F-54B92D95E0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634EC1DC-6545-4CE3-B835-520DE90B467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EE60A9F2-4B23-4ACF-96B1-C68716A959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53585408"/>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84E5E6EA-69C9-4B16-8340-312137245F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A6CBF469-046E-40BB-9EB7-43F4B050F3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C7B0F91E-B675-43CC-BFE7-F2C93914A0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9CB3AFAD-AF54-473D-988E-28B4B5C97C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2C8F9634-8F87-4113-ADFF-59BBD71D5F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0428672C-D330-482A-AF38-D7AFDCFB4D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803B2009-25FE-4594-9079-2F6E0E1629B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38662F3-BBAE-4B4C-AB2D-10880B96041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09F877A4-E3DE-482D-B968-16E8AFB990E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ECC6D87C-0F4F-4120-83B8-7E9DC770A15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85D50BC-82C5-4884-89B9-758A56345CB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40DC0B2-E222-419E-B196-02C1C7FE724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CD363BB9-2E83-4A4D-9A7D-A12CD67E913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1F409B9A-F181-42C0-86F5-921A392CF34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786633C9-DF2F-4188-A5EA-E62D2DDD4E1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E05EECCB-DE20-4331-851D-013B5BD0803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3620A36C-3023-4A40-998F-A4B4A5B9EDE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14A4121-F2E7-434C-9607-7C418F1A8A7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7A2E92E9-C6CB-4F6A-B0BA-2DE8183CB77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C54940E4-6BFC-40B0-A4CF-785564792D0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2D89761F-8438-4B5D-B959-B59238FD57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24909992"/>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3BC2F53C-D99C-4FA8-B48E-B81C94F2DD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A98DFDCD-431F-4C40-8875-30B3A6034F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CE4A4A49-A207-49D7-A854-2F5F942F0B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443B3176-6938-49CE-8154-47612D2326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71059F5F-3C5A-4B21-8A11-31AA380116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E03D75A3-75E1-4CF6-A9FC-2B898F8A53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C492E46C-962C-4FF6-9247-9EFCD02011C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D167453-4EFE-4696-BBE7-5D3A05E3279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D78CF6CE-102D-4446-954A-95034D4BE74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C1705D09-9489-44AE-845E-8B2EC962EB5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0AC3481-C0AE-4D69-98F0-455E3FA1397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4B9A8B6-4831-4A6A-8691-C6C85589B4A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6E6932A-4556-4DE5-A576-62A3E86F226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21A9F97F-90C6-423E-9220-31CD36C243B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614DD8C2-6591-4917-942F-9571D92C75B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4CF31214-2F3B-414C-89AE-5621628A49E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7F44CFC4-BED5-4180-9058-02C9A0040F3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D86537E3-E743-450D-8C43-175826F0BD9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64B5923D-3A30-4B4E-8E2C-D051800BBB0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20C43C38-4C23-4ED8-B94E-193CCEC985D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7B3A6DA4-CEA6-4684-9DFA-1EFB35A050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50172062"/>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6A85C96E-F04E-49C1-93FC-56371497EB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2F15D2E8-7F3A-4E1A-A15A-8D5A31862C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DC989270-96F6-4DC6-B03F-18F06090A71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BC9EC01C-66E7-4886-BE07-88A18046CD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750A2B09-F408-4949-A334-E4ADAC4A2C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2E51FE1A-CF96-490A-8FB1-7401AD1622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5483B70D-9D69-4FE9-8791-250D8A3DE10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83B74771-E121-4D9A-BD7C-2E6F5FF48A37}"/>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37754AD0-27E5-43B2-A113-550DEDB1FFCB}"/>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DE5DB4CB-F84C-40FD-9DA7-A6F0F852B5B9}"/>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5640D0F7-E3D2-4519-AFC5-C55CCB87052B}"/>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CD1428C3-E564-4E8F-8786-6548FCB57C68}"/>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9501E5A3-859F-4922-B472-754365F811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71576306"/>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C98D068D-D9AE-4512-9AD1-EABD440E1B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8C5A28C4-66F1-4F19-ADBF-9FF6DC63B5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2A092670-0102-4C22-9F8F-EFAF3F4691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ECD98F1-D85C-48FF-95FE-E14FF2121B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508DD5E1-5AA8-4CB1-988A-3BC5AB6F95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3D70A500-E6A5-4C23-BD41-84D76FD101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732D379E-5CC6-4712-923D-C3564FFE0A0E}"/>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0014E25-08EB-42CD-B123-2AA6FA82C7D7}"/>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5FFDD4B3-F068-434A-B26E-25F2B9F8B80D}"/>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CE65E402-631C-4D85-8365-C03DA2E1E3E2}"/>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A6344E80-31FE-4520-A993-DD3CDE4D7831}"/>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1162F965-0B75-4C88-9288-D814815B81D2}"/>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DC388457-CC1B-467D-9F87-128F5E56D48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5A9A7A69-FA6B-4363-878B-185419384B9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CA74D1E7-D858-489F-8B4D-6E3900E53DFE}"/>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8E94B378-A88F-4052-A64C-030F8B642617}"/>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34E6FCE3-2FE0-4AB8-A716-32CBCA6D17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9927556"/>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44C524C3-D075-4733-8D18-D97377D368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A72D1FEE-72BF-4540-B38B-E48815BB4C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5C07716C-60FB-4512-B008-78068F8E18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AE056B2B-EB8D-4612-8662-89EA842C792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5F79B358-A474-4272-8F79-6B293E8EF4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C015650F-D06E-49F0-962B-5356B43A18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A6C8BD65-02DF-4FF5-A60F-FF1157ABC345}"/>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B2B61CC1-06C2-4A8A-8D4A-97910FDFAEDA}"/>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9AC93967-6486-40FB-8AE0-488E32DC2373}"/>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FB8CB24D-B606-4BF3-9E59-FC5796585D7A}"/>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C84998C0-4176-407A-A9F4-BB6869C0F9F8}"/>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9EFE89C0-4D86-42BF-B682-E59E5229EC4A}"/>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508C91FE-4B4A-4C53-AC8F-54CB130ACDA9}"/>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8916D0FE-0725-4EC6-964D-D7706E395F13}"/>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9BB9BDAA-CFC1-4596-B961-ED014D36CC8C}"/>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94F6322-FD4C-4C51-A2B5-90376EB6A879}"/>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C22EDB72-4617-4E0D-8790-8FBEE65357D0}"/>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8A0C52C7-C6E9-4C9F-AA72-FDF925860D76}"/>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5445BF01-F6B8-4336-AED2-BA9B95EDA674}"/>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63DFA95D-B2FA-46F1-BAEE-1BAF93C519FE}"/>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9E6B43D-9C75-4881-9810-15C14BF4E010}"/>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75D5AF8E-BE15-48F3-BF54-E5E620115AB7}"/>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83B2BFD7-799B-4FD4-B3E8-C64F6BB721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48711459"/>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F8BB6AD6-EF43-42C5-B760-D1A6D957BC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E0D3624F-B203-41A9-A10F-3C39BD6332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9BF56AC5-CD55-4D3F-A975-1437C295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7FEB6345-2ECA-4D66-8EDD-A958300B44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843E442E-FD94-4CB0-AF7D-78828CEBA6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A4060A3E-020D-40C4-B8F7-8FCD1E5C94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48449DD4-DCA2-4198-932E-5F6086C637C5}"/>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F981606A-A92B-41F1-B355-D451AA2C5BA0}"/>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C45688CE-2F2A-49B3-AA42-2DCC188DB61A}"/>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70C96513-C085-44B1-ABE3-3998A9F8743E}"/>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B5293B70-2F1D-4B64-9A27-7402CAD7B42F}"/>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42E8E2DF-F688-4416-B1CA-73E762ADCB29}"/>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899275A-73ED-4295-ADB8-58F61D18E7FF}"/>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3E739E71-ECFE-44C7-BC85-5F74467AEFB6}"/>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C333E185-368B-4FF4-80EA-795F186FEF65}"/>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5997D676-D190-4ED2-BC77-3710EEC70749}"/>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69F068F2-AACF-43A3-9C95-EEBFE9C936C6}"/>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1088CE6C-35A5-4903-8114-B1D5C2F96D5A}"/>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2D273C83-54F4-4A38-82D7-0F6944C246E1}"/>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C0A7D99E-D159-45B1-B205-1F53E98BE317}"/>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B1F01E5C-0D72-4567-A0E3-BDF7D53EA40C}"/>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2AD58B6-7283-45CF-85F5-5C8DFB4E42D0}"/>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BF39F313-F2F3-4ABD-8168-51603F2CE95F}"/>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FE08F635-0B5B-4919-B316-C30B4E82D741}"/>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3109A699-44EF-4690-9174-173DFE5DFE94}"/>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EFD2A2A-47CD-414F-A4D7-A020A22877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46176597"/>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029EB833-F34D-4563-9A92-5C824C1025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87409206-13A3-4C84-95AA-5B3C6F55EA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14B8D67B-7525-4E1C-99B2-B9AF88E4A0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E43FAB66-3C70-4940-B2C8-79DE63A91C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A7A58EFA-4E5F-4664-9F1B-670F88C1DC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52F56F99-6FC4-4080-BDF5-967EECCC66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1BA5C8AA-2909-4F5E-80AD-9571CC50B827}"/>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CA17DA2B-CAE1-40D5-A2B1-4699ECD9F7CC}"/>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B2889C59-BDC7-4450-A525-03E3241BFADB}"/>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DFAA1483-963C-4DAC-A140-A19BD8E8E5FB}"/>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FFF392DA-D9AA-44CE-8F45-EE2C6D7D92F3}"/>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DBC3BBF2-4738-42CE-8920-8D1C12892DB4}"/>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9B3D3DDA-6B8A-4C39-B501-D6C9C79AEE1A}"/>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44E052C8-70E6-4434-A921-ADE88E9CD810}"/>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9C4410A4-9B1A-42A0-8681-89157802EB79}"/>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E555D359-8933-4258-9A36-ACE4836D3AEF}"/>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4EA23F7E-D60B-49B6-A4BB-25184502B763}"/>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DE5E73B9-4E0F-487E-A889-D72A8B6F7110}"/>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7339AA31-CD19-4266-95DF-E8F9C9D7AF13}"/>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6ED1F9BA-251A-4351-B8E8-D6C1150E3C52}"/>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AD5B39ED-3345-4D40-B6E2-3342FA05A1FA}"/>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4F283A9B-BEF0-4245-8AD3-DA35C404D011}"/>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16BC5295-8518-43C1-AE20-FACBD7112E20}"/>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A1326276-A098-45F0-ABC6-3407686444B9}"/>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606A2C06-E8F8-49E0-BC40-2705F9CD8DE0}"/>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681BB8A8-0C24-45E6-BE5E-263FCA8E40B8}"/>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8F50B60E-0E60-4075-8388-BB30371B1F8C}"/>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BE0BC5C4-11EA-4E86-949F-F76540850E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42404922"/>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A60BFAEC-D9B0-41BF-A280-062334C5E1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5A39C157-BF03-4C6B-9894-F601114E0E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DDBD31AA-F908-4D9A-89BB-31945D8E1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1E2B0FD9-96AE-4840-9A1A-E286CE613F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06391D20-7AA6-4F79-9CAC-97A0FB066D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45CCF1FA-5D73-43D8-805F-75B40AC3DF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38D62290-AA2D-4952-B621-447FCFA50F49}"/>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A8AC8B3-A8A1-47CD-8F70-61F3B33B4D65}"/>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3DBCE1B6-9D7C-426D-A9C3-EF691D6967B0}"/>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FAAB8784-341C-460F-8358-14EF5E299B15}"/>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B9902C6-103D-4C77-8191-B46B9DD3C2C6}"/>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F0C047FE-1220-427F-A210-466E22D8A340}"/>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308C72B7-26D2-4DA2-90D9-3A023DDB3F8D}"/>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6EC8BE8E-13A4-4728-B40F-7D250D317E2A}"/>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95A8226F-C7B4-4B81-BE9C-BD6D2DA19DA9}"/>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28B51CC4-E4A1-4774-9BA7-382178CC2494}"/>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C4722B58-685A-416A-BB36-C314B2274FF4}"/>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FF8FB5B-BD24-40C8-AF39-85072496ACD1}"/>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D26955A-DB00-48BA-B9D0-BC5883D89A9D}"/>
              </a:ext>
            </a:extLst>
          </p:cNvPr>
          <p:cNvPicPr>
            <a:picLocks xmlns:a="http://schemas.openxmlformats.org/drawingml/2006/main" noChangeAspect="1"/>
          </p:cNvPicPr>
          <p:nvPr/>
        </p:nvPicPr>
        <p:blipFill>
          <a:blip xmlns:r="http://schemas.openxmlformats.org/officeDocument/2006/relationships" xmlns:a="http://schemas.openxmlformats.org/drawingml/2006/main" r:embed="Raa1cd51875a74605"/>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7D5A7348-0356-463A-AC4F-A97ED4A5CDF6}"/>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F6EFD001-A952-458C-8AF8-9AA015B9A382}"/>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1E2A8EEA-492F-48BF-A5BC-93B5726F1D85}"/>
              </a:ext>
            </a:extLst>
          </p:cNvPr>
          <p:cNvPicPr>
            <a:picLocks xmlns:a="http://schemas.openxmlformats.org/drawingml/2006/main" noChangeAspect="1"/>
          </p:cNvPicPr>
          <p:nvPr/>
        </p:nvPicPr>
        <p:blipFill>
          <a:blip xmlns:r="http://schemas.openxmlformats.org/officeDocument/2006/relationships" xmlns:a="http://schemas.openxmlformats.org/drawingml/2006/main" r:embed="R632d6dc1f3f14c8e"/>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54708D24-4384-49E8-AE1C-601322BD4C00}"/>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1FD0D9B9-B3B9-40B8-944F-9082B0DB5DB3}"/>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002FC61-2314-4F20-9975-A5C34D7E353A}"/>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87040996-D756-4D8D-BA78-34AA4DBC6040}"/>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AB76B1F7-B183-4614-8994-32E7A9F1E610}"/>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2A8C2728-2018-426C-8702-483B5A4F1F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71081134"/>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23221CC8-6F10-4BB3-A38F-6230D4150B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0A3EB692-D18F-47E3-8B6F-36143ED872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11D131D2-254F-4323-90FE-851E5F04E4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4991B4D8-7A7A-408E-BAF3-0ACFA023D3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8A6A5F9C-16F0-41EA-B15F-332BBFF6A7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9A93408B-A0B5-41BC-8B2C-330CC4803E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7D8355EE-55ED-464F-B1A2-DD730D833D57}"/>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F4B4F7FB-A4E7-4D8E-8E2A-3C516716D00E}"/>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7A7B5977-8CC7-4F16-8D96-EA409AD96AB8}"/>
              </a:ext>
            </a:extLst>
          </p:cNvPr>
          <p:cNvPicPr>
            <a:picLocks xmlns:a="http://schemas.openxmlformats.org/drawingml/2006/main" noChangeAspect="1"/>
          </p:cNvPicPr>
          <p:nvPr/>
        </p:nvPicPr>
        <p:blipFill>
          <a:blip xmlns:r="http://schemas.openxmlformats.org/officeDocument/2006/relationships" xmlns:a="http://schemas.openxmlformats.org/drawingml/2006/main" r:embed="Rdedd0677fd524abf"/>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6F91ED80-CD8B-46FA-9012-91C47B7ED3A5}"/>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639633F5-1492-4EB2-808E-01BFF894E52F}"/>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1C7F134A-1813-45F2-90BF-9CEEF1BD10A7}"/>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5D66FCBD-C4DD-412A-A6A6-E0FA6A2A6E8C}"/>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6FEB9370-3ED1-4292-9F11-B6B811C779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B6CD0F62-AAB1-4D50-8417-627FB27284AD}"/>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AF7C48B-799D-4329-AC38-E8F51FC915E3}"/>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B2218F84-A170-4907-8BFA-4C91CB76FAF8}"/>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FCDDCA03-5029-431A-905D-6FC9CFD9DE8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DA762034-F5FD-49D7-8EDF-4B0F14E3E728}"/>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D9A2D14F-EC2E-441B-ADDA-92FE4278576A}"/>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44A302C4-6629-41D1-9781-922DE050ACE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D72E3BA0-56D5-4480-92A1-C21F08AA6B57}"/>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3A3989E4-6EF6-460A-98B0-128C385FC23B}"/>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683C138D-C552-4201-B391-66A6EEE867D9}"/>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F8024C2E-61B8-44FE-BC98-33B46F320FFC}"/>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C0D625A0-8B9C-45C5-9256-B0CD24E79FF5}"/>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25F09448-88D0-4D94-9A5A-E2A72D81D721}"/>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B15602A1-1C39-42AF-9352-9703AED4BF3D}"/>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AC567CC0-6765-4394-BF06-2F27FB3478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62657016"/>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90DFF60F-7496-4C0E-B794-7EDEF807E0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435610C2-F3D4-4145-AFCB-CDF643BFF2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764ACE1D-7C75-403B-B45D-85B4D02491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550021BB-1AF6-4A7F-BBB1-086212979B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1D274009-EDD3-4751-A840-B3CA3A9F74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039DBF88-87FC-4D1F-9612-4519F61364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5D88A3C9-810F-4D17-84B7-6DE4DD8BAE4C}"/>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A541F1A1-6600-4CE4-BEEB-20809F0B427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91D2D1BB-CF0C-4766-862B-7862FCD28DD5}"/>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98E624CB-40EE-466D-8BCB-3BFEB17BFC25}"/>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4A572F0B-FFCF-4EAC-B72A-F2F46B625EDA}"/>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99DAB308-E77A-45CD-ABAD-178A14D0F66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E2F0CC7A-0CE6-483D-9D35-2F52911A6475}"/>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1E7C890-91E7-4A70-87E4-DE22B966A5FF}"/>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23CDE133-B4F2-46BC-9532-6702317FC51A}"/>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9A8BCB30-A152-4962-B406-48C88614D5DF}"/>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E13E6FDF-E588-41BB-B906-4AC06AD69ADF}"/>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64A3CF11-603B-46DA-8C74-2A40B4B929EE}"/>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0B83C161-3106-4757-8109-2BE95E5F6C76}"/>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5FEAA424-2B34-4282-8673-42CEC5991164}"/>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DFD861CD-52E4-4995-92E0-85CA8EA075E5}"/>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F9B41F0A-B37C-4063-BFF5-11E67B1616D4}"/>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DF00C52D-70EC-4363-923B-8345E2140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6975734"/>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FE87CF33-3F61-4EEF-9A6F-BEF5025566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3855B78A-ED49-4003-BB24-E6105ED8DF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634AA960-4A39-44F2-A465-1D7471FBD1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1FF353B7-7C96-4541-849A-1DAF04444D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990C77E7-6398-43F1-955F-9B35DD76B1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328F8550-7CD6-41DF-A1E9-7178F0FBD4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F4C8CD5B-326C-45B1-9B02-F9212DA872CC}"/>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B7B91B27-A287-4A3A-99EB-6EA7E6D90AD8}"/>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FEC287C8-11F4-4D8C-8269-09AA920CEB01}"/>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8A969590-E439-4112-8C1E-7C57CF595ABD}"/>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A5768BCB-CF91-4D16-B612-EC12F96E3924}"/>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EE0F3D6-BA55-4064-810E-3DB2230EB381}"/>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0FAE6E32-DD65-47A4-9191-505AC13A9719}"/>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C585C7D8-FF8C-4B6B-AAFF-32C5EACE5FC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DF3C9CA9-D14F-4F17-8DB8-FB2BD687D580}"/>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28F64273-0AA3-4FEE-92B8-101CA0953FCD}"/>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DB189D29-4A86-4289-9A98-E67E5EE9940D}"/>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95EE5243-EC3F-4D47-88D7-18DAC52A1F98}"/>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B8F9D31F-76C5-4C8D-80AA-E416DE4434D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E8E9B519-8F12-43D1-8082-419BAE69DEF9}"/>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7EA01ED-60BB-47A0-B2B8-DF24FD1B1277}"/>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5993E8A9-DCAA-4E01-A5B0-AB2A7DB67BB0}"/>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44E0CC4D-99C5-4702-9FBB-86F40F4CE3A5}"/>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BED714E7-BC2D-4373-8E19-450EC58E0F69}"/>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EB755A48-448D-4990-80EF-1091A79DADC0}"/>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B79717E4-3166-4143-B9A5-0764EBB80410}"/>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DF5E4DD9-D434-4FA5-A6C6-8173AA2CBCF2}"/>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94A52042-EBE4-4E79-B12F-65A88CB2D2BB}"/>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844970F1-A19E-482C-98F8-FC7AFF2BD8D0}"/>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E32F4756-8DBA-4E1C-BB6F-27755A4DD2AD}"/>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5AB87E4E-959D-469C-8E7E-29276F5C4931}"/>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EAC11D84-B4A0-4AAD-BD33-E5D852903596}"/>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9BB82336-D24D-477B-AABC-09E400E99D63}"/>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1A0FE705-2B82-40C6-8228-7E088F8FD4A9}"/>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F894DB8B-54F0-452F-85C5-512FCFDA4993}"/>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9FF4EC30-1CA0-4727-AEB6-BEF172000385}"/>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2BAF0DA6-9F8B-4600-8BC5-CFBE10F159C3}"/>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6F4D3462-3822-4B5B-B25C-1EB952CC8CDF}"/>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724ED8B-DE96-40D1-A671-3B5F7A21B49B}"/>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F37291BC-D754-4D57-B790-344C7B0703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23180097"/>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87163E98-559E-4C48-94E0-151463A4E1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E7CD5CFE-B47C-4EC8-AA3F-2F1279CB86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0EC8BA4C-EC2E-4F39-A0A0-2EC7D06F06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4567DBCE-26D9-4FCB-A060-B7EBF42AD5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6BAAAF68-739E-4BE9-897E-AF9DBDF348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EA48D32D-5C5C-4004-B150-591854A782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52F44370-D8B9-45BA-B075-81D4FDBB5D99}"/>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3219F2BF-7199-451B-A162-43844283236F}"/>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25444463-6F4F-4EA6-894A-6B7D22A01790}"/>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EFB6F2A5-18F1-4CCC-9CFE-697C5F411BF6}"/>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5F45E63F-B9D1-418F-BE3D-5F70CB9B015D}"/>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6EF4A3DC-1B1C-4C92-B6ED-D96EEAA806AC}"/>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9D4F29C7-F51C-40E8-BB9B-40349CF3A60A}"/>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3A763118-6A24-43AB-AD51-B8201BD68DB5}"/>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7090D748-E31B-48BF-904E-D5FE19D713BF}"/>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20FBF87D-9B55-4F74-905E-B3DE3AF0EAFC}"/>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7A60EBBA-978D-4FAC-B753-24362DC70EEA}"/>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6598EC42-973B-4ABA-8DEF-8DD72C1A3BEB}"/>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451D7A94-8611-425F-BC4B-F3959D50B81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64B8E0E2-A813-4DEF-B804-8F520FF45DDF}"/>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1497B371-C117-4CCB-9052-2BE5CCD5DE8A}"/>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D90B177-EAF4-4A8C-B875-FF7916A17A7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1864165-EBC0-47BE-8B60-2490D0F1EB4C}"/>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4578C2B-83B3-49CF-A8F2-C3803DCDC35A}"/>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CD1B3165-533D-4214-8596-9118924758BC}"/>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A14657C0-C239-4F27-BCEF-EC96B0EF4C76}"/>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9F0755AE-0F19-474E-883D-87B44A284A5A}"/>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F8615F4E-61C1-43AA-B220-3D7496C027A5}"/>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D626B614-ED9E-4E6D-92A1-2C5532DBC188}"/>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BB8921E4-D00F-49AB-9875-FFE5AEE7D664}"/>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682EBBF2-881C-489F-87BF-A618CD9C35DD}"/>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2367FA5C-1751-49FB-B29D-25C11463EF65}"/>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F1E8B4C1-654D-4905-9C8E-E6D9B022AEE1}"/>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B34466B2-285A-451C-82B9-6DFEDE1CB19B}"/>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60244B44-EE4D-4666-8234-C257B6994AEE}"/>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7E0DE83F-2138-430A-A7C6-82D4F81FEF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3412136"/>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6C4CD5E3-037A-4C74-924A-9FE56BBEB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658008DD-879C-4B19-9797-52A942C319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32FC2136-9137-4146-8D31-84A763FA04A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A70AB129-34D7-462A-81C6-32AC3D6258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47EA59A9-ABF4-439A-A371-7DF3DA0CBA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8A3EAC6F-8175-47C8-98B8-CEDB928904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068B99F5-EC68-4FBE-88F9-C018A565187D}"/>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20597A94-55B0-4B4A-B10D-6273200909FA}"/>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8B00891B-CF9E-4CA7-B5C0-365D18820A14}"/>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4CC4031E-4BA9-4FD5-827C-908B1C0FBABC}"/>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D49DF645-3BB0-4C31-A5CC-3D6E9EC0BA81}"/>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28E603B-75EC-4954-B46A-5D2FCAF357D8}"/>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9FC1AB4D-04E9-45E8-A862-E58D622FDDF8}"/>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96131611-FE15-43B4-BCB8-74BA0875EE36}"/>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F5A314B6-28FE-418F-A928-5C92D3C8208D}"/>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6EDD02CD-421B-4C1E-8313-76235FA08B20}"/>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000715B3-E448-45A4-A2B0-2F4E5DE4DBE4}"/>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B5E0EAA6-778B-4D19-B938-17FA24900B37}"/>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AC56512C-3C00-4468-BBF8-4ED9EF483857}"/>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4AA4C10B-71DD-4324-B25C-ACFF1D047218}"/>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9D5E83E3-F577-435C-AAEC-2B6C528DDA22}"/>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F4B47D65-80BA-4A0A-BC33-2F50143B7A33}"/>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27ECE090-F03A-422D-9A40-39B2B00130EE}"/>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4FC14BF6-71A9-4947-83B8-DD6EA0A04298}"/>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EFA6C935-49A0-4A86-A1BA-3984B591DC21}"/>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4966116F-BDBA-4B66-A7C4-2FBFC33D56A4}"/>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23994FA-5A9F-4CFA-9149-F99000A01E66}"/>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B7C982EE-2168-46F3-9C16-6DD4136DD117}"/>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C100E54B-B344-4E7B-BFB3-634B82412C24}"/>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7CEBBDC7-33E5-41D4-84CE-BCE9BBA8F6F4}"/>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6A2E9BD9-6985-4822-B61D-81984D8EAB7B}"/>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833DE9C5-3611-4742-B065-16E22F27DC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52462032"/>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2E400343-8427-4BA7-AF52-F621F4E075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0E31C56B-9026-402F-AF69-9C16A3212E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C4ABA0F9-1E10-4D0F-8BD5-8F57F0206D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C6CC6EF3-C642-400C-B608-3D6F7B6B12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96CA3CCD-4FFC-4D8A-8B58-457A5AA472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48B40ECA-36FC-4FB2-B47B-7EC224014A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D1E6626A-FB8C-4789-8D6E-D98F4FAE5C7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71C6FECA-9CDC-4F1B-B551-DE6F31E69BE2}"/>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A5472401-D0C0-406C-BC70-6AE4CC286F5B}"/>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B70192D8-37D7-40C8-9D44-901C8E139A5C}"/>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D92F1885-5083-454A-AC4A-4A67B9C044EE}"/>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0F7B531C-5813-44E9-B860-E0E3A928454E}"/>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BE3B075D-9011-430C-903A-A9E94A9A496B}"/>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BB1FC782-5CE9-48E7-8683-5A5180E2BF13}"/>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9C932D22-8E62-4569-A558-9BC6C3B2383D}"/>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CA3D4621-06A4-4A98-AE32-F450C800F6C4}"/>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3C04832E-A122-4590-83AC-35DD2EC535C6}"/>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6F64BE9D-F108-45AA-B630-57AF702E6836}"/>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5E0FBB0D-D1E1-42A1-A46A-F48F3E319513}"/>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A9EA4CF8-76F2-4DFD-AA29-785F8660C7B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E7F4C3C4-AEE9-434D-8C56-0D31CC35101B}"/>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BDFD773-2494-4BC9-B51D-3D6B98A2E0F9}"/>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A9F61FC-A222-4C6B-B4FE-EE2A7AC4556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CE8E9C28-EA44-4563-80EA-D1783A4644D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6CF051FA-0F5A-424C-A919-5FF049257B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17019152"/>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985C6E0F-2386-43DA-B1EF-108B27D747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83049DE2-5182-427D-AEB9-99A90EFEAF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9B5DDC72-17B1-41C6-B031-B8A960FD7F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BAD5F9D6-60CE-44DA-8E77-AECAE6AE77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FB456D8D-E78E-4160-B60B-57D264C981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344B184B-27B7-46B1-9700-9ACF9BA55C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5848DCF0-8390-4BD7-BA94-259FB9E14100}"/>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C63EDDCF-2EE6-434C-8613-4A596442614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953EE3B4-4A78-49F2-90A6-C6450391BC76}"/>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DB9645F4-57C5-4A6C-BACD-BD7986B5D977}"/>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0A94D463-7C1E-4D73-8BE2-998EB7512E0E}"/>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9D74E63D-7137-4623-BEC7-7E4E958457D5}"/>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4EE2FCBA-F1E7-499C-86C3-CA1C139E84CC}"/>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77EEE736-99A1-4E70-ABE5-237C41672BB3}"/>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27C221FE-6B9B-4566-BB8F-BBC6B85DC92C}"/>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45D61D6C-CEB5-409F-B0E9-C19BAF820552}"/>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05B2D4D-B5C1-4952-B271-D80F9AEF89A3}"/>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35C6ADD3-ED65-4220-99AF-CB46CE66F3E6}"/>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EF65DB0C-7B28-4391-AB12-10BE4217926B}"/>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D58D5758-50CA-43EC-85CC-9BDE4CF25C8B}"/>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310F0CA2-AFEB-4921-B727-FD663ECAFF15}"/>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041544DD-D950-45B8-B0C9-4C0C68B43D2A}"/>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3D18B329-6DDC-427B-A107-16108BACB048}"/>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89C738D2-32B6-497A-9B6B-ADD312EF748C}"/>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B4B45C8A-B2D3-4FC6-9E0D-A2AE27278BA4}"/>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DF7146AD-E600-4763-BFA9-2D37C8B1945E}"/>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E6505AC-EA1D-4356-A5E8-2189B191F607}"/>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3EAB35DA-1BDC-455D-A03F-921E00D2AEF2}"/>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57C1288C-883E-4A6F-980B-18FB5616A2EB}"/>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E255B444-563E-4E3B-8928-8D8F7DD235D0}"/>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908D6C22-D2F5-4606-AC32-1946E66887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61280216"/>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1C825DEC-00BB-473A-BAEB-5422FA2B93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C7177FA6-2C65-44B2-A4EB-E08572FE59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F93E4DC2-C6B1-4E10-9677-394FD8EAFB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1DC673D7-FF8D-43C0-A8C1-FA0BD99209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E54288E0-7074-4D6A-A455-025A81B4BD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D34CDC80-9617-43B1-BDF8-9C6F50C324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56289EAC-ECDF-4369-A2AE-CAEAC7A0A8F8}"/>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4AC0579A-7255-4833-B2B1-A7B840146718}"/>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A3C8183D-1DC0-4312-AB14-430C74D827B0}"/>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ED41D091-C49A-4A23-B297-65CD1CEBF5C6}"/>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B5ED8A6D-67C6-473B-B99D-B0EA2DD67E43}"/>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F4A158E6-A3AD-45C5-8591-0340D0A66B37}"/>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7CB2A62F-A994-442B-9900-835232949ABB}"/>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40C68E3A-B32A-4675-9428-5AC6020D55A1}"/>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EAC400FD-8A14-4CFE-821F-D8D575555847}"/>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C3238BCE-D262-4F24-8904-2955622E491A}"/>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8DA86433-9C22-4DE3-B2BA-C1E876382B5A}"/>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F2D8CED-362A-4463-AD98-024803ACB81D}"/>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004D7D9-5370-4C11-B726-8F88C1BE2199}"/>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446DD4E8-96AB-4386-8F6D-A295E850EAB7}"/>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A565C0B-F1A3-41F3-838C-933A2713BC0C}"/>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C231124C-396E-4214-B0C7-FBC53C4C56E9}"/>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1D0F0458-BE60-415C-9BCB-FF24EE360B37}"/>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8A77CD2D-2F3D-4228-ABBE-DD569ED670D5}"/>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AA2E66EE-9181-4BF4-906E-B606B7CF23BC}"/>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CF573307-C734-469F-9011-D6818388077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22B21B3C-CBD1-4FD4-A8D0-C27690BD5E38}"/>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8527A663-B0D2-4578-910E-4F580E6D0577}"/>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9402EFA2-B3BA-4713-ADE4-EF8993F975F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C4BB3953-04A0-4546-91F9-FE9BBD83BDD9}"/>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992C8FF9-DFAB-4A58-A4E6-EDD382DFFAD7}"/>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53D298C7-480D-417C-87A3-7E52F9C5E0C5}"/>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C1BFEC6B-3C1C-4BC0-85CD-D999D5E1C1D7}"/>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61E2166-62DF-489B-B289-8F4C379B5E61}"/>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42C151C0-DBA6-402B-9488-5EEEBAB4E1D8}"/>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B442A76F-0CFF-424D-A287-04E720F2B9B3}"/>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0DA0BF9D-3B78-4F7B-8FDF-CDDCC7AEC44B}"/>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4FB66C13-ABF1-40A3-BFAC-FF9C6653A353}"/>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DA053087-7064-400B-84B0-DF1504220EC1}"/>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C657D7C2-7A9E-4B04-A811-B23E27B49D3C}"/>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19C6E933-A9B8-40AD-B78C-24BBBB5C46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6008073"/>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ABE81CDF-C7E0-48F5-BB79-F55B9B4DF6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6676980B-6B52-4390-9ECA-DF1F7926AC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56305075-E20E-4C56-8540-82D76C6FA2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361F0E7D-E7B0-4492-A586-9A6C4FF75C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87488293-3266-4A82-890A-CD474EA85E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DBD40CCF-C347-42AD-B45E-8323B02284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4AD6E35D-5DA6-43F6-9A00-B328FCAFBD8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ED4D60A1-8081-4C0D-83F8-F633D5BD517D}"/>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2D7ED042-DA7F-476E-8386-FC40A18D0533}"/>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BA35AA6D-53AE-449B-BEE2-C6875CAD075D}"/>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65616609-524B-49E0-9F0B-DE1599115BDA}"/>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3FB4A22C-7415-46B3-9FDF-9F2D90FFE1C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B912800F-4EA9-4427-AEE2-56BF960D1272}"/>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FB52549-1BB2-4184-BF65-0C695DD47B3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2C1CBC42-D2CF-4D9F-BC08-D198AF5EA627}"/>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73B5AF8D-C0F7-420F-9ACE-A3F34304F6BB}"/>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E36B262F-92F7-4036-B883-07E7AA7C0A36}"/>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121B72F2-C9F6-458D-9728-BBC5814DB5E8}"/>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B20EA676-9B85-4805-8510-8FB8392017BE}"/>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E9CAF4EF-613F-467E-83BB-E837C89A5D26}"/>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1136F70-66F1-464E-8060-3254748C402A}"/>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B55407F5-EFCF-4B12-B119-7A0930299CA2}"/>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3F28CEED-F96D-4127-A166-280BC8246850}"/>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DFB887E6-78FC-4071-8B8F-54269DA0BE22}"/>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68DF3909-0D7F-4928-A16F-AC6150B0AE32}"/>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1E3BA73F-C354-40D9-BDD2-336AF684B5B0}"/>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94C0E007-50AE-47CB-BD86-669B11E42936}"/>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D021FDB-A167-4A15-8768-E0C9CF91E9AC}"/>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6B562829-E705-410E-8672-F48EAC799B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00819508"/>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B6A6BE3-3374-4CDC-9918-8022CAD4C4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492DEDE6-7687-4DD3-BF93-6A9ECE2055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0DD3D26F-6B2F-4DC1-9FE5-38330DE35D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7937D178-036D-4110-AED6-32BCA45EB9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3D2A265C-43DA-4995-BE6B-EABB93428A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CEA9C825-4B26-48BC-9DB8-81C561B6FA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177C1DA5-C05D-4821-A6DA-C43A8891AABF}"/>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347DF401-1EDE-4574-8688-21AD2F0D67D1}"/>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283E36F-E9A5-4DE7-B67A-B1A7557F0B6B}"/>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346D2BAF-21C8-40CF-9C10-79966A17AE06}"/>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C3E6FE58-05BC-4A03-8BC1-F7123B60B006}"/>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DB8306E2-3CC1-434A-92FF-EB7A128FA68D}"/>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F06A0739-9B61-4059-8541-C205741A18BD}"/>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42A2B2CF-0D99-4D32-9DD5-2D812B6914EB}"/>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55F4F51-B534-422B-A324-2F2756915189}"/>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FD7B1BE4-9397-4C0C-8EE2-192C30557D0E}"/>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D8343074-189C-4EEB-B898-6923A370C3AE}"/>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991BA4D5-3883-45BB-A227-F7AB03C7D5B0}"/>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6FB7E776-0884-4DF6-95AF-66D69CE6CA78}"/>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F04049FC-74D1-4DAE-BA49-76366EFF9D8A}"/>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58E0BBA3-FE48-4971-9072-E72364196574}"/>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FAF124AB-1C85-4BE0-9F7A-7B093232B143}"/>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AB19E086-806F-4B10-B42A-CA9F4E23CE83}"/>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373D100D-6B23-46F8-B26A-6549DAB6F06A}"/>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7EDF9F5C-3E09-4805-9F43-88B86A71349F}"/>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D255475-3CE4-449A-AEFC-6AC2B2DC29AB}"/>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7D9AB5BD-BC5C-4C89-A697-B71C447335DE}"/>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9BEAE471-1647-4A98-8C59-D06792CC84B3}"/>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19F8030D-ACBD-4ECE-B079-0ECD07533971}"/>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B122B26C-52FA-4A30-9A41-9BAEDEFAF32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75CDCDC0-2797-4016-A3EA-79BAB5038D3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929EFD02-CF68-4893-8904-BE52904503AD}"/>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381BA6B2-1482-4454-996B-7B5510ED0CDA}"/>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2B228990-F233-4149-A860-7D734CD5972C}"/>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D5158663-0A12-489D-8AA1-C87885171E16}"/>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C773A8B9-42C1-4295-8F01-E45FE5738C69}"/>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0666FC8F-D812-4168-89FF-D471A1F2787B}"/>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5A23749D-8FF3-434B-BCF3-F5320E4932A9}"/>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62CD131E-094E-4343-9B45-29872BB25CA6}"/>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67EA9617-CDCE-421A-943C-82F6B2EA918D}"/>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5D07ED00-DE59-46AF-9110-7FC017830FF9}"/>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10EA7FCB-32CF-4EDA-90E3-2F35B5853B85}"/>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C50BFF96-CBA3-4473-9A3E-6DE33E7E44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14318993"/>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D1707E83-EAA8-4015-9884-F9D9E39BD8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446F4826-759E-4B68-8577-C2B15F3F90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35733EF4-19CF-493F-BF2F-EEAFA44DCD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817DC835-C5A0-4114-A2A0-514351F3B7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E4C5AF79-D43D-49AE-8B57-3891494BFF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C024156D-3CFD-46C4-B124-384E333A01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86EF2FC8-A444-4289-A455-010AA0D12FA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D3C4BB2D-F722-4EED-A5ED-5DA841A7CE6E}"/>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9A6F0E91-5DAE-4D76-9E21-604B8BF96C2A}"/>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28EE2BC0-F5A4-4FB6-BFDC-3387B1DA33D7}"/>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4095A4ED-586F-4A65-B922-FD9A9FE86390}"/>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EC6A256A-68EF-4818-AF9E-65CB99E734A4}"/>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7271BC87-ABA1-4916-BB2B-5DFD51A2C8F8}"/>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3AD50406-5DF0-45D5-996A-EC073A8A032B}"/>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08B0150F-CD79-4E0F-B7C3-8D173DC42163}"/>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770B8EE7-76C5-401F-BF5B-1CF6546FE0B4}"/>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9808ED06-F39E-4556-94EA-DDFEC96C581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6A9BFD3D-0FF3-470E-B8A3-E34991EB1A10}"/>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9E925E71-4084-44AC-BCEA-68F7A5CE203E}"/>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300250E4-A588-4763-81AC-512BDC2B7E01}"/>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0D66D336-06B0-4305-AEBB-74DD9617F3CF}"/>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9D212E90-6589-4DEA-B7F7-2EFDF14763E4}"/>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69B55482-0B33-4695-BA5A-193B502B21DF}"/>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AB506FD6-6127-4B6E-AD25-A96D6C71FC68}"/>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2AF5DEC5-63A5-4F99-829A-8B8F9401E3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8635267"/>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ECFE6419-E465-408A-B7FF-97463B5216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540A037B-C218-4B88-98F3-7B6D7AC276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2FDF82E0-33C8-4FAB-A5F9-400D9FBAF8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33D01462-C63D-4AA0-A523-F81F2B0B1E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FA9D8B9C-4240-4DCC-8362-831BCA534D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EF8D6C55-86C0-43B2-A76C-972A7DB218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B2475F96-C4A6-44E5-B26D-5BAFF38C970F}"/>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C4B0CC40-BC2C-48A5-826F-6B509ED67136}"/>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DC40DB1C-9368-433E-BEAD-D2ED5B673155}"/>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9FFC5BD3-77FD-48B1-B4D8-E093C80587DE}"/>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62170555-6039-4D55-8708-142579BAD13E}"/>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A99229A2-9BA3-4BFC-B2E5-CF5E511FFDC8}"/>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5F7E6D07-3B0A-43E0-BAD6-DEA13865D4D7}"/>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6BDC72C0-D836-405A-860A-1B69F4E2E4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05917227"/>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A7D10D41-3F5D-45D3-95BD-A785ADAEBC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7850C287-97F5-45B6-AF78-DA6BB66903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3C783609-9EB7-4DDD-B8D8-0E57047281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6F9BC95-D7D3-4BCD-8606-76537CB088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6336B707-0953-4FD6-A7FB-E8213B4BD5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45017BBE-C7B8-4412-86DB-1A01634351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3E36AE3F-E78D-4020-AB65-CA78D8063FF8}"/>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70E50424-3B43-4FAB-906E-2F3F93CE6DCA}"/>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F92663B3-5168-47CF-BD14-D7838E2CBD9F}"/>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EE7CA0F-5530-4556-BCB7-5248D524297D}"/>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9A0E92B8-62AB-4F4C-9560-A6F0A0A2D45F}"/>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50B4E81B-5918-42DA-98C4-1164C2E114A0}"/>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65A97DD3-B79D-489C-B7D7-3ACF583BABF3}"/>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FA4D5DD9-890B-4DD4-BD00-CBED634977FE}"/>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E34E7C1E-69A3-4456-AD6D-90AD2A8982FE}"/>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6DA372D4-364D-4160-94C4-30FEF977EB4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5BBC617D-ECCF-4E19-A977-716075E55CFB}"/>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9A7041B9-40AB-4B86-B75B-3307417EFBC0}"/>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D09104F1-F33E-4F4A-8A68-5180105597D8}"/>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4743009C-9796-4138-89C7-63693D2B8484}"/>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B00DEC96-68FB-45DC-8DCA-C190A9E464F3}"/>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14FD61D1-F1A3-4431-A2C8-03BA718B7996}"/>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C9B68027-8456-4944-B67E-2AA07AA58871}"/>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D28F6B52-5509-4149-97AF-7B8C2637C961}"/>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41673246-031A-4065-8282-CB3999AD3F01}"/>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B7213271-23B9-4B58-9878-6E9DB0D27ED6}"/>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E89F542B-90DE-44C3-8C85-DE86F74AB36A}"/>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CAFED9F4-5D7D-4EB5-8A9F-B5B8E4627EB3}"/>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28E2A917-6507-4728-ACDE-42088BE05219}"/>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830E26C-CA5C-405E-808D-CEE419864030}"/>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1D166A01-8AF4-41E8-AE75-24792E8A6917}"/>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8A33CE13-12E9-4CF7-ABF9-D3A6062BFB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31087613"/>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CF14AE08-AD4E-4F7B-80E1-AD6ADEFF26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DA5492D0-31F2-4796-BBCB-2613AC3F8F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766AED3A-FF05-42A4-A256-ACB7D348A8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E903FE3-5E5E-4BC2-B3BF-26C92689A6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A39D6DAD-2A7E-465A-9955-972E013C80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BEBCF098-8B01-4014-8CA5-FE39D6FFFA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DD8221F4-78ED-473F-AD6F-525EC168DC6C}"/>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E07C6A14-A74B-415F-8AB3-602B0616607A}"/>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87F3E860-9EE6-4225-B427-9243C266CE76}"/>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88F75DBD-0B43-4E55-9C52-D95F656B8AF7}"/>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F61241E7-5495-423F-83FC-6509A447547F}"/>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CF7E697-D689-4A09-94BA-E0B26924B3D3}"/>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83FEB435-E5EE-48B4-9EDD-7D6DC88804DA}"/>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F80755C1-0A6C-44AF-A7F1-7424EBCA5F4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86074C15-9D59-4A9C-94EE-96C074744D85}"/>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F7140E88-B278-4179-8525-7494983FCBD3}"/>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FE7CC21D-D82C-4A6E-9AE9-A286A4F039E1}"/>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239DEC19-CFE6-47A2-ACB5-62F6BF690F0E}"/>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BB015DA4-0F70-42AC-B02A-960A8A60E640}"/>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F673B7D6-17B1-490D-A548-7A0A00FC8D84}"/>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6F28FBC0-FA90-4A1D-B3A1-720666092654}"/>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490A518E-CE19-480E-891D-BDBA015DD3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28766158"/>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AB8DBA02-FA4C-40DB-81EF-556A750B85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C4AA4C2D-876C-4774-B644-8F7740D0E7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E9FAD88C-90AC-4ECF-A68B-9CBA6ADBF4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65819749-65EF-454A-9336-FD64B25BAB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DA8AFCF3-EF78-42F6-83ED-8F8C14835A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A51B6B31-C150-425A-A990-ACFDA8BCA1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C95F435C-0335-446D-85D0-B10F62B4D363}"/>
              </a:ext>
            </a:extLst>
          </p:cNvPr>
          <p:cNvPicPr>
            <a:picLocks xmlns:a="http://schemas.openxmlformats.org/drawingml/2006/main" noChangeAspect="1"/>
          </p:cNvPicPr>
          <p:nvPr/>
        </p:nvPicPr>
        <p:blipFill>
          <a:blip xmlns:r="http://schemas.openxmlformats.org/officeDocument/2006/relationships" xmlns:a="http://schemas.openxmlformats.org/drawingml/2006/main" r:embed="R83fa5025e74f4e21"/>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95B349E6-5BA2-4171-AA9C-314582343029}"/>
              </a:ext>
            </a:extLst>
          </p:cNvPr>
          <p:cNvPicPr>
            <a:picLocks xmlns:a="http://schemas.openxmlformats.org/drawingml/2006/main" noChangeAspect="1"/>
          </p:cNvPicPr>
          <p:nvPr/>
        </p:nvPicPr>
        <p:blipFill>
          <a:blip xmlns:r="http://schemas.openxmlformats.org/officeDocument/2006/relationships" xmlns:a="http://schemas.openxmlformats.org/drawingml/2006/main" r:embed="R4a76d5b09da740ba"/>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D3843101-C46B-4FE7-B457-F75AD8CB6F20}"/>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2C8BF327-0DA5-4C5A-B396-A961F881C46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C0888269-F506-48D1-871D-D536F07A0300}"/>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28CFD763-7706-433E-8A4B-93C07162B7A4}"/>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B5D27350-AEE9-4113-A115-A7D2178A2BAC}"/>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438FF07C-1662-4E92-9E36-7F5AE467C956}"/>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5CEB2C55-FB51-415F-AF93-915D5E5FA6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CA1F59EE-CE32-4641-9DEF-3EBC29C0470B}"/>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EEE1B943-D635-4F8E-A02F-8129D2A321B2}"/>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A93FDD5-0474-4692-95B7-C0D4548D4D55}"/>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CA9B5775-8D10-4A5F-8049-3DC7F4CC49B1}"/>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39B0E97C-AE53-4866-9D98-6654EEF4F13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592748BD-A637-413C-A2DC-1784D2FC7621}"/>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013F6AA8-E5BF-4253-98A5-8853F17B1174}"/>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16834EBD-FAD3-443A-A02C-35497A4A75B2}"/>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0DFD6F6E-59B9-4DF8-ABFE-212704C94861}"/>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2587DAF-08F3-4BB3-BC8A-2E7AE896C2DF}"/>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B548410D-A0FD-4891-A4F8-850FD7A451D4}"/>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22AA856F-9CF5-4786-8A91-39B6B3439573}"/>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1107937C-B2E4-4583-82DB-5FEACD44369F}"/>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3C3809A4-3E30-4F43-87F6-A54D03448099}"/>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983172A3-864C-4277-A039-62F87599400A}"/>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3562A9AD-7425-4260-9011-22E541E574FA}"/>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D0EB0888-AA76-4AED-9A02-BD23C8D22DE3}"/>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18E3375C-07C7-4424-AB5D-FBC4B0ACFA63}"/>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38A81215-056A-4083-A6A8-18B415E184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895426561"/>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EF355E17-BE44-4575-B41A-5B60A28105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8F3623B3-DA3E-4C3D-BDB8-5FD5732709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FF806DAD-8A3C-42E6-BA04-03403D0D1C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1E2890CC-CB2D-4EE5-AB81-15AC1B4DF4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2931F125-3FB0-4FC5-9ED5-698F01B697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A785DC1F-AFEE-485E-9F77-C895BD6CDF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FEEC35A4-5327-4611-B6D8-C34958FEC361}"/>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D6CEC76C-A6DD-4798-A173-05D0299D56A6}"/>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7365868E-D8CF-48CB-830C-2BF08645C335}"/>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70243709-5F9C-4FD5-B94F-66D549BA50E5}"/>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62DA361B-E8F3-4D58-9425-D9D306739427}"/>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D932CF3F-D2A8-4A6A-93BE-1C60558CCBE5}"/>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56D62F55-71AB-4944-8275-D935065FD2D1}"/>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CA5EFB9E-2DD7-492D-A7B6-6B675AEFB56A}"/>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E3B143CE-68C3-4455-99B7-3AC638ECBFE4}"/>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216429DF-E42F-4997-ADC5-8D56DA6FB589}"/>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BD82704-C2A4-49C9-A973-CA574AE61E24}"/>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8A74082-B579-474E-9993-D3679723786C}"/>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C35D8A7B-D21C-4185-8E90-9C47A720DAAE}"/>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D89ECB85-2AE7-48B6-A106-887AD4AFB462}"/>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6B2A64E9-8572-424B-AAB0-A41128778079}"/>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52A9448-89AD-4183-9986-382B6E0A7BDB}"/>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0F9A39F2-B3EC-499E-A26D-37012B05CB5B}"/>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311340E-6618-4842-B433-DB29B141C5AB}"/>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3762EB3A-B6ED-4720-8816-B951068E152B}"/>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4F89CADC-DABF-4B1D-97A7-1E011BC6F3D4}"/>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0643BCE2-25E3-4846-AE55-7EE6CFB746E3}"/>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E4CDCA0E-B272-4AD4-A2C8-F588D75B6FA1}"/>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79A12515-9817-4BD3-8598-601C7E004738}"/>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305E2AE4-D4FD-4666-8B71-95B2E3AEA7EF}"/>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EF3A29BE-5003-42E8-9BA7-394B477EED5F}"/>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DB849D55-49FE-4E3A-ACCF-B5433B154C38}"/>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27194C08-9F8F-4381-8F09-F27CDC66652E}"/>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4BB6E0E1-7447-4DDA-8F4C-40F5F4EB46AC}"/>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86AC298C-D95C-4C8D-B062-9A4551EC9649}"/>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EAB680BF-24A3-4813-9480-A2E6CB091419}"/>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3F8F71CB-3D70-4F87-A844-2F91EB74EE7E}"/>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8A6C6263-7F0A-4DF7-A6DB-7F7B202EE72F}"/>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74CA7F80-CEFD-4047-8308-1F505976B5B1}"/>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FEF64517-111E-44A1-BCF3-47684A75F6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10027463"/>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847B930A-0513-4C31-B3DA-26E89D5253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27C6074C-CCC5-4476-92AB-47A1B5FBEE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9336A83E-8CA9-40C5-A6DE-54D4DCCB7D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58EDEE85-DAB5-46A0-BBF4-0BD0005169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D6DE5C0E-940F-4A81-A55D-3029EBB55C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76A929DF-60EB-4601-82CB-E24409D92F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F9F95AFD-17B2-4EF0-A93D-2C4F0CD36D2C}"/>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1B707ADA-C329-4B0F-9750-B65AB8AF4695}"/>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18CE1BB2-F0A2-485B-AA7D-327DB511E934}"/>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B8B33F08-6DF8-420A-90EB-7082022A95BF}"/>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F864F5E-B871-4F64-B4E2-1A7CC7C427A5}"/>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04F4EE21-968E-4C43-A562-007B71C644BD}"/>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1C755349-9630-4F6B-8739-A7608BB0440B}"/>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FC341D53-D1FF-45A3-88BD-A263F86B4F2E}"/>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8FDFCD21-DACF-4E6F-A15E-34129CC41231}"/>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2ACD35E7-3D95-41C4-8B73-51E60B4219FC}"/>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2716B83B-B7B0-4F1F-A9BE-5FD3B5CFF8F8}"/>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9F2B0B29-72D6-4BE1-8895-2E6CEE0C2D0B}"/>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874C34A9-6D40-44C8-93F1-D6121C33F904}"/>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E84C48E-E6B4-4598-9EF5-A8DECCE2E854}"/>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F28FA368-D631-470A-8BD8-A5E8B4F60212}"/>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6B3CB3B5-2F04-4BA6-8363-26B791DE00FC}"/>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F9030C49-C1E7-4AE0-A79A-EE09F278D7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68142397"/>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9C5B99AD-BC54-431B-A6FC-86ED0CBEA8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B093984A-34EC-477A-A2E0-7E96DCADF9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EFA77EE3-93E9-4FC5-AFF7-4080B5D6FC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1070429F-23F1-4E96-8105-6F307071A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C3CFFF93-3BC4-4DCD-912A-66D140CB36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BC377061-C913-4B14-8136-410F399AB9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1AD32422-2BB3-461F-91B1-CA6CCF7D458F}"/>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F069FEB9-0990-435B-B507-4B9478BB7A60}"/>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F5507322-1446-42F6-B43B-E97510E646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F5E17036-D5EA-41DE-B3B9-9B0E70369C29}"/>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D17C81C3-1D89-4FFF-AAED-329C4E430FD2}"/>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A31A42D2-A417-44A9-BF21-4C3DAF76A26D}"/>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6432ADE0-9694-439E-91DB-FFE2B864B1D3}"/>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FC65DF7A-514F-4197-B6B0-9BD1A058F56E}"/>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46334816-10F3-46B9-AC86-D6B3F2FAE64C}"/>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71E9A80C-1B08-40A7-8D48-FA07BBE81991}"/>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B1677FA7-88D7-413B-B76E-E363E78FE01E}"/>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D2C16756-327F-4773-8BBC-BD394B72A2A0}"/>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7DFF88D5-4372-42CE-8EE3-7BFED3940E2C}"/>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681F18C9-C5FB-42D8-9181-6F4AA1EC1F6E}"/>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198EC45F-4833-41C5-BA76-6D173498281F}"/>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B6E84451-49B3-4E84-BFD3-748210BA4321}"/>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7B764A84-5BFA-448E-9BE4-CB365991E1D5}"/>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F6945C35-782A-40B6-992F-8DA9303F8BDC}"/>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A55B1E09-CBF3-4B95-B17D-255E97F1AF1F}"/>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48407BEE-6E56-445B-8E9B-971C1786F321}"/>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9183EBC1-6F77-40C2-88CF-D6C5FA922E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07563379"/>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C6B088F2-5F2B-48E9-8B73-C67D86C6586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0F056020-A2F7-472F-A6A1-19EBE17A4F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CCABB783-7924-45A4-B569-D5D47D6871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4EC22E4F-2C02-4002-84AD-29F990B9A2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474F57C8-869F-4513-AED8-37C1B90375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E26DCA44-8C99-4EB4-9081-37A67C7C0E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50C20407-1E44-4772-9380-2E2B72ED49A8}"/>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947B40E9-2F56-4275-B02A-F8FFF816F0BF}"/>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3917A5CE-4AED-417A-94C2-80220C0A90E5}"/>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879EAEF8-1A83-439A-B367-2D15C78D9F9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F14E7559-5D61-4E7A-A59D-19F41C5AD0D0}"/>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46EBEF21-85DA-4919-9482-36E04DE7F403}"/>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336BBBA1-B433-4427-B3AC-B3E638B8035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02D2AE30-2B3D-458B-BEE9-3044B45758A2}"/>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E6119629-5D42-4F04-96EF-4ABD8B30D7FB}"/>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E96BD73D-3D1A-461D-B2A4-D8F5431CCD11}"/>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34698F09-99F4-4E36-91E9-CEDCFD384CB2}"/>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5E8B4EBF-E9D8-4EAB-B7EE-F53CE1D9C770}"/>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6F083668-B277-474D-A80B-D5F2BF18A1AB}"/>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8B3C2AE8-8C5A-4786-9223-579C1A663F75}"/>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60C5CD57-4D6B-4315-8CC1-568860255429}"/>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2395CEA0-1E26-4DC2-BD59-F457BC6DCEC2}"/>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C1154AE3-479A-4FC1-B26A-C43258F1DCB2}"/>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B6A2198-1840-40FC-9471-06147325D224}"/>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6908625D-134B-4063-B837-A07F737EFBEF}"/>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9A50EF58-A460-4201-A9D5-9CDD478E803C}"/>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CF3955D5-155D-4CA4-93EE-01C4228E361F}"/>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FFDEBEB0-E6CB-4AC0-BC52-E32DB7705134}"/>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948F784F-523A-45B4-8CFB-0583A0EC9E8A}"/>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29ADC0A7-D8D9-4467-8471-B5EFBACD5C1C}"/>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F02DD095-ED10-4E72-BFDD-FC84EACED683}"/>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5AF0A1FD-B301-4FA6-AEC2-C1732BB897CB}"/>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0DCBB903-DCA1-44C9-9B8B-B9F80BF518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159730"/>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2F85277C-CEF0-4652-A72A-0ED571A743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FB8BFD85-19FD-46F1-A36B-13B3060A9B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809E2CB8-7287-4D53-8EDE-573E1C51DE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429B020F-767E-4170-BA77-A0BBE08009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47029E8C-A17B-4BDC-99A5-44F52A89F4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0F55A1E8-0599-4B20-B7CA-BC87757012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6FD38B6F-EED3-47CD-841D-1D1E4B6166E0}"/>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ED71BBD5-F615-47F9-BBA5-4E30B5F029F3}"/>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3388F9D8-8BA3-4BA5-94CB-A2AFC3A21A44}"/>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47856D23-6127-4537-B0C2-30A76FDF78A1}"/>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08C18611-8485-491C-B0F0-FFB983B3BFBD}"/>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8D844887-3A18-45FC-B6AD-E2015981E2E2}"/>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0D13C2EC-5240-4435-AC4E-421E0DE5EA5C}"/>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04A5BB9C-8F6D-4A00-893E-242EBC8723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10138448"/>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0CEBF152-B48B-4FA3-BC15-94C82C1B1F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4FE5EF23-BD82-4126-AAA4-5EDFDEE482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F624B5FD-5236-4BD0-BDF6-138FB2A2BC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191CF84D-D489-4153-B318-E920034BB8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D72AA027-5D27-41EC-965A-E63D565308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E09D37BF-35AE-4B5A-BA77-9743BEC639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8D1CD213-FD91-4701-A974-FA0474954E82}"/>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B802B8B3-4F68-439E-B12F-0DEC328895FC}"/>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B8A9CF32-1CA9-48B6-915B-F83301027892}"/>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E6657B1F-7C37-467C-9587-C5AA37259E3E}"/>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50C26E91-4C8F-4A52-B6DB-58BE532EF184}"/>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A0727B2C-EA94-4F43-A2FC-B6D7B9C34619}"/>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93925ADF-30ED-4FDD-A2D5-63A8D7F212EE}"/>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5E753080-ABDF-422C-886A-1A98923CDA88}"/>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3585FA5D-96E1-4FD7-BB8A-A8B1BDB1A310}"/>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5EE46964-E1FD-4B61-9E0A-867C373261B3}"/>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BD0880DF-10E1-452B-BDFE-CF97BBB9D946}"/>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26E185B-4DF6-4D27-9948-EC6F69EFFA15}"/>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EA4AF7F7-EEC6-4942-89DA-0741F79D7098}"/>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EB9D0-DEC9-42C0-8B3F-0E3DA81C4E16}"/>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1588D462-BCA0-4BD4-A995-7834EB9421C6}"/>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B283003B-01F5-45E7-8475-30B32A9204D2}"/>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CE8F9BA-1465-4A35-B23D-323CEDFBA8EE}"/>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1945AA72-F1D7-4533-9B15-0CFD8822BB2B}"/>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5FB6F416-DD40-4580-855E-02346C719A83}"/>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DCA4DBBF-B686-44DC-84AC-5A3E60E4BD24}"/>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973BDEF8-02F5-44E3-93E3-81E101773E43}"/>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444279E2-F91D-42BB-ABCC-FF2EFCF90530}"/>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38595717-71A7-4C62-AD84-3C6010F87207}"/>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8235880F-5EBE-4E3C-8743-A92A5717A781}"/>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03C422BE-6593-4BC5-A410-17C3C381571C}"/>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532C3562-A0EB-40E6-9B32-30BB8E93611C}"/>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8028740B-E69D-4EB8-AC72-39BCA6BE0CDF}"/>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75ECC419-8C37-4F1C-B84C-385A4E2BD322}"/>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E5150C2A-E47F-4ECA-95BF-3F47CDB44CFE}"/>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62886B0F-8AA7-479F-9BD7-5B40053706C5}"/>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EF7C7EC3-591F-4B62-BAA7-52AD3F905FDA}"/>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F5982543-953C-4659-A796-9FAA31128DA6}"/>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C92192F3-7347-4581-95BE-E7FC6415E4B4}"/>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B80230DF-66FA-4FF3-A096-262D77641CB6}"/>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6941BD58-FB56-4F93-A490-6F5115A19B6F}"/>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E4D32753-4712-4063-928A-95DF20B686CC}"/>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F1A93DE-0D9D-4B0F-A53E-A69D17689D8F}"/>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C6925B6E-EBD4-425C-A674-4CA36563D8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570971441"/>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DDF9D5A8-E776-4109-AA34-4566588485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E35F131E-606A-49E6-8D58-B618C9B226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25854772-8AC4-4FD5-986F-C7227D1CA1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B57595FE-A329-4B3B-852C-FA9167C7F1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543E56A6-E528-4767-BD4D-22043D563B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28E878D6-F0B3-4F50-856B-6D38789143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3C01CE0C-1407-49ED-91D8-3380A2DFEDCC}"/>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1244DE5C-7CA4-46A9-9AAD-FC20992A2960}"/>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9B0DDEEF-8DD9-42A8-896C-4F82474317E0}"/>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22CE44E8-E768-4FE8-9D2F-9EDEDC914D71}"/>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8FA5F579-922E-4F98-82F9-A85728DB868C}"/>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D570B80D-47B7-43C5-8C1C-08F7A2566F66}"/>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985ED9EC-3FF5-499B-B984-36C1A1B10547}"/>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F08796D-5304-4482-83FA-BFEA06B8290D}"/>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8AEC7A98-462C-42B9-8E2A-3FCA2AAEB703}"/>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37741544-0928-48E5-A769-CBF20CF48293}"/>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23B0C6FE-8573-4F08-AA3B-F130396662CD}"/>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285E35F2-7165-4637-ACA0-1BD7890BC0AE}"/>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C57669DF-896D-4C6D-9F8A-EF38204D4472}"/>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89FFEF63-3300-4C68-B34F-BF05B7144B55}"/>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DB9A707B-B19D-4CCD-93CB-458E580A6716}"/>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8D383489-A8B1-4339-A2E9-6DD002B5ECC6}"/>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B1B4E2D1-F3F9-4EB4-9A25-C49AD886B159}"/>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99DBA482-DE6F-4365-875C-B830323EE415}"/>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F61F807C-4FE4-4EC9-894C-6A42A10C5AD1}"/>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65DED51E-3154-46E1-B9DD-9C69AC249FDC}"/>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D86AF838-F11A-4E00-B7E5-D52F48D7D510}"/>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6C25778F-F2C2-4A1E-9A25-BC9806D47A6D}"/>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4F3A4AAA-9817-4E10-A1AD-40D9AA09777D}"/>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8F888298-8477-43DC-9863-68BBDD92792C}"/>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2B9CEBDE-40C1-48A1-97A5-2A688F234810}"/>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77DB8932-82AB-45B0-9323-C6DB51F9B66D}"/>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3D9982C7-AE30-41D4-97AD-78662F5150D2}"/>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F3ECE203-7C8C-4197-A87B-B30B31DF3A1B}"/>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F1E11251-2CEC-4166-B5B9-063B0FCB0FDA}"/>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308F71F1-8CAE-4D8E-AEC4-B01CA0EACDF5}"/>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48B84DEA-B97C-4386-904D-E08F27824A13}"/>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DAB71432-8AEF-4C03-9945-B998AE95C720}"/>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89CCF559-4F88-4A9C-87A3-C4DCC59867D6}"/>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622FB825-3094-494A-B7B9-25B571B475A0}"/>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605FC41E-D9E0-437C-B902-F2D7E4BB0B80}"/>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5C835EC1-94B1-430F-A697-DD9CD7A669B0}"/>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9068295A-D02F-4D5D-9D87-C48EA6AF42B7}"/>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82AF0278-3099-43AC-BEC2-EE6218F6DA26}"/>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C88CAC66-964E-44A8-A816-F1C5A37B9F15}"/>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BDCBB5F0-DCB3-40C0-9BEB-B5B9EA2B5BA8}"/>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5A57B696-B218-45FE-8249-41592808D3B9}"/>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5C780255-9F34-4B93-BB7A-C278D66F5D6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AB72917B-1848-4094-8B38-B899107D846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1009DA3D-0FE8-4A48-827F-8242226EC84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954CCD2B-542A-4384-BC84-8E89BABBE16B}"/>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B2B7AD68-0454-44A4-AC75-4FE1C9BD1113}"/>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D272437F-C6D7-4CD4-BC47-2C67771F46F9}"/>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3E79B101-BBD0-4D62-B393-4FD3668E6DA1}"/>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D16AEB63-04B4-4D61-B250-53DFEDE544F5}"/>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AEF06191-74CC-4382-BB88-8EB924C6FB90}"/>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3AE86348-B1AF-49B8-A2E8-461847F34A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641411282"/>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C1030BA6-D010-4FD7-BFB9-FD9886DFCD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DC963A5D-5483-4811-B0B2-61601266CA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29DA26D5-D87F-4FC2-9E91-EE0C93394F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817BE826-ABF2-46D0-BDB7-8CC436B0A2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ECD0BB0F-244D-42C9-BAAE-04CB7BE5C6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0D58DE94-B467-43E3-AB58-1B831E2248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89AFBE84-E43B-4A95-AD50-B39BD2EA0410}"/>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A09371EB-AFE6-44A8-B456-D7409A0D501E}"/>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8438F7DE-CC36-41B7-83D4-33900AAB81DD}"/>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93885433-145A-4123-B010-E3E1B2E3A756}"/>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5FEC3F-EE99-4AB4-80ED-5C6766AC1A9C}"/>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88F67F-ABE8-4FAB-B4AE-D2F36EEB67C7}"/>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49984318-5F01-463A-A6E0-6C93563C3B47}"/>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D0C6136D-750A-45E3-A8CB-4635C46E2F37}"/>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94135e0d289f4b6f"/>
          </a:graphicData>
        </a:graphic>
      </p:graphicFrame>
      <p:sp>
        <p:nvSpPr>
          <p:cNvPr id="15" name="Python 할당 피크">
            <a:extLst xmlns:a="http://schemas.openxmlformats.org/drawingml/2006/main">
              <a:ext uri="{FF2B5EF4-FFF2-40B4-BE49-F238E27FC236}">
                <a16:creationId xmlns:a16="http://schemas.microsoft.com/office/drawing/2014/main" id="{42283E26-2D63-438E-90ED-6E13430D0F24}"/>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26A65401-B21B-43B2-A4B1-164FD75B6D07}"/>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888FC7F3-1D38-4589-BF99-2F5D0233E85F}"/>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576DEB75-945A-4E8B-9FE9-A31991F774C7}"/>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B63052A-22E2-4C6D-B638-2E8BBD8638CD}"/>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3ACC0D77-F53A-4959-B4AD-1D0F09594840}"/>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70727086-CDB0-4A41-BA42-E2CD0FF5983E}"/>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7C95FEA7-DC46-414F-884E-EAC0F2578C0B}"/>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DB001995-69BC-4C08-8BD4-2A0A9C56B256}"/>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7CBDC2E4-B75D-478C-AB21-51F2409BE691}"/>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A6DF931D-F417-4DC3-96B1-B7A53F9936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888334829"/>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AFF7DFB6-557E-41C1-9CA4-5F35782E4F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DB07E920-89EB-410F-8341-000AE81AA3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8986AA0D-37AC-45FD-8098-05EB9C2DEB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01810FBA-24BD-4F8B-933B-558B75CB54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116BB07F-F74E-4272-8DDE-E6EA9B5451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502AA426-E248-42C4-9D49-0F6A992D13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19E4DB78-55DF-44DA-AF87-978C6A317BE6}"/>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4FEE2377-8D71-4A09-81B5-B88B9AAC6DF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D5E87AC6-4D34-46B8-ADC1-3F5E79A69AB1}"/>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B91F9AE7-8CC0-41D1-9A9A-8A5BC7ADC5BC}"/>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661C521-7238-4852-9886-55068DD561B1}"/>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A9CB54F-D969-4FE6-AFDB-3CEDED34183E}"/>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3203B1EC-34F6-4D4A-9E00-4F1487C17A59}"/>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E71A1EF0-41B2-4349-90A2-6658CF0CE325}"/>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AE70197C-D155-4B0A-9811-F2E9EB8F3C6F}"/>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0622D873-631A-4875-98E5-DD53564128D8}"/>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597F8E9B-3707-40CE-B40F-49943DCD8E2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A0D10AE9-5B4E-48AA-B507-3487D7CB47EB}"/>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F1EF75C5-52A6-4D5B-AC21-CD4C8592F152}"/>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714B8384-0880-4A5D-906E-8344CD2F385D}"/>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8290A776-657C-49A8-AD8B-3B9389890008}"/>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DBB6CC59-4180-4574-A782-DB39ADD88BC7}"/>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CC5B253A-012C-409D-A527-7805D9E90815}"/>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3EC53206-14B1-4E0E-94EA-01D4F780B855}"/>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00E6B842-8DFB-416B-B70A-2514F8A2DD75}"/>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DD9C74E1-DEFD-4DBE-8AB6-6130D65AA028}"/>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EE786EC8-B402-4EB3-9091-38E87BA3CA54}"/>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A2FE9D22-8A0F-42E5-B5E3-422C7AD9EA23}"/>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CC75EDE6-0886-425C-A259-02F6729DCBF3}"/>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A30BFABB-D8FF-45FC-9C53-C2F882103799}"/>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6F447D98-7155-4732-AB23-5F580DEED4E9}"/>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279EB15E-E668-499A-BF6C-98D934CF4561}"/>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0C4AA2C9-BF54-466F-BCBA-F1B04B712A0D}"/>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8EAD6794-BA25-4405-9F00-B7F1D6470CF7}"/>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989D058-E2E1-452E-8199-E3C931C115B7}"/>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433C2F74-CDCC-40AB-AE97-30499A9D19E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B7B49412-B2F0-4CE1-A986-D20D9BF178A6}"/>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D821758A-846A-4B7F-9A0F-7059BA4B22B0}"/>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1338BFCB-C78C-4852-85ED-29177FEB2F49}"/>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808CCB2C-941E-49C4-9683-5C67B6EADAA8}"/>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85B15B5B-2B2E-4590-BB60-FE7FA56C1712}"/>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BEC1426F-AE4D-4267-ACCC-9B895E9A0BB0}"/>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96CBEE82-E5D5-4A85-A03A-EDA49A7AABB7}"/>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68516E46-5824-4981-ABFC-AB0EB05606E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4CF13372-28AD-4EA6-A53C-BBB7F46D76E8}"/>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D95DCF64-7E14-4C5C-8C4F-A01C7223FA17}"/>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6CF5E4B7-A396-43C0-86E6-AF38C88AAAF2}"/>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25FC0302-DAE8-4AA6-945B-7784AE4936B3}"/>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5BC67F05-5FCF-4D7A-AA3E-040EDB58F5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53536010"/>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46488B1A-04AD-4914-87D2-0C402CDAD5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BF53A2AA-36D3-4F4E-B76F-4069106D11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5D26EB5F-8AD8-4CB2-B0C6-48FC983DC4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BDECA0DA-BEF0-41C1-87E0-F0F2EB4DA4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B44BEAB5-48C9-4D65-A4B5-6FA92382ED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7492DB6E-C4FD-47F5-8573-83A3623B08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F19A6C08-0E08-4644-B07E-8E3A7846F9BB}"/>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3491892A-588E-4C8E-A4FC-BDDD82907655}"/>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1F80DA48-B182-4F3E-B51A-A85863EB036C}"/>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90C4751A-31D2-4FBD-A536-E285B9CCD3FD}"/>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ACA458C1-4D82-4D64-98DB-073F2A9EFF3D}"/>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CBFC45EE-486B-4CAF-AFB2-2EC6C2A9B29D}"/>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A47D1E07-4762-428B-8978-BC20D4F110C8}"/>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FBAD17F7-32A8-4997-BF09-B34C010ADC26}"/>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55452BCB-8D41-42AB-9CD4-D75FF4BB507C}"/>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1D771701-6499-438F-A406-E5B17927C9C0}"/>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55030806-057D-497A-A988-352D03E25EE8}"/>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E9C515EE-9EC8-4491-BB70-60683ECEB48C}"/>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FBBCE11A-1634-4CB0-95A5-74B0FCD1F01C}"/>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A1F48CBC-4854-470A-B1FD-E4F4D281EB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FE89EA44-97E0-48E8-BB2D-47CD1A2A903A}"/>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601AC825-5CA7-49DA-9ED2-0873DB32B11F}"/>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D3987A85-5639-4020-8407-E9D2B390B3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48450147"/>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2797B939-5382-4795-BFA5-1514366252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099E86B5-8E34-4A14-8672-DAB36A2DDF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5C98C04F-0864-49BF-B883-B2902FD2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56DC7324-B27F-43C9-B35F-3800002A85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523321D9-58D0-44AC-9548-A7328C6B7A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95487674-56D5-43BE-BD3E-7BB1B55560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DA718FA9-0B68-4593-92BE-CD1316823BC2}"/>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FB4360A5-3055-45AD-B95B-F7EAE2C297FA}"/>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8B4BBAFA-944E-4433-BB1F-D97A394A5089}"/>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6479249E-E8BC-4893-B7A4-82D30D9EE8A1}"/>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08C9A1A-FCBB-448E-A88A-D317A7FB6F32}"/>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8CF36792-9166-4A95-A776-997D91D9DF99}"/>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1653A2D2-5241-4204-AD6B-E05BA533AA60}"/>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F2C66A73-6F08-48D0-AB69-F4C99A20B671}"/>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A44679B9-7CA5-47C1-87E6-066A7D8C33C0}"/>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054583A0-DD91-49F6-9C8E-B2B80741F8EE}"/>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99C44676-FBE2-4E28-9910-1D78C8FF70AC}"/>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8F1487E1-E2BC-4AC7-96E6-BFA711B98682}"/>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42192217-9279-4A02-8605-6E973C9E08DB}"/>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83D9551F-4274-4871-BC71-71B09A6D70B9}"/>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FA2CF710-B1DF-420E-B1AC-B81FA5B24BD3}"/>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1555C27D-A99E-4287-B89A-5CC957794C5E}"/>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620BE38C-DEC9-4CF0-B544-21F3EF7CCE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21912483"/>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9A92B7A6-699A-4CE7-A5F9-163CFB95D5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2">
            <a:extLst xmlns:a="http://schemas.openxmlformats.org/drawingml/2006/main">
              <a:ext uri="{FF2B5EF4-FFF2-40B4-BE49-F238E27FC236}">
                <a16:creationId xmlns:a16="http://schemas.microsoft.com/office/drawing/2014/main" id="{BD8C70E3-32DF-4839-BBFE-84AD325A6B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제 Demo 지식의 원래 출처">
            <a:extLst xmlns:a="http://schemas.openxmlformats.org/drawingml/2006/main">
              <a:ext uri="{FF2B5EF4-FFF2-40B4-BE49-F238E27FC236}">
                <a16:creationId xmlns:a16="http://schemas.microsoft.com/office/drawing/2014/main" id="{3BD4ACEB-8751-4E54-A687-1FFC086A84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6A7B7913-39DC-4B53-BA38-23B6364ED6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111B8A3D-D383-4A49-9585-2E1069723F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8611238F-07F3-443C-9C7A-1BAD567663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F573703A-EAEE-4FA2-94AD-043329C0621F}"/>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B10F9E69-7BA8-49EB-8827-27DA0D7E1641}"/>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097A4355-4DA2-4947-A2AB-85C8AA20C6BC}"/>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D0ADD391-FF82-447D-A278-FA52B1A24759}"/>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7A0F7BD0-18AF-406A-B5AF-0666A28CB4D5}"/>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8588BDB0-9274-4ABC-A958-7C422D6CAA93}"/>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64853D01-A47D-4B75-BB8A-D9CC24E09DCE}"/>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27508C74-74A7-44CA-9537-8E6E71D3167A}"/>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5F098EF8-5F96-47D5-8B4C-5377759AD4A2}"/>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56EB8EBB-75D1-44FC-8618-E6E1D5B06BD2}"/>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A834F1D6-0C29-45A9-BAB0-C22021152332}"/>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7C282229-5ED6-4AB1-9D94-6E03BF5CF88C}"/>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7A8B2751-1207-41F7-9E30-F352AD9433AB}"/>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567914C-37D5-47DE-BBB9-577120A3321B}"/>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86C555AF-C200-48FD-8B79-992F5E076658}"/>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0CD61F45-F346-4171-A501-80D7FE80F0B8}"/>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6E787870-1100-4EBB-A915-EA6E483E6622}"/>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98C58051-691A-4A04-BE54-01C9D2163B94}"/>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0DBD4A47-9C8F-485F-9EE6-BBE01D1737BA}"/>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BC1B9E3B-F242-4C33-A8CB-58F4D73BEA53}"/>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398F15E3-5057-41C8-84B2-3378018D6F55}"/>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BEA55E65-806A-4734-ADAD-648429ECDFCC}"/>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DFC207D4-6864-4FFE-9C0C-EBCDA74277E0}"/>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FC8495D9-99A8-47B8-8783-2C22AC0EAE0D}"/>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9B9407-3A4D-42F0-AE72-34CF6BD2C733}"/>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B9DAC73A-30CD-4EA9-85E2-CA7E6B9E3A0E}"/>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F57358C3-FCCC-4D4D-A60A-85F9DDCC42A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3D894DB1-A593-4881-913A-B26CCBAD7E9E}"/>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465F9123-25C9-4489-AFB3-38C18FAF8C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82792000"/>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6CF0681F-20F3-4909-9C73-4F58D99F94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3">
            <a:extLst xmlns:a="http://schemas.openxmlformats.org/drawingml/2006/main">
              <a:ext uri="{FF2B5EF4-FFF2-40B4-BE49-F238E27FC236}">
                <a16:creationId xmlns:a16="http://schemas.microsoft.com/office/drawing/2014/main" id="{87FBB7FA-1C51-4421-A001-1219BFE9BE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에 쓰인 구성의 역할">
            <a:extLst xmlns:a="http://schemas.openxmlformats.org/drawingml/2006/main">
              <a:ext uri="{FF2B5EF4-FFF2-40B4-BE49-F238E27FC236}">
                <a16:creationId xmlns:a16="http://schemas.microsoft.com/office/drawing/2014/main" id="{750383E2-4D23-4DC0-BB4E-0580046C8C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51DA85B9-B33F-4846-BF22-B86D7DE5D8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410F5381-44E9-41A2-9E4D-E260C529F8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13665F77-9CF8-49F7-8933-997FFD9A82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728CD2BB-40A2-418E-8253-87DE2B0C56F9}"/>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32DA4630-B55B-4AF3-A79A-E83EE4200EF3}"/>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F5287ACB-582F-44EC-8705-A53E11F93DA4}"/>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705E2BA4-622B-4CE7-B0A3-22F8DAE00BE2}"/>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81978CDC-E3CB-4BB0-BC3D-839B92DFBC25}"/>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3DB63DFE-C89B-4AC7-A22E-8FBCB4CB7551}"/>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BC969E45-DBA8-44FC-B899-3609B9B1D073}"/>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5BCB5251-7224-476D-AF41-80B8928627B6}"/>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2206AFA4-F98A-4F40-B062-216CA19E6C1F}"/>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A8F97B8-5A69-40B3-B6C0-F8209F5A00E6}"/>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604A607F-B6E4-4DBD-8270-960D869AD54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6AE6C871-DBED-4221-B2DA-2835105C5D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CE5E230A-2183-4639-8282-954DCB23863B}"/>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B283217B-4C4E-40C4-AADF-2278D04AB1D5}"/>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86C072E4-81D2-4FA0-B374-C5FB1DE48437}"/>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9CE2CB4B-E2C2-40A6-BD3F-E7C3206512DE}"/>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E5CB6C6E-D13C-4866-B830-2D3A537331F1}"/>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B2662B8B-6334-46D1-AB6B-FF96F364EA2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F927D3C8-892D-4D74-AD64-A99801FAE8FD}"/>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4FB2854F-6775-4901-A5D6-BA280EC46336}"/>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D9811B9D-0DA1-4928-B886-59978AD33776}"/>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FCFC8BB-566F-46A1-9F7B-72DC66D7F0B0}"/>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ED1C251D-D813-4EF1-B4E2-EF07110792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78091615"/>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4B1C040-64FE-460F-AA0B-6DEAB5E94D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64">
            <a:extLst xmlns:a="http://schemas.openxmlformats.org/drawingml/2006/main">
              <a:ext uri="{FF2B5EF4-FFF2-40B4-BE49-F238E27FC236}">
                <a16:creationId xmlns:a16="http://schemas.microsoft.com/office/drawing/2014/main" id="{9962149A-C2E6-4E92-BC13-4175E0359D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함께 작동하는 작업 환경, Harness">
            <a:extLst xmlns:a="http://schemas.openxmlformats.org/drawingml/2006/main">
              <a:ext uri="{FF2B5EF4-FFF2-40B4-BE49-F238E27FC236}">
                <a16:creationId xmlns:a16="http://schemas.microsoft.com/office/drawing/2014/main" id="{24D1FF6B-A5CC-42CB-8311-DA65AA4E8E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F1F950D-E6EF-46E4-82B2-3044F49AD0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6E44E834-AAAC-4289-858F-03B36A9C00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7719F76B-1674-4803-98BE-99458E9C41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04A328E2-BA16-4A75-B16F-A7A1D395E33A}"/>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E159AE08-58AA-467E-AB4B-C1BD5D8C75C0}"/>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8B7769D-4F32-4FE8-AE75-7CD3F6130A27}"/>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6C067C22-3B31-4A13-A5E6-70F8DAADF872}"/>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3863B9F4-CAFA-4460-95BE-BB44DCEC6760}"/>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B4772E17-5DEA-4129-A735-9A83E07A40D0}"/>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70266A78-9F35-425A-B4B8-55310504C4EF}"/>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0B47F696-7B1C-432E-B2CA-28D3685A83D6}"/>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0DE2DE37-107A-4A2A-9673-86B1E5EC7B3F}"/>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0832D7ED-8C1B-426D-83C5-D9CFE089B921}"/>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BEA07016-1A62-444B-A793-AB0494158755}"/>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F90B2612-BB06-4F54-B846-5D4300338EB1}"/>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030F830B-5E10-4F65-82E6-5B75D17D9F12}"/>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5599DFC4-B26C-4A5D-B054-755FAE6C53F2}"/>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2B4597B5-B56E-4F3E-B2A0-FEA78C6B3A1C}"/>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B29CF3F5-931E-4224-9D4E-0EDA6E79CBD5}"/>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5AE24928-2504-44BE-AA15-5E93DCFDE6E2}"/>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A63BE538-85EC-46DB-9094-56683D56B3E3}"/>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9414E673-B1B0-47EF-865F-23F3473DFEA6}"/>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2C038AB5-D4A1-40E4-A4D2-0AC8EC70E2FA}"/>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F1B83706-2571-4D83-84BC-C35F686FE654}"/>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1C40C804-096E-43DF-B960-BDE1D123813E}"/>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6B5D744C-4993-4F3E-94B3-BA52FE5C00DF}"/>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B2662B85-937A-4DD2-9FE8-13D649A07F80}"/>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E131671B-72A2-47AF-B637-9A1A12973BFF}"/>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7E9941D-D06B-497B-A54F-0BE9310289A6}"/>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5B8D3832-CD6E-49F2-B327-88173B6F7EDC}"/>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BEE01785-353F-4831-ACD9-5B72E2E4F375}"/>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18DED52-EB62-42BF-B0F7-BCA8C2B5A4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2870367"/>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DFE7872A-97BF-4C21-872B-F7230FB857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5">
            <a:extLst xmlns:a="http://schemas.openxmlformats.org/drawingml/2006/main">
              <a:ext uri="{FF2B5EF4-FFF2-40B4-BE49-F238E27FC236}">
                <a16:creationId xmlns:a16="http://schemas.microsoft.com/office/drawing/2014/main" id="{88551C15-54D6-4147-AC38-495ED50885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저장소여도 실행 조건은 다를 수 있다">
            <a:extLst xmlns:a="http://schemas.openxmlformats.org/drawingml/2006/main">
              <a:ext uri="{FF2B5EF4-FFF2-40B4-BE49-F238E27FC236}">
                <a16:creationId xmlns:a16="http://schemas.microsoft.com/office/drawing/2014/main" id="{9189528E-A0E8-4810-A6AA-87C9EF9B75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55AA204C-64BB-46C4-BB47-5E808F67EB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7DF516E-A278-40D1-8F1B-3D3BFCD92C4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124AF518-8038-4918-8144-26B1AE7E9F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B44D0353-9295-4519-B0EF-2F52AB1468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4EA99E99-0FE2-4B43-B069-BBBD1DA3262A}"/>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B0900473-82C9-4699-8841-5A6183906A33}"/>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52B70404-76D5-498A-BC10-E8146890DBF2}"/>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C1849202-57F3-463C-BB62-0F56C1DF352D}"/>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C682756-3F43-40E8-BE55-953197CECDE7}"/>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99ED9598-E576-4935-ADDD-44AEB8C5981D}"/>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DB37B0F0-6B42-4283-B779-24E90DC474CB}"/>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3BF528A5-BD1F-4527-AB46-2E8C1C32072A}"/>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5C47AD13-CA02-4B05-B8F5-4BBA70990A65}"/>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C6E9B17C-F30A-4734-A053-0D03DCFE893A}"/>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30910F6D-A23A-4CF2-BA0F-516E8302BE6C}"/>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1247BECD-4E36-4917-A88F-5EC62418D5A7}"/>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C3603D87-8754-4E09-908F-BDDD06DACBF2}"/>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3F4E78BA-A01F-4EE6-AC24-3CA16E53DFFE}"/>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1FA5D66C-5310-402C-8DCF-9D6F831D510C}"/>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D98A21CF-62BD-415B-B7F2-54A79877507C}"/>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91D18AAB-7EE9-4C09-B32E-9040CBDE70E5}"/>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46345104-76FE-439B-B04A-3065EC831D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842708288"/>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우리 검사 업무에 적용하기">
            <a:extLst xmlns:a="http://schemas.openxmlformats.org/drawingml/2006/main">
              <a:ext uri="{FF2B5EF4-FFF2-40B4-BE49-F238E27FC236}">
                <a16:creationId xmlns:a16="http://schemas.microsoft.com/office/drawing/2014/main" id="{BD1ED515-BB3F-465B-BAB1-ADE6B32B4F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66">
            <a:extLst xmlns:a="http://schemas.openxmlformats.org/drawingml/2006/main">
              <a:ext uri="{FF2B5EF4-FFF2-40B4-BE49-F238E27FC236}">
                <a16:creationId xmlns:a16="http://schemas.microsoft.com/office/drawing/2014/main" id="{324938FB-2CFB-4CD4-9EC9-CBA343481B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의 판단을 C++ 검사에 적용하기">
            <a:extLst xmlns:a="http://schemas.openxmlformats.org/drawingml/2006/main">
              <a:ext uri="{FF2B5EF4-FFF2-40B4-BE49-F238E27FC236}">
                <a16:creationId xmlns:a16="http://schemas.microsoft.com/office/drawing/2014/main" id="{820994CD-9A4C-4A72-A8EF-B471DC3238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B62B4D81-590C-43FA-84EF-743974E25F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3FE6E13F-6487-44A7-8E47-2A8B013E26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361A7B3B-276D-4047-A0BE-41542E8428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5F77CD66-EDF8-4E2A-B1EE-3549C6AD88BB}"/>
              </a:ext>
            </a:extLst>
          </p:cNvPr>
          <p:cNvPicPr>
            <a:picLocks xmlns:a="http://schemas.openxmlformats.org/drawingml/2006/main" noChangeAspect="1"/>
          </p:cNvPicPr>
          <p:nvPr/>
        </p:nvPicPr>
        <p:blipFill>
          <a:blip xmlns:r="http://schemas.openxmlformats.org/officeDocument/2006/relationships" xmlns:a="http://schemas.openxmlformats.org/drawingml/2006/main" r:embed="Rd69fd86684ed41c4"/>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CFD9B48F-4BC5-40A3-9DF2-9E3B11F58ECF}"/>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BE00B34A-98BB-4309-9C66-200B7742AFB9}"/>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43AEEE43-2BDB-4DD7-97D1-2C46EB6E6CF5}"/>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33841AEA-D1F8-4F09-9C52-60D4083972B0}"/>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B344F627-08E9-4D74-8FF2-CE45334F0892}"/>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DA1A5EEB-345B-44A0-9463-38D3AECF0A47}"/>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F0C7C993-92C9-477E-A73E-DAF08505D68F}"/>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9FDED6B5-584B-44B9-9B52-CF30007E83C4}"/>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A59666C6-D4FB-4C5F-88A6-433B305C67B3}"/>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016E2119-C084-48A8-AB63-15E6C5816E1A}"/>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4C3B17BF-85AC-4AD2-A578-E4F883187847}"/>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D7572802-A2AF-4154-981D-D64E50D79C73}"/>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4E7CC119-D0F1-44F0-9E49-F6ABC05B09AA}"/>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CA3BB4AA-C3E1-4A56-A249-F5B84D6CD3F0}"/>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8FBE96A2-B7CB-4425-B2BC-6788FCD2AC9F}"/>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2266FA49-8FE1-49E1-B8A6-4715C28AD928}"/>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Legacy module connection">
            <a:extLst xmlns:a="http://schemas.openxmlformats.org/drawingml/2006/main">
              <a:ext uri="{FF2B5EF4-FFF2-40B4-BE49-F238E27FC236}">
                <a16:creationId xmlns:a16="http://schemas.microsoft.com/office/drawing/2014/main" id="{70BDA0E0-103B-45C3-8D9B-C11C1CF8B8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7763669"/>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2A34B1E8-8D7D-494C-9DD1-EA7E70A194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67">
            <a:extLst xmlns:a="http://schemas.openxmlformats.org/drawingml/2006/main">
              <a:ext uri="{FF2B5EF4-FFF2-40B4-BE49-F238E27FC236}">
                <a16:creationId xmlns:a16="http://schemas.microsoft.com/office/drawing/2014/main" id="{97A82C6C-079A-4851-988B-D4276C22DC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업무에서 먼저 정리할 한 가지">
            <a:extLst xmlns:a="http://schemas.openxmlformats.org/drawingml/2006/main">
              <a:ext uri="{FF2B5EF4-FFF2-40B4-BE49-F238E27FC236}">
                <a16:creationId xmlns:a16="http://schemas.microsoft.com/office/drawing/2014/main" id="{6EB21A09-3428-497E-80D6-FFB0E5EE2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632985A6-2095-47AA-A13D-B36EA8E66B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BB4213BA-45E1-486D-A372-25536987A8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707728F7-E425-4177-9EE2-65058E4707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5E76C0B4-A582-495D-ABA6-539408736B63}"/>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13200909-6AE6-455A-A25B-DCA0F7A6FF9B}"/>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F44894FB-4B89-401F-9D42-78119EDB237B}"/>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E00B6C69-24C5-4335-8DE4-0985A0D7DA30}"/>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8039EA16-AE29-42C7-A461-185F1972CFF2}"/>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EDC0E810-11B2-4692-BE67-D92A19742CD9}"/>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1A4E96EB-BA51-4087-BD88-D84FC26A98CF}"/>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7A586011-5EE6-4EE7-899A-5F0793EA5F48}"/>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9E88C650-3242-4726-892C-93DDCA8762AE}"/>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25B6D65B-C0C4-4B2E-B28E-A646DD0C657A}"/>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F281C2DF-05C6-480F-B548-A1376D704D55}"/>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27A2AA7A-C68F-433A-A2B1-67774E338EA4}"/>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FE1D5B2-6E2F-4E69-948F-9E49E2E3C980}"/>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FC2E1F07-AB73-4015-AAB6-B0BA78A3369D}"/>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A447C8A8-A999-439A-9435-00A125A7C441}"/>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FBD8770B-AB21-44FE-ACA0-285DDFC8AD70}"/>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1CECD67D-958D-4BDF-8AB1-4C9B0CF956BB}"/>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A2815533-FEB9-4F45-A368-C16BC4AE3E74}"/>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6639DF85-F012-4053-B962-D5E5A733EE94}"/>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2470FF23-6765-48E0-9A01-FB1F50B77F3E}"/>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B181544-163F-47E5-99CB-102798208EB3}"/>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8B1EFD92-EB72-4B8A-BC54-B26DE8707A04}"/>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D03B3925-8E1C-44AB-A298-68FCA9C84C84}"/>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3ADF1A93-88DF-42BC-8291-C3C099D6DA70}"/>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위치와 담당을 생각했다면, 다시 확인할 때는?">
            <a:extLst xmlns:a="http://schemas.openxmlformats.org/drawingml/2006/main">
              <a:ext uri="{FF2B5EF4-FFF2-40B4-BE49-F238E27FC236}">
                <a16:creationId xmlns:a16="http://schemas.microsoft.com/office/drawing/2014/main" id="{D8970C57-5C6A-4A0B-80F7-A7609F5CA179}"/>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위치와 담당을 생각했다면, 다시 확인할 때는?</a:t>
            </a:r>
          </a:p>
        </p:txBody>
      </p:sp>
      <p:sp>
        <p:nvSpPr>
          <p:cNvPr id="32" name="Legacy module connection">
            <a:extLst xmlns:a="http://schemas.openxmlformats.org/drawingml/2006/main">
              <a:ext uri="{FF2B5EF4-FFF2-40B4-BE49-F238E27FC236}">
                <a16:creationId xmlns:a16="http://schemas.microsoft.com/office/drawing/2014/main" id="{BB69516C-FE9F-414D-B526-0D0A5F7B1E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95141384"/>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DC8ED517-F7E1-4D1E-98AE-A678AE9907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68">
            <a:extLst xmlns:a="http://schemas.openxmlformats.org/drawingml/2006/main">
              <a:ext uri="{FF2B5EF4-FFF2-40B4-BE49-F238E27FC236}">
                <a16:creationId xmlns:a16="http://schemas.microsoft.com/office/drawing/2014/main" id="{F4A607CD-113E-4A8D-ADAC-83CAFD22C1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확인한 성공을 유지하려면">
            <a:extLst xmlns:a="http://schemas.openxmlformats.org/drawingml/2006/main">
              <a:ext uri="{FF2B5EF4-FFF2-40B4-BE49-F238E27FC236}">
                <a16:creationId xmlns:a16="http://schemas.microsoft.com/office/drawing/2014/main" id="{DEE8D47A-1D87-454F-A9AF-F24D14718E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04C9CC2F-B16D-462C-AF1E-4D70D0F8A2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7ABF1127-9D50-4B8E-91A2-1A396A0257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2255FCDE-3572-4C31-9149-FC114B997A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FB72DC9F-C89D-4E25-9AB6-5A1BB169AADB}"/>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59011977-12F9-4848-8ED2-26DCD0668D11}"/>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DB2B6C02-91C4-4EAD-B847-203DDC7E8DA3}"/>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A0D29BF3-10CC-4DCF-A262-5843F0FB0CFD}"/>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B23DED4D-A65F-4713-A4C7-1F43F9225183}"/>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0610DEAD-592B-408B-B338-D229D84586B8}"/>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E3C01D89-F369-45BF-A9EB-CBD733494EB7}"/>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6C73D72B-3CFF-4C9C-986D-3A049572E63C}"/>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7C695F7F-34A6-4FBC-AE5B-765CC59879A5}"/>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6BEB56F6-146B-41D4-A303-5601FCBAE51B}"/>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DDFB88B2-09FF-4A4F-83E3-F396A608E2F4}"/>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13F1DDDE-D6A3-4FA8-9495-19047E460DD7}"/>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E1371502-FE06-423E-8EB3-73FED396BB66}"/>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D50F9D69-E820-4A94-9AD8-368BF8CC51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06601186"/>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653FF134-587D-40A1-84CE-80BFC983ED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69">
            <a:extLst xmlns:a="http://schemas.openxmlformats.org/drawingml/2006/main">
              <a:ext uri="{FF2B5EF4-FFF2-40B4-BE49-F238E27FC236}">
                <a16:creationId xmlns:a16="http://schemas.microsoft.com/office/drawing/2014/main" id="{AFE9D55C-AD23-429A-BBFB-78D74784D1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처음에는 기준과 재사용 절차가 맞았다">
            <a:extLst xmlns:a="http://schemas.openxmlformats.org/drawingml/2006/main">
              <a:ext uri="{FF2B5EF4-FFF2-40B4-BE49-F238E27FC236}">
                <a16:creationId xmlns:a16="http://schemas.microsoft.com/office/drawing/2014/main" id="{BC4C5F6E-7EC8-4E25-822A-7771F3AB61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C2D44E6D-1617-416A-A998-96AB577AD7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7DCE5598-D8AB-4CC9-8310-C794D1A9A4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8004B220-3DF6-4946-8568-967919A855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A770F1C4-7E0F-4A01-8DD3-976418B8D2A8}"/>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9926E7CF-B81B-4640-921F-3EA191079C48}"/>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A353BA02-A9FD-4913-B3AF-18A71BB725F4}"/>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B4571E73-CD25-45A8-A407-A53FFA0EA739}"/>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D7AB911D-2573-4B49-B174-D5D5E8A4ACD5}"/>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16CF28EE-E692-4861-BBE7-69399E4ACBF1}"/>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9A0F432B-3DF0-4930-A090-06743B8EA147}"/>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020316AE-8EF8-4F6A-B73B-A1AF181B3771}"/>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F2277FB6-DD05-4272-8DAB-0BCE69F2F274}"/>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39287CD9-D44E-4D39-878B-DBD34E789AED}"/>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2D74FF25-F115-4B9E-9D8C-B158AA215D4C}"/>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CCFA1EF9-7BAE-4295-A603-C46528EAF9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37752530"/>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17E0A4E3-2DD3-4795-9EA2-AA190EBF79D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4BA849D1-37F1-4255-BA20-76D3725DEC5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FCC3C634-AC64-4026-A7B6-C3EDEBA1E8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FD9766E4-9311-4A56-8D4C-5E1EDFE4D9AC}"/>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53985DAC-1FBC-473F-8B26-B578A04CAD66}"/>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34E95A62-5FA0-4AD9-9748-0232560A6ADD}"/>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923C7B98-8510-411A-B7E0-C0C7C642CC76}"/>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DA7062C9-CF98-42AC-ADEE-EA04900829E3}"/>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B3A47666-D9B6-4589-9C08-8F7918D2BFFC}"/>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EC167664-EBA9-4D1E-B279-5C58DAD59FA3}"/>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3DA39053-C62B-4F7A-A5AD-4FAB2DD5F978}"/>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3FBFA12B-3E08-4413-A744-1E30B7C9852A}"/>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5277DCAA-FE5D-440C-AC69-DE46BE6743D4}"/>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09DF2C5E-DAD6-4D4C-9C1F-B91C4CC266B8}"/>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3AFD1AC7-B235-4910-A759-051A7FCD570E}"/>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73BBF849-50A5-4B83-8306-152A6EF2AC4D}"/>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680994BA-BE7F-4CFC-AB64-80174CD771B4}"/>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EED2BA2B-473E-449A-AF45-AE4DEAC6EFA3}"/>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60DA78D8-3D90-45F4-9003-382A6F1A7CF1}"/>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3497A636-D7B8-405C-A559-ADC0AF50F691}"/>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5F45729F-AE0E-48BE-83A9-193CC4E617E6}"/>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F4248934-15FD-4C92-9771-81C5B7FC90AC}"/>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80411CD-3BA0-4CD7-AD90-EA40DBD8AE6E}"/>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14548582-DE18-4989-8B0D-61D0B27CB183}"/>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D0F0C252-16C2-4029-8467-20EEB5F6079C}"/>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B363F58D-5AB8-49F6-95E7-DFDBFAEA09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A83567C6-1132-4C29-9F8C-BA9EA37529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7B029C30-BCDF-43F4-86AC-01B9EEB186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8848F699-1336-4341-83E7-3DACDFC738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16833763"/>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8C00DBBB-540F-4F79-9B9F-42370F1024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71">
            <a:extLst xmlns:a="http://schemas.openxmlformats.org/drawingml/2006/main">
              <a:ext uri="{FF2B5EF4-FFF2-40B4-BE49-F238E27FC236}">
                <a16:creationId xmlns:a16="http://schemas.microsoft.com/office/drawing/2014/main" id="{FA09E245-BF62-4D1F-AF0D-363F9AF5AB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이번 요청과 다음 작업의 지침">
            <a:extLst xmlns:a="http://schemas.openxmlformats.org/drawingml/2006/main">
              <a:ext uri="{FF2B5EF4-FFF2-40B4-BE49-F238E27FC236}">
                <a16:creationId xmlns:a16="http://schemas.microsoft.com/office/drawing/2014/main" id="{7AFD5A06-C57F-4A79-9BF5-CE83B20EFC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6F65B21A-57DD-44F3-ABEC-690597EFD3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7D20FE7F-6CD4-448B-933C-BF146FE841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A3C1F8DD-EC35-4BFD-A3A9-74F716CEF4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BFCC559B-CE97-40DD-B493-19747C43C790}"/>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6C10511C-7FD8-479C-AC7B-F333FE86B1E7}"/>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297A55C0-4BAB-4EB5-A249-E17A1A38202E}"/>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07E6C148-68AB-4AA4-9580-E0C21E562A71}"/>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FF78541A-4004-4203-A527-B89C5F791A3E}"/>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80076B3A-5267-40D3-B8CC-F97262223D76}"/>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45C73F7D-A499-4A0A-A2C6-64D86934D18C}"/>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CC4D960B-9096-43BF-8B0D-31C5D4BDB947}"/>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E515D997-C307-446F-81FD-2CE803BBCBAF}"/>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7E484B6A-E41F-4A51-A1C3-5BCD8586E7DA}"/>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7D3649BE-0863-4B50-BCC5-4C16EFCEB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99961506"/>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조사할 대상과 근거">
            <a:extLst xmlns:a="http://schemas.openxmlformats.org/drawingml/2006/main">
              <a:ext uri="{FF2B5EF4-FFF2-40B4-BE49-F238E27FC236}">
                <a16:creationId xmlns:a16="http://schemas.microsoft.com/office/drawing/2014/main" id="{04C918E0-E718-4692-A874-7206D8C4DB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72">
            <a:extLst xmlns:a="http://schemas.openxmlformats.org/drawingml/2006/main">
              <a:ext uri="{FF2B5EF4-FFF2-40B4-BE49-F238E27FC236}">
                <a16:creationId xmlns:a16="http://schemas.microsoft.com/office/drawing/2014/main" id="{B5EE3BE6-5C54-4F38-BF89-948163681B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을 고르기 전에 확인할 기록">
            <a:extLst xmlns:a="http://schemas.openxmlformats.org/drawingml/2006/main">
              <a:ext uri="{FF2B5EF4-FFF2-40B4-BE49-F238E27FC236}">
                <a16:creationId xmlns:a16="http://schemas.microsoft.com/office/drawing/2014/main" id="{E4ED985E-EBCA-406A-AB26-6D3016D72A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F1DBB525-C2C8-4442-A888-6D00C3D2AA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C9B6B306-CF59-4D00-8395-ECA1CDF100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48077594-C26C-49DD-A2EA-037F8A402E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EB13ED8F-1366-4772-B6C8-A95B8CCFAA28}"/>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43E5D778-538A-4F6D-966D-24B2019E6A58}"/>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71C5567F-AB9C-4B79-989A-C86F02F17CEB}"/>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A9D879B7-1F2C-499A-ABF6-47136509E476}"/>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F2E10B50-26C3-46F2-9277-F58917597E1D}"/>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72DFA862-0A8C-4653-BAD5-834E56FD9272}"/>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47ADF035-F867-4257-83D5-01B11FDB6712}"/>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BA571049-4C5C-4226-85CA-B556053672A6}"/>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D145DCAE-1047-4814-8CD5-9E053DE325AE}"/>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FA841847-C78B-4C85-9935-B43E000172AC}"/>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E4C3231B-2F7B-446A-9851-C35A4664F6B4}"/>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6417D490-6453-4ADB-9A04-A1854181F845}"/>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3F0C0EB0-A8A3-4A87-A9C7-D650D9B4CFA8}"/>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3E03E3C6-6C0E-4D8A-A02D-47308E563648}"/>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55FBAC93-0079-48CC-B9C8-9AB15392B575}"/>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Legacy module connection">
            <a:extLst xmlns:a="http://schemas.openxmlformats.org/drawingml/2006/main">
              <a:ext uri="{FF2B5EF4-FFF2-40B4-BE49-F238E27FC236}">
                <a16:creationId xmlns:a16="http://schemas.microsoft.com/office/drawing/2014/main" id="{8564D2C4-F3B7-48B3-AB0E-5EE7B8FE2C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08655382"/>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2DED9A25-0B4A-436E-8F6B-DF5F4599CC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73">
            <a:extLst xmlns:a="http://schemas.openxmlformats.org/drawingml/2006/main">
              <a:ext uri="{FF2B5EF4-FFF2-40B4-BE49-F238E27FC236}">
                <a16:creationId xmlns:a16="http://schemas.microsoft.com/office/drawing/2014/main" id="{6E19968F-F68C-4410-BB8B-0F4D04BC84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주어진 정보와 원인 가설을 나눈다">
            <a:extLst xmlns:a="http://schemas.openxmlformats.org/drawingml/2006/main">
              <a:ext uri="{FF2B5EF4-FFF2-40B4-BE49-F238E27FC236}">
                <a16:creationId xmlns:a16="http://schemas.microsoft.com/office/drawing/2014/main" id="{83442850-FE5C-4AE5-9B7B-3BABE23840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D7E7D8B3-13D7-4934-AB37-6A0EE45999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95FF425C-7845-4179-AF91-E774C0967A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DA5F6DB8-5CD6-4FEC-AD4A-360C961249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5F1AAB32-7A39-44DD-A364-143DD8108AF6}"/>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ACADEEDA-37C0-49C7-B879-1688013E4FF4}"/>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4A54B365-A0D3-4637-9826-08C7701028A1}"/>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D415038F-9799-4DB3-B97F-B9564A7E6BCC}"/>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8ACCE33B-056C-41E9-A9C1-8679939DDE60}"/>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48F7E88D-995D-47B0-9632-9242AECBAD27}"/>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29A434AC-A0CF-41B8-9A18-3E13B9CBADB2}"/>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547BB130-9F8A-4CB8-9F42-58BB07C1ED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85862718"/>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D4632C74-CE85-4E14-AE53-2172FCDDB3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74">
            <a:extLst xmlns:a="http://schemas.openxmlformats.org/drawingml/2006/main">
              <a:ext uri="{FF2B5EF4-FFF2-40B4-BE49-F238E27FC236}">
                <a16:creationId xmlns:a16="http://schemas.microsoft.com/office/drawing/2014/main" id="{81032C2C-D9E1-46D8-BFEA-665E300363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확인한 원인에 맞춰 변경 대상을 고른다">
            <a:extLst xmlns:a="http://schemas.openxmlformats.org/drawingml/2006/main">
              <a:ext uri="{FF2B5EF4-FFF2-40B4-BE49-F238E27FC236}">
                <a16:creationId xmlns:a16="http://schemas.microsoft.com/office/drawing/2014/main" id="{78D60598-8210-45F0-BFB4-432442F3FF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C732F560-8B50-4223-83A6-443FFDBFB4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9F4BFFF8-CA96-43EB-91C3-3EC6F172A1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CE4DACBA-389E-4C22-95C3-DE9B173110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7306D001-8E2B-4087-9993-02C6BD5ED5BC}"/>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5C06DA83-C6A5-4492-84E6-1C15239D250E}"/>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A8C4C6D6-C37E-4B7A-B5A7-134945FDCC12}"/>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EE9E6C06-A31B-4C34-827D-394754C165E8}"/>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EFEAFC7E-5A82-4057-A4E1-F330C8CE50F5}"/>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376F4AEB-29FE-415F-8A50-F1C9ED320024}"/>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6B99B2A0-1944-4B6E-ADE1-639C26BD26B6}"/>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481DC548-588F-4FD3-863D-D309A4D00B5C}"/>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B4B225B-5391-488B-9849-414E342AE42F}"/>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DF51D127-3473-4287-B41B-33A4A24A6CB5}"/>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91A35A83-C786-4D38-A6F5-1CE3F1E53ABF}"/>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B4BA39C2-D69B-4D02-BD19-A5E0E791BFC2}"/>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19EEFDD4-11A7-4988-BFFF-B3CB0D29EF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2135002"/>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5E16B6BB-C8C3-4488-80C2-A7F07E1564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75">
            <a:extLst xmlns:a="http://schemas.openxmlformats.org/drawingml/2006/main">
              <a:ext uri="{FF2B5EF4-FFF2-40B4-BE49-F238E27FC236}">
                <a16:creationId xmlns:a16="http://schemas.microsoft.com/office/drawing/2014/main" id="{381961AF-9831-492B-AD40-B4DE1AFEE3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확인된 범위만 검토하고 갱신한다">
            <a:extLst xmlns:a="http://schemas.openxmlformats.org/drawingml/2006/main">
              <a:ext uri="{FF2B5EF4-FFF2-40B4-BE49-F238E27FC236}">
                <a16:creationId xmlns:a16="http://schemas.microsoft.com/office/drawing/2014/main" id="{653EEC04-04A6-4456-8174-658B6738F4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F1CF53E8-A94B-4FCE-B195-FD72B7F309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6D3A9D7A-9D1C-4148-A060-865E297C4F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EB1B2D44-C6AB-4658-84C2-D6505C9028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0E174383-52EB-4CBB-8784-C9E2F02A6AD3}"/>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69CA7040-0F50-4A41-9111-6BCE5836C4C4}"/>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DED36941-34BA-4BE4-93D3-E643B9CF3F43}"/>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C79B7DA8-E403-4602-9635-9F8A66BDDDFB}"/>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120F4006-7185-4DDF-90F4-7002EBF622F1}"/>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90700CDB-010D-4BAF-AA7F-3326E67DA8A2}"/>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84168DAF-7C3B-494E-AA2C-033196D4DD94}"/>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29EBF939-6C49-4584-BEDB-03CC4A87F047}"/>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B8C0A377-46F5-4897-B933-8E22401C1DFF}"/>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FE7C6AF2-CCBE-4FD5-A2DA-66FE7F28A07C}"/>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723F778F-13DD-4901-8906-04312EEEB2B8}"/>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F81B1B7E-095B-4B36-A2BB-2A2B6A7918F5}"/>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9D972292-BB5E-4C48-8353-75B13B9E9606}"/>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33AAB0D0-9008-4787-AABD-E0D25EB5C02A}"/>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2187C02A-EAA4-4F3A-80DB-4EB6CB25B1B5}"/>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B699ECDF-342A-4987-86D6-F2A4A13EC5BE}"/>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32D8D72C-676B-4834-AE60-EB5F8AA1504E}"/>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8DE7C443-8A84-4AB9-A5D7-6E43F11F4457}"/>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25F80401-E532-4C6F-8A85-7703402F65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570308"/>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2FAC85C1-795F-45EC-9D71-E923B388D7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113F66A8-6D09-4EF2-B308-3BFE16787C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40CBD953-4F1B-497D-AD1A-F27435AA4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7DDC8783-BB39-4DBA-92FC-E42272687B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8792AFCC-2515-4875-8148-D0F2A22831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94F15B1C-3759-4D66-9F56-E4E8AB97B2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984BFC6A-FE6A-4614-9458-0A53417CA295}"/>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756623CE-C7E7-4815-922B-08C5B74FCE8F}"/>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3086FC7C-A016-417A-8FF7-DBD04DF47EF7}"/>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F7FEB7A-82DB-4619-8B08-42C3D7430243}"/>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58BE6CD7-28FA-4EDE-AAE8-328D5232133B}"/>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0B98C186-878C-45CC-9A9D-A901C556C890}"/>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A7BA3243-9327-4F3B-A91C-325CDE0DFE96}"/>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C60FD24A-B495-4B8E-AC3D-1D1D2D19AC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01162891"/>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338F1955-B7A7-4C4D-AB8C-5762F084930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3390C52C-A08D-449B-8B11-41612F66EB7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E8AD8BB6-2ACD-4BFC-8AB2-8423148726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F6D15C71-4EDA-4A3F-BF5B-96F75156C2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92AD4BC3-30D4-44D8-9168-FA547CFB40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6FFDE148-55A9-402E-B84A-52076F88DB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1C74834C-2D32-4CF2-AAAE-921DC88B8E29}"/>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3120C6A2-C8FA-4564-B863-8CC1728C90BB}"/>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05A5A438-FEDC-4787-85E0-8F4CC3A4ABD0}"/>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02E8291F-1B53-4562-99D8-788785304C19}"/>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BE10BFB8-9237-4F77-9680-0F7C35631EAB}"/>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34AE1CB8-DE90-4587-868F-86B190610556}"/>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E7FAC375-4B4D-4BF9-90BF-3117F4C379F2}"/>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EB9FBCEA-E5CA-4B0D-9BA5-B015F7173A36}"/>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E1F43AAF-9E1F-4CC7-B537-A8DBD6EBF2F7}"/>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C6257C70-3244-4136-9C1B-165B2832DB28}"/>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91BAD500-6A62-4470-843E-01446F3CA8EE}"/>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EFFE997C-2217-4318-892C-5F6515BFDEBA}"/>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8D778310-4213-4FC9-997F-910760C7FB6D}"/>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0CF747AC-169D-49B5-A355-F351A5F8D04B}"/>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F92CE42C-904D-40FB-B3DE-4A98FCAC7237}"/>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04E048E0-9782-403E-98F7-0D8021E57671}"/>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B9592269-F289-4D44-BE8B-00D891F40B4F}"/>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E826E5BA-6066-42EE-B528-74BCE7C1E028}"/>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8CA945AE-2B3D-4E2F-9813-8CB0E6AFB8A7}"/>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6E939531-632A-4181-B999-4BCA7837E23D}"/>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15CB2E47-1ABB-41E3-AF36-38A323BF4614}"/>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12F44A2A-8CAE-4705-9D9D-573CE0F40875}"/>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3BE8DF14-C5D3-4FE7-8B5D-77B6DA17A2C0}"/>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859E4297-3122-49B5-BA3C-60C77B57E8B7}"/>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652C8ED2-917E-42DF-B9D9-768CF0769746}"/>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D38859CB-832A-4F08-962C-90E414E22E89}"/>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89271A92-AC5C-4C7D-B190-8BC4BCF448F0}"/>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20D105CD-D6D9-42D6-9E0E-CBD40CD393C4}"/>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C7DB6278-072A-44EF-905C-C5F2E89EB61E}"/>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FD328208-BFC8-49AB-BC25-304FD3CA8D70}"/>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39C3324F-C29F-408D-BD7B-017C674433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65133918"/>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83B65A03-2AAB-499C-B536-D5A82FEC34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82451AB9-3E38-4DE4-9C5C-118D8C0D45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584303F2-58C8-4D37-8910-6CEFE4B45C6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4F402BD7-65D5-4078-8248-4F9B0BAF4B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F381C52A-EDAC-4EC6-BF97-10C2E496B0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0E943430-288F-4485-B814-BDFBA0D67B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79A86674-3A82-4C6A-8D79-C98C66E800F1}"/>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7EA67955-C7CB-41D7-8FE3-45FD59508BC1}"/>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D62F1817-4F18-4685-B434-81FA90EBFBA3}"/>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1A42B0B0-0B03-477F-AAAE-7186516090AA}"/>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DDA5C04C-1019-4F36-8090-EC1CAD2C027A}"/>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3478AB74-DC94-439D-88D3-6F320326D428}"/>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BCE1CA92-3BF8-470B-B2A1-5C8E9209E91A}"/>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833F579F-DEBD-4CF5-9BEC-17E034DCAE72}"/>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441FDCF9-8EFE-494A-9CE6-F658237770C1}"/>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DD51D2F5-8BA5-4B82-BBD1-D533B680B6BB}"/>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FFA9038D-ED0F-4242-BB65-93BEE4CA4431}"/>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02672C11-D670-41F4-84A5-DEBD268834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6179320"/>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ECEA82C4-D6EE-48A7-994C-6BC47102F9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79">
            <a:extLst xmlns:a="http://schemas.openxmlformats.org/drawingml/2006/main">
              <a:ext uri="{FF2B5EF4-FFF2-40B4-BE49-F238E27FC236}">
                <a16:creationId xmlns:a16="http://schemas.microsoft.com/office/drawing/2014/main" id="{4384064E-599D-4F9D-ADA6-1E4DB0A976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관찰을 시스템 개선으로 잇는 Loop">
            <a:extLst xmlns:a="http://schemas.openxmlformats.org/drawingml/2006/main">
              <a:ext uri="{FF2B5EF4-FFF2-40B4-BE49-F238E27FC236}">
                <a16:creationId xmlns:a16="http://schemas.microsoft.com/office/drawing/2014/main" id="{0C1C0CD5-7B50-4649-87F0-962F91D4FA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A7DB1F87-8F66-4E46-A494-4753F5C980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가상 사례를 5단계로 정리한 교육용 모델">
            <a:extLst xmlns:a="http://schemas.openxmlformats.org/drawingml/2006/main">
              <a:ext uri="{FF2B5EF4-FFF2-40B4-BE49-F238E27FC236}">
                <a16:creationId xmlns:a16="http://schemas.microsoft.com/office/drawing/2014/main" id="{5D731C35-3B9D-426F-ACC3-99FAC3FEDF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가상 사례를 5단계로 정리한 교육용 모델</a:t>
            </a:r>
          </a:p>
        </p:txBody>
      </p:sp>
      <p:sp>
        <p:nvSpPr>
          <p:cNvPr id="6" name="실제 실행·수정·평가 결과 없음 · 모델의 자동 학습이나 관찰된 Product Loop가 아님">
            <a:extLst xmlns:a="http://schemas.openxmlformats.org/drawingml/2006/main">
              <a:ext uri="{FF2B5EF4-FFF2-40B4-BE49-F238E27FC236}">
                <a16:creationId xmlns:a16="http://schemas.microsoft.com/office/drawing/2014/main" id="{DD872C7D-5756-4EFA-AA63-01F10BE3C2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모델의 자동 학습이나 관찰된 Product Loop가 아님</a:t>
            </a:r>
          </a:p>
        </p:txBody>
      </p:sp>
      <p:sp>
        <p:nvSpPr>
          <p:cNvPr id="7" name="실행·관찰·원인 판단을 거쳐, 변경과 재평가로 연결한다">
            <a:extLst xmlns:a="http://schemas.openxmlformats.org/drawingml/2006/main">
              <a:ext uri="{FF2B5EF4-FFF2-40B4-BE49-F238E27FC236}">
                <a16:creationId xmlns:a16="http://schemas.microsoft.com/office/drawing/2014/main" id="{72750844-587F-4E55-9803-6F2247F4E94D}"/>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실행·관찰·원인 판단을 거쳐, 변경과 재평가로 연결한다</a:t>
            </a:r>
          </a:p>
        </p:txBody>
      </p:sp>
      <p:sp>
        <p:nvSpPr>
          <p:cNvPr id="8" name="01">
            <a:extLst xmlns:a="http://schemas.openxmlformats.org/drawingml/2006/main">
              <a:ext uri="{FF2B5EF4-FFF2-40B4-BE49-F238E27FC236}">
                <a16:creationId xmlns:a16="http://schemas.microsoft.com/office/drawing/2014/main" id="{DD6F2542-9D01-460E-8716-B8ED26A2D22D}"/>
              </a:ext>
            </a:extLst>
          </p:cNvPr>
          <p:cNvSpPr>
            <a:spLocks xmlns:a="http://schemas.openxmlformats.org/drawingml/2006/main" noGrp="1"/>
          </p:cNvSpPr>
          <p:nvPr/>
        </p:nvSpPr>
        <p:spPr>
          <a:xfrm xmlns:a="http://schemas.openxmlformats.org/drawingml/2006/main">
            <a:off x="609600" y="2381250"/>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DAC4A11A-C08F-48E0-8E3F-0D2220A59332}"/>
              </a:ext>
            </a:extLst>
          </p:cNvPr>
          <p:cNvSpPr>
            <a:spLocks xmlns:a="http://schemas.openxmlformats.org/drawingml/2006/main" noGrp="1"/>
          </p:cNvSpPr>
          <p:nvPr/>
        </p:nvSpPr>
        <p:spPr>
          <a:xfrm xmlns:a="http://schemas.openxmlformats.org/drawingml/2006/main">
            <a:off x="609600" y="28194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C9A65710-B21D-4CB7-A1D2-E78340184459}"/>
              </a:ext>
            </a:extLst>
          </p:cNvPr>
          <p:cNvSpPr>
            <a:spLocks xmlns:a="http://schemas.openxmlformats.org/drawingml/2006/main" noGrp="1"/>
          </p:cNvSpPr>
          <p:nvPr/>
        </p:nvSpPr>
        <p:spPr>
          <a:xfrm xmlns:a="http://schemas.openxmlformats.org/drawingml/2006/main">
            <a:off x="609600" y="29622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10;했나?">
            <a:extLst xmlns:a="http://schemas.openxmlformats.org/drawingml/2006/main">
              <a:ext uri="{FF2B5EF4-FFF2-40B4-BE49-F238E27FC236}">
                <a16:creationId xmlns:a16="http://schemas.microsoft.com/office/drawing/2014/main" id="{FB1228BC-3B45-48B0-B7D8-CE57300D517D}"/>
              </a:ext>
            </a:extLst>
          </p:cNvPr>
          <p:cNvSpPr>
            <a:spLocks xmlns:a="http://schemas.openxmlformats.org/drawingml/2006/main" noGrp="1"/>
          </p:cNvSpPr>
          <p:nvPr/>
        </p:nvSpPr>
        <p:spPr>
          <a:xfrm xmlns:a="http://schemas.openxmlformats.org/drawingml/2006/main">
            <a:off x="609600" y="3476625"/>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했나?</a:t>
            </a:r>
          </a:p>
        </p:txBody>
      </p:sp>
      <p:sp>
        <p:nvSpPr>
          <p:cNvPr id="12" name="">
            <a:extLst xmlns:a="http://schemas.openxmlformats.org/drawingml/2006/main">
              <a:ext uri="{FF2B5EF4-FFF2-40B4-BE49-F238E27FC236}">
                <a16:creationId xmlns:a16="http://schemas.microsoft.com/office/drawing/2014/main" id="{03DBF0EF-248A-45E0-B272-EA563501BEF9}"/>
              </a:ext>
            </a:extLst>
          </p:cNvPr>
          <p:cNvSpPr>
            <a:spLocks xmlns:a="http://schemas.openxmlformats.org/drawingml/2006/main" noGrp="1"/>
          </p:cNvSpPr>
          <p:nvPr/>
        </p:nvSpPr>
        <p:spPr>
          <a:xfrm xmlns:a="http://schemas.openxmlformats.org/drawingml/2006/main">
            <a:off x="609600" y="4305300"/>
            <a:ext cx="1981200" cy="6572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작업의&#10;실행 경로 확인">
            <a:extLst xmlns:a="http://schemas.openxmlformats.org/drawingml/2006/main">
              <a:ext uri="{FF2B5EF4-FFF2-40B4-BE49-F238E27FC236}">
                <a16:creationId xmlns:a16="http://schemas.microsoft.com/office/drawing/2014/main" id="{E7579464-354A-4351-9779-166E135858D8}"/>
              </a:ext>
            </a:extLst>
          </p:cNvPr>
          <p:cNvSpPr>
            <a:spLocks xmlns:a="http://schemas.openxmlformats.org/drawingml/2006/main" noGrp="1"/>
          </p:cNvSpPr>
          <p:nvPr/>
        </p:nvSpPr>
        <p:spPr>
          <a:xfrm xmlns:a="http://schemas.openxmlformats.org/drawingml/2006/main">
            <a:off x="704850" y="4362450"/>
            <a:ext cx="17907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17212B"/>
                </a:solidFill>
                <a:latin typeface="Malgun Gothic"/>
                <a:ea typeface="Malgun Gothic"/>
                <a:cs typeface="Malgun Gothic"/>
              </a:defRPr>
            </a:defPPr>
            <a:lvl1pPr algn="l">
              <a:defRPr sz="1725" b="1">
                <a:solidFill>
                  <a:srgbClr val="17212B"/>
                </a:solidFill>
                <a:latin typeface="Malgun Gothic"/>
                <a:ea typeface="Malgun Gothic"/>
                <a:cs typeface="Malgun Gothic"/>
              </a:defRPr>
            </a:lvl1pPr>
            <a:lvl2pPr algn="l">
              <a:defRPr sz="1725" b="1">
                <a:solidFill>
                  <a:srgbClr val="17212B"/>
                </a:solidFill>
                <a:latin typeface="Malgun Gothic"/>
                <a:ea typeface="Malgun Gothic"/>
                <a:cs typeface="Malgun Gothic"/>
              </a:defRPr>
            </a:lvl2pPr>
            <a:lvl3pPr algn="l">
              <a:defRPr sz="1725" b="1">
                <a:solidFill>
                  <a:srgbClr val="17212B"/>
                </a:solidFill>
                <a:latin typeface="Malgun Gothic"/>
                <a:ea typeface="Malgun Gothic"/>
                <a:cs typeface="Malgun Gothic"/>
              </a:defRPr>
            </a:lvl3pPr>
            <a:lvl4pPr algn="l">
              <a:defRPr sz="1725" b="1">
                <a:solidFill>
                  <a:srgbClr val="17212B"/>
                </a:solidFill>
                <a:latin typeface="Malgun Gothic"/>
                <a:ea typeface="Malgun Gothic"/>
                <a:cs typeface="Malgun Gothic"/>
              </a:defRPr>
            </a:lvl4pPr>
            <a:lvl5pPr algn="l">
              <a:defRPr sz="1725" b="1">
                <a:solidFill>
                  <a:srgbClr val="17212B"/>
                </a:solidFill>
                <a:latin typeface="Malgun Gothic"/>
                <a:ea typeface="Malgun Gothic"/>
                <a:cs typeface="Malgun Gothic"/>
              </a:defRPr>
            </a:lvl5pPr>
            <a:lvl6pPr algn="l">
              <a:defRPr sz="1725" b="1">
                <a:solidFill>
                  <a:srgbClr val="17212B"/>
                </a:solidFill>
                <a:latin typeface="Malgun Gothic"/>
                <a:ea typeface="Malgun Gothic"/>
                <a:cs typeface="Malgun Gothic"/>
              </a:defRPr>
            </a:lvl6pPr>
            <a:lvl7pPr algn="l">
              <a:defRPr sz="1725" b="1">
                <a:solidFill>
                  <a:srgbClr val="17212B"/>
                </a:solidFill>
                <a:latin typeface="Malgun Gothic"/>
                <a:ea typeface="Malgun Gothic"/>
                <a:cs typeface="Malgun Gothic"/>
              </a:defRPr>
            </a:lvl7pPr>
            <a:lvl8pPr algn="l">
              <a:defRPr sz="1725" b="1">
                <a:solidFill>
                  <a:srgbClr val="17212B"/>
                </a:solidFill>
                <a:latin typeface="Malgun Gothic"/>
                <a:ea typeface="Malgun Gothic"/>
                <a:cs typeface="Malgun Gothic"/>
              </a:defRPr>
            </a:lvl8pPr>
            <a:lvl9pPr algn="l">
              <a:defRPr sz="1725" b="1">
                <a:solidFill>
                  <a:srgbClr val="17212B"/>
                </a:solidFill>
                <a:latin typeface="Malgun Gothic"/>
                <a:ea typeface="Malgun Gothic"/>
                <a:cs typeface="Malgun Gothic"/>
              </a:defRPr>
            </a:lvl9pPr>
          </a:lstStyle>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가상 작업의</a:t>
            </a:r>
          </a:p>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실행 경로 확인</a:t>
            </a:r>
          </a:p>
        </p:txBody>
      </p:sp>
      <p:cxnSp>
        <p:nvCxnSpPr>
          <p:cNvPr id="14" name="">
            <a:extLst xmlns:a="http://schemas.openxmlformats.org/drawingml/2006/main">
              <a:ext uri="{FF2B5EF4-FFF2-40B4-BE49-F238E27FC236}">
                <a16:creationId xmlns:a16="http://schemas.microsoft.com/office/drawing/2014/main" id="{84993333-EBB2-4DD3-8B1F-57E913481DCB}"/>
              </a:ext>
            </a:extLst>
          </p:cNvPr>
          <p:cNvCxnSpPr/>
          <p:nvPr/>
        </p:nvCxnSpPr>
        <p:spPr>
          <a:xfrm xmlns:a="http://schemas.openxmlformats.org/drawingml/2006/main">
            <a:off x="2647950" y="31432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32EE9179-3521-419A-8FA4-851FBB04837D}"/>
              </a:ext>
            </a:extLst>
          </p:cNvPr>
          <p:cNvSpPr>
            <a:spLocks xmlns:a="http://schemas.openxmlformats.org/drawingml/2006/main" noGrp="1"/>
          </p:cNvSpPr>
          <p:nvPr/>
        </p:nvSpPr>
        <p:spPr>
          <a:xfrm xmlns:a="http://schemas.openxmlformats.org/drawingml/2006/main">
            <a:off x="2857500" y="2381250"/>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97D29539-F741-4454-8940-C7872E8A23D5}"/>
              </a:ext>
            </a:extLst>
          </p:cNvPr>
          <p:cNvSpPr>
            <a:spLocks xmlns:a="http://schemas.openxmlformats.org/drawingml/2006/main" noGrp="1"/>
          </p:cNvSpPr>
          <p:nvPr/>
        </p:nvSpPr>
        <p:spPr>
          <a:xfrm xmlns:a="http://schemas.openxmlformats.org/drawingml/2006/main">
            <a:off x="2857500" y="28194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7A423995-5E76-403A-8795-81864547F6FB}"/>
              </a:ext>
            </a:extLst>
          </p:cNvPr>
          <p:cNvSpPr>
            <a:spLocks xmlns:a="http://schemas.openxmlformats.org/drawingml/2006/main" noGrp="1"/>
          </p:cNvSpPr>
          <p:nvPr/>
        </p:nvSpPr>
        <p:spPr>
          <a:xfrm xmlns:a="http://schemas.openxmlformats.org/drawingml/2006/main">
            <a:off x="2857500" y="29622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10;보였나?">
            <a:extLst xmlns:a="http://schemas.openxmlformats.org/drawingml/2006/main">
              <a:ext uri="{FF2B5EF4-FFF2-40B4-BE49-F238E27FC236}">
                <a16:creationId xmlns:a16="http://schemas.microsoft.com/office/drawing/2014/main" id="{E7183B3A-0B98-4C74-95D0-B5E745E91E5C}"/>
              </a:ext>
            </a:extLst>
          </p:cNvPr>
          <p:cNvSpPr>
            <a:spLocks xmlns:a="http://schemas.openxmlformats.org/drawingml/2006/main" noGrp="1"/>
          </p:cNvSpPr>
          <p:nvPr/>
        </p:nvSpPr>
        <p:spPr>
          <a:xfrm xmlns:a="http://schemas.openxmlformats.org/drawingml/2006/main">
            <a:off x="2857500" y="3476625"/>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보였나?</a:t>
            </a:r>
          </a:p>
        </p:txBody>
      </p:sp>
      <p:sp>
        <p:nvSpPr>
          <p:cNvPr id="19" name="">
            <a:extLst xmlns:a="http://schemas.openxmlformats.org/drawingml/2006/main">
              <a:ext uri="{FF2B5EF4-FFF2-40B4-BE49-F238E27FC236}">
                <a16:creationId xmlns:a16="http://schemas.microsoft.com/office/drawing/2014/main" id="{DC549C10-976B-48B6-AD3E-697C1FDCA2CF}"/>
              </a:ext>
            </a:extLst>
          </p:cNvPr>
          <p:cNvSpPr>
            <a:spLocks xmlns:a="http://schemas.openxmlformats.org/drawingml/2006/main" noGrp="1"/>
          </p:cNvSpPr>
          <p:nvPr/>
        </p:nvSpPr>
        <p:spPr>
          <a:xfrm xmlns:a="http://schemas.openxmlformats.org/drawingml/2006/main">
            <a:off x="2857500" y="4305300"/>
            <a:ext cx="1981200" cy="6572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10;읽은 지침 대조">
            <a:extLst xmlns:a="http://schemas.openxmlformats.org/drawingml/2006/main">
              <a:ext uri="{FF2B5EF4-FFF2-40B4-BE49-F238E27FC236}">
                <a16:creationId xmlns:a16="http://schemas.microsoft.com/office/drawing/2014/main" id="{80C1D397-6C21-47F4-B73F-AC87E634FFFB}"/>
              </a:ext>
            </a:extLst>
          </p:cNvPr>
          <p:cNvSpPr>
            <a:spLocks xmlns:a="http://schemas.openxmlformats.org/drawingml/2006/main" noGrp="1"/>
          </p:cNvSpPr>
          <p:nvPr/>
        </p:nvSpPr>
        <p:spPr>
          <a:xfrm xmlns:a="http://schemas.openxmlformats.org/drawingml/2006/main">
            <a:off x="2952750" y="4362450"/>
            <a:ext cx="17907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17212B"/>
                </a:solidFill>
                <a:latin typeface="Malgun Gothic"/>
                <a:ea typeface="Malgun Gothic"/>
                <a:cs typeface="Malgun Gothic"/>
              </a:defRPr>
            </a:defPPr>
            <a:lvl1pPr algn="l">
              <a:defRPr sz="1725" b="1">
                <a:solidFill>
                  <a:srgbClr val="17212B"/>
                </a:solidFill>
                <a:latin typeface="Malgun Gothic"/>
                <a:ea typeface="Malgun Gothic"/>
                <a:cs typeface="Malgun Gothic"/>
              </a:defRPr>
            </a:lvl1pPr>
            <a:lvl2pPr algn="l">
              <a:defRPr sz="1725" b="1">
                <a:solidFill>
                  <a:srgbClr val="17212B"/>
                </a:solidFill>
                <a:latin typeface="Malgun Gothic"/>
                <a:ea typeface="Malgun Gothic"/>
                <a:cs typeface="Malgun Gothic"/>
              </a:defRPr>
            </a:lvl2pPr>
            <a:lvl3pPr algn="l">
              <a:defRPr sz="1725" b="1">
                <a:solidFill>
                  <a:srgbClr val="17212B"/>
                </a:solidFill>
                <a:latin typeface="Malgun Gothic"/>
                <a:ea typeface="Malgun Gothic"/>
                <a:cs typeface="Malgun Gothic"/>
              </a:defRPr>
            </a:lvl3pPr>
            <a:lvl4pPr algn="l">
              <a:defRPr sz="1725" b="1">
                <a:solidFill>
                  <a:srgbClr val="17212B"/>
                </a:solidFill>
                <a:latin typeface="Malgun Gothic"/>
                <a:ea typeface="Malgun Gothic"/>
                <a:cs typeface="Malgun Gothic"/>
              </a:defRPr>
            </a:lvl4pPr>
            <a:lvl5pPr algn="l">
              <a:defRPr sz="1725" b="1">
                <a:solidFill>
                  <a:srgbClr val="17212B"/>
                </a:solidFill>
                <a:latin typeface="Malgun Gothic"/>
                <a:ea typeface="Malgun Gothic"/>
                <a:cs typeface="Malgun Gothic"/>
              </a:defRPr>
            </a:lvl5pPr>
            <a:lvl6pPr algn="l">
              <a:defRPr sz="1725" b="1">
                <a:solidFill>
                  <a:srgbClr val="17212B"/>
                </a:solidFill>
                <a:latin typeface="Malgun Gothic"/>
                <a:ea typeface="Malgun Gothic"/>
                <a:cs typeface="Malgun Gothic"/>
              </a:defRPr>
            </a:lvl6pPr>
            <a:lvl7pPr algn="l">
              <a:defRPr sz="1725" b="1">
                <a:solidFill>
                  <a:srgbClr val="17212B"/>
                </a:solidFill>
                <a:latin typeface="Malgun Gothic"/>
                <a:ea typeface="Malgun Gothic"/>
                <a:cs typeface="Malgun Gothic"/>
              </a:defRPr>
            </a:lvl7pPr>
            <a:lvl8pPr algn="l">
              <a:defRPr sz="1725" b="1">
                <a:solidFill>
                  <a:srgbClr val="17212B"/>
                </a:solidFill>
                <a:latin typeface="Malgun Gothic"/>
                <a:ea typeface="Malgun Gothic"/>
                <a:cs typeface="Malgun Gothic"/>
              </a:defRPr>
            </a:lvl8pPr>
            <a:lvl9pPr algn="l">
              <a:defRPr sz="1725" b="1">
                <a:solidFill>
                  <a:srgbClr val="17212B"/>
                </a:solidFill>
                <a:latin typeface="Malgun Gothic"/>
                <a:ea typeface="Malgun Gothic"/>
                <a:cs typeface="Malgun Gothic"/>
              </a:defRPr>
            </a:lvl9pPr>
          </a:lstStyle>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현재 기준과</a:t>
            </a:r>
          </a:p>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읽은 지침 대조</a:t>
            </a:r>
          </a:p>
        </p:txBody>
      </p:sp>
      <p:cxnSp>
        <p:nvCxnSpPr>
          <p:cNvPr id="21" name="">
            <a:extLst xmlns:a="http://schemas.openxmlformats.org/drawingml/2006/main">
              <a:ext uri="{FF2B5EF4-FFF2-40B4-BE49-F238E27FC236}">
                <a16:creationId xmlns:a16="http://schemas.microsoft.com/office/drawing/2014/main" id="{570BD077-B06B-4A37-B613-8C41FA34D552}"/>
              </a:ext>
            </a:extLst>
          </p:cNvPr>
          <p:cNvCxnSpPr/>
          <p:nvPr/>
        </p:nvCxnSpPr>
        <p:spPr>
          <a:xfrm xmlns:a="http://schemas.openxmlformats.org/drawingml/2006/main">
            <a:off x="4895850" y="31432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26422DB9-86A5-4518-8CA9-0798C5084721}"/>
              </a:ext>
            </a:extLst>
          </p:cNvPr>
          <p:cNvSpPr>
            <a:spLocks xmlns:a="http://schemas.openxmlformats.org/drawingml/2006/main" noGrp="1"/>
          </p:cNvSpPr>
          <p:nvPr/>
        </p:nvSpPr>
        <p:spPr>
          <a:xfrm xmlns:a="http://schemas.openxmlformats.org/drawingml/2006/main">
            <a:off x="5105400" y="2381250"/>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0B1DEEE3-1F1F-483D-89B5-6E682C8C8484}"/>
              </a:ext>
            </a:extLst>
          </p:cNvPr>
          <p:cNvSpPr>
            <a:spLocks xmlns:a="http://schemas.openxmlformats.org/drawingml/2006/main" noGrp="1"/>
          </p:cNvSpPr>
          <p:nvPr/>
        </p:nvSpPr>
        <p:spPr>
          <a:xfrm xmlns:a="http://schemas.openxmlformats.org/drawingml/2006/main">
            <a:off x="5105400" y="28194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DA4B2285-82CA-47E3-99DA-ABB0075D5654}"/>
              </a:ext>
            </a:extLst>
          </p:cNvPr>
          <p:cNvSpPr>
            <a:spLocks xmlns:a="http://schemas.openxmlformats.org/drawingml/2006/main" noGrp="1"/>
          </p:cNvSpPr>
          <p:nvPr/>
        </p:nvSpPr>
        <p:spPr>
          <a:xfrm xmlns:a="http://schemas.openxmlformats.org/drawingml/2006/main">
            <a:off x="5105400" y="29622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F7CA1EB3-BF75-4B14-A19E-9CDAE6A77FD0}"/>
              </a:ext>
            </a:extLst>
          </p:cNvPr>
          <p:cNvSpPr>
            <a:spLocks xmlns:a="http://schemas.openxmlformats.org/drawingml/2006/main" noGrp="1"/>
          </p:cNvSpPr>
          <p:nvPr/>
        </p:nvSpPr>
        <p:spPr>
          <a:xfrm xmlns:a="http://schemas.openxmlformats.org/drawingml/2006/main">
            <a:off x="5105400" y="3476625"/>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074E2052-5E19-4B48-80A9-79A73D2F7C18}"/>
              </a:ext>
            </a:extLst>
          </p:cNvPr>
          <p:cNvSpPr>
            <a:spLocks xmlns:a="http://schemas.openxmlformats.org/drawingml/2006/main" noGrp="1"/>
          </p:cNvSpPr>
          <p:nvPr/>
        </p:nvSpPr>
        <p:spPr>
          <a:xfrm xmlns:a="http://schemas.openxmlformats.org/drawingml/2006/main">
            <a:off x="5105400" y="4305300"/>
            <a:ext cx="1981200" cy="6572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F4C2783B-B03B-433E-B115-2487D24A2032}"/>
              </a:ext>
            </a:extLst>
          </p:cNvPr>
          <p:cNvSpPr>
            <a:spLocks xmlns:a="http://schemas.openxmlformats.org/drawingml/2006/main" noGrp="1"/>
          </p:cNvSpPr>
          <p:nvPr/>
        </p:nvSpPr>
        <p:spPr>
          <a:xfrm xmlns:a="http://schemas.openxmlformats.org/drawingml/2006/main">
            <a:off x="5200650" y="4362450"/>
            <a:ext cx="17907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17212B"/>
                </a:solidFill>
                <a:latin typeface="Malgun Gothic"/>
                <a:ea typeface="Malgun Gothic"/>
                <a:cs typeface="Malgun Gothic"/>
              </a:defRPr>
            </a:defPPr>
            <a:lvl1pPr algn="l">
              <a:defRPr sz="1725" b="1">
                <a:solidFill>
                  <a:srgbClr val="17212B"/>
                </a:solidFill>
                <a:latin typeface="Malgun Gothic"/>
                <a:ea typeface="Malgun Gothic"/>
                <a:cs typeface="Malgun Gothic"/>
              </a:defRPr>
            </a:lvl1pPr>
            <a:lvl2pPr algn="l">
              <a:defRPr sz="1725" b="1">
                <a:solidFill>
                  <a:srgbClr val="17212B"/>
                </a:solidFill>
                <a:latin typeface="Malgun Gothic"/>
                <a:ea typeface="Malgun Gothic"/>
                <a:cs typeface="Malgun Gothic"/>
              </a:defRPr>
            </a:lvl2pPr>
            <a:lvl3pPr algn="l">
              <a:defRPr sz="1725" b="1">
                <a:solidFill>
                  <a:srgbClr val="17212B"/>
                </a:solidFill>
                <a:latin typeface="Malgun Gothic"/>
                <a:ea typeface="Malgun Gothic"/>
                <a:cs typeface="Malgun Gothic"/>
              </a:defRPr>
            </a:lvl3pPr>
            <a:lvl4pPr algn="l">
              <a:defRPr sz="1725" b="1">
                <a:solidFill>
                  <a:srgbClr val="17212B"/>
                </a:solidFill>
                <a:latin typeface="Malgun Gothic"/>
                <a:ea typeface="Malgun Gothic"/>
                <a:cs typeface="Malgun Gothic"/>
              </a:defRPr>
            </a:lvl4pPr>
            <a:lvl5pPr algn="l">
              <a:defRPr sz="1725" b="1">
                <a:solidFill>
                  <a:srgbClr val="17212B"/>
                </a:solidFill>
                <a:latin typeface="Malgun Gothic"/>
                <a:ea typeface="Malgun Gothic"/>
                <a:cs typeface="Malgun Gothic"/>
              </a:defRPr>
            </a:lvl5pPr>
            <a:lvl6pPr algn="l">
              <a:defRPr sz="1725" b="1">
                <a:solidFill>
                  <a:srgbClr val="17212B"/>
                </a:solidFill>
                <a:latin typeface="Malgun Gothic"/>
                <a:ea typeface="Malgun Gothic"/>
                <a:cs typeface="Malgun Gothic"/>
              </a:defRPr>
            </a:lvl6pPr>
            <a:lvl7pPr algn="l">
              <a:defRPr sz="1725" b="1">
                <a:solidFill>
                  <a:srgbClr val="17212B"/>
                </a:solidFill>
                <a:latin typeface="Malgun Gothic"/>
                <a:ea typeface="Malgun Gothic"/>
                <a:cs typeface="Malgun Gothic"/>
              </a:defRPr>
            </a:lvl7pPr>
            <a:lvl8pPr algn="l">
              <a:defRPr sz="1725" b="1">
                <a:solidFill>
                  <a:srgbClr val="17212B"/>
                </a:solidFill>
                <a:latin typeface="Malgun Gothic"/>
                <a:ea typeface="Malgun Gothic"/>
                <a:cs typeface="Malgun Gothic"/>
              </a:defRPr>
            </a:lvl8pPr>
            <a:lvl9pPr algn="l">
              <a:defRPr sz="1725" b="1">
                <a:solidFill>
                  <a:srgbClr val="17212B"/>
                </a:solidFill>
                <a:latin typeface="Malgun Gothic"/>
                <a:ea typeface="Malgun Gothic"/>
                <a:cs typeface="Malgun Gothic"/>
              </a:defRPr>
            </a:lvl9pPr>
          </a:lstStyle>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오래된 지침이</a:t>
            </a:r>
          </a:p>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원인인지 확인</a:t>
            </a:r>
          </a:p>
        </p:txBody>
      </p:sp>
      <p:cxnSp>
        <p:nvCxnSpPr>
          <p:cNvPr id="28" name="">
            <a:extLst xmlns:a="http://schemas.openxmlformats.org/drawingml/2006/main">
              <a:ext uri="{FF2B5EF4-FFF2-40B4-BE49-F238E27FC236}">
                <a16:creationId xmlns:a16="http://schemas.microsoft.com/office/drawing/2014/main" id="{CC86B9B8-E52B-4C72-A8CC-2B6F3BDD99DE}"/>
              </a:ext>
            </a:extLst>
          </p:cNvPr>
          <p:cNvCxnSpPr/>
          <p:nvPr/>
        </p:nvCxnSpPr>
        <p:spPr>
          <a:xfrm xmlns:a="http://schemas.openxmlformats.org/drawingml/2006/main">
            <a:off x="7143750" y="31432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657B724C-8C92-4817-9113-685E3D6AF82B}"/>
              </a:ext>
            </a:extLst>
          </p:cNvPr>
          <p:cNvSpPr>
            <a:spLocks xmlns:a="http://schemas.openxmlformats.org/drawingml/2006/main" noGrp="1"/>
          </p:cNvSpPr>
          <p:nvPr/>
        </p:nvSpPr>
        <p:spPr>
          <a:xfrm xmlns:a="http://schemas.openxmlformats.org/drawingml/2006/main">
            <a:off x="7353300" y="2381250"/>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69FA6954-4C69-46ED-9452-C1C2CD70F624}"/>
              </a:ext>
            </a:extLst>
          </p:cNvPr>
          <p:cNvSpPr>
            <a:spLocks xmlns:a="http://schemas.openxmlformats.org/drawingml/2006/main" noGrp="1"/>
          </p:cNvSpPr>
          <p:nvPr/>
        </p:nvSpPr>
        <p:spPr>
          <a:xfrm xmlns:a="http://schemas.openxmlformats.org/drawingml/2006/main">
            <a:off x="7353300" y="28194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6A8DED04-125B-4562-8D91-B26D994A3F4D}"/>
              </a:ext>
            </a:extLst>
          </p:cNvPr>
          <p:cNvSpPr>
            <a:spLocks xmlns:a="http://schemas.openxmlformats.org/drawingml/2006/main" noGrp="1"/>
          </p:cNvSpPr>
          <p:nvPr/>
        </p:nvSpPr>
        <p:spPr>
          <a:xfrm xmlns:a="http://schemas.openxmlformats.org/drawingml/2006/main">
            <a:off x="7353300" y="29622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10;바꾸나?">
            <a:extLst xmlns:a="http://schemas.openxmlformats.org/drawingml/2006/main">
              <a:ext uri="{FF2B5EF4-FFF2-40B4-BE49-F238E27FC236}">
                <a16:creationId xmlns:a16="http://schemas.microsoft.com/office/drawing/2014/main" id="{CE7678C1-B23E-47AF-9DD9-83A0FC7841AC}"/>
              </a:ext>
            </a:extLst>
          </p:cNvPr>
          <p:cNvSpPr>
            <a:spLocks xmlns:a="http://schemas.openxmlformats.org/drawingml/2006/main" noGrp="1"/>
          </p:cNvSpPr>
          <p:nvPr/>
        </p:nvSpPr>
        <p:spPr>
          <a:xfrm xmlns:a="http://schemas.openxmlformats.org/drawingml/2006/main">
            <a:off x="7353300" y="3476625"/>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어디를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바꾸나?</a:t>
            </a:r>
          </a:p>
        </p:txBody>
      </p:sp>
      <p:sp>
        <p:nvSpPr>
          <p:cNvPr id="33" name="">
            <a:extLst xmlns:a="http://schemas.openxmlformats.org/drawingml/2006/main">
              <a:ext uri="{FF2B5EF4-FFF2-40B4-BE49-F238E27FC236}">
                <a16:creationId xmlns:a16="http://schemas.microsoft.com/office/drawing/2014/main" id="{9EAFBF18-57CA-4A93-A7CC-F711BB13B453}"/>
              </a:ext>
            </a:extLst>
          </p:cNvPr>
          <p:cNvSpPr>
            <a:spLocks xmlns:a="http://schemas.openxmlformats.org/drawingml/2006/main" noGrp="1"/>
          </p:cNvSpPr>
          <p:nvPr/>
        </p:nvSpPr>
        <p:spPr>
          <a:xfrm xmlns:a="http://schemas.openxmlformats.org/drawingml/2006/main">
            <a:off x="7353300" y="4305300"/>
            <a:ext cx="1981200" cy="6572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사람이 지침 갱신">
            <a:extLst xmlns:a="http://schemas.openxmlformats.org/drawingml/2006/main">
              <a:ext uri="{FF2B5EF4-FFF2-40B4-BE49-F238E27FC236}">
                <a16:creationId xmlns:a16="http://schemas.microsoft.com/office/drawing/2014/main" id="{1AFF1F71-5288-4676-A306-D51E4EF21DD6}"/>
              </a:ext>
            </a:extLst>
          </p:cNvPr>
          <p:cNvSpPr>
            <a:spLocks xmlns:a="http://schemas.openxmlformats.org/drawingml/2006/main" noGrp="1"/>
          </p:cNvSpPr>
          <p:nvPr/>
        </p:nvSpPr>
        <p:spPr>
          <a:xfrm xmlns:a="http://schemas.openxmlformats.org/drawingml/2006/main">
            <a:off x="7448550" y="4362450"/>
            <a:ext cx="17907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17212B"/>
                </a:solidFill>
                <a:latin typeface="Malgun Gothic"/>
                <a:ea typeface="Malgun Gothic"/>
                <a:cs typeface="Malgun Gothic"/>
              </a:defRPr>
            </a:defPPr>
            <a:lvl1pPr algn="l">
              <a:defRPr sz="1725" b="1">
                <a:solidFill>
                  <a:srgbClr val="17212B"/>
                </a:solidFill>
                <a:latin typeface="Malgun Gothic"/>
                <a:ea typeface="Malgun Gothic"/>
                <a:cs typeface="Malgun Gothic"/>
              </a:defRPr>
            </a:lvl1pPr>
            <a:lvl2pPr algn="l">
              <a:defRPr sz="1725" b="1">
                <a:solidFill>
                  <a:srgbClr val="17212B"/>
                </a:solidFill>
                <a:latin typeface="Malgun Gothic"/>
                <a:ea typeface="Malgun Gothic"/>
                <a:cs typeface="Malgun Gothic"/>
              </a:defRPr>
            </a:lvl2pPr>
            <a:lvl3pPr algn="l">
              <a:defRPr sz="1725" b="1">
                <a:solidFill>
                  <a:srgbClr val="17212B"/>
                </a:solidFill>
                <a:latin typeface="Malgun Gothic"/>
                <a:ea typeface="Malgun Gothic"/>
                <a:cs typeface="Malgun Gothic"/>
              </a:defRPr>
            </a:lvl3pPr>
            <a:lvl4pPr algn="l">
              <a:defRPr sz="1725" b="1">
                <a:solidFill>
                  <a:srgbClr val="17212B"/>
                </a:solidFill>
                <a:latin typeface="Malgun Gothic"/>
                <a:ea typeface="Malgun Gothic"/>
                <a:cs typeface="Malgun Gothic"/>
              </a:defRPr>
            </a:lvl4pPr>
            <a:lvl5pPr algn="l">
              <a:defRPr sz="1725" b="1">
                <a:solidFill>
                  <a:srgbClr val="17212B"/>
                </a:solidFill>
                <a:latin typeface="Malgun Gothic"/>
                <a:ea typeface="Malgun Gothic"/>
                <a:cs typeface="Malgun Gothic"/>
              </a:defRPr>
            </a:lvl5pPr>
            <a:lvl6pPr algn="l">
              <a:defRPr sz="1725" b="1">
                <a:solidFill>
                  <a:srgbClr val="17212B"/>
                </a:solidFill>
                <a:latin typeface="Malgun Gothic"/>
                <a:ea typeface="Malgun Gothic"/>
                <a:cs typeface="Malgun Gothic"/>
              </a:defRPr>
            </a:lvl6pPr>
            <a:lvl7pPr algn="l">
              <a:defRPr sz="1725" b="1">
                <a:solidFill>
                  <a:srgbClr val="17212B"/>
                </a:solidFill>
                <a:latin typeface="Malgun Gothic"/>
                <a:ea typeface="Malgun Gothic"/>
                <a:cs typeface="Malgun Gothic"/>
              </a:defRPr>
            </a:lvl7pPr>
            <a:lvl8pPr algn="l">
              <a:defRPr sz="1725" b="1">
                <a:solidFill>
                  <a:srgbClr val="17212B"/>
                </a:solidFill>
                <a:latin typeface="Malgun Gothic"/>
                <a:ea typeface="Malgun Gothic"/>
                <a:cs typeface="Malgun Gothic"/>
              </a:defRPr>
            </a:lvl8pPr>
            <a:lvl9pPr algn="l">
              <a:defRPr sz="1725" b="1">
                <a:solidFill>
                  <a:srgbClr val="17212B"/>
                </a:solidFill>
                <a:latin typeface="Malgun Gothic"/>
                <a:ea typeface="Malgun Gothic"/>
                <a:cs typeface="Malgun Gothic"/>
              </a:defRPr>
            </a:lvl9pPr>
          </a:lstStyle>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확인됐다면</a:t>
            </a:r>
          </a:p>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사람이 지침 갱신</a:t>
            </a:r>
          </a:p>
        </p:txBody>
      </p:sp>
      <p:cxnSp>
        <p:nvCxnSpPr>
          <p:cNvPr id="35" name="">
            <a:extLst xmlns:a="http://schemas.openxmlformats.org/drawingml/2006/main">
              <a:ext uri="{FF2B5EF4-FFF2-40B4-BE49-F238E27FC236}">
                <a16:creationId xmlns:a16="http://schemas.microsoft.com/office/drawing/2014/main" id="{7E3048A5-4D48-4104-A0F7-4881C24328DA}"/>
              </a:ext>
            </a:extLst>
          </p:cNvPr>
          <p:cNvCxnSpPr/>
          <p:nvPr/>
        </p:nvCxnSpPr>
        <p:spPr>
          <a:xfrm xmlns:a="http://schemas.openxmlformats.org/drawingml/2006/main">
            <a:off x="9391650" y="31432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A8A20E27-DECD-4171-997D-2F61923C3D43}"/>
              </a:ext>
            </a:extLst>
          </p:cNvPr>
          <p:cNvSpPr>
            <a:spLocks xmlns:a="http://schemas.openxmlformats.org/drawingml/2006/main" noGrp="1"/>
          </p:cNvSpPr>
          <p:nvPr/>
        </p:nvSpPr>
        <p:spPr>
          <a:xfrm xmlns:a="http://schemas.openxmlformats.org/drawingml/2006/main">
            <a:off x="9601200" y="2381250"/>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F83E835B-2944-4319-9278-F1AA00357DE7}"/>
              </a:ext>
            </a:extLst>
          </p:cNvPr>
          <p:cNvSpPr>
            <a:spLocks xmlns:a="http://schemas.openxmlformats.org/drawingml/2006/main" noGrp="1"/>
          </p:cNvSpPr>
          <p:nvPr/>
        </p:nvSpPr>
        <p:spPr>
          <a:xfrm xmlns:a="http://schemas.openxmlformats.org/drawingml/2006/main">
            <a:off x="9601200" y="28194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AC1DD9D6-532A-4658-A595-7874A037768B}"/>
              </a:ext>
            </a:extLst>
          </p:cNvPr>
          <p:cNvSpPr>
            <a:spLocks xmlns:a="http://schemas.openxmlformats.org/drawingml/2006/main" noGrp="1"/>
          </p:cNvSpPr>
          <p:nvPr/>
        </p:nvSpPr>
        <p:spPr>
          <a:xfrm xmlns:a="http://schemas.openxmlformats.org/drawingml/2006/main">
            <a:off x="9601200" y="29622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10;괜찮나?">
            <a:extLst xmlns:a="http://schemas.openxmlformats.org/drawingml/2006/main">
              <a:ext uri="{FF2B5EF4-FFF2-40B4-BE49-F238E27FC236}">
                <a16:creationId xmlns:a16="http://schemas.microsoft.com/office/drawing/2014/main" id="{D748F009-58A3-484C-AF0B-ACAA2A12B08A}"/>
              </a:ext>
            </a:extLst>
          </p:cNvPr>
          <p:cNvSpPr>
            <a:spLocks xmlns:a="http://schemas.openxmlformats.org/drawingml/2006/main" noGrp="1"/>
          </p:cNvSpPr>
          <p:nvPr/>
        </p:nvSpPr>
        <p:spPr>
          <a:xfrm xmlns:a="http://schemas.openxmlformats.org/drawingml/2006/main">
            <a:off x="9601200" y="3476625"/>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C72CA4F2-1512-4A1C-A2F3-7A26E13ADD4B}"/>
              </a:ext>
            </a:extLst>
          </p:cNvPr>
          <p:cNvSpPr>
            <a:spLocks xmlns:a="http://schemas.openxmlformats.org/drawingml/2006/main" noGrp="1"/>
          </p:cNvSpPr>
          <p:nvPr/>
        </p:nvSpPr>
        <p:spPr>
          <a:xfrm xmlns:a="http://schemas.openxmlformats.org/drawingml/2006/main">
            <a:off x="9601200" y="4305300"/>
            <a:ext cx="1981200" cy="6572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같은 작업과&#10;대표 작업 평가">
            <a:extLst xmlns:a="http://schemas.openxmlformats.org/drawingml/2006/main">
              <a:ext uri="{FF2B5EF4-FFF2-40B4-BE49-F238E27FC236}">
                <a16:creationId xmlns:a16="http://schemas.microsoft.com/office/drawing/2014/main" id="{A78844C3-03CA-41EA-A629-B2A9386982C5}"/>
              </a:ext>
            </a:extLst>
          </p:cNvPr>
          <p:cNvSpPr>
            <a:spLocks xmlns:a="http://schemas.openxmlformats.org/drawingml/2006/main" noGrp="1"/>
          </p:cNvSpPr>
          <p:nvPr/>
        </p:nvSpPr>
        <p:spPr>
          <a:xfrm xmlns:a="http://schemas.openxmlformats.org/drawingml/2006/main">
            <a:off x="9696450" y="4362450"/>
            <a:ext cx="17907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17212B"/>
                </a:solidFill>
                <a:latin typeface="Malgun Gothic"/>
                <a:ea typeface="Malgun Gothic"/>
                <a:cs typeface="Malgun Gothic"/>
              </a:defRPr>
            </a:defPPr>
            <a:lvl1pPr algn="l">
              <a:defRPr sz="1725" b="1">
                <a:solidFill>
                  <a:srgbClr val="17212B"/>
                </a:solidFill>
                <a:latin typeface="Malgun Gothic"/>
                <a:ea typeface="Malgun Gothic"/>
                <a:cs typeface="Malgun Gothic"/>
              </a:defRPr>
            </a:lvl1pPr>
            <a:lvl2pPr algn="l">
              <a:defRPr sz="1725" b="1">
                <a:solidFill>
                  <a:srgbClr val="17212B"/>
                </a:solidFill>
                <a:latin typeface="Malgun Gothic"/>
                <a:ea typeface="Malgun Gothic"/>
                <a:cs typeface="Malgun Gothic"/>
              </a:defRPr>
            </a:lvl2pPr>
            <a:lvl3pPr algn="l">
              <a:defRPr sz="1725" b="1">
                <a:solidFill>
                  <a:srgbClr val="17212B"/>
                </a:solidFill>
                <a:latin typeface="Malgun Gothic"/>
                <a:ea typeface="Malgun Gothic"/>
                <a:cs typeface="Malgun Gothic"/>
              </a:defRPr>
            </a:lvl3pPr>
            <a:lvl4pPr algn="l">
              <a:defRPr sz="1725" b="1">
                <a:solidFill>
                  <a:srgbClr val="17212B"/>
                </a:solidFill>
                <a:latin typeface="Malgun Gothic"/>
                <a:ea typeface="Malgun Gothic"/>
                <a:cs typeface="Malgun Gothic"/>
              </a:defRPr>
            </a:lvl4pPr>
            <a:lvl5pPr algn="l">
              <a:defRPr sz="1725" b="1">
                <a:solidFill>
                  <a:srgbClr val="17212B"/>
                </a:solidFill>
                <a:latin typeface="Malgun Gothic"/>
                <a:ea typeface="Malgun Gothic"/>
                <a:cs typeface="Malgun Gothic"/>
              </a:defRPr>
            </a:lvl5pPr>
            <a:lvl6pPr algn="l">
              <a:defRPr sz="1725" b="1">
                <a:solidFill>
                  <a:srgbClr val="17212B"/>
                </a:solidFill>
                <a:latin typeface="Malgun Gothic"/>
                <a:ea typeface="Malgun Gothic"/>
                <a:cs typeface="Malgun Gothic"/>
              </a:defRPr>
            </a:lvl6pPr>
            <a:lvl7pPr algn="l">
              <a:defRPr sz="1725" b="1">
                <a:solidFill>
                  <a:srgbClr val="17212B"/>
                </a:solidFill>
                <a:latin typeface="Malgun Gothic"/>
                <a:ea typeface="Malgun Gothic"/>
                <a:cs typeface="Malgun Gothic"/>
              </a:defRPr>
            </a:lvl7pPr>
            <a:lvl8pPr algn="l">
              <a:defRPr sz="1725" b="1">
                <a:solidFill>
                  <a:srgbClr val="17212B"/>
                </a:solidFill>
                <a:latin typeface="Malgun Gothic"/>
                <a:ea typeface="Malgun Gothic"/>
                <a:cs typeface="Malgun Gothic"/>
              </a:defRPr>
            </a:lvl8pPr>
            <a:lvl9pPr algn="l">
              <a:defRPr sz="1725" b="1">
                <a:solidFill>
                  <a:srgbClr val="17212B"/>
                </a:solidFill>
                <a:latin typeface="Malgun Gothic"/>
                <a:ea typeface="Malgun Gothic"/>
                <a:cs typeface="Malgun Gothic"/>
              </a:defRPr>
            </a:lvl9pPr>
          </a:lstStyle>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같은 작업과</a:t>
            </a:r>
          </a:p>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대표 작업 평가</a:t>
            </a:r>
          </a:p>
        </p:txBody>
      </p:sp>
      <p:sp>
        <p:nvSpPr>
          <p:cNvPr id="42" name="">
            <a:extLst xmlns:a="http://schemas.openxmlformats.org/drawingml/2006/main">
              <a:ext uri="{FF2B5EF4-FFF2-40B4-BE49-F238E27FC236}">
                <a16:creationId xmlns:a16="http://schemas.microsoft.com/office/drawing/2014/main" id="{80E8231D-E062-4454-B4DB-DCF56075F71A}"/>
              </a:ext>
            </a:extLst>
          </p:cNvPr>
          <p:cNvSpPr>
            <a:spLocks xmlns:a="http://schemas.openxmlformats.org/drawingml/2006/main" noGrp="1"/>
          </p:cNvSpPr>
          <p:nvPr/>
        </p:nvSpPr>
        <p:spPr>
          <a:xfrm xmlns:a="http://schemas.openxmlformats.org/drawingml/2006/main">
            <a:off x="10591800" y="4991100"/>
            <a:ext cx="0" cy="2571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9FF3988E-3E82-430C-81A9-F8FAEB18C2D9}"/>
              </a:ext>
            </a:extLst>
          </p:cNvPr>
          <p:cNvSpPr>
            <a:spLocks xmlns:a="http://schemas.openxmlformats.org/drawingml/2006/main" noGrp="1"/>
          </p:cNvSpPr>
          <p:nvPr/>
        </p:nvSpPr>
        <p:spPr>
          <a:xfrm xmlns:a="http://schemas.openxmlformats.org/drawingml/2006/main">
            <a:off x="1600200" y="5248275"/>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FC81FD96-D13C-4668-A685-C51995E07CFD}"/>
              </a:ext>
            </a:extLst>
          </p:cNvPr>
          <p:cNvCxnSpPr/>
          <p:nvPr/>
        </p:nvCxnSpPr>
        <p:spPr>
          <a:xfrm xmlns:a="http://schemas.openxmlformats.org/drawingml/2006/main">
            <a:off x="1600200" y="4991100"/>
            <a:ext cx="0" cy="2571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 다시 확인">
            <a:extLst xmlns:a="http://schemas.openxmlformats.org/drawingml/2006/main">
              <a:ext uri="{FF2B5EF4-FFF2-40B4-BE49-F238E27FC236}">
                <a16:creationId xmlns:a16="http://schemas.microsoft.com/office/drawing/2014/main" id="{60CDDC54-516F-4543-A432-9D5D8F25F397}"/>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 다시 확인</a:t>
            </a:r>
          </a:p>
        </p:txBody>
      </p:sp>
      <p:sp>
        <p:nvSpPr>
          <p:cNvPr id="46" name="Legacy module connection">
            <a:extLst xmlns:a="http://schemas.openxmlformats.org/drawingml/2006/main">
              <a:ext uri="{FF2B5EF4-FFF2-40B4-BE49-F238E27FC236}">
                <a16:creationId xmlns:a16="http://schemas.microsoft.com/office/drawing/2014/main" id="{24C2ADBE-1727-48D1-82AB-F5F9A1AEE1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871890748"/>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평가·보고의 빈틈">
            <a:extLst xmlns:a="http://schemas.openxmlformats.org/drawingml/2006/main">
              <a:ext uri="{FF2B5EF4-FFF2-40B4-BE49-F238E27FC236}">
                <a16:creationId xmlns:a16="http://schemas.microsoft.com/office/drawing/2014/main" id="{60200FC2-AD72-4DE4-96F7-DB2F51E7F2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평가·보고의 빈틈</a:t>
            </a:r>
          </a:p>
        </p:txBody>
      </p:sp>
      <p:sp>
        <p:nvSpPr>
          <p:cNvPr id="2" name="S80">
            <a:extLst xmlns:a="http://schemas.openxmlformats.org/drawingml/2006/main">
              <a:ext uri="{FF2B5EF4-FFF2-40B4-BE49-F238E27FC236}">
                <a16:creationId xmlns:a16="http://schemas.microsoft.com/office/drawing/2014/main" id="{86C5A34E-F68F-4169-B09E-39DFAE94BA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평가에서 놓친 실행 조건">
            <a:extLst xmlns:a="http://schemas.openxmlformats.org/drawingml/2006/main">
              <a:ext uri="{FF2B5EF4-FFF2-40B4-BE49-F238E27FC236}">
                <a16:creationId xmlns:a16="http://schemas.microsoft.com/office/drawing/2014/main" id="{63B20637-7F05-4849-8134-A61EEE51C6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평가에서 놓친 실행 조건</a:t>
            </a:r>
          </a:p>
        </p:txBody>
      </p:sp>
      <p:sp>
        <p:nvSpPr>
          <p:cNvPr id="4" name="">
            <a:extLst xmlns:a="http://schemas.openxmlformats.org/drawingml/2006/main">
              <a:ext uri="{FF2B5EF4-FFF2-40B4-BE49-F238E27FC236}">
                <a16:creationId xmlns:a16="http://schemas.microsoft.com/office/drawing/2014/main" id="{5E016C82-BC91-4A89-B78E-C1CB1740FB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DD66608-51A5-4280-8B2B-7410BD083A9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성능 조사 기록의 재구성">
            <a:extLst xmlns:a="http://schemas.openxmlformats.org/drawingml/2006/main">
              <a:ext uri="{FF2B5EF4-FFF2-40B4-BE49-F238E27FC236}">
                <a16:creationId xmlns:a16="http://schemas.microsoft.com/office/drawing/2014/main" id="{ACF59909-380B-4673-8A73-BDC03DAD58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성능 조사 기록의 재구성</a:t>
            </a:r>
          </a:p>
        </p:txBody>
      </p:sp>
      <p:sp>
        <p:nvSpPr>
          <p:cNvPr id="7" name="앞의 가상 Workflow와 별개 사건 · 실제 변경 대상은 평가·보고 기준이며 제품 코드·Demo Skil">
            <a:extLst xmlns:a="http://schemas.openxmlformats.org/drawingml/2006/main">
              <a:ext uri="{FF2B5EF4-FFF2-40B4-BE49-F238E27FC236}">
                <a16:creationId xmlns:a16="http://schemas.microsoft.com/office/drawing/2014/main" id="{1D0FB737-40C8-4095-A5DA-BA4549ED92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 · 실제 변경 대상은 평가·보고 기준이며 제품 코드·Demo Skill이 아님</a:t>
            </a:r>
          </a:p>
        </p:txBody>
      </p:sp>
      <p:sp>
        <p:nvSpPr>
          <p:cNvPr id="8" name="앞서 본 환경 관찰을, 평가·보고 관점으로 돌아본다">
            <a:extLst xmlns:a="http://schemas.openxmlformats.org/drawingml/2006/main">
              <a:ext uri="{FF2B5EF4-FFF2-40B4-BE49-F238E27FC236}">
                <a16:creationId xmlns:a16="http://schemas.microsoft.com/office/drawing/2014/main" id="{D0A61138-7845-4A37-A22B-85B5C0430041}"/>
              </a:ext>
            </a:extLst>
          </p:cNvPr>
          <p:cNvSpPr>
            <a:spLocks xmlns:a="http://schemas.openxmlformats.org/drawingml/2006/main" noGrp="1"/>
          </p:cNvSpPr>
          <p:nvPr/>
        </p:nvSpPr>
        <p:spPr>
          <a:xfrm xmlns:a="http://schemas.openxmlformats.org/drawingml/2006/main">
            <a:off x="609600" y="1790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앞서 본 환경 관찰을, 평가·보고 관점으로 돌아본다</a:t>
            </a:r>
          </a:p>
        </p:txBody>
      </p:sp>
      <p:sp>
        <p:nvSpPr>
          <p:cNvPr id="9" name="01">
            <a:extLst xmlns:a="http://schemas.openxmlformats.org/drawingml/2006/main">
              <a:ext uri="{FF2B5EF4-FFF2-40B4-BE49-F238E27FC236}">
                <a16:creationId xmlns:a16="http://schemas.microsoft.com/office/drawing/2014/main" id="{983CB878-D224-4955-BDB6-DCF209FFF0EA}"/>
              </a:ext>
            </a:extLst>
          </p:cNvPr>
          <p:cNvSpPr>
            <a:spLocks xmlns:a="http://schemas.openxmlformats.org/drawingml/2006/main" noGrp="1"/>
          </p:cNvSpPr>
          <p:nvPr/>
        </p:nvSpPr>
        <p:spPr>
          <a:xfrm xmlns:a="http://schemas.openxmlformats.org/drawingml/2006/main">
            <a:off x="609600" y="2733675"/>
            <a:ext cx="335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Consolas"/>
                <a:ea typeface="Consolas"/>
                <a:cs typeface="Consolas"/>
              </a:defRPr>
            </a:defPPr>
            <a:lvl1pPr algn="l">
              <a:defRPr sz="1725" b="1">
                <a:solidFill>
                  <a:srgbClr val="4D5A68"/>
                </a:solidFill>
                <a:latin typeface="Consolas"/>
                <a:ea typeface="Consolas"/>
                <a:cs typeface="Consolas"/>
              </a:defRPr>
            </a:lvl1pPr>
            <a:lvl2pPr algn="l">
              <a:defRPr sz="1725" b="1">
                <a:solidFill>
                  <a:srgbClr val="4D5A68"/>
                </a:solidFill>
                <a:latin typeface="Consolas"/>
                <a:ea typeface="Consolas"/>
                <a:cs typeface="Consolas"/>
              </a:defRPr>
            </a:lvl2pPr>
            <a:lvl3pPr algn="l">
              <a:defRPr sz="1725" b="1">
                <a:solidFill>
                  <a:srgbClr val="4D5A68"/>
                </a:solidFill>
                <a:latin typeface="Consolas"/>
                <a:ea typeface="Consolas"/>
                <a:cs typeface="Consolas"/>
              </a:defRPr>
            </a:lvl3pPr>
            <a:lvl4pPr algn="l">
              <a:defRPr sz="1725" b="1">
                <a:solidFill>
                  <a:srgbClr val="4D5A68"/>
                </a:solidFill>
                <a:latin typeface="Consolas"/>
                <a:ea typeface="Consolas"/>
                <a:cs typeface="Consolas"/>
              </a:defRPr>
            </a:lvl4pPr>
            <a:lvl5pPr algn="l">
              <a:defRPr sz="1725" b="1">
                <a:solidFill>
                  <a:srgbClr val="4D5A68"/>
                </a:solidFill>
                <a:latin typeface="Consolas"/>
                <a:ea typeface="Consolas"/>
                <a:cs typeface="Consolas"/>
              </a:defRPr>
            </a:lvl5pPr>
            <a:lvl6pPr algn="l">
              <a:defRPr sz="1725" b="1">
                <a:solidFill>
                  <a:srgbClr val="4D5A68"/>
                </a:solidFill>
                <a:latin typeface="Consolas"/>
                <a:ea typeface="Consolas"/>
                <a:cs typeface="Consolas"/>
              </a:defRPr>
            </a:lvl6pPr>
            <a:lvl7pPr algn="l">
              <a:defRPr sz="1725" b="1">
                <a:solidFill>
                  <a:srgbClr val="4D5A68"/>
                </a:solidFill>
                <a:latin typeface="Consolas"/>
                <a:ea typeface="Consolas"/>
                <a:cs typeface="Consolas"/>
              </a:defRPr>
            </a:lvl7pPr>
            <a:lvl8pPr algn="l">
              <a:defRPr sz="1725" b="1">
                <a:solidFill>
                  <a:srgbClr val="4D5A68"/>
                </a:solidFill>
                <a:latin typeface="Consolas"/>
                <a:ea typeface="Consolas"/>
                <a:cs typeface="Consolas"/>
              </a:defRPr>
            </a:lvl8pPr>
            <a:lvl9pPr algn="l">
              <a:defRPr sz="1725" b="1">
                <a:solidFill>
                  <a:srgbClr val="4D5A68"/>
                </a:solidFill>
                <a:latin typeface="Consolas"/>
                <a:ea typeface="Consolas"/>
                <a:cs typeface="Consolas"/>
              </a:defRPr>
            </a:lvl9pPr>
          </a:lstStyle>
          <a:p xmlns:a="http://schemas.openxmlformats.org/drawingml/2006/main">
            <a:pPr algn="l">
              <a:defRPr sz="1725" b="1">
                <a:solidFill>
                  <a:srgbClr val="4D5A68"/>
                </a:solidFill>
                <a:latin typeface="Consolas"/>
                <a:ea typeface="Consolas"/>
                <a:cs typeface="Consolas"/>
              </a:defRPr>
            </a:pPr>
            <a:r>
              <a:rPr sz="1725" b="1">
                <a:solidFill>
                  <a:srgbClr val="4D5A68"/>
                </a:solidFill>
                <a:latin typeface="Consolas"/>
                <a:ea typeface="Consolas"/>
                <a:cs typeface="Consolas"/>
              </a:rPr>
              <a:t>01</a:t>
            </a:r>
          </a:p>
        </p:txBody>
      </p:sp>
      <p:sp>
        <p:nvSpPr>
          <p:cNvPr id="10" name="관찰된 조건">
            <a:extLst xmlns:a="http://schemas.openxmlformats.org/drawingml/2006/main">
              <a:ext uri="{FF2B5EF4-FFF2-40B4-BE49-F238E27FC236}">
                <a16:creationId xmlns:a16="http://schemas.microsoft.com/office/drawing/2014/main" id="{3ACF71EA-E216-46D3-A6F4-06CED54EFE4C}"/>
              </a:ext>
            </a:extLst>
          </p:cNvPr>
          <p:cNvSpPr>
            <a:spLocks xmlns:a="http://schemas.openxmlformats.org/drawingml/2006/main" noGrp="1"/>
          </p:cNvSpPr>
          <p:nvPr/>
        </p:nvSpPr>
        <p:spPr>
          <a:xfrm xmlns:a="http://schemas.openxmlformats.org/drawingml/2006/main">
            <a:off x="609600" y="3181350"/>
            <a:ext cx="335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조건</a:t>
            </a:r>
          </a:p>
        </p:txBody>
      </p:sp>
      <p:sp>
        <p:nvSpPr>
          <p:cNvPr id="11" name="">
            <a:extLst xmlns:a="http://schemas.openxmlformats.org/drawingml/2006/main">
              <a:ext uri="{FF2B5EF4-FFF2-40B4-BE49-F238E27FC236}">
                <a16:creationId xmlns:a16="http://schemas.microsoft.com/office/drawing/2014/main" id="{3F2953B8-55AE-4863-BB7E-57BD4EECAD92}"/>
              </a:ext>
            </a:extLst>
          </p:cNvPr>
          <p:cNvSpPr>
            <a:spLocks xmlns:a="http://schemas.openxmlformats.org/drawingml/2006/main" noGrp="1"/>
          </p:cNvSpPr>
          <p:nvPr/>
        </p:nvSpPr>
        <p:spPr>
          <a:xfrm xmlns:a="http://schemas.openxmlformats.org/drawingml/2006/main">
            <a:off x="609600" y="3743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95E19A63-9272-4C36-964D-BD3C67AAC07A}"/>
              </a:ext>
            </a:extLst>
          </p:cNvPr>
          <p:cNvSpPr>
            <a:spLocks xmlns:a="http://schemas.openxmlformats.org/drawingml/2006/main" noGrp="1"/>
          </p:cNvSpPr>
          <p:nvPr/>
        </p:nvSpPr>
        <p:spPr>
          <a:xfrm xmlns:a="http://schemas.openxmlformats.org/drawingml/2006/main">
            <a:off x="609600" y="3981450"/>
            <a:ext cx="335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B99B5467-FCDB-4E6A-B7AD-0DB1B85331CF}"/>
              </a:ext>
            </a:extLst>
          </p:cNvPr>
          <p:cNvCxnSpPr/>
          <p:nvPr/>
        </p:nvCxnSpPr>
        <p:spPr>
          <a:xfrm xmlns:a="http://schemas.openxmlformats.org/drawingml/2006/main">
            <a:off x="4038600" y="352425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4ABCF4DD-5F7D-434A-B253-C66737BFC407}"/>
              </a:ext>
            </a:extLst>
          </p:cNvPr>
          <p:cNvSpPr>
            <a:spLocks xmlns:a="http://schemas.openxmlformats.org/drawingml/2006/main" noGrp="1"/>
          </p:cNvSpPr>
          <p:nvPr/>
        </p:nvSpPr>
        <p:spPr>
          <a:xfrm xmlns:a="http://schemas.openxmlformats.org/drawingml/2006/main">
            <a:off x="4419600" y="2733675"/>
            <a:ext cx="335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Consolas"/>
                <a:ea typeface="Consolas"/>
                <a:cs typeface="Consolas"/>
              </a:defRPr>
            </a:defPPr>
            <a:lvl1pPr algn="l">
              <a:defRPr sz="1725" b="1">
                <a:solidFill>
                  <a:srgbClr val="4D5A68"/>
                </a:solidFill>
                <a:latin typeface="Consolas"/>
                <a:ea typeface="Consolas"/>
                <a:cs typeface="Consolas"/>
              </a:defRPr>
            </a:lvl1pPr>
            <a:lvl2pPr algn="l">
              <a:defRPr sz="1725" b="1">
                <a:solidFill>
                  <a:srgbClr val="4D5A68"/>
                </a:solidFill>
                <a:latin typeface="Consolas"/>
                <a:ea typeface="Consolas"/>
                <a:cs typeface="Consolas"/>
              </a:defRPr>
            </a:lvl2pPr>
            <a:lvl3pPr algn="l">
              <a:defRPr sz="1725" b="1">
                <a:solidFill>
                  <a:srgbClr val="4D5A68"/>
                </a:solidFill>
                <a:latin typeface="Consolas"/>
                <a:ea typeface="Consolas"/>
                <a:cs typeface="Consolas"/>
              </a:defRPr>
            </a:lvl3pPr>
            <a:lvl4pPr algn="l">
              <a:defRPr sz="1725" b="1">
                <a:solidFill>
                  <a:srgbClr val="4D5A68"/>
                </a:solidFill>
                <a:latin typeface="Consolas"/>
                <a:ea typeface="Consolas"/>
                <a:cs typeface="Consolas"/>
              </a:defRPr>
            </a:lvl4pPr>
            <a:lvl5pPr algn="l">
              <a:defRPr sz="1725" b="1">
                <a:solidFill>
                  <a:srgbClr val="4D5A68"/>
                </a:solidFill>
                <a:latin typeface="Consolas"/>
                <a:ea typeface="Consolas"/>
                <a:cs typeface="Consolas"/>
              </a:defRPr>
            </a:lvl5pPr>
            <a:lvl6pPr algn="l">
              <a:defRPr sz="1725" b="1">
                <a:solidFill>
                  <a:srgbClr val="4D5A68"/>
                </a:solidFill>
                <a:latin typeface="Consolas"/>
                <a:ea typeface="Consolas"/>
                <a:cs typeface="Consolas"/>
              </a:defRPr>
            </a:lvl6pPr>
            <a:lvl7pPr algn="l">
              <a:defRPr sz="1725" b="1">
                <a:solidFill>
                  <a:srgbClr val="4D5A68"/>
                </a:solidFill>
                <a:latin typeface="Consolas"/>
                <a:ea typeface="Consolas"/>
                <a:cs typeface="Consolas"/>
              </a:defRPr>
            </a:lvl7pPr>
            <a:lvl8pPr algn="l">
              <a:defRPr sz="1725" b="1">
                <a:solidFill>
                  <a:srgbClr val="4D5A68"/>
                </a:solidFill>
                <a:latin typeface="Consolas"/>
                <a:ea typeface="Consolas"/>
                <a:cs typeface="Consolas"/>
              </a:defRPr>
            </a:lvl8pPr>
            <a:lvl9pPr algn="l">
              <a:defRPr sz="1725" b="1">
                <a:solidFill>
                  <a:srgbClr val="4D5A68"/>
                </a:solidFill>
                <a:latin typeface="Consolas"/>
                <a:ea typeface="Consolas"/>
                <a:cs typeface="Consolas"/>
              </a:defRPr>
            </a:lvl9pPr>
          </a:lstStyle>
          <a:p xmlns:a="http://schemas.openxmlformats.org/drawingml/2006/main">
            <a:pPr algn="l">
              <a:defRPr sz="1725" b="1">
                <a:solidFill>
                  <a:srgbClr val="4D5A68"/>
                </a:solidFill>
                <a:latin typeface="Consolas"/>
                <a:ea typeface="Consolas"/>
                <a:cs typeface="Consolas"/>
              </a:defRPr>
            </a:pPr>
            <a:r>
              <a:rPr sz="1725" b="1">
                <a:solidFill>
                  <a:srgbClr val="4D5A68"/>
                </a:solidFill>
                <a:latin typeface="Consolas"/>
                <a:ea typeface="Consolas"/>
                <a:cs typeface="Consolas"/>
              </a:rPr>
              <a:t>02</a:t>
            </a:r>
          </a:p>
        </p:txBody>
      </p:sp>
      <p:sp>
        <p:nvSpPr>
          <p:cNvPr id="15" name="평가의 빈틈">
            <a:extLst xmlns:a="http://schemas.openxmlformats.org/drawingml/2006/main">
              <a:ext uri="{FF2B5EF4-FFF2-40B4-BE49-F238E27FC236}">
                <a16:creationId xmlns:a16="http://schemas.microsoft.com/office/drawing/2014/main" id="{56946B23-063C-4484-8E88-01900E744446}"/>
              </a:ext>
            </a:extLst>
          </p:cNvPr>
          <p:cNvSpPr>
            <a:spLocks xmlns:a="http://schemas.openxmlformats.org/drawingml/2006/main" noGrp="1"/>
          </p:cNvSpPr>
          <p:nvPr/>
        </p:nvSpPr>
        <p:spPr>
          <a:xfrm xmlns:a="http://schemas.openxmlformats.org/drawingml/2006/main">
            <a:off x="4419600" y="3181350"/>
            <a:ext cx="335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평가의 빈틈</a:t>
            </a:r>
          </a:p>
        </p:txBody>
      </p:sp>
      <p:sp>
        <p:nvSpPr>
          <p:cNvPr id="16" name="">
            <a:extLst xmlns:a="http://schemas.openxmlformats.org/drawingml/2006/main">
              <a:ext uri="{FF2B5EF4-FFF2-40B4-BE49-F238E27FC236}">
                <a16:creationId xmlns:a16="http://schemas.microsoft.com/office/drawing/2014/main" id="{5B9F6606-F88A-43DB-9416-69C33B520660}"/>
              </a:ext>
            </a:extLst>
          </p:cNvPr>
          <p:cNvSpPr>
            <a:spLocks xmlns:a="http://schemas.openxmlformats.org/drawingml/2006/main" noGrp="1"/>
          </p:cNvSpPr>
          <p:nvPr/>
        </p:nvSpPr>
        <p:spPr>
          <a:xfrm xmlns:a="http://schemas.openxmlformats.org/drawingml/2006/main">
            <a:off x="4419600" y="3743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Prompt만의 효과는&#10;분리하지 못함">
            <a:extLst xmlns:a="http://schemas.openxmlformats.org/drawingml/2006/main">
              <a:ext uri="{FF2B5EF4-FFF2-40B4-BE49-F238E27FC236}">
                <a16:creationId xmlns:a16="http://schemas.microsoft.com/office/drawing/2014/main" id="{C6141A50-060C-498C-B40F-8648D54A637A}"/>
              </a:ext>
            </a:extLst>
          </p:cNvPr>
          <p:cNvSpPr>
            <a:spLocks xmlns:a="http://schemas.openxmlformats.org/drawingml/2006/main" noGrp="1"/>
          </p:cNvSpPr>
          <p:nvPr/>
        </p:nvSpPr>
        <p:spPr>
          <a:xfrm xmlns:a="http://schemas.openxmlformats.org/drawingml/2006/main">
            <a:off x="4419600" y="3981450"/>
            <a:ext cx="335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Prompt만의 효과는</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분리하지 못함</a:t>
            </a:r>
          </a:p>
        </p:txBody>
      </p:sp>
      <p:cxnSp>
        <p:nvCxnSpPr>
          <p:cNvPr id="18" name="">
            <a:extLst xmlns:a="http://schemas.openxmlformats.org/drawingml/2006/main">
              <a:ext uri="{FF2B5EF4-FFF2-40B4-BE49-F238E27FC236}">
                <a16:creationId xmlns:a16="http://schemas.microsoft.com/office/drawing/2014/main" id="{53D54EF1-EF41-493C-956F-C7C662F6E8F5}"/>
              </a:ext>
            </a:extLst>
          </p:cNvPr>
          <p:cNvCxnSpPr/>
          <p:nvPr/>
        </p:nvCxnSpPr>
        <p:spPr>
          <a:xfrm xmlns:a="http://schemas.openxmlformats.org/drawingml/2006/main">
            <a:off x="7848600" y="352425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30FA8931-95E8-4CF4-A159-C1EAFA482431}"/>
              </a:ext>
            </a:extLst>
          </p:cNvPr>
          <p:cNvSpPr>
            <a:spLocks xmlns:a="http://schemas.openxmlformats.org/drawingml/2006/main" noGrp="1"/>
          </p:cNvSpPr>
          <p:nvPr/>
        </p:nvSpPr>
        <p:spPr>
          <a:xfrm xmlns:a="http://schemas.openxmlformats.org/drawingml/2006/main">
            <a:off x="8229600" y="2733675"/>
            <a:ext cx="335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Consolas"/>
                <a:ea typeface="Consolas"/>
                <a:cs typeface="Consolas"/>
              </a:defRPr>
            </a:defPPr>
            <a:lvl1pPr algn="l">
              <a:defRPr sz="1725" b="1">
                <a:solidFill>
                  <a:srgbClr val="4D5A68"/>
                </a:solidFill>
                <a:latin typeface="Consolas"/>
                <a:ea typeface="Consolas"/>
                <a:cs typeface="Consolas"/>
              </a:defRPr>
            </a:lvl1pPr>
            <a:lvl2pPr algn="l">
              <a:defRPr sz="1725" b="1">
                <a:solidFill>
                  <a:srgbClr val="4D5A68"/>
                </a:solidFill>
                <a:latin typeface="Consolas"/>
                <a:ea typeface="Consolas"/>
                <a:cs typeface="Consolas"/>
              </a:defRPr>
            </a:lvl2pPr>
            <a:lvl3pPr algn="l">
              <a:defRPr sz="1725" b="1">
                <a:solidFill>
                  <a:srgbClr val="4D5A68"/>
                </a:solidFill>
                <a:latin typeface="Consolas"/>
                <a:ea typeface="Consolas"/>
                <a:cs typeface="Consolas"/>
              </a:defRPr>
            </a:lvl3pPr>
            <a:lvl4pPr algn="l">
              <a:defRPr sz="1725" b="1">
                <a:solidFill>
                  <a:srgbClr val="4D5A68"/>
                </a:solidFill>
                <a:latin typeface="Consolas"/>
                <a:ea typeface="Consolas"/>
                <a:cs typeface="Consolas"/>
              </a:defRPr>
            </a:lvl4pPr>
            <a:lvl5pPr algn="l">
              <a:defRPr sz="1725" b="1">
                <a:solidFill>
                  <a:srgbClr val="4D5A68"/>
                </a:solidFill>
                <a:latin typeface="Consolas"/>
                <a:ea typeface="Consolas"/>
                <a:cs typeface="Consolas"/>
              </a:defRPr>
            </a:lvl5pPr>
            <a:lvl6pPr algn="l">
              <a:defRPr sz="1725" b="1">
                <a:solidFill>
                  <a:srgbClr val="4D5A68"/>
                </a:solidFill>
                <a:latin typeface="Consolas"/>
                <a:ea typeface="Consolas"/>
                <a:cs typeface="Consolas"/>
              </a:defRPr>
            </a:lvl6pPr>
            <a:lvl7pPr algn="l">
              <a:defRPr sz="1725" b="1">
                <a:solidFill>
                  <a:srgbClr val="4D5A68"/>
                </a:solidFill>
                <a:latin typeface="Consolas"/>
                <a:ea typeface="Consolas"/>
                <a:cs typeface="Consolas"/>
              </a:defRPr>
            </a:lvl7pPr>
            <a:lvl8pPr algn="l">
              <a:defRPr sz="1725" b="1">
                <a:solidFill>
                  <a:srgbClr val="4D5A68"/>
                </a:solidFill>
                <a:latin typeface="Consolas"/>
                <a:ea typeface="Consolas"/>
                <a:cs typeface="Consolas"/>
              </a:defRPr>
            </a:lvl8pPr>
            <a:lvl9pPr algn="l">
              <a:defRPr sz="1725" b="1">
                <a:solidFill>
                  <a:srgbClr val="4D5A68"/>
                </a:solidFill>
                <a:latin typeface="Consolas"/>
                <a:ea typeface="Consolas"/>
                <a:cs typeface="Consolas"/>
              </a:defRPr>
            </a:lvl9pPr>
          </a:lstStyle>
          <a:p xmlns:a="http://schemas.openxmlformats.org/drawingml/2006/main">
            <a:pPr algn="l">
              <a:defRPr sz="1725" b="1">
                <a:solidFill>
                  <a:srgbClr val="4D5A68"/>
                </a:solidFill>
                <a:latin typeface="Consolas"/>
                <a:ea typeface="Consolas"/>
                <a:cs typeface="Consolas"/>
              </a:defRPr>
            </a:pPr>
            <a:r>
              <a:rPr sz="1725" b="1">
                <a:solidFill>
                  <a:srgbClr val="4D5A68"/>
                </a:solidFill>
                <a:latin typeface="Consolas"/>
                <a:ea typeface="Consolas"/>
                <a:cs typeface="Consolas"/>
              </a:rPr>
              <a:t>03</a:t>
            </a:r>
          </a:p>
        </p:txBody>
      </p:sp>
      <p:sp>
        <p:nvSpPr>
          <p:cNvPr id="20" name="후속 질문">
            <a:extLst xmlns:a="http://schemas.openxmlformats.org/drawingml/2006/main">
              <a:ext uri="{FF2B5EF4-FFF2-40B4-BE49-F238E27FC236}">
                <a16:creationId xmlns:a16="http://schemas.microsoft.com/office/drawing/2014/main" id="{1D301401-3812-4448-96B2-1F797C862B8B}"/>
              </a:ext>
            </a:extLst>
          </p:cNvPr>
          <p:cNvSpPr>
            <a:spLocks xmlns:a="http://schemas.openxmlformats.org/drawingml/2006/main" noGrp="1"/>
          </p:cNvSpPr>
          <p:nvPr/>
        </p:nvSpPr>
        <p:spPr>
          <a:xfrm xmlns:a="http://schemas.openxmlformats.org/drawingml/2006/main">
            <a:off x="8229600" y="3181350"/>
            <a:ext cx="335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후속 질문</a:t>
            </a:r>
          </a:p>
        </p:txBody>
      </p:sp>
      <p:sp>
        <p:nvSpPr>
          <p:cNvPr id="21" name="">
            <a:extLst xmlns:a="http://schemas.openxmlformats.org/drawingml/2006/main">
              <a:ext uri="{FF2B5EF4-FFF2-40B4-BE49-F238E27FC236}">
                <a16:creationId xmlns:a16="http://schemas.microsoft.com/office/drawing/2014/main" id="{82933984-AB04-4619-AB65-9E368AD7C9CA}"/>
              </a:ext>
            </a:extLst>
          </p:cNvPr>
          <p:cNvSpPr>
            <a:spLocks xmlns:a="http://schemas.openxmlformats.org/drawingml/2006/main" noGrp="1"/>
          </p:cNvSpPr>
          <p:nvPr/>
        </p:nvSpPr>
        <p:spPr>
          <a:xfrm xmlns:a="http://schemas.openxmlformats.org/drawingml/2006/main">
            <a:off x="8229600" y="3743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결과 확인과 원인 판단을&#10;어떻게 나눠 기록할까?">
            <a:extLst xmlns:a="http://schemas.openxmlformats.org/drawingml/2006/main">
              <a:ext uri="{FF2B5EF4-FFF2-40B4-BE49-F238E27FC236}">
                <a16:creationId xmlns:a16="http://schemas.microsoft.com/office/drawing/2014/main" id="{2CE5A563-3B28-4A86-97F6-9AFB404C3F7F}"/>
              </a:ext>
            </a:extLst>
          </p:cNvPr>
          <p:cNvSpPr>
            <a:spLocks xmlns:a="http://schemas.openxmlformats.org/drawingml/2006/main" noGrp="1"/>
          </p:cNvSpPr>
          <p:nvPr/>
        </p:nvSpPr>
        <p:spPr>
          <a:xfrm xmlns:a="http://schemas.openxmlformats.org/drawingml/2006/main">
            <a:off x="8229600" y="3981450"/>
            <a:ext cx="335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결과 확인과 원인 판단을</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어떻게 나눠 기록할까?</a:t>
            </a:r>
          </a:p>
        </p:txBody>
      </p:sp>
      <p:sp>
        <p:nvSpPr>
          <p:cNvPr id="23" name="같은 사건에서, 이번에는 평가 기준을 바꿀 필요를 살핀다">
            <a:extLst xmlns:a="http://schemas.openxmlformats.org/drawingml/2006/main">
              <a:ext uri="{FF2B5EF4-FFF2-40B4-BE49-F238E27FC236}">
                <a16:creationId xmlns:a16="http://schemas.microsoft.com/office/drawing/2014/main" id="{1F57698E-12EC-474F-AE51-6A1B27BFA224}"/>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사건에서, 이번에는 평가 기준을 바꿀 필요를 살핀다</a:t>
            </a:r>
          </a:p>
        </p:txBody>
      </p:sp>
      <p:sp>
        <p:nvSpPr>
          <p:cNvPr id="24" name="Legacy module connection">
            <a:extLst xmlns:a="http://schemas.openxmlformats.org/drawingml/2006/main">
              <a:ext uri="{FF2B5EF4-FFF2-40B4-BE49-F238E27FC236}">
                <a16:creationId xmlns:a16="http://schemas.microsoft.com/office/drawing/2014/main" id="{96C78CCE-FB62-42BD-8371-2E239C5EB1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41243144"/>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6539C67C-DB08-4C88-A6A4-4D6183F3ED4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37DA541A-9123-4EAA-84AA-733E6791382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C0D31884-0D5B-4FE4-937C-AA36AAB2D8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2F107410-A147-4A17-AEDD-785F386AB1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B417CE1-1552-4E32-B6AE-6F7D94F68E2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8DC8ED4C-4DE4-4103-AB07-6A314D1769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23783D93-ADC9-4996-9DA7-8744C19A36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DD9C90F4-29C2-4E6C-9C9B-3164DB40AF43}"/>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9CF31A6C-15CC-43DF-9988-CD4133B419E4}"/>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DF025CDD-8A8D-43A9-AD66-DDEAF5A6622F}"/>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80A747DF-2DC0-4792-8D4C-D0EB282CC71C}"/>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F2F82289-6F96-4E9E-9279-1C9FD4982DAD}"/>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07E15AA4-389A-4C15-89CD-54F2C0A2205A}"/>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24AA377E-A8E8-48D1-805E-7B96A280773C}"/>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97BD386A-9B48-4F97-927E-1BDCC6958AEE}"/>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60E0BC96-B4B4-4417-B8BA-33EDBB19E336}"/>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6B522B54-51C7-412C-9998-539207A5B7A4}"/>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3B343B02-C13B-4E97-AAAB-FBA89DA47F38}"/>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11F4AEA1-9703-40A7-9722-44387D91D0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05910757"/>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B0DE9128-F284-4F01-9FB4-B512CD66240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8D36351F-873B-41C6-BD7F-F28E0AFD293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6D720E17-76CC-4EBD-BE88-7F0E0873D9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4A90AD53-7ECE-4AEA-A1B7-BFA52629D5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7D01B44-63F7-421E-93CB-41098112988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154DE263-94B2-4115-944B-3F47E69E27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8F4F8898-7CBC-44E7-9F76-BF6B2877BE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5DF201D7-8A9A-4FE4-B831-3B1A61B5D0E2}"/>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FB403C39-F9E6-456F-A771-1CDEB910EDC4}"/>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A0B665A2-EE44-4A7E-80D4-203C0B4C3379}"/>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54CF3F27-8A0E-4E3F-AF2E-DF995A2CAA66}"/>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0E809F2D-F70A-45D4-9786-F9638D292EAE}"/>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7002BA46-CE17-426B-A762-5DACFE74D3CA}"/>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F44E2F5-3EAD-4F2F-B208-450407261765}"/>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39C8D875-6861-4294-A142-0AC0B1333651}"/>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8DC5F6F4-F94E-43A6-B2B4-1B5A4C5E7F28}"/>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CCA78DB9-DAF5-4025-8036-D33ACD15AC9F}"/>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18DCE9C-B2E2-4C6A-8BC0-E5092914B54A}"/>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479144FC-BC2E-40B3-B3C5-4163DA333BF7}"/>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55B210EC-66D4-4060-B198-0EFA04F4666C}"/>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45801A69-4D5D-4C96-8F28-4E8C183C7256}"/>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82B3B23C-C790-41FE-B9C7-67DD92214E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03369519"/>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BE283060-BB4E-470A-AC90-33A1AE3C1E2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7B2A0BB3-3339-4C57-887C-F5CE48F18F8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588D7DC8-761E-4D09-9367-8C38DC9247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656AB7AF-D6EF-4C6F-9FB0-1B283DB026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4B10AD5-36D5-473F-AE64-8419317E119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85FD1EC9-C212-4DD4-B76A-FD5E6977E6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6BF1D55D-A862-42FA-A95A-83247C3821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D3FCD253-1892-4D41-BDD0-3A45392267C6}"/>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6A287AB7-EEC5-4F73-AD8B-804C414B2627}"/>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D02B62BA-917E-4897-813C-FC58CE967F32}"/>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0E9800B3-437C-45B7-9AAB-BE436E018F77}"/>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9BACA311-11BB-4722-92DB-5721C8206A1A}"/>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92E89358-9B13-42DC-AA39-EAFF3A324E4B}"/>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E5FD8CBC-0C7E-4150-8971-FB3D9F652261}"/>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BF1F96B0-D65B-42FE-9CCF-1FC37B608BEF}"/>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962EB41A-EBDC-421B-8D50-8EB68593AAE5}"/>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E6BABE21-A55B-4324-BDD6-793CD2D76D12}"/>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92C78F18-247C-4D63-9A3A-552AC86A1C6A}"/>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5BB67A7D-54E2-4374-8812-BF666A850B1C}"/>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51D15811-0B28-41B0-A83C-57AF41ABF001}"/>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A53D3B0E-C58B-4C56-B861-88FCE71225E7}"/>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DC29D10A-411F-45BB-8F94-EE73FD9EA8DE}"/>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E2E5003B-1EE3-422F-A815-D9089D9D54CC}"/>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F3B1F48E-6771-404A-84CA-A73D22032A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8479708"/>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97844AF7-8DA8-48C5-AF24-4B64C8216F9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2FD0C28E-1F04-4438-B753-BFCA17C17B4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FE776241-5AFE-4960-B7E2-4C81D9C76F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DC1E5FD7-2EB2-4F45-8B0E-BB91477D74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E1793C6-BC39-4DF1-A1E7-FFDA268CE76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27EBE5C0-30E9-4B13-9F19-3CBBBAAFAA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B96DF62F-11ED-42B0-9AFF-CBDBD892D4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159F145F-505B-4F7D-AF75-78A64F99010A}"/>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A4FFE61A-3029-483E-A6DE-27BB62A601F0}"/>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13396B64-CBAF-47FB-81C6-FAF733E96D7A}"/>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4CDDD32E-5E55-431D-838E-D839B8980A74}"/>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1411A709-ACED-421B-B30B-B7CDADDE7313}"/>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453AFB78-B6B2-422B-968B-4FE1E178A6DE}"/>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E93658F8-4FB1-4619-9DBA-251A293FF5CD}"/>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2B59CEF7-17D8-44FB-8BF0-A5B4122DCC08}"/>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B128536F-0987-4D8D-9852-F8A00D34976B}"/>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83E2495B-A536-4CB1-B490-B8BADA932D43}"/>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1C49ABA7-163D-4522-8329-FF0E8E8EA0C2}"/>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7A598592-B880-431C-B874-841837C97F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46647709"/>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F69D85F1-4418-4315-A91A-E0BEA6CD15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57F29FA9-C1EE-4AE2-AC3D-7782ED7AF8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54A7CE86-BD28-4BFA-BD33-54AD2FFB334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345A1BFF-0A48-45C3-B08F-F80E73BA03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9180F252-2EAF-43B8-BCC8-5DF97914DF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8E50EFF8-45B0-4A16-9AB6-E2664D40D2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42111368-651F-48E8-8822-C73CEFEF146F}"/>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35374835-3C1F-4FB7-94F1-BA55D3BF184E}"/>
              </a:ext>
            </a:extLst>
          </p:cNvPr>
          <p:cNvPicPr>
            <a:picLocks xmlns:a="http://schemas.openxmlformats.org/drawingml/2006/main" noChangeAspect="1"/>
          </p:cNvPicPr>
          <p:nvPr/>
        </p:nvPicPr>
        <p:blipFill>
          <a:blip xmlns:r="http://schemas.openxmlformats.org/officeDocument/2006/relationships" xmlns:a="http://schemas.openxmlformats.org/drawingml/2006/main" r:embed="R23e83377825c4c02"/>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2CF7F369-AA6F-47DB-A6E3-C3CB118C9BA3}"/>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681D19D0-98C8-470A-8C74-A512C86BF110}"/>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9B3CB008-AC28-433C-8DA5-93C29797003B}"/>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06B37B4A-FA83-4D11-B057-E431CE490074}"/>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1B10BF68-9BE3-4A99-A47D-091CDA3110C5}"/>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403D6AA5-71D0-4FE3-A784-CBE7B4E88261}"/>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55498B6A-684C-420A-A4E1-41B59F95F957}"/>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76C6C21D-10BC-4D05-8171-8479CDC495D9}"/>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EB0F55CB-743C-43CC-8247-5BB4E5A8344C}"/>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87DCF874-302A-4789-8889-D838F0669C47}"/>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942AC764-EEF4-4C5C-9F18-E76C8A2F47F9}"/>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3A392D72-A93F-432E-A177-492D1759216D}"/>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5C2196B2-59D8-4554-9811-93D813349122}"/>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90C3C92D-B213-40AE-9B80-0E31D5937A69}"/>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2BD304AB-80DA-4541-82EB-3EA9790D13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73158989"/>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AF6F07E7-62CF-4ED1-9DC5-E4550876981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F490A6E8-121C-43B3-8C34-6F1FE0405BC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5900FEC1-65D6-4B89-8EA3-3D4C21564F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E567B082-ABC7-49D1-BB67-AB75B9F2BD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8856C3D4-5E0C-4C15-AA38-EE401DBCCF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ADE6906C-FA5F-494E-8F5E-F921EA0109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B6A72E9F-B78D-4800-82E6-508A1071A7CB}"/>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9CB46127-0400-44A3-AE1F-2A26E7B9CB3D}"/>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C5E88E6F-756B-4A89-80B3-192D20FC9800}"/>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AE7F853B-1655-417C-8FF5-38B84984BBF3}"/>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BE023920-C06F-4A44-A56F-34CCAD988AC9}"/>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52ACFDCA-1F79-46B9-9BA5-BC2434BCE6BE}"/>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DCD2E0A5-1259-4323-A2A8-5F10BDC2D017}"/>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8C81DD9E-C46C-4649-8FEF-A30A13EE44BC}"/>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7563F1AF-774C-4410-A336-665CE00804CC}"/>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0735969C-C91E-4EAD-8DD4-F91CE25846EA}"/>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91DCDF34-AE8A-4C4B-B378-8ABF9F64C797}"/>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09F012FD-012E-4DCF-9A3B-9390F762B4E2}"/>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3D80A5E6-3A28-4CFB-9FE0-4E4EC9AEDED2}"/>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EE40C724-210C-4EF5-8B49-E16AF3DF7803}"/>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5099210C-B98A-435B-8A11-5FFA0266D41A}"/>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562C35E6-C891-4EDB-829C-57BCD5D2EC39}"/>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329F7568-B1C6-4600-B3C7-1645991B6B20}"/>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4583755B-A438-4374-AFF5-C64C1103511F}"/>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B1AD71BC-67BC-4F66-815F-4C946B1ECBB8}"/>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26D92C32-8100-44DD-BB43-173508636B69}"/>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9EEF310A-33F3-446C-B3DA-60701C916D50}"/>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4630023D-7D63-4F74-8B6E-4A84CDE9B944}"/>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45233037-01F6-4BCB-92D9-2B1E183AEDF0}"/>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97948702-BD9E-4B53-A6E4-AE5F102A3DCC}"/>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2540F96A-BD8F-4A30-B649-2DD4102677F4}"/>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68BCB58A-CE1D-442E-A1F6-0DA5628008A6}"/>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5C207B27-A77A-422C-967D-1495C17E2D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731058169"/>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3C04EF6C-F849-4E02-A4E9-1256FCEB22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E67AE380-6E21-4FAC-91CA-C8343C7BFA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C7AA66CA-A9F0-4A60-B287-CCFC4A787D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9AD576C9-C77A-41E3-824A-FE1128CFB5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596B94DD-73F4-4755-AA79-3C634AA1DA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96F030FC-B30F-4C1B-95A2-C5D299D14F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83CC51BB-1088-43BF-99C4-238667EC9D1A}"/>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E26675C5-1281-48A7-8331-D08B2846E1DA}"/>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FF645E04-B3DF-47FA-8750-857075E3E05A}"/>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8AF9AEF3-35E3-4647-A34C-329F8638191C}"/>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B2110B19-9217-40DF-AA28-765D08594879}"/>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86B5D19-C8C2-4CE7-86F9-7C74CC64BA43}"/>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884CFA20-369C-4315-8193-9D1260A8D6FE}"/>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97DACB91-1F53-46B9-AB1F-0CE63FDDCDD9}"/>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40FA3378-8DE7-4F0D-B427-342EA538EA42}"/>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C920BA32-3871-4FF0-994D-E148A85A32C6}"/>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F1507B9-B9C8-439B-9F7F-42824DB5CDDA}"/>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30BB6534-01E1-41CB-A27B-8A2D415E4C68}"/>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4409187A-1E89-4D3D-B375-88B961987BC5}"/>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AD97FF2B-EC52-4F16-AE79-5582DEFD1E03}"/>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66CBEC24-3902-4EBA-BAC4-EF5CBEEDB660}"/>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2C1DEFD2-FC65-4FDE-9C14-0753DB58F35E}"/>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DEB0A659-7028-444A-A563-A196810D788B}"/>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F3764217-CA5A-46A6-A956-642F10467C68}"/>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2DA4427E-6696-442E-9AA6-9A1BC62C7B29}"/>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282C7A6D-8A66-48DA-AAE5-787B1FDB5019}"/>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EBBC6315-5C28-49A7-B9F5-A26B5BC36A87}"/>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F7B9D773-E88E-4A9E-A731-B40D957C9158}"/>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5AE323AF-28FC-47CB-B079-9617FB9C938B}"/>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8FD2860D-8D8F-4CA6-A0B7-979618F59A39}"/>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DA4F8BC5-D228-4753-B996-D96DF5E09349}"/>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A3AC775A-8271-4F02-97F8-58861E257B18}"/>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2409FD7E-C8BA-4A9C-9242-1ADD2AA90430}"/>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A3880706-62AD-4810-944A-6CDCFF85549F}"/>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25619CF1-E0E3-48F2-A503-ADFDDE7CDE81}"/>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F90FCA08-1C4A-469E-B57D-B9F3D02C3BCE}"/>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238CE190-3286-4DCC-92C2-C824F9DD663C}"/>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53A083A2-F05E-4F32-A564-3596B86D2FA6}"/>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9FAA3066-313E-43C4-A508-42104ED04FB3}"/>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9160702B-F31C-4545-900E-9E9DBEE72C39}"/>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1C4EABDB-9616-4BE0-B0B1-D12A563D6A6C}"/>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03BB0852-621D-4B1D-A335-93FD53012C46}"/>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8E28796F-82A3-4E57-B300-4E4775EB0985}"/>
              </a:ext>
            </a:extLst>
          </p:cNvPr>
          <p:cNvPicPr>
            <a:picLocks xmlns:a="http://schemas.openxmlformats.org/drawingml/2006/main" noChangeAspect="1"/>
          </p:cNvPicPr>
          <p:nvPr/>
        </p:nvPicPr>
        <p:blipFill>
          <a:blip xmlns:r="http://schemas.openxmlformats.org/officeDocument/2006/relationships" xmlns:a="http://schemas.openxmlformats.org/drawingml/2006/main" r:embed="R154353f9c30a4636"/>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415DF6B2-F2A4-4320-AC73-FD27A142736F}"/>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8BCCEE22-FF4A-465F-A8C0-4DBFD3508212}"/>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A1076EC0-B2B6-4874-823D-8F3A398B57B1}"/>
              </a:ext>
            </a:extLst>
          </p:cNvPr>
          <p:cNvPicPr>
            <a:picLocks xmlns:a="http://schemas.openxmlformats.org/drawingml/2006/main" noChangeAspect="1"/>
          </p:cNvPicPr>
          <p:nvPr/>
        </p:nvPicPr>
        <p:blipFill>
          <a:blip xmlns:r="http://schemas.openxmlformats.org/officeDocument/2006/relationships" xmlns:a="http://schemas.openxmlformats.org/drawingml/2006/main" r:embed="R3933ab38ba6e4b69"/>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2959CCB2-D622-4412-B67C-4894200BBCA7}"/>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6C0C7E0B-325A-4BBE-A82B-9145AAD4DC6F}"/>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70631719-CF72-4C88-A69B-4B14DAA0FE31}"/>
              </a:ext>
            </a:extLst>
          </p:cNvPr>
          <p:cNvPicPr>
            <a:picLocks xmlns:a="http://schemas.openxmlformats.org/drawingml/2006/main" noChangeAspect="1"/>
          </p:cNvPicPr>
          <p:nvPr/>
        </p:nvPicPr>
        <p:blipFill>
          <a:blip xmlns:r="http://schemas.openxmlformats.org/officeDocument/2006/relationships" xmlns:a="http://schemas.openxmlformats.org/drawingml/2006/main" r:embed="R292dcd8d5e7942b4"/>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012D4920-1C43-47CF-B38C-135889F07D2A}"/>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472A2635-6F75-4F03-8F64-E2D101C78DE9}"/>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9CE4E4DE-50D0-4D8F-9FE8-16E3AEA95A7F}"/>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99DA3F32-5BDA-4DED-A1FC-3051AC921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6284556"/>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A0FB65DE-BF2C-4C5C-A1F5-766956FFC24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D04620FB-4076-4EBF-A450-4032C2F8A18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AB742DC1-3F5F-42F6-8CB5-840A161DA5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5F356FF6-43B7-41AF-B26D-0F816C059D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27F4A611-34D9-4D42-B477-3E67C367D4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F18DDF98-D645-4238-9798-09F10372A8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083D2DBA-347E-4DDC-92E7-D106411FB553}"/>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EA546342-AB43-458F-BC57-F2C6D4F5A615}"/>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B61D47D2-1177-40B0-AC7B-74533F3D362A}"/>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86064406-0D08-40A5-872D-E15F2A14B6A0}"/>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021A617F-EB32-4AC1-A5E4-DB9F5ED5958F}"/>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01764CBA-BABB-4562-9D90-D2653C9C19BF}"/>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76CF58BB-6A17-4807-873D-CA3B2A05037E}"/>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55B67AA6-B8A6-4FEF-BCBD-349B3765ABAA}"/>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D775871A-FF2A-41A3-92B8-1EA2206E04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583709081"/>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E4D6E976-FD62-4391-835A-8B4D65A0411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366504D7-EBB6-4CA9-B4BE-FD7EAF7C011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AD6C0428-3496-4819-99B7-849833DC57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45EA2163-EDC7-42D0-8C75-5A0E320233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8F06A082-523F-489A-84F8-EBCEB6B622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DF2B30AF-6512-464C-B93A-EDECC85BB8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892939C7-FE70-4FEA-982B-FD1219DFBCDD}"/>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F8246EE0-ED80-4F82-B6C2-4DD111847E2C}"/>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D6361CA9-40C3-4F3C-98FF-32CAC9B4B699}"/>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07DFAF90-DEAC-49CE-9FA4-F68ECDA045D9}"/>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D82BE754-427E-4100-B8DA-67E2FB42FF32}"/>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E714379A-BB7C-4752-B006-F2CA86FAD457}"/>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1BDB60D4-0290-408F-8901-F1585831F920}"/>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88F0EACE-0544-48D4-AB51-611C68991DBB}"/>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E474C81D-2B3D-4843-80D8-A6820566BFBA}"/>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E4F7CF26-A883-4351-A795-05E62AC83129}"/>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47A7891E-97B4-4CD7-81D0-0C7758BA1AC9}"/>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31F080E6-F194-4181-9C1C-8F7D284C308F}"/>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32CA816A-3533-4BDE-85BD-4CE9BECC6BFE}"/>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C2CAFD55-00CC-4630-A967-311D6FD23AF7}"/>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7B93DD45-C0D7-456E-B1E8-B70E20D9E522}"/>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48DEBA31-1563-42D4-8A41-2091F7D7E5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839277707"/>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51CFD618-B120-45DD-86FC-CFE026ADDC5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7888ACAA-1EAE-4C0B-91AB-12745DD8A7D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D2B0D443-9F68-4835-8B87-ADADF6924BA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B91F2C10-88B3-4842-B69B-2950EB9F93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7760F0B0-2469-4585-8EFC-2884A77AE5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739A517B-651B-44D8-94A4-95CD9F327F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D85BDC1D-D127-4FC2-A74F-C1878D86BAA0}"/>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2606247B-BCB2-49FA-B118-6BE3E0293FC5}"/>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DB69A7C3-6B68-4D26-8412-FF2F888A9F92}"/>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9F9B570F-0DDF-4689-B5D9-CBA063ED362A}"/>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86CDD720-4049-4A38-B8ED-F2C20C93E813}"/>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574059F2-AE7B-41D2-9A9F-5600618D9812}"/>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EEBCD49F-8C6D-48B5-A8B7-9393345FA998}"/>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A260643C-3311-4EB9-B003-756C45BF171F}"/>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4F4F9B91-E23C-4B8E-B28B-A426BC4248F8}"/>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4C95CE74-259A-40C7-B5C9-D3ACBACCEA57}"/>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56879837-462D-4F12-A574-ADBD8122AD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17636111"/>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3D1FF8E1-F2E8-4557-8A53-12ACD50AC56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471B5282-5ACA-4E1C-84A7-78035D47BF0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41BA8B13-950A-4DE8-AA7D-C24558C270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E9C455AE-EB93-4649-A528-BA21BD5C03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1C84BBC8-EC41-4CCF-9308-98DACE7ABF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C37E81BE-17EF-4ABB-AB02-18FD538A7B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61DC3A1F-D8A3-444D-8B2D-3C152194BC47}"/>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8003FE13-367B-47D1-A305-BD8E1A59563B}"/>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B5DD36E-6CA2-4DFC-AB40-75108019650C}"/>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0DC71E50-F9EB-4FF2-B079-601CCCA916B1}"/>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62D483C3-D650-4C5A-A504-E3DDCA50D7F4}"/>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AEBA1A9D-BDFF-4F10-9310-C8371689C6F1}"/>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37EF6EFB-693A-4090-9B9D-70503B01B87B}"/>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EB18C72C-1F71-47A3-BDAB-066C367520FF}"/>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327B3DE4-BA16-458C-9A34-6DC0D5FE6375}"/>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41F04306-93F8-4FA7-A8BE-FF4A4B5B20F4}"/>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E1BA78E8-C55F-4F96-A4F9-AB36BC81C5DC}"/>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6375F306-75A5-403A-9766-EB5124CE7243}"/>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3FEB1CC-C4AA-40F6-80B2-AC2E5713C144}"/>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F431130-EE78-467B-8F2F-2B37322F4FFC}"/>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EED065BA-B608-4B0A-B42A-6D023255E276}"/>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B428E647-078D-4C9C-9D8D-7AD8103DA6FF}"/>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401F4113-A23D-4E3E-82AE-E94020E61343}"/>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F2C73CD-EB3C-4148-96A1-F3A98685A9EC}"/>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53D9AAAB-D68D-48B3-BA2D-4ED6743072E4}"/>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ED94E678-06CA-4B0F-8612-B9A1CDF0C5FF}"/>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E6E7EE39-A4F2-49B7-9D0A-DA764BB3B0AF}"/>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8BD0243C-2FC7-4239-A138-8D39C0E4957E}"/>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1D848980-1A9E-46B3-8C82-51D66324401F}"/>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53651E82-54B4-40BF-8D0B-4650A869CC0C}"/>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438A3567-6570-4ED7-A311-2F8DC9EF776A}"/>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E9999189-26F0-4664-ABC6-167C9F9D5B67}"/>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018AC1A4-5057-43AB-8C64-B232C44F0E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52264251"/>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5B6C984A-05E3-41C8-A41F-6D14573C907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C52E3111-0EE5-4E18-A508-E96C5915729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92964C54-21D4-4E5A-857A-E9E8E2A19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CC7A9E57-8668-4680-B8A4-515C3CF8FF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21857F36-52C3-4A0F-9704-7D31FE1F20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48B5BDC8-B0D4-47F4-8522-F917FBB9AC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A82AE0D7-FDE5-478C-94FF-817347E0E29C}"/>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7F9CF956-DFC8-4642-AF0C-E24F4F840EFC}"/>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E67D8CF8-F0B5-451F-B20D-C6261DABA747}"/>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18773BC4-0024-40FE-89A0-3B502AF226D7}"/>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71FDC7AC-EFE0-4A47-997D-EEA3E72FE18E}"/>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ECE1EA6F-05DE-402F-8274-C3C0DCC3A727}"/>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99801136-B0D5-4478-BC21-54C54126C451}"/>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8D2762EC-32F2-49D6-94B4-49DC73686725}"/>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E8D3A786-8B76-4884-BDD2-7A56E7EC5BC3}"/>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B7551DB4-141A-4A0D-8876-BAC4E8ADC0D6}"/>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3FEC7050-5096-4CD5-9304-989A6CA796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43127781"/>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3F6C0677-2C4C-43A2-9B34-24E1C3D98C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0EDEB8B2-7B14-4F6D-A2EF-FC27FBC7A6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C695D2B2-2EC3-4B15-88D8-85089E9BBD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B9DF5387-8CF0-4D77-805D-63DFF9EFB9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CEAA4F40-80FD-47F7-A627-1FCE06E275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0411B7DC-08BE-4EAE-A6FE-043257C5C1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EE5CA7F8-D371-47E6-8AE5-FCF06BD71F32}"/>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A3CA82C6-0A4F-497A-824E-C4848621496B}"/>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354AA761-8B6F-4A4D-9317-FD130904F92E}"/>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EE9003B8-0BB9-401F-99F3-F86CDADE25F0}"/>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E50EE6AD-A891-4155-921E-599DB047D1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3266097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2026-10-24T07:30:34.4420000Z</dcterms:created>
  <dcterms:modified xsi:type="dcterms:W3CDTF">2026-10-24T07:30:34.4420000Z</dcterms:modified>
</coreProperties>
</file>