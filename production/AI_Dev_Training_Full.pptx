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1.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0d1a25d709749a3" /><Relationship Type="http://schemas.openxmlformats.org/officeDocument/2006/relationships/extended-properties" Target="/docProps/app.xml" Id="R80de98aa058b4c69" /><Relationship Type="http://schemas.openxmlformats.org/officeDocument/2006/relationships/officeDocument" Target="/ppt/presentation.xml" Id="R0e52be0ecb654085" /></Relationships>
</file>

<file path=ppt/presentation.xml><?xml version="1.0" encoding="utf-8"?>
<p:presentation xmlns:p="http://schemas.openxmlformats.org/presentationml/2006/main">
  <p:sldMasterIdLst>
    <p:sldMasterId xmlns:r="http://schemas.openxmlformats.org/officeDocument/2006/relationships" id="2147483648" r:id="R1f6e74b6323f43a6"/>
  </p:sldMasterIdLst>
  <p:notesMasterIdLst>
    <p:notesMasterId xmlns:r="http://schemas.openxmlformats.org/officeDocument/2006/relationships" r:id="R40064d6bca7f4a6f"/>
  </p:notesMasterIdLst>
  <p:sldIdLst>
    <p:sldId xmlns:r="http://schemas.openxmlformats.org/officeDocument/2006/relationships" id="256" r:id="R3c22a3ad1c074983"/>
    <p:sldId xmlns:r="http://schemas.openxmlformats.org/officeDocument/2006/relationships" id="257" r:id="R6c43603e8cd64a4a"/>
    <p:sldId xmlns:r="http://schemas.openxmlformats.org/officeDocument/2006/relationships" id="258" r:id="R263979c514664f62"/>
    <p:sldId xmlns:r="http://schemas.openxmlformats.org/officeDocument/2006/relationships" id="259" r:id="R5644687fb1ad49ba"/>
    <p:sldId xmlns:r="http://schemas.openxmlformats.org/officeDocument/2006/relationships" id="260" r:id="Ra616dd3e9bc94f59"/>
    <p:sldId xmlns:r="http://schemas.openxmlformats.org/officeDocument/2006/relationships" id="261" r:id="R24b1292ee3c44ff4"/>
    <p:sldId xmlns:r="http://schemas.openxmlformats.org/officeDocument/2006/relationships" id="262" r:id="R74a44a410a5a42fc"/>
    <p:sldId xmlns:r="http://schemas.openxmlformats.org/officeDocument/2006/relationships" id="263" r:id="R2823ffe73ea2463c"/>
    <p:sldId xmlns:r="http://schemas.openxmlformats.org/officeDocument/2006/relationships" id="264" r:id="R289d3e2f583a42ae"/>
    <p:sldId xmlns:r="http://schemas.openxmlformats.org/officeDocument/2006/relationships" id="265" r:id="Ra53f063b0af14b18"/>
    <p:sldId xmlns:r="http://schemas.openxmlformats.org/officeDocument/2006/relationships" id="266" r:id="Rd9767123164641de"/>
    <p:sldId xmlns:r="http://schemas.openxmlformats.org/officeDocument/2006/relationships" id="267" r:id="R808868e2eb43463d"/>
    <p:sldId xmlns:r="http://schemas.openxmlformats.org/officeDocument/2006/relationships" id="268" r:id="R0b8ce02495304e04"/>
    <p:sldId xmlns:r="http://schemas.openxmlformats.org/officeDocument/2006/relationships" id="269" r:id="R9af24af224494563"/>
    <p:sldId xmlns:r="http://schemas.openxmlformats.org/officeDocument/2006/relationships" id="270" r:id="Rb6c9a9bfa87444dd"/>
    <p:sldId xmlns:r="http://schemas.openxmlformats.org/officeDocument/2006/relationships" id="271" r:id="R56fb8ae00b964536"/>
    <p:sldId xmlns:r="http://schemas.openxmlformats.org/officeDocument/2006/relationships" id="272" r:id="R33e06e14a9444407"/>
    <p:sldId xmlns:r="http://schemas.openxmlformats.org/officeDocument/2006/relationships" id="273" r:id="Ree074f8367714a64"/>
    <p:sldId xmlns:r="http://schemas.openxmlformats.org/officeDocument/2006/relationships" id="274" r:id="Rcb820162a5934a51"/>
    <p:sldId xmlns:r="http://schemas.openxmlformats.org/officeDocument/2006/relationships" id="275" r:id="Refc22cf7c03a401a"/>
    <p:sldId xmlns:r="http://schemas.openxmlformats.org/officeDocument/2006/relationships" id="276" r:id="R80e98c027acb4956"/>
    <p:sldId xmlns:r="http://schemas.openxmlformats.org/officeDocument/2006/relationships" id="277" r:id="Rada3a4401d484cbc"/>
    <p:sldId xmlns:r="http://schemas.openxmlformats.org/officeDocument/2006/relationships" id="278" r:id="R05980dea4e2b4131"/>
    <p:sldId xmlns:r="http://schemas.openxmlformats.org/officeDocument/2006/relationships" id="279" r:id="Ra834c2d542874bbf"/>
    <p:sldId xmlns:r="http://schemas.openxmlformats.org/officeDocument/2006/relationships" id="280" r:id="Rf416cf7c99794e53"/>
    <p:sldId xmlns:r="http://schemas.openxmlformats.org/officeDocument/2006/relationships" id="281" r:id="Rfe4835c597ab4ca4"/>
    <p:sldId xmlns:r="http://schemas.openxmlformats.org/officeDocument/2006/relationships" id="282" r:id="R6ae9be95fe284d1c"/>
    <p:sldId xmlns:r="http://schemas.openxmlformats.org/officeDocument/2006/relationships" id="283" r:id="R0ddfc0870bba4639"/>
    <p:sldId xmlns:r="http://schemas.openxmlformats.org/officeDocument/2006/relationships" id="284" r:id="R6064ca4f2b9a4f06"/>
    <p:sldId xmlns:r="http://schemas.openxmlformats.org/officeDocument/2006/relationships" id="285" r:id="R2943df1f299e45e6"/>
    <p:sldId xmlns:r="http://schemas.openxmlformats.org/officeDocument/2006/relationships" id="286" r:id="R6d04b12ac9f840f8"/>
    <p:sldId xmlns:r="http://schemas.openxmlformats.org/officeDocument/2006/relationships" id="287" r:id="R02a7f7fbb7c14964"/>
    <p:sldId xmlns:r="http://schemas.openxmlformats.org/officeDocument/2006/relationships" id="288" r:id="Rf2bb991ff52d4bec"/>
    <p:sldId xmlns:r="http://schemas.openxmlformats.org/officeDocument/2006/relationships" id="289" r:id="R01e91c527ba8488a"/>
    <p:sldId xmlns:r="http://schemas.openxmlformats.org/officeDocument/2006/relationships" id="290" r:id="R6932279a958b4795"/>
    <p:sldId xmlns:r="http://schemas.openxmlformats.org/officeDocument/2006/relationships" id="291" r:id="Rb4d95cf75482445f"/>
    <p:sldId xmlns:r="http://schemas.openxmlformats.org/officeDocument/2006/relationships" id="292" r:id="R293e89b84a4f4313"/>
    <p:sldId xmlns:r="http://schemas.openxmlformats.org/officeDocument/2006/relationships" id="293" r:id="Rffb6082665a14b1e"/>
    <p:sldId xmlns:r="http://schemas.openxmlformats.org/officeDocument/2006/relationships" id="294" r:id="R520b39aa85054568"/>
    <p:sldId xmlns:r="http://schemas.openxmlformats.org/officeDocument/2006/relationships" id="295" r:id="R65567f322b484f42"/>
    <p:sldId xmlns:r="http://schemas.openxmlformats.org/officeDocument/2006/relationships" id="296" r:id="R1bb65d141fea4b83"/>
    <p:sldId xmlns:r="http://schemas.openxmlformats.org/officeDocument/2006/relationships" id="297" r:id="Rcc62381578904122"/>
    <p:sldId xmlns:r="http://schemas.openxmlformats.org/officeDocument/2006/relationships" id="298" r:id="Rf051e71f29114998"/>
    <p:sldId xmlns:r="http://schemas.openxmlformats.org/officeDocument/2006/relationships" id="299" r:id="R54c17478bb224ab4"/>
    <p:sldId xmlns:r="http://schemas.openxmlformats.org/officeDocument/2006/relationships" id="300" r:id="Rc5081e001da7420e"/>
    <p:sldId xmlns:r="http://schemas.openxmlformats.org/officeDocument/2006/relationships" id="301" r:id="R930d0305b6914b05"/>
    <p:sldId xmlns:r="http://schemas.openxmlformats.org/officeDocument/2006/relationships" id="302" r:id="R2a7ca3c615f64087"/>
    <p:sldId xmlns:r="http://schemas.openxmlformats.org/officeDocument/2006/relationships" id="303" r:id="R1f7e95b66f6d445d"/>
    <p:sldId xmlns:r="http://schemas.openxmlformats.org/officeDocument/2006/relationships" id="304" r:id="Rb3bce838a9bd40f5"/>
    <p:sldId xmlns:r="http://schemas.openxmlformats.org/officeDocument/2006/relationships" id="305" r:id="R9561ce42edde4ef8"/>
    <p:sldId xmlns:r="http://schemas.openxmlformats.org/officeDocument/2006/relationships" id="306" r:id="R2691b988631a4f5c"/>
    <p:sldId xmlns:r="http://schemas.openxmlformats.org/officeDocument/2006/relationships" id="307" r:id="Rc211075140094f2d"/>
    <p:sldId xmlns:r="http://schemas.openxmlformats.org/officeDocument/2006/relationships" id="308" r:id="Rdc92ad1aed3c4914"/>
    <p:sldId xmlns:r="http://schemas.openxmlformats.org/officeDocument/2006/relationships" id="309" r:id="R738ba6d955784ee0"/>
    <p:sldId xmlns:r="http://schemas.openxmlformats.org/officeDocument/2006/relationships" id="310" r:id="Rde104a59ea0545fe"/>
    <p:sldId xmlns:r="http://schemas.openxmlformats.org/officeDocument/2006/relationships" id="311" r:id="R75a571df8e484518"/>
    <p:sldId xmlns:r="http://schemas.openxmlformats.org/officeDocument/2006/relationships" id="312" r:id="Raf062fd12700463c"/>
    <p:sldId xmlns:r="http://schemas.openxmlformats.org/officeDocument/2006/relationships" id="313" r:id="R053329c0426d470f"/>
    <p:sldId xmlns:r="http://schemas.openxmlformats.org/officeDocument/2006/relationships" id="314" r:id="R262fe749fbdd42ee"/>
    <p:sldId xmlns:r="http://schemas.openxmlformats.org/officeDocument/2006/relationships" id="315" r:id="R11a6791835004d42"/>
    <p:sldId xmlns:r="http://schemas.openxmlformats.org/officeDocument/2006/relationships" id="316" r:id="Rca3c0bff66f04d82"/>
    <p:sldId xmlns:r="http://schemas.openxmlformats.org/officeDocument/2006/relationships" id="317" r:id="R6bbc7292ef9844d6"/>
    <p:sldId xmlns:r="http://schemas.openxmlformats.org/officeDocument/2006/relationships" id="318" r:id="R4e5651d58fed4908"/>
    <p:sldId xmlns:r="http://schemas.openxmlformats.org/officeDocument/2006/relationships" id="319" r:id="R0b9a534b5d094713"/>
    <p:sldId xmlns:r="http://schemas.openxmlformats.org/officeDocument/2006/relationships" id="320" r:id="Ra97127b8e5324734"/>
    <p:sldId xmlns:r="http://schemas.openxmlformats.org/officeDocument/2006/relationships" id="321" r:id="R034ac0f69c7c49d2"/>
    <p:sldId xmlns:r="http://schemas.openxmlformats.org/officeDocument/2006/relationships" id="322" r:id="R02d7b3caf7d94c1e"/>
    <p:sldId xmlns:r="http://schemas.openxmlformats.org/officeDocument/2006/relationships" id="323" r:id="Re354a82140964e46"/>
    <p:sldId xmlns:r="http://schemas.openxmlformats.org/officeDocument/2006/relationships" id="324" r:id="R84916597d35e4060"/>
    <p:sldId xmlns:r="http://schemas.openxmlformats.org/officeDocument/2006/relationships" id="325" r:id="R8f77d576132449bf"/>
    <p:sldId xmlns:r="http://schemas.openxmlformats.org/officeDocument/2006/relationships" id="326" r:id="Rb73df638f90540e0"/>
    <p:sldId xmlns:r="http://schemas.openxmlformats.org/officeDocument/2006/relationships" id="327" r:id="R9edbc57881224428"/>
    <p:sldId xmlns:r="http://schemas.openxmlformats.org/officeDocument/2006/relationships" id="328" r:id="Rc2e5c8e43c814519"/>
    <p:sldId xmlns:r="http://schemas.openxmlformats.org/officeDocument/2006/relationships" id="329" r:id="R74f783434b0f4bb6"/>
    <p:sldId xmlns:r="http://schemas.openxmlformats.org/officeDocument/2006/relationships" id="330" r:id="Rec89ad9266d845ad"/>
    <p:sldId xmlns:r="http://schemas.openxmlformats.org/officeDocument/2006/relationships" id="331" r:id="Rf70715359d544774"/>
    <p:sldId xmlns:r="http://schemas.openxmlformats.org/officeDocument/2006/relationships" id="332" r:id="Re48737d6cf134c08"/>
    <p:sldId xmlns:r="http://schemas.openxmlformats.org/officeDocument/2006/relationships" id="333" r:id="R7717d35653a64e80"/>
    <p:sldId xmlns:r="http://schemas.openxmlformats.org/officeDocument/2006/relationships" id="334" r:id="Ree94f345caeb4c12"/>
    <p:sldId xmlns:r="http://schemas.openxmlformats.org/officeDocument/2006/relationships" id="335" r:id="Reb48c813da904a0f"/>
    <p:sldId xmlns:r="http://schemas.openxmlformats.org/officeDocument/2006/relationships" id="336" r:id="Rebcd9af8e70b49c1"/>
    <p:sldId xmlns:r="http://schemas.openxmlformats.org/officeDocument/2006/relationships" id="337" r:id="R278d5992a71741e6"/>
    <p:sldId xmlns:r="http://schemas.openxmlformats.org/officeDocument/2006/relationships" id="338" r:id="Rd77024c8627d432e"/>
    <p:sldId xmlns:r="http://schemas.openxmlformats.org/officeDocument/2006/relationships" id="339" r:id="R6b0dd6aaeb5f4b37"/>
    <p:sldId xmlns:r="http://schemas.openxmlformats.org/officeDocument/2006/relationships" id="340" r:id="R680932201c174520"/>
    <p:sldId xmlns:r="http://schemas.openxmlformats.org/officeDocument/2006/relationships" id="341" r:id="Re124b527da5b42f2"/>
    <p:sldId xmlns:r="http://schemas.openxmlformats.org/officeDocument/2006/relationships" id="342" r:id="Ra294e4f0590b4a27"/>
    <p:sldId xmlns:r="http://schemas.openxmlformats.org/officeDocument/2006/relationships" id="343" r:id="R0fa2032c16334636"/>
    <p:sldId xmlns:r="http://schemas.openxmlformats.org/officeDocument/2006/relationships" id="344" r:id="R2bad7cb7ac4649c8"/>
    <p:sldId xmlns:r="http://schemas.openxmlformats.org/officeDocument/2006/relationships" id="345" r:id="R7378593fc6f2413f"/>
    <p:sldId xmlns:r="http://schemas.openxmlformats.org/officeDocument/2006/relationships" id="346" r:id="Raf756a5b367f46c5"/>
    <p:sldId xmlns:r="http://schemas.openxmlformats.org/officeDocument/2006/relationships" id="347" r:id="R43311bdb5b2c451e"/>
    <p:sldId xmlns:r="http://schemas.openxmlformats.org/officeDocument/2006/relationships" id="348" r:id="R8ea99c27e5654fb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1ee56d34d88461e" /><Relationship Type="http://schemas.openxmlformats.org/officeDocument/2006/relationships/slideMaster" Target="/ppt/slideMasters/slideMaster1.xml" Id="R1f6e74b6323f43a6" /><Relationship Type="http://schemas.openxmlformats.org/officeDocument/2006/relationships/notesMaster" Target="/ppt/notesMasters/notesMaster1.xml" Id="R40064d6bca7f4a6f" /><Relationship Type="http://schemas.openxmlformats.org/officeDocument/2006/relationships/presProps" Target="/ppt/presProps.xml" Id="Rb28d5b19fe3c484a" /><Relationship Type="http://schemas.openxmlformats.org/officeDocument/2006/relationships/tableStyles" Target="/ppt/tableStyles.xml" Id="R3412484160de47f5" /><Relationship Type="http://schemas.openxmlformats.org/officeDocument/2006/relationships/slide" Target="/ppt/slides/slide1.xml" Id="R3c22a3ad1c074983" /><Relationship Type="http://schemas.openxmlformats.org/officeDocument/2006/relationships/slide" Target="/ppt/slides/slide2.xml" Id="R6c43603e8cd64a4a" /><Relationship Type="http://schemas.openxmlformats.org/officeDocument/2006/relationships/slide" Target="/ppt/slides/slide3.xml" Id="R263979c514664f62" /><Relationship Type="http://schemas.openxmlformats.org/officeDocument/2006/relationships/slide" Target="/ppt/slides/slide4.xml" Id="R5644687fb1ad49ba" /><Relationship Type="http://schemas.openxmlformats.org/officeDocument/2006/relationships/slide" Target="/ppt/slides/slide5.xml" Id="Ra616dd3e9bc94f59" /><Relationship Type="http://schemas.openxmlformats.org/officeDocument/2006/relationships/slide" Target="/ppt/slides/slide6.xml" Id="R24b1292ee3c44ff4" /><Relationship Type="http://schemas.openxmlformats.org/officeDocument/2006/relationships/slide" Target="/ppt/slides/slide7.xml" Id="R74a44a410a5a42fc" /><Relationship Type="http://schemas.openxmlformats.org/officeDocument/2006/relationships/slide" Target="/ppt/slides/slide8.xml" Id="R2823ffe73ea2463c" /><Relationship Type="http://schemas.openxmlformats.org/officeDocument/2006/relationships/slide" Target="/ppt/slides/slide9.xml" Id="R289d3e2f583a42ae" /><Relationship Type="http://schemas.openxmlformats.org/officeDocument/2006/relationships/slide" Target="/ppt/slides/slide10.xml" Id="Ra53f063b0af14b18" /><Relationship Type="http://schemas.openxmlformats.org/officeDocument/2006/relationships/slide" Target="/ppt/slides/slide11.xml" Id="Rd9767123164641de" /><Relationship Type="http://schemas.openxmlformats.org/officeDocument/2006/relationships/slide" Target="/ppt/slides/slide12.xml" Id="R808868e2eb43463d" /><Relationship Type="http://schemas.openxmlformats.org/officeDocument/2006/relationships/slide" Target="/ppt/slides/slide13.xml" Id="R0b8ce02495304e04" /><Relationship Type="http://schemas.openxmlformats.org/officeDocument/2006/relationships/slide" Target="/ppt/slides/slide14.xml" Id="R9af24af224494563" /><Relationship Type="http://schemas.openxmlformats.org/officeDocument/2006/relationships/slide" Target="/ppt/slides/slide15.xml" Id="Rb6c9a9bfa87444dd" /><Relationship Type="http://schemas.openxmlformats.org/officeDocument/2006/relationships/slide" Target="/ppt/slides/slide16.xml" Id="R56fb8ae00b964536" /><Relationship Type="http://schemas.openxmlformats.org/officeDocument/2006/relationships/slide" Target="/ppt/slides/slide17.xml" Id="R33e06e14a9444407" /><Relationship Type="http://schemas.openxmlformats.org/officeDocument/2006/relationships/slide" Target="/ppt/slides/slide18.xml" Id="Ree074f8367714a64" /><Relationship Type="http://schemas.openxmlformats.org/officeDocument/2006/relationships/slide" Target="/ppt/slides/slide19.xml" Id="Rcb820162a5934a51" /><Relationship Type="http://schemas.openxmlformats.org/officeDocument/2006/relationships/slide" Target="/ppt/slides/slide20.xml" Id="Refc22cf7c03a401a" /><Relationship Type="http://schemas.openxmlformats.org/officeDocument/2006/relationships/slide" Target="/ppt/slides/slide21.xml" Id="R80e98c027acb4956" /><Relationship Type="http://schemas.openxmlformats.org/officeDocument/2006/relationships/slide" Target="/ppt/slides/slide22.xml" Id="Rada3a4401d484cbc" /><Relationship Type="http://schemas.openxmlformats.org/officeDocument/2006/relationships/slide" Target="/ppt/slides/slide23.xml" Id="R05980dea4e2b4131" /><Relationship Type="http://schemas.openxmlformats.org/officeDocument/2006/relationships/slide" Target="/ppt/slides/slide24.xml" Id="Ra834c2d542874bbf" /><Relationship Type="http://schemas.openxmlformats.org/officeDocument/2006/relationships/slide" Target="/ppt/slides/slide25.xml" Id="Rf416cf7c99794e53" /><Relationship Type="http://schemas.openxmlformats.org/officeDocument/2006/relationships/slide" Target="/ppt/slides/slide26.xml" Id="Rfe4835c597ab4ca4" /><Relationship Type="http://schemas.openxmlformats.org/officeDocument/2006/relationships/slide" Target="/ppt/slides/slide27.xml" Id="R6ae9be95fe284d1c" /><Relationship Type="http://schemas.openxmlformats.org/officeDocument/2006/relationships/slide" Target="/ppt/slides/slide28.xml" Id="R0ddfc0870bba4639" /><Relationship Type="http://schemas.openxmlformats.org/officeDocument/2006/relationships/slide" Target="/ppt/slides/slide29.xml" Id="R6064ca4f2b9a4f06" /><Relationship Type="http://schemas.openxmlformats.org/officeDocument/2006/relationships/slide" Target="/ppt/slides/slide30.xml" Id="R2943df1f299e45e6" /><Relationship Type="http://schemas.openxmlformats.org/officeDocument/2006/relationships/slide" Target="/ppt/slides/slide31.xml" Id="R6d04b12ac9f840f8" /><Relationship Type="http://schemas.openxmlformats.org/officeDocument/2006/relationships/slide" Target="/ppt/slides/slide32.xml" Id="R02a7f7fbb7c14964" /><Relationship Type="http://schemas.openxmlformats.org/officeDocument/2006/relationships/slide" Target="/ppt/slides/slide33.xml" Id="Rf2bb991ff52d4bec" /><Relationship Type="http://schemas.openxmlformats.org/officeDocument/2006/relationships/slide" Target="/ppt/slides/slide34.xml" Id="R01e91c527ba8488a" /><Relationship Type="http://schemas.openxmlformats.org/officeDocument/2006/relationships/slide" Target="/ppt/slides/slide35.xml" Id="R6932279a958b4795" /><Relationship Type="http://schemas.openxmlformats.org/officeDocument/2006/relationships/slide" Target="/ppt/slides/slide36.xml" Id="Rb4d95cf75482445f" /><Relationship Type="http://schemas.openxmlformats.org/officeDocument/2006/relationships/slide" Target="/ppt/slides/slide37.xml" Id="R293e89b84a4f4313" /><Relationship Type="http://schemas.openxmlformats.org/officeDocument/2006/relationships/slide" Target="/ppt/slides/slide38.xml" Id="Rffb6082665a14b1e" /><Relationship Type="http://schemas.openxmlformats.org/officeDocument/2006/relationships/slide" Target="/ppt/slides/slide39.xml" Id="R520b39aa85054568" /><Relationship Type="http://schemas.openxmlformats.org/officeDocument/2006/relationships/slide" Target="/ppt/slides/slide40.xml" Id="R65567f322b484f42" /><Relationship Type="http://schemas.openxmlformats.org/officeDocument/2006/relationships/slide" Target="/ppt/slides/slide41.xml" Id="R1bb65d141fea4b83" /><Relationship Type="http://schemas.openxmlformats.org/officeDocument/2006/relationships/slide" Target="/ppt/slides/slide42.xml" Id="Rcc62381578904122" /><Relationship Type="http://schemas.openxmlformats.org/officeDocument/2006/relationships/slide" Target="/ppt/slides/slide43.xml" Id="Rf051e71f29114998" /><Relationship Type="http://schemas.openxmlformats.org/officeDocument/2006/relationships/slide" Target="/ppt/slides/slide44.xml" Id="R54c17478bb224ab4" /><Relationship Type="http://schemas.openxmlformats.org/officeDocument/2006/relationships/slide" Target="/ppt/slides/slide45.xml" Id="Rc5081e001da7420e" /><Relationship Type="http://schemas.openxmlformats.org/officeDocument/2006/relationships/slide" Target="/ppt/slides/slide46.xml" Id="R930d0305b6914b05" /><Relationship Type="http://schemas.openxmlformats.org/officeDocument/2006/relationships/slide" Target="/ppt/slides/slide47.xml" Id="R2a7ca3c615f64087" /><Relationship Type="http://schemas.openxmlformats.org/officeDocument/2006/relationships/slide" Target="/ppt/slides/slide48.xml" Id="R1f7e95b66f6d445d" /><Relationship Type="http://schemas.openxmlformats.org/officeDocument/2006/relationships/slide" Target="/ppt/slides/slide49.xml" Id="Rb3bce838a9bd40f5" /><Relationship Type="http://schemas.openxmlformats.org/officeDocument/2006/relationships/slide" Target="/ppt/slides/slide50.xml" Id="R9561ce42edde4ef8" /><Relationship Type="http://schemas.openxmlformats.org/officeDocument/2006/relationships/slide" Target="/ppt/slides/slide51.xml" Id="R2691b988631a4f5c" /><Relationship Type="http://schemas.openxmlformats.org/officeDocument/2006/relationships/slide" Target="/ppt/slides/slide52.xml" Id="Rc211075140094f2d" /><Relationship Type="http://schemas.openxmlformats.org/officeDocument/2006/relationships/slide" Target="/ppt/slides/slide53.xml" Id="Rdc92ad1aed3c4914" /><Relationship Type="http://schemas.openxmlformats.org/officeDocument/2006/relationships/slide" Target="/ppt/slides/slide54.xml" Id="R738ba6d955784ee0" /><Relationship Type="http://schemas.openxmlformats.org/officeDocument/2006/relationships/slide" Target="/ppt/slides/slide55.xml" Id="Rde104a59ea0545fe" /><Relationship Type="http://schemas.openxmlformats.org/officeDocument/2006/relationships/slide" Target="/ppt/slides/slide56.xml" Id="R75a571df8e484518" /><Relationship Type="http://schemas.openxmlformats.org/officeDocument/2006/relationships/slide" Target="/ppt/slides/slide57.xml" Id="Raf062fd12700463c" /><Relationship Type="http://schemas.openxmlformats.org/officeDocument/2006/relationships/slide" Target="/ppt/slides/slide58.xml" Id="R053329c0426d470f" /><Relationship Type="http://schemas.openxmlformats.org/officeDocument/2006/relationships/slide" Target="/ppt/slides/slide59.xml" Id="R262fe749fbdd42ee" /><Relationship Type="http://schemas.openxmlformats.org/officeDocument/2006/relationships/slide" Target="/ppt/slides/slide60.xml" Id="R11a6791835004d42" /><Relationship Type="http://schemas.openxmlformats.org/officeDocument/2006/relationships/slide" Target="/ppt/slides/slide61.xml" Id="Rca3c0bff66f04d82" /><Relationship Type="http://schemas.openxmlformats.org/officeDocument/2006/relationships/slide" Target="/ppt/slides/slide62.xml" Id="R6bbc7292ef9844d6" /><Relationship Type="http://schemas.openxmlformats.org/officeDocument/2006/relationships/slide" Target="/ppt/slides/slide63.xml" Id="R4e5651d58fed4908" /><Relationship Type="http://schemas.openxmlformats.org/officeDocument/2006/relationships/slide" Target="/ppt/slides/slide64.xml" Id="R0b9a534b5d094713" /><Relationship Type="http://schemas.openxmlformats.org/officeDocument/2006/relationships/slide" Target="/ppt/slides/slide65.xml" Id="Ra97127b8e5324734" /><Relationship Type="http://schemas.openxmlformats.org/officeDocument/2006/relationships/slide" Target="/ppt/slides/slide66.xml" Id="R034ac0f69c7c49d2" /><Relationship Type="http://schemas.openxmlformats.org/officeDocument/2006/relationships/slide" Target="/ppt/slides/slide67.xml" Id="R02d7b3caf7d94c1e" /><Relationship Type="http://schemas.openxmlformats.org/officeDocument/2006/relationships/slide" Target="/ppt/slides/slide68.xml" Id="Re354a82140964e46" /><Relationship Type="http://schemas.openxmlformats.org/officeDocument/2006/relationships/slide" Target="/ppt/slides/slide69.xml" Id="R84916597d35e4060" /><Relationship Type="http://schemas.openxmlformats.org/officeDocument/2006/relationships/slide" Target="/ppt/slides/slide70.xml" Id="R8f77d576132449bf" /><Relationship Type="http://schemas.openxmlformats.org/officeDocument/2006/relationships/slide" Target="/ppt/slides/slide71.xml" Id="Rb73df638f90540e0" /><Relationship Type="http://schemas.openxmlformats.org/officeDocument/2006/relationships/slide" Target="/ppt/slides/slide72.xml" Id="R9edbc57881224428" /><Relationship Type="http://schemas.openxmlformats.org/officeDocument/2006/relationships/slide" Target="/ppt/slides/slide73.xml" Id="Rc2e5c8e43c814519" /><Relationship Type="http://schemas.openxmlformats.org/officeDocument/2006/relationships/slide" Target="/ppt/slides/slide74.xml" Id="R74f783434b0f4bb6" /><Relationship Type="http://schemas.openxmlformats.org/officeDocument/2006/relationships/slide" Target="/ppt/slides/slide75.xml" Id="Rec89ad9266d845ad" /><Relationship Type="http://schemas.openxmlformats.org/officeDocument/2006/relationships/slide" Target="/ppt/slides/slide76.xml" Id="Rf70715359d544774" /><Relationship Type="http://schemas.openxmlformats.org/officeDocument/2006/relationships/slide" Target="/ppt/slides/slide77.xml" Id="Re48737d6cf134c08" /><Relationship Type="http://schemas.openxmlformats.org/officeDocument/2006/relationships/slide" Target="/ppt/slides/slide78.xml" Id="R7717d35653a64e80" /><Relationship Type="http://schemas.openxmlformats.org/officeDocument/2006/relationships/slide" Target="/ppt/slides/slide79.xml" Id="Ree94f345caeb4c12" /><Relationship Type="http://schemas.openxmlformats.org/officeDocument/2006/relationships/slide" Target="/ppt/slides/slide80.xml" Id="Reb48c813da904a0f" /><Relationship Type="http://schemas.openxmlformats.org/officeDocument/2006/relationships/slide" Target="/ppt/slides/slide81.xml" Id="Rebcd9af8e70b49c1" /><Relationship Type="http://schemas.openxmlformats.org/officeDocument/2006/relationships/slide" Target="/ppt/slides/slide82.xml" Id="R278d5992a71741e6" /><Relationship Type="http://schemas.openxmlformats.org/officeDocument/2006/relationships/slide" Target="/ppt/slides/slide83.xml" Id="Rd77024c8627d432e" /><Relationship Type="http://schemas.openxmlformats.org/officeDocument/2006/relationships/slide" Target="/ppt/slides/slide84.xml" Id="R6b0dd6aaeb5f4b37" /><Relationship Type="http://schemas.openxmlformats.org/officeDocument/2006/relationships/slide" Target="/ppt/slides/slide85.xml" Id="R680932201c174520" /><Relationship Type="http://schemas.openxmlformats.org/officeDocument/2006/relationships/slide" Target="/ppt/slides/slide86.xml" Id="Re124b527da5b42f2" /><Relationship Type="http://schemas.openxmlformats.org/officeDocument/2006/relationships/slide" Target="/ppt/slides/slide87.xml" Id="Ra294e4f0590b4a27" /><Relationship Type="http://schemas.openxmlformats.org/officeDocument/2006/relationships/slide" Target="/ppt/slides/slide88.xml" Id="R0fa2032c16334636" /><Relationship Type="http://schemas.openxmlformats.org/officeDocument/2006/relationships/slide" Target="/ppt/slides/slide89.xml" Id="R2bad7cb7ac4649c8" /><Relationship Type="http://schemas.openxmlformats.org/officeDocument/2006/relationships/slide" Target="/ppt/slides/slide90.xml" Id="R7378593fc6f2413f" /><Relationship Type="http://schemas.openxmlformats.org/officeDocument/2006/relationships/slide" Target="/ppt/slides/slide91.xml" Id="Raf756a5b367f46c5" /><Relationship Type="http://schemas.openxmlformats.org/officeDocument/2006/relationships/slide" Target="/ppt/slides/slide92.xml" Id="R43311bdb5b2c451e" /><Relationship Type="http://schemas.openxmlformats.org/officeDocument/2006/relationships/slide" Target="/ppt/slides/slide93.xml" Id="R8ea99c27e5654fb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5822f852144b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5c11ce1a6fa49ef" /><Relationship Type="http://schemas.openxmlformats.org/officeDocument/2006/relationships/notesMaster" Target="/ppt/notesMasters/notesMaster1.xml" Id="R3b312c6fc6d54dc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457b59f96c4004" /><Relationship Type="http://schemas.openxmlformats.org/officeDocument/2006/relationships/notesMaster" Target="/ppt/notesMasters/notesMaster1.xml" Id="R678ef461812a4c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bcc57b80414ec6" /><Relationship Type="http://schemas.openxmlformats.org/officeDocument/2006/relationships/notesMaster" Target="/ppt/notesMasters/notesMaster1.xml" Id="R7f417c9cd6ea42c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ac63b9a23894ae8" /><Relationship Type="http://schemas.openxmlformats.org/officeDocument/2006/relationships/notesMaster" Target="/ppt/notesMasters/notesMaster1.xml" Id="R93d02977df4148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7d5638105614e55" /><Relationship Type="http://schemas.openxmlformats.org/officeDocument/2006/relationships/notesMaster" Target="/ppt/notesMasters/notesMaster1.xml" Id="R035ed62e7cbf40b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9a09f082ac4b37" /><Relationship Type="http://schemas.openxmlformats.org/officeDocument/2006/relationships/notesMaster" Target="/ppt/notesMasters/notesMaster1.xml" Id="Rd4862e14dd5e4f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51efbf68374b59" /><Relationship Type="http://schemas.openxmlformats.org/officeDocument/2006/relationships/notesMaster" Target="/ppt/notesMasters/notesMaster1.xml" Id="R2d9cf90c837849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39ecc63ea9a141dc" /><Relationship Type="http://schemas.openxmlformats.org/officeDocument/2006/relationships/notesMaster" Target="/ppt/notesMasters/notesMaster1.xml" Id="Rf05dca110ffa4947" /></Relationships>
</file>

<file path=ppt/notesSlides/_rels/notesSlide9.xml.rels>&#65279;<?xml version="1.0" encoding="utf-8"?><Relationships xmlns="http://schemas.openxmlformats.org/package/2006/relationships"><Relationship Type="http://schemas.openxmlformats.org/officeDocument/2006/relationships/slide" Target="/ppt/slides/slide9.xml" Id="R5085d99afeee4a8d" /><Relationship Type="http://schemas.openxmlformats.org/officeDocument/2006/relationships/notesMaster" Target="/ppt/notesMasters/notesMaster1.xml" Id="Re8f7a56b3d4c407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4356a5cf130437b" /><Relationship Type="http://schemas.openxmlformats.org/officeDocument/2006/relationships/notesMaster" Target="/ppt/notesMasters/notesMaster1.xml" Id="R74289999725d44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24e7a8ef874117" /><Relationship Type="http://schemas.openxmlformats.org/officeDocument/2006/relationships/notesMaster" Target="/ppt/notesMasters/notesMaster1.xml" Id="Rb9ded274966a4cf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7914aacaaa4eb2" /><Relationship Type="http://schemas.openxmlformats.org/officeDocument/2006/relationships/notesMaster" Target="/ppt/notesMasters/notesMaster1.xml" Id="R205aae9e364846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37c5f1fdf854170" /><Relationship Type="http://schemas.openxmlformats.org/officeDocument/2006/relationships/notesMaster" Target="/ppt/notesMasters/notesMaster1.xml" Id="R882c777cf07e4ad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e39dc8c095e4098" /><Relationship Type="http://schemas.openxmlformats.org/officeDocument/2006/relationships/notesMaster" Target="/ppt/notesMasters/notesMaster1.xml" Id="R5bbff08ee13e4e3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8000b101ffb4a51" /><Relationship Type="http://schemas.openxmlformats.org/officeDocument/2006/relationships/notesMaster" Target="/ppt/notesMasters/notesMaster1.xml" Id="R82a64c84450040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f74482f71ab4ef0" /><Relationship Type="http://schemas.openxmlformats.org/officeDocument/2006/relationships/notesMaster" Target="/ppt/notesMasters/notesMaster1.xml" Id="R7c8934dc76ba429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c219f5096b74a55" /><Relationship Type="http://schemas.openxmlformats.org/officeDocument/2006/relationships/notesMaster" Target="/ppt/notesMasters/notesMaster1.xml" Id="R75150e681583413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c98592733a0464c" /><Relationship Type="http://schemas.openxmlformats.org/officeDocument/2006/relationships/notesMaster" Target="/ppt/notesMasters/notesMaster1.xml" Id="Rf6dac18491a2442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30125631e9e4a8d" /><Relationship Type="http://schemas.openxmlformats.org/officeDocument/2006/relationships/notesMaster" Target="/ppt/notesMasters/notesMaster1.xml" Id="R90a0d126297e4a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0baf73e67744489" /><Relationship Type="http://schemas.openxmlformats.org/officeDocument/2006/relationships/notesMaster" Target="/ppt/notesMasters/notesMaster1.xml" Id="R6349901e76ae465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27474b9d69f4f16" /><Relationship Type="http://schemas.openxmlformats.org/officeDocument/2006/relationships/notesMaster" Target="/ppt/notesMasters/notesMaster1.xml" Id="R226487738b4d4a9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390e6a53d8a40ea" /><Relationship Type="http://schemas.openxmlformats.org/officeDocument/2006/relationships/notesMaster" Target="/ppt/notesMasters/notesMaster1.xml" Id="Rf6dc9d77812c4ba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848b6fb86204abe" /><Relationship Type="http://schemas.openxmlformats.org/officeDocument/2006/relationships/notesMaster" Target="/ppt/notesMasters/notesMaster1.xml" Id="Ra09c34f9316e4c9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f8fbe884bc8411e" /><Relationship Type="http://schemas.openxmlformats.org/officeDocument/2006/relationships/notesMaster" Target="/ppt/notesMasters/notesMaster1.xml" Id="R45ee6a306348405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15177909b92497d" /><Relationship Type="http://schemas.openxmlformats.org/officeDocument/2006/relationships/notesMaster" Target="/ppt/notesMasters/notesMaster1.xml" Id="Re53a1fbb23f34a4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840830432b44db3" /><Relationship Type="http://schemas.openxmlformats.org/officeDocument/2006/relationships/notesMaster" Target="/ppt/notesMasters/notesMaster1.xml" Id="R59ecca1820e04e4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6af97dca9634a67" /><Relationship Type="http://schemas.openxmlformats.org/officeDocument/2006/relationships/notesMaster" Target="/ppt/notesMasters/notesMaster1.xml" Id="R09977221f0c240a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aceddaeb3b74cd8" /><Relationship Type="http://schemas.openxmlformats.org/officeDocument/2006/relationships/notesMaster" Target="/ppt/notesMasters/notesMaster1.xml" Id="Rfd118aca770e4ee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28fdb3e6fc54f4a" /><Relationship Type="http://schemas.openxmlformats.org/officeDocument/2006/relationships/notesMaster" Target="/ppt/notesMasters/notesMaster1.xml" Id="R13a4e888a1a04ec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8cd7b1b76d845d2" /><Relationship Type="http://schemas.openxmlformats.org/officeDocument/2006/relationships/notesMaster" Target="/ppt/notesMasters/notesMaster1.xml" Id="R6c74420540f348f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741ca983042408c" /><Relationship Type="http://schemas.openxmlformats.org/officeDocument/2006/relationships/notesMaster" Target="/ppt/notesMasters/notesMaster1.xml" Id="R41388a485dc74d6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0ca8ca8554241d2" /><Relationship Type="http://schemas.openxmlformats.org/officeDocument/2006/relationships/notesMaster" Target="/ppt/notesMasters/notesMaster1.xml" Id="Rf81bdf4e7ac7466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d55e2120217480f" /><Relationship Type="http://schemas.openxmlformats.org/officeDocument/2006/relationships/notesMaster" Target="/ppt/notesMasters/notesMaster1.xml" Id="R7c499e32f8024e5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a8580eb6e394574" /><Relationship Type="http://schemas.openxmlformats.org/officeDocument/2006/relationships/notesMaster" Target="/ppt/notesMasters/notesMaster1.xml" Id="R54715843942043c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64c82bad0a74fbf" /><Relationship Type="http://schemas.openxmlformats.org/officeDocument/2006/relationships/notesMaster" Target="/ppt/notesMasters/notesMaster1.xml" Id="R94b609d0f640458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7f58f798b724f51" /><Relationship Type="http://schemas.openxmlformats.org/officeDocument/2006/relationships/notesMaster" Target="/ppt/notesMasters/notesMaster1.xml" Id="Rb937e5baf9fd429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1ca99a6d89b4dc9" /><Relationship Type="http://schemas.openxmlformats.org/officeDocument/2006/relationships/notesMaster" Target="/ppt/notesMasters/notesMaster1.xml" Id="R2a4f1b8a03794cf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acaf32571e04286" /><Relationship Type="http://schemas.openxmlformats.org/officeDocument/2006/relationships/notesMaster" Target="/ppt/notesMasters/notesMaster1.xml" Id="R635ed62d06034f1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4b2974bcce84a7e" /><Relationship Type="http://schemas.openxmlformats.org/officeDocument/2006/relationships/notesMaster" Target="/ppt/notesMasters/notesMaster1.xml" Id="Rd9bd887cdebd448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264889b32364b85" /><Relationship Type="http://schemas.openxmlformats.org/officeDocument/2006/relationships/notesMaster" Target="/ppt/notesMasters/notesMaster1.xml" Id="Rdfd924d73b4a48e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9b9e2b66c664eaf" /><Relationship Type="http://schemas.openxmlformats.org/officeDocument/2006/relationships/notesMaster" Target="/ppt/notesMasters/notesMaster1.xml" Id="R9830b938bb524bfb"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e0b4ce16205452d" /><Relationship Type="http://schemas.openxmlformats.org/officeDocument/2006/relationships/notesMaster" Target="/ppt/notesMasters/notesMaster1.xml" Id="R4e3462f9f59148c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20ae487b5494cb5" /><Relationship Type="http://schemas.openxmlformats.org/officeDocument/2006/relationships/notesMaster" Target="/ppt/notesMasters/notesMaster1.xml" Id="R0ecb03e66cb64c56"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4ca577154cd414c" /><Relationship Type="http://schemas.openxmlformats.org/officeDocument/2006/relationships/notesMaster" Target="/ppt/notesMasters/notesMaster1.xml" Id="R963d91e5de11489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2f9ff42c20240ae" /><Relationship Type="http://schemas.openxmlformats.org/officeDocument/2006/relationships/notesMaster" Target="/ppt/notesMasters/notesMaster1.xml" Id="R9a46b87f320d409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fe597784df4475a" /><Relationship Type="http://schemas.openxmlformats.org/officeDocument/2006/relationships/notesMaster" Target="/ppt/notesMasters/notesMaster1.xml" Id="Rc07f80c87357436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203b7eb80f7477a" /><Relationship Type="http://schemas.openxmlformats.org/officeDocument/2006/relationships/notesMaster" Target="/ppt/notesMasters/notesMaster1.xml" Id="Rdb96ff2b8be243e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0ded03782c094206" /><Relationship Type="http://schemas.openxmlformats.org/officeDocument/2006/relationships/notesMaster" Target="/ppt/notesMasters/notesMaster1.xml" Id="R5818c23c55d94bf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aa44ebb8a6dd49ce" /><Relationship Type="http://schemas.openxmlformats.org/officeDocument/2006/relationships/notesMaster" Target="/ppt/notesMasters/notesMaster1.xml" Id="R17176aa5bfd94a0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a6111e1ef01406b" /><Relationship Type="http://schemas.openxmlformats.org/officeDocument/2006/relationships/notesMaster" Target="/ppt/notesMasters/notesMaster1.xml" Id="R094f7cc311e749f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fa21ccdfc1f4a78" /><Relationship Type="http://schemas.openxmlformats.org/officeDocument/2006/relationships/notesMaster" Target="/ppt/notesMasters/notesMaster1.xml" Id="Ra32856d2867842b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d1ea7e3eee94a43" /><Relationship Type="http://schemas.openxmlformats.org/officeDocument/2006/relationships/notesMaster" Target="/ppt/notesMasters/notesMaster1.xml" Id="R8379966dfe644ee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d6704b87a574021" /><Relationship Type="http://schemas.openxmlformats.org/officeDocument/2006/relationships/notesMaster" Target="/ppt/notesMasters/notesMaster1.xml" Id="Rfffdab222acf470a"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2eb721fc9844f2c" /><Relationship Type="http://schemas.openxmlformats.org/officeDocument/2006/relationships/notesMaster" Target="/ppt/notesMasters/notesMaster1.xml" Id="Ra3bd36bf00e841e8"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5709707315d84b0e" /><Relationship Type="http://schemas.openxmlformats.org/officeDocument/2006/relationships/notesMaster" Target="/ppt/notesMasters/notesMaster1.xml" Id="R18909d6398f5481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717acb56ffd4ca7" /><Relationship Type="http://schemas.openxmlformats.org/officeDocument/2006/relationships/notesMaster" Target="/ppt/notesMasters/notesMaster1.xml" Id="Rd33d47c08255466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ddc2685e07d64126" /><Relationship Type="http://schemas.openxmlformats.org/officeDocument/2006/relationships/notesMaster" Target="/ppt/notesMasters/notesMaster1.xml" Id="R4fff3e4caedb47b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3c2b3bba0bb4081" /><Relationship Type="http://schemas.openxmlformats.org/officeDocument/2006/relationships/notesMaster" Target="/ppt/notesMasters/notesMaster1.xml" Id="Ra47e77b42d7c4b41"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a0db1ddfbc04413" /><Relationship Type="http://schemas.openxmlformats.org/officeDocument/2006/relationships/notesMaster" Target="/ppt/notesMasters/notesMaster1.xml" Id="R44359111af7745b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5de37891c324b67" /><Relationship Type="http://schemas.openxmlformats.org/officeDocument/2006/relationships/notesMaster" Target="/ppt/notesMasters/notesMaster1.xml" Id="Rb1d52da182524cb8"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a77236271f5464c" /><Relationship Type="http://schemas.openxmlformats.org/officeDocument/2006/relationships/notesMaster" Target="/ppt/notesMasters/notesMaster1.xml" Id="R452c4c7f8f7a401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7d00c7e07554fb7" /><Relationship Type="http://schemas.openxmlformats.org/officeDocument/2006/relationships/notesMaster" Target="/ppt/notesMasters/notesMaster1.xml" Id="Rfe22207f11de470b"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6986fcbe84245a2" /><Relationship Type="http://schemas.openxmlformats.org/officeDocument/2006/relationships/notesMaster" Target="/ppt/notesMasters/notesMaster1.xml" Id="R7860dc8a346b4a4c"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92b72cb146f84ffa" /><Relationship Type="http://schemas.openxmlformats.org/officeDocument/2006/relationships/notesMaster" Target="/ppt/notesMasters/notesMaster1.xml" Id="R02fe65d82e424fca"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069b305fd4b4dfb" /><Relationship Type="http://schemas.openxmlformats.org/officeDocument/2006/relationships/notesMaster" Target="/ppt/notesMasters/notesMaster1.xml" Id="R7ce6b13b69754e3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14f0f66b6ad4a26" /><Relationship Type="http://schemas.openxmlformats.org/officeDocument/2006/relationships/notesMaster" Target="/ppt/notesMasters/notesMaster1.xml" Id="Rd833708252a34671"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364dbbccdd544ec" /><Relationship Type="http://schemas.openxmlformats.org/officeDocument/2006/relationships/notesMaster" Target="/ppt/notesMasters/notesMaster1.xml" Id="R4d9aed6b7e28437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e31d0f5a0d374ff3" /><Relationship Type="http://schemas.openxmlformats.org/officeDocument/2006/relationships/notesMaster" Target="/ppt/notesMasters/notesMaster1.xml" Id="R7b126de1019344f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0571084740e4939" /><Relationship Type="http://schemas.openxmlformats.org/officeDocument/2006/relationships/notesMaster" Target="/ppt/notesMasters/notesMaster1.xml" Id="R155665f883b6435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a4dab690d104564" /><Relationship Type="http://schemas.openxmlformats.org/officeDocument/2006/relationships/notesMaster" Target="/ppt/notesMasters/notesMaster1.xml" Id="R694eb8395fa94b9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be3692ee9414193" /><Relationship Type="http://schemas.openxmlformats.org/officeDocument/2006/relationships/notesMaster" Target="/ppt/notesMasters/notesMaster1.xml" Id="R8aaeda1cfa184d2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6e74a8496364a1a" /><Relationship Type="http://schemas.openxmlformats.org/officeDocument/2006/relationships/notesMaster" Target="/ppt/notesMasters/notesMaster1.xml" Id="R0c5722c4c78d4c2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1fd73e3fe944be1" /><Relationship Type="http://schemas.openxmlformats.org/officeDocument/2006/relationships/notesMaster" Target="/ppt/notesMasters/notesMaster1.xml" Id="R1f2c361b5d99448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05149cb447e4aa4" /><Relationship Type="http://schemas.openxmlformats.org/officeDocument/2006/relationships/notesMaster" Target="/ppt/notesMasters/notesMaster1.xml" Id="R77c9f11798354749"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89767aa36244e7e" /><Relationship Type="http://schemas.openxmlformats.org/officeDocument/2006/relationships/notesMaster" Target="/ppt/notesMasters/notesMaster1.xml" Id="R17a49d0821894b2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d202b902dcd45af" /><Relationship Type="http://schemas.openxmlformats.org/officeDocument/2006/relationships/notesMaster" Target="/ppt/notesMasters/notesMaster1.xml" Id="R8f303b6a9fa8450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49f7e6cb06214fc1" /><Relationship Type="http://schemas.openxmlformats.org/officeDocument/2006/relationships/notesMaster" Target="/ppt/notesMasters/notesMaster1.xml" Id="R0fd40c2d9ee647a0"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d6e3c563764b444e" /><Relationship Type="http://schemas.openxmlformats.org/officeDocument/2006/relationships/notesMaster" Target="/ppt/notesMasters/notesMaster1.xml" Id="R3deba889903e48e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f617da25396b4472" /><Relationship Type="http://schemas.openxmlformats.org/officeDocument/2006/relationships/notesMaster" Target="/ppt/notesMasters/notesMaster1.xml" Id="R3c7bedda342243f1"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5903a38d31448fd" /><Relationship Type="http://schemas.openxmlformats.org/officeDocument/2006/relationships/notesMaster" Target="/ppt/notesMasters/notesMaster1.xml" Id="R9d1c791cfecb405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cea68d8a4284709" /><Relationship Type="http://schemas.openxmlformats.org/officeDocument/2006/relationships/notesMaster" Target="/ppt/notesMasters/notesMaster1.xml" Id="R31ed0de918544dc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67bf84e6f0e44cc7" /><Relationship Type="http://schemas.openxmlformats.org/officeDocument/2006/relationships/notesMaster" Target="/ppt/notesMasters/notesMaster1.xml" Id="R0c973af14fe94ba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4b5244c47424115" /><Relationship Type="http://schemas.openxmlformats.org/officeDocument/2006/relationships/notesMaster" Target="/ppt/notesMasters/notesMaster1.xml" Id="Re3e2a0bb3a8c44e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36d1b2f6a2984d61" /><Relationship Type="http://schemas.openxmlformats.org/officeDocument/2006/relationships/notesMaster" Target="/ppt/notesMasters/notesMaster1.xml" Id="R98e473eea4f14ca4"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db64892005004d9d" /><Relationship Type="http://schemas.openxmlformats.org/officeDocument/2006/relationships/notesMaster" Target="/ppt/notesMasters/notesMaster1.xml" Id="Rdaa5d7615a5b4ca4"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00af00f34184955" /><Relationship Type="http://schemas.openxmlformats.org/officeDocument/2006/relationships/notesMaster" Target="/ppt/notesMasters/notesMaster1.xml" Id="Rd6410ca3b84c4872"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7d82854b50a4c47" /><Relationship Type="http://schemas.openxmlformats.org/officeDocument/2006/relationships/notesMaster" Target="/ppt/notesMasters/notesMaster1.xml" Id="R3422d8b676194b20"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612150d04331441e" /><Relationship Type="http://schemas.openxmlformats.org/officeDocument/2006/relationships/notesMaster" Target="/ppt/notesMasters/notesMaster1.xml" Id="R32e0096e95544747"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a7dc9dd980b74218" /><Relationship Type="http://schemas.openxmlformats.org/officeDocument/2006/relationships/notesMaster" Target="/ppt/notesMasters/notesMaster1.xml" Id="R771e48d9cac7455f"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62468c725be4449" /><Relationship Type="http://schemas.openxmlformats.org/officeDocument/2006/relationships/notesMaster" Target="/ppt/notesMasters/notesMaster1.xml" Id="R01ece99936324484"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0e9ec662ae14cb0" /><Relationship Type="http://schemas.openxmlformats.org/officeDocument/2006/relationships/notesMaster" Target="/ppt/notesMasters/notesMaster1.xml" Id="R2ca1348cdc584edf"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35415b66dc3347e7" /><Relationship Type="http://schemas.openxmlformats.org/officeDocument/2006/relationships/notesMaster" Target="/ppt/notesMasters/notesMaster1.xml" Id="R56d244bf8532419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3efafbfc17454566" /><Relationship Type="http://schemas.openxmlformats.org/officeDocument/2006/relationships/notesMaster" Target="/ppt/notesMasters/notesMaster1.xml" Id="R71a03439b5434e7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S37의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많이 담아도 같은 근거를 똑같이 쓰는가?</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S40으로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S39; production/preview/act2/S39.png.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AI가 필요한 코드를 찾았다는 것을 무엇으로 확인할까?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S39에서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S41의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S41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S40; production/preview/act2/S40.png.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필요한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S39–40의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S41; production/preview/act2/S41.png.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연구·S39/S41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AGENTS.md에는 무엇을 남길까?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S43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S43, 문서 접근의 관찰과 한계는 S44–47에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정보를 지우지 않고 위치를 나누기</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S44–47에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S43 또는 production/preview/full/S43.png, production/preview/act2/S43.png를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서로 다른 두 Task가 무엇을 읽을까?</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S45–47.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S45–47의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Crop Task에서 관찰한 접근</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S45 정적 화면으로 보여준다. 입력창 Screenshot이나 실행 로그처럼 꾸미지 않는다. 현재 제품에서 명령을 실행하지 않고 전체 접근 로그를 읽지 않는다. Task B의 접근 차이는 S47에서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회수·S47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S45 또는 production/preview/act2/S45.png가 발표 기본 경로다. 동일한 Full S45·ACT2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의존성 질문은 설정과 소스로 답했다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S44의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S46; production/preview/act2/S46.png.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Task별 접근은 달랐지만 완벽하지는 않다</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S47 또는 production/preview/full/S47.png를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Context 정리에서 확인한 네 가지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S48; production/preview/act2/S48.png.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지식은 정리됐지만 절차는 반복된다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S50으로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S48의 성과를 반복 해설하지 않고 수행 방법을 누가 유지할지 질문한다. Transition4 뒤 Q&amp;A6은 팀의 반복되는 방법을 묻고 마지막20초에 다음 기록으로 넘어간다. 두 실제 요청의 대응 기록은 S50에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S50에서 기록의 반복 구조를 확인한다.</a:t>
            </a:r>
          </a:p>
          <a:p xmlns:a="http://schemas.openxmlformats.org/drawingml/2006/main">
            <a:r>
              <a:t/>
            </a:r>
          </a:p>
          <a:p xmlns:a="http://schemas.openxmlformats.org/drawingml/2006/main">
            <a:r>
              <a:t>Audience Interaction: Q&amp;A6分은 팀에서 반복하는 작업 방법을 묻는다. S47의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S50으로 handoff한다.</a:t>
            </a:r>
          </a:p>
          <a:p xmlns:a="http://schemas.openxmlformats.org/drawingml/2006/main">
            <a:r>
              <a:t/>
            </a:r>
          </a:p>
          <a:p xmlns:a="http://schemas.openxmlformats.org/drawingml/2006/main">
            <a:r>
              <a:t>Fallback: LOCAL STATIC ARTIFACT — production/ACT_2.pptx의 S49 또는 production/preview/act2/S49.png를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후보는 시간·할당량·동작을 함께 보고 고른다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후보는 시간·할당량·동작을 함께 보고 고른다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“메모리를 적게 쓰는 후보라면 곧바로 선택해도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통계의 후보 선택 단계이며 다음 장의 제품 상태 전후 benchmark와 별도임을 밝힌다.</a:t>
            </a:r>
          </a:p>
          <a:p xmlns:a="http://schemas.openxmlformats.org/drawingml/2006/main">
            <a:r>
              <a:t>2. (1:00–3:00) 같은 결과6항목을 지킨 두 후보의 시간/할당량 trade-off를 정성적으로 비교한다. 수동 순회는 낮은 할당량만으로 선택하지 않았다.</a:t>
            </a:r>
          </a:p>
          <a:p xmlns:a="http://schemas.openxmlformats.org/drawingml/2006/main">
            <a:r>
              <a:t>3. (3:00–4:00) 행 단위 built-in reduction 후보를 선택한 근거를 말하되 알고리즘 구현 설명으로 확장하지 않는다.</a:t>
            </a:r>
          </a:p>
          <a:p xmlns:a="http://schemas.openxmlformats.org/drawingml/2006/main">
            <a:r>
              <a:t>4. (4:00–5:00) 합성 입력·환경 범위와 Skill이 정답을 공급한 것이 아님을 유지한다.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S58의 formal state benchmark와 섞지 않는다. Skill이 algorithm이나 결과를 만들었다고 하지 않는다. DEC-0062는 기존 관찰·측정 조건과 효과 미입증 경계를 유지한다.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후보 두 행의 정성 비교와 같은 결과6항목 확인. 정확한 후보 수치는 추가하지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“후보 선택 기록을 남기고, 실제 제품 상태에 반영한 변경을 별도의 기준에서 확인하겠습니다.”</a:t>
            </a:r>
          </a:p>
          <a:p xmlns:a="http://schemas.openxmlformats.org/drawingml/2006/main">
            <a:r>
              <a:t/>
            </a:r>
          </a:p>
          <a:p xmlns:a="http://schemas.openxmlformats.org/drawingml/2006/main">
            <a:r>
              <a:t>Time Management: Case5분: 단계/범위1, 두 후보2, 선택1,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변경을 같은 조건에서 검증했다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변경을 같은 조건에서 검증했다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코드 변경의 동작과 성능을 어떤 근거로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후보 비교와 정식 STATE-04 기준에서 반영한 제품 변경의 측정을 구분한다.</a:t>
            </a:r>
          </a:p>
          <a:p xmlns:a="http://schemas.openxmlformats.org/drawingml/2006/main">
            <a:r>
              <a:t>2. (1:00–2:30) 기존0축 native chart의 중앙값15.468→10.769ms/call을 동일 입력·상태별7회 측정으로 설명한다.</a:t>
            </a:r>
          </a:p>
          <a:p xmlns:a="http://schemas.openxmlformats.org/drawingml/2006/main">
            <a:r>
              <a:t>3. (2:30–3:30) 별도 tracemalloc 호출의6,675,804→380bytes와 임시 평탄화 리스트 제거를 연결하되 RSS나 전체 메모리 절감으로 확대하지 않는다.</a:t>
            </a:r>
          </a:p>
          <a:p xmlns:a="http://schemas.openxmlformats.org/drawingml/2006/main">
            <a:r>
              <a:t>4. (3:30–5:00) 함수 테스트1/1, 전체11/11, CLI, 입력·결과6항목 확인과 기록된 범위를 설명한다. Harness/Skill 단독 원인이 아니라 코드 변경 결과다.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 DEC-0062는 기존 관찰·측정 조건과 효과 미입증 경계를 유지한다.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native 실행시간 chart와 Python 할당 피크·검증 행을 유지하고 제목/요약을 한국어 판단 중심으로 정렬한다.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측정 단계1, 실행시간1.5, 할당량1, 동작 확인·한계·전환1.5.</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독립 조사를 나누면 무엇이 달라질까?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독립 조사를 나누면 무엇이 달라질까?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“한 Agent에 모인 조사 중 서로 기다리지 않아도 되는 부분은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화면은 실제 Demo가 아닌 C++ Vision 독립 조사 가정임을 먼저 밝힌다. Subagent는 역할별로 필요한 Context를 나눠 조사하는 방식으로 설명한다.</a:t>
            </a:r>
          </a:p>
          <a:p xmlns:a="http://schemas.openxmlformats.org/drawingml/2006/main">
            <a:r>
              <a:t>2. (1:00–3:00 / Demo) 성능 경로·빌드·테스트 조사가 서로 기다리지 않아도 된다는 가정과 주 Agent의 결과 통합을 연결한다. 결과 형식·전달 지점·책임, 조정·중복·Context 전달·통합 비용을 설명한다.</a:t>
            </a:r>
          </a:p>
          <a:p xmlns:a="http://schemas.openxmlformats.org/drawingml/2006/main">
            <a:r>
              <a:t>3. (3:00–4:00 / Q&amp;A) 어떤 조사들이 실제로 독립적인지 선택 질문을 받는다. 답변은 강제하지 않고 무질문이면 독립성 확인을 회수한다.</a:t>
            </a:r>
          </a:p>
          <a:p xmlns:a="http://schemas.openxmlformats.org/drawingml/2006/main">
            <a:r>
              <a:t/>
            </a:r>
          </a:p>
          <a:p xmlns:a="http://schemas.openxmlformats.org/drawingml/2006/main">
            <a:r>
              <a:t>Evidence / Source: TEACHING_MODEL / CONCEPTUAL — 기존 S60의 C++ 독립 조사 가정과 BEAT-023–025 / INV-MATURITY-007. DEC-0018의 실제 보류 판단은 S60으로 옮겨 유지한다. 새 Subagent 실행은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a:t>
            </a:r>
          </a:p>
          <a:p xmlns:a="http://schemas.openxmlformats.org/drawingml/2006/main">
            <a:r>
              <a:t/>
            </a:r>
          </a:p>
          <a:p xmlns:a="http://schemas.openxmlformats.org/drawingml/2006/main">
            <a:r>
              <a:t>Beginner Explanation: 역할별 Agent가 필요한 Context로 독립 조사를 맡고 주 Agent가 결과를 모으는 방식을 가정해 본다.</a:t>
            </a:r>
          </a:p>
          <a:p xmlns:a="http://schemas.openxmlformats.org/drawingml/2006/main">
            <a:r>
              <a:t/>
            </a:r>
          </a:p>
          <a:p xmlns:a="http://schemas.openxmlformats.org/drawingml/2006/main">
            <a:r>
              <a:t>Advanced Insight: Context 격리·역할 독립성이 주는 가치와 조정·중복 조사·Context 전달·결과 통합 비용을 함께 판단한다. 병렬 이득은 측정하지 않았다.</a:t>
            </a:r>
          </a:p>
          <a:p xmlns:a="http://schemas.openxmlformats.org/drawingml/2006/main">
            <a:r>
              <a:t/>
            </a:r>
          </a:p>
          <a:p xmlns:a="http://schemas.openxmlformats.org/drawingml/2006/main">
            <a:r>
              <a:t>C++ Vision Bridge: CONTEXTUAL — 기존 C++ 성능 경로·빌드 환경·테스트 구조의 독립 조사 가정이다. 실제 C++ 구현이나 Subagent 실행은 아니다.</a:t>
            </a:r>
          </a:p>
          <a:p xmlns:a="http://schemas.openxmlformats.org/drawingml/2006/main">
            <a:r>
              <a:t/>
            </a:r>
          </a:p>
          <a:p xmlns:a="http://schemas.openxmlformats.org/drawingml/2006/main">
            <a:r>
              <a:t>Demo Operation: 정적 기본 경로 — 명시적 CONCEPTUAL C++ 성능/빌드/테스트 독립 조사 세 패널 → 주 Agent의 통합·최종 검토. 미측정 이득을 표시하지 않는다.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가정) → Q&amp;A1분. 실제 실행·병렬 이득 측정·Live 사용법을 추가하지 않는다.</a:t>
            </a:r>
          </a:p>
          <a:p xmlns:a="http://schemas.openxmlformats.org/drawingml/2006/main">
            <a:r>
              <a:t/>
            </a:r>
          </a:p>
          <a:p xmlns:a="http://schemas.openxmlformats.org/drawingml/2006/main">
            <a:r>
              <a:t>Fallback: LOCAL STATIC ARTIFACT — production/ACT_3.pptx / S59, production/preview/act3/S59.png 및 production/preview/full/S59.png.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이번 작업은 나눌 근거가 충분했을까?</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이번 작업은 나눌 근거가 충분했을까?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“밝기 통계 작업의 조사·변경·검증을 실제로 독립시킬 수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앞 장의 독립성·필요 Context·전달 형식·통합 책임 기준을 회수한다.</a:t>
            </a:r>
          </a:p>
          <a:p xmlns:a="http://schemas.openxmlformats.org/drawingml/2006/main">
            <a:r>
              <a:t>2. (1:00–3:00 / Demo) 현재 작업의 조사→변경→검증이 같은 성능 경로와 명세를 공유하고 앞 결과에 의존함을 도식으로 설명한다. DEC-0018 판단을 읽는 정적 visual이며 Agent 실행이 아니다.</a:t>
            </a:r>
          </a:p>
          <a:p xmlns:a="http://schemas.openxmlformats.org/drawingml/2006/main">
            <a:r>
              <a:t>3. (3:00–4:00 / Q&amp;A) 현재 추가하지 않았다는 결론과 일반적으로 불필요하다는 주장을 구분한다. 질문이 없으면 조정·중복·전달·통합 비용을 짧게 회수한다.</a:t>
            </a:r>
          </a:p>
          <a:p xmlns:a="http://schemas.openxmlformats.org/drawingml/2006/main">
            <a:r>
              <a:t/>
            </a:r>
          </a:p>
          <a:p xmlns:a="http://schemas.openxmlformats.org/drawingml/2006/main">
            <a:r>
              <a:t>Evidence / Source: DEC-0018, STATE-04/STATE-04-PERF 작업 복잡도 점검, BEAT-023–025. 기존 S59의 실제 추가하지 않음 판단을 보존한다. OBSERVED_PRODUCT / TEACHING_MODEL;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a:t>
            </a:r>
          </a:p>
          <a:p xmlns:a="http://schemas.openxmlformats.org/drawingml/2006/main">
            <a:r>
              <a:t/>
            </a:r>
          </a:p>
          <a:p xmlns:a="http://schemas.openxmlformats.org/drawingml/2006/main">
            <a:r>
              <a:t>Beginner Explanation: 앞 조사 결과가 있어야 다음 변경과 검증이 가능한 작업에서는 나누는 비용도 검토한다.</a:t>
            </a:r>
          </a:p>
          <a:p xmlns:a="http://schemas.openxmlformats.org/drawingml/2006/main">
            <a:r>
              <a:t/>
            </a:r>
          </a:p>
          <a:p xmlns:a="http://schemas.openxmlformats.org/drawingml/2006/main">
            <a:r>
              <a:t>Advanced Insight: NOT JUSTIFIED YET는 현재 Task의 판단이다. 일반적인 기능 가치나 사용할 수 없음에 대한 결론이 아니다.</a:t>
            </a:r>
          </a:p>
          <a:p xmlns:a="http://schemas.openxmlformats.org/drawingml/2006/main">
            <a:r>
              <a:t/>
            </a:r>
          </a:p>
          <a:p xmlns:a="http://schemas.openxmlformats.org/drawingml/2006/main">
            <a:r>
              <a:t>C++ Vision Bridge: S59의 C++ 가정과 현재 Python Task를 같은 관찰로 섞지 않는다.</a:t>
            </a:r>
          </a:p>
          <a:p xmlns:a="http://schemas.openxmlformats.org/drawingml/2006/main">
            <a:r>
              <a:t/>
            </a:r>
          </a:p>
          <a:p xmlns:a="http://schemas.openxmlformats.org/drawingml/2006/main">
            <a:r>
              <a:t>Demo Operation: 정적 기본 경로 — 조사→변경→검증의 의존 관계와 독립성/Context/통합 비용, 현재 추가하지 않았다는 판단을 분리한다.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Q&amp;A는 무질문 예비 질문과 cutoff를 적용한다.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 → Demo2분(VISUAL 현재 판단) → Q&amp;A1분.</a:t>
            </a:r>
          </a:p>
          <a:p xmlns:a="http://schemas.openxmlformats.org/drawingml/2006/main">
            <a:r>
              <a:t/>
            </a:r>
          </a:p>
          <a:p xmlns:a="http://schemas.openxmlformats.org/drawingml/2006/main">
            <a:r>
              <a:t>Fallback: 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다음 작업에서도 다시 찾을 지식인가?</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다음 작업에서도 다시 찾을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“조사로 얻은 지식이 다음 작업에도 필요하다면 무엇을 남겨야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조사에서 재현 조건·주의점을 발견했고 다음 Task에도 필요하다는 교육용 가정임을 밝힌다. 실제 재발견·Memory 사용 기록이 아니다.</a:t>
            </a:r>
          </a:p>
          <a:p xmlns:a="http://schemas.openxmlformats.org/drawingml/2006/main">
            <a:r>
              <a:t>2. (1:00–2:00 / Demo) Task A→보존 가치 판단→Task B의 관계를 따라가며 내용·출처·적용 범위·다시 확인할 조건을 표시한다.</a:t>
            </a:r>
          </a:p>
          <a:p xmlns:a="http://schemas.openxmlformats.org/drawingml/2006/main">
            <a:r>
              <a:t>3. (2:00–4:00 / Case) Context는 지금 필요한 정보, Memory는 다음 작업에도 남길지 판단하는 지식이라는 구분을 설명한다. 원래 문서에 있으면 출처를 참조하며 다음 작업에서도 현재 명세와 대조한다. 제품 자동 저장·회수·효과를 주장하지 않는다.</a:t>
            </a:r>
          </a:p>
          <a:p xmlns:a="http://schemas.openxmlformats.org/drawingml/2006/main">
            <a:r>
              <a:t/>
            </a:r>
          </a:p>
          <a:p xmlns:a="http://schemas.openxmlformats.org/drawingml/2006/main">
            <a:r>
              <a:t>Evidence / Source: CONCEPTUAL / TEACHING_MODEL — MASTER_PLAN.md §§5.6 및 INV-MATURITY-008의 작업 간 지식 관리 문제를 설명하는 가정; BEAT-026–028. 기존 S61 지식 감사의 실제 결론은 S62로 옮겨 유지한다. 제품 Memory 관찰은 없다.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a:t>
            </a:r>
          </a:p>
          <a:p xmlns:a="http://schemas.openxmlformats.org/drawingml/2006/main">
            <a:r>
              <a:t/>
            </a:r>
          </a:p>
          <a:p xmlns:a="http://schemas.openxmlformats.org/drawingml/2006/main">
            <a:r>
              <a:t>Beginner Explanation: 지금 Task에 넣을 정보와 다음 Task에도 남길지 판단할 지식은 질문이 다르다.</a:t>
            </a:r>
          </a:p>
          <a:p xmlns:a="http://schemas.openxmlformats.org/drawingml/2006/main">
            <a:r>
              <a:t/>
            </a:r>
          </a:p>
          <a:p xmlns:a="http://schemas.openxmlformats.org/drawingml/2006/main">
            <a:r>
              <a:t>Advanced Insight: 보존 가치가 있어도 출처·범위·현재성·무효화 조건을 관리해야 한다. 기존 공식 문서가 있으면 그것을 참조하며 모든 지식을 별도 Memory로 복제하지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CONCEPTUAL Task A 조사 → 출처·범위·갱신 조건과 함께 보존 가치 판단 → Task B의 현재 기준 대조. 자동 저장/정확성 보장 없이 표현한다.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Demo2분(VISUAL 가정) → Case2분. 새 Memory·실제 세션 재발견 실험은 만들지 않는다.</a:t>
            </a:r>
          </a:p>
          <a:p xmlns:a="http://schemas.openxmlformats.org/drawingml/2006/main">
            <a:r>
              <a:t/>
            </a:r>
          </a:p>
          <a:p xmlns:a="http://schemas.openxmlformats.org/drawingml/2006/main">
            <a:r>
              <a:t>Fallback: LOCAL STATIC ARTIFACT — production/ACT_3.pptx / S61, production/preview/act3/S61.png 및 production/preview/full/S61.png.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여기까지는 잘 동작했다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S69으로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개념 사례: Project와 Workflow는 현재 맞다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S68의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Project는 바뀌고 Workflow는 남았다</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S70와 production/preview/act4/S70.png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S71로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Task 해결과 System 문제는 다르다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원인에 맞는 Layer를 고르기</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S73으로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실패 지점과 원인 Layer 구분하기</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S72의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S74에서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먼저 관찰하고, 그다음 가설을 세운다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Cause가 지지하는 최소 변경</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같은 Task의 재실행만으로 충분할까?</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대표 작업으로 변경 범위를 확인하기</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Harness도 특정 실패에 맞춰 과적합될 수 있다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S79으로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Feedback을 System Change와 Evaluation으로 잇기</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S74의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S80로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실제 제작 기록: TRIAL-006</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결과의 타당성과 원인 귀속은 별개다</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S58의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평가와 보고 규칙을 Evidence에 맞추다</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S82와 production/preview/act4/S82.png를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후속 기록은 개선됐지만 완전하지 않았다</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S84에서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S83와 production/preview/act4/S83.png를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실제 Meta Loop에서 바뀐 것</a:t>
            </a:r>
          </a:p>
          <a:p xmlns:a="http://schemas.openxmlformats.org/drawingml/2006/main">
            <a:r>
              <a:t/>
            </a:r>
          </a:p>
          <a:p xmlns:a="http://schemas.openxmlformats.org/drawingml/2006/main">
            <a:r>
              <a:t>**Slide ID:**</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S85의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S85로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S84와 production/preview/act4/S84.png를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Project와 환경이 바뀌면 검증도 다시 본다</a:t>
            </a:r>
          </a:p>
          <a:p xmlns:a="http://schemas.openxmlformats.org/drawingml/2006/main">
            <a:r>
              <a:t/>
            </a:r>
          </a:p>
          <a:p xmlns:a="http://schemas.openxmlformats.org/drawingml/2006/main">
            <a:r>
              <a:t>Slide ID: S85</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S86의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S86으로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production/preview/act4/S85.png 및 production/preview/full/S85.png.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전체 Story를 한 장으로</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전체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S87 실제 Repository 이력→S88 선택 기준→S89 책임을 거쳐 S90에서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S87와 S89에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S90의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S87로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하나의 Repository가 문제에 대응해 진화했다</a:t>
            </a:r>
          </a:p>
          <a:p xmlns:a="http://schemas.openxmlformats.org/drawingml/2006/main">
            <a:r>
              <a:t/>
            </a:r>
          </a:p>
          <a:p xmlns:a="http://schemas.openxmlformats.org/drawingml/2006/main">
            <a:r>
              <a:t>Slide ID: S87</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S43 상세 문서 분리, S58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S47-source.png. 파일명은 최초80장판 캡처 시점의 번호이며 현재 대응은 S18/S43/S58다. 실제 Trial 원본 화면이 아닌 당시 production PNG 발췌다. S18은 TRIAL-002 diff 재구성, S43는 STATE-02→03 문구 발췌, S58는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S43로 Routing 우월성·토큰 절감을 주장하지 않고, S58는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S88로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필요성이 입증되지 않은 것은 보류했다</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S89으로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위임이 늘어도 개발자 책임은 남는다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S88의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S90의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S90로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AI-Native Development는 이 교육의 운영 모델</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S91로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S91에서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S91로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어느 Layer에서 마찰이 반복되는가?</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S92의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S92로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다음 작은 행동을 개인적으로 고른다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S91에서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S93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S93으로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S93으로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Q&amp;A와 교육 마무리</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1d3102eb2a4c8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cddefee24424f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513a9de063a42c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8c1ebc1caf482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727770b39b04d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387ee8028743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F9D07B-96B1-4A11-B0C4-117BA7D13D0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30F945E-217A-442A-9DF9-9FE5479FE68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86768A9-3F90-4799-8098-5D9291177E4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A4B9E9-5674-46EF-9985-4723EFF2F2D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DC036A6-B5B8-491C-9EC4-0E8748D37AD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132AE55-433A-4EEB-B16C-AA139719A7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D60427E-5C06-46B2-BD0D-96887AD24A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DCF3815-2482-4A5B-871A-A9563E44ED5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7AB513-F828-48A0-9A2A-AD8AE037464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E3FF314-A4C2-41B3-A70D-E62D38C4EE1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f252b378d9d4852" /><Relationship Type="http://schemas.openxmlformats.org/officeDocument/2006/relationships/slideLayout" Target="/ppt/slideLayouts/slideLayout1.xml" Id="Re06c5044d21b4ff6" /><Relationship Type="http://schemas.openxmlformats.org/officeDocument/2006/relationships/slideLayout" Target="/ppt/slideLayouts/slideLayout2.xml" Id="Rd5480f4ea23b492a" /><Relationship Type="http://schemas.openxmlformats.org/officeDocument/2006/relationships/slideLayout" Target="/ppt/slideLayouts/slideLayout3.xml" Id="Ra38c9a10a5aa467c" /><Relationship Type="http://schemas.openxmlformats.org/officeDocument/2006/relationships/slideLayout" Target="/ppt/slideLayouts/slideLayout4.xml" Id="Rbec2cd9a83404917" /><Relationship Type="http://schemas.openxmlformats.org/officeDocument/2006/relationships/slideLayout" Target="/ppt/slideLayouts/slideLayout5.xml" Id="R952f4b67528442b3" /><Relationship Type="http://schemas.openxmlformats.org/officeDocument/2006/relationships/slideLayout" Target="/ppt/slideLayouts/slideLayout6.xml" Id="R302a9608322744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06c5044d21b4ff6"/>
    <p:sldLayoutId xmlns:r="http://schemas.openxmlformats.org/officeDocument/2006/relationships" id="2147483650" r:id="Rd5480f4ea23b492a"/>
    <p:sldLayoutId xmlns:r="http://schemas.openxmlformats.org/officeDocument/2006/relationships" id="2147483651" r:id="Ra38c9a10a5aa467c"/>
    <p:sldLayoutId xmlns:r="http://schemas.openxmlformats.org/officeDocument/2006/relationships" id="2147483652" r:id="Rbec2cd9a83404917"/>
    <p:sldLayoutId xmlns:r="http://schemas.openxmlformats.org/officeDocument/2006/relationships" id="2147483653" r:id="R952f4b67528442b3"/>
    <p:sldLayoutId xmlns:r="http://schemas.openxmlformats.org/officeDocument/2006/relationships" id="2147483654" r:id="R302a9608322744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027db771ddb4a72" /><Relationship Type="http://schemas.openxmlformats.org/officeDocument/2006/relationships/image" Target="/ppt/media/image.png" Id="Rd5eb843a02fe4d4c" /><Relationship Type="http://schemas.openxmlformats.org/officeDocument/2006/relationships/notesSlide" Target="/ppt/notesSlides/notesSlide1.xml" Id="Rc778a84de5ed4e4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659a59e0f9403f" /><Relationship Type="http://schemas.openxmlformats.org/officeDocument/2006/relationships/notesSlide" Target="/ppt/notesSlides/notesSlide2.xml" Id="Rb29540eaaf3645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aaff23161b448c1" /><Relationship Type="http://schemas.openxmlformats.org/officeDocument/2006/relationships/notesSlide" Target="/ppt/notesSlides/notesSlide3.xml" Id="R3a61cbb2a6534c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fa1e54263fa4502" /><Relationship Type="http://schemas.openxmlformats.org/officeDocument/2006/relationships/image" Target="/ppt/media/image2.png" Id="R23591b6090954e2e" /><Relationship Type="http://schemas.openxmlformats.org/officeDocument/2006/relationships/notesSlide" Target="/ppt/notesSlides/notesSlide4.xml" Id="Rf2f45022fdd344b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43621f9863d4c68" /><Relationship Type="http://schemas.openxmlformats.org/officeDocument/2006/relationships/notesSlide" Target="/ppt/notesSlides/notesSlide5.xml" Id="R109233a1835d48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5ad1227c5cf424a" /><Relationship Type="http://schemas.openxmlformats.org/officeDocument/2006/relationships/notesSlide" Target="/ppt/notesSlides/notesSlide6.xml" Id="Rf4fe713f0f9b46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28a11323b144da1" /><Relationship Type="http://schemas.openxmlformats.org/officeDocument/2006/relationships/image" Target="/ppt/media/image3.png" Id="R24392abe753d4c4a" /><Relationship Type="http://schemas.openxmlformats.org/officeDocument/2006/relationships/notesSlide" Target="/ppt/notesSlides/notesSlide7.xml" Id="R77069c01b4864b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c45912d19d45d6" /><Relationship Type="http://schemas.openxmlformats.org/officeDocument/2006/relationships/notesSlide" Target="/ppt/notesSlides/notesSlide8.xml" Id="Rf4e5d99a7cb4486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6a756687d67480b" /><Relationship Type="http://schemas.openxmlformats.org/officeDocument/2006/relationships/image" Target="/ppt/media/image4.png" Id="R43b5191ae63845b5" /><Relationship Type="http://schemas.openxmlformats.org/officeDocument/2006/relationships/image" Target="/ppt/media/image5.png" Id="R718f86c0783c4686" /><Relationship Type="http://schemas.openxmlformats.org/officeDocument/2006/relationships/image" Target="/ppt/media/image6.png" Id="Rc5744aa82fc5487e" /><Relationship Type="http://schemas.openxmlformats.org/officeDocument/2006/relationships/notesSlide" Target="/ppt/notesSlides/notesSlide9.xml" Id="R0462881f6dac49a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6d7084726ab41eb" /><Relationship Type="http://schemas.openxmlformats.org/officeDocument/2006/relationships/notesSlide" Target="/ppt/notesSlides/notesSlide10.xml" Id="R0ae6bf4edfe04e5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8dc37b654044e40" /><Relationship Type="http://schemas.openxmlformats.org/officeDocument/2006/relationships/image" Target="/ppt/media/image7.png" Id="R738ae70b29f84140" /><Relationship Type="http://schemas.openxmlformats.org/officeDocument/2006/relationships/image" Target="/ppt/media/image8.png" Id="Rf39dc23178414360" /><Relationship Type="http://schemas.openxmlformats.org/officeDocument/2006/relationships/image" Target="/ppt/media/image9.png" Id="Rfc6c2e67896a43d3" /><Relationship Type="http://schemas.openxmlformats.org/officeDocument/2006/relationships/notesSlide" Target="/ppt/notesSlides/notesSlide11.xml" Id="R8aea5c197a2d433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97516207ee64db7" /><Relationship Type="http://schemas.openxmlformats.org/officeDocument/2006/relationships/image" Target="/ppt/media/image10.png" Id="R0b08e857d368439a" /><Relationship Type="http://schemas.openxmlformats.org/officeDocument/2006/relationships/notesSlide" Target="/ppt/notesSlides/notesSlide12.xml" Id="Ra26ed5025b7947e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91d22be5d2e4e30" /><Relationship Type="http://schemas.openxmlformats.org/officeDocument/2006/relationships/image" Target="/ppt/media/image11.png" Id="Re0e29a319c4247c0" /><Relationship Type="http://schemas.openxmlformats.org/officeDocument/2006/relationships/notesSlide" Target="/ppt/notesSlides/notesSlide13.xml" Id="R736a088bd60b49b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f8b5cee8b2c24f02" /><Relationship Type="http://schemas.openxmlformats.org/officeDocument/2006/relationships/notesSlide" Target="/ppt/notesSlides/notesSlide14.xml" Id="Rada5888a361949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4d7b44445f246bc" /><Relationship Type="http://schemas.openxmlformats.org/officeDocument/2006/relationships/notesSlide" Target="/ppt/notesSlides/notesSlide15.xml" Id="R9ad82f56196b420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bc4d04abaeb478d" /><Relationship Type="http://schemas.openxmlformats.org/officeDocument/2006/relationships/notesSlide" Target="/ppt/notesSlides/notesSlide16.xml" Id="R4339bfd2f08f4fe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3eec0c28d904189" /><Relationship Type="http://schemas.openxmlformats.org/officeDocument/2006/relationships/notesSlide" Target="/ppt/notesSlides/notesSlide17.xml" Id="R69033411ef5a4b9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fe8dedb1bc9496b" /><Relationship Type="http://schemas.openxmlformats.org/officeDocument/2006/relationships/notesSlide" Target="/ppt/notesSlides/notesSlide18.xml" Id="R4231354e5eba4c6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0fa56ffd1cf4fab" /><Relationship Type="http://schemas.openxmlformats.org/officeDocument/2006/relationships/notesSlide" Target="/ppt/notesSlides/notesSlide19.xml" Id="Rf21d4cda6559424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b1f16965ae340ae" /><Relationship Type="http://schemas.openxmlformats.org/officeDocument/2006/relationships/notesSlide" Target="/ppt/notesSlides/notesSlide20.xml" Id="R41687e6bb2d848c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c61d012cdc9493f" /><Relationship Type="http://schemas.openxmlformats.org/officeDocument/2006/relationships/notesSlide" Target="/ppt/notesSlides/notesSlide21.xml" Id="R917724dd1ca4472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86c7c0fade6435d" /><Relationship Type="http://schemas.openxmlformats.org/officeDocument/2006/relationships/notesSlide" Target="/ppt/notesSlides/notesSlide22.xml" Id="R221af9fe37ce4fe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7c002d4eb5b4773" /><Relationship Type="http://schemas.openxmlformats.org/officeDocument/2006/relationships/notesSlide" Target="/ppt/notesSlides/notesSlide23.xml" Id="R65ae646e771c450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0f8c5121afc44f9" /><Relationship Type="http://schemas.openxmlformats.org/officeDocument/2006/relationships/notesSlide" Target="/ppt/notesSlides/notesSlide24.xml" Id="Red3317718c4b4ba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1412b7dc3a9d42de" /><Relationship Type="http://schemas.openxmlformats.org/officeDocument/2006/relationships/notesSlide" Target="/ppt/notesSlides/notesSlide25.xml" Id="R07c155cbc865495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036c12144f24013" /><Relationship Type="http://schemas.openxmlformats.org/officeDocument/2006/relationships/notesSlide" Target="/ppt/notesSlides/notesSlide26.xml" Id="R03f6ea5023894a6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c309ba72c1c462e" /><Relationship Type="http://schemas.openxmlformats.org/officeDocument/2006/relationships/notesSlide" Target="/ppt/notesSlides/notesSlide27.xml" Id="R84127ead6b6246f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9be57dddd684693" /><Relationship Type="http://schemas.openxmlformats.org/officeDocument/2006/relationships/notesSlide" Target="/ppt/notesSlides/notesSlide28.xml" Id="Rd877a09975cc42b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0991e61c44a44bb" /><Relationship Type="http://schemas.openxmlformats.org/officeDocument/2006/relationships/notesSlide" Target="/ppt/notesSlides/notesSlide29.xml" Id="R656668fe13a64bb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5b81d083ab2345d1" /><Relationship Type="http://schemas.openxmlformats.org/officeDocument/2006/relationships/notesSlide" Target="/ppt/notesSlides/notesSlide30.xml" Id="Rffe4b30ee028497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d50c09c175e4de0" /><Relationship Type="http://schemas.openxmlformats.org/officeDocument/2006/relationships/notesSlide" Target="/ppt/notesSlides/notesSlide31.xml" Id="R082816948625460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1e3f48dc0564ed7" /><Relationship Type="http://schemas.openxmlformats.org/officeDocument/2006/relationships/notesSlide" Target="/ppt/notesSlides/notesSlide32.xml" Id="Rb8ee43c0b7c3430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11aa7d6f17749e4" /><Relationship Type="http://schemas.openxmlformats.org/officeDocument/2006/relationships/notesSlide" Target="/ppt/notesSlides/notesSlide33.xml" Id="R0f81f663db484c5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c0b683ade18a4ed4" /><Relationship Type="http://schemas.openxmlformats.org/officeDocument/2006/relationships/notesSlide" Target="/ppt/notesSlides/notesSlide34.xml" Id="R00041b571568410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1815dde04547416e" /><Relationship Type="http://schemas.openxmlformats.org/officeDocument/2006/relationships/image" Target="/ppt/media/image12.png" Id="R03e6d65ef3604ead" /><Relationship Type="http://schemas.openxmlformats.org/officeDocument/2006/relationships/image" Target="/ppt/media/image13.png" Id="R498783bea14b4036" /><Relationship Type="http://schemas.openxmlformats.org/officeDocument/2006/relationships/notesSlide" Target="/ppt/notesSlides/notesSlide35.xml" Id="Reeb04dc6de244e3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8b13adbed2444d2" /><Relationship Type="http://schemas.openxmlformats.org/officeDocument/2006/relationships/image" Target="/ppt/media/image14.png" Id="Rb11cc1008d074a59" /><Relationship Type="http://schemas.openxmlformats.org/officeDocument/2006/relationships/notesSlide" Target="/ppt/notesSlides/notesSlide36.xml" Id="R589376a0fa56468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02fb19bd98d4209" /><Relationship Type="http://schemas.openxmlformats.org/officeDocument/2006/relationships/notesSlide" Target="/ppt/notesSlides/notesSlide37.xml" Id="Ra04e403eec834d6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0ab5fd1329c14fa5" /><Relationship Type="http://schemas.openxmlformats.org/officeDocument/2006/relationships/notesSlide" Target="/ppt/notesSlides/notesSlide38.xml" Id="R368b8a683a3e432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65423a56b852479f" /><Relationship Type="http://schemas.openxmlformats.org/officeDocument/2006/relationships/notesSlide" Target="/ppt/notesSlides/notesSlide39.xml" Id="Rdc19fe21b86d46bc"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21a5643b7304206" /><Relationship Type="http://schemas.openxmlformats.org/officeDocument/2006/relationships/notesSlide" Target="/ppt/notesSlides/notesSlide40.xml" Id="R0642b4b01f8d4b8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1d6cf4bee43427c" /><Relationship Type="http://schemas.openxmlformats.org/officeDocument/2006/relationships/notesSlide" Target="/ppt/notesSlides/notesSlide41.xml" Id="R8e0b4379318f4ea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22636213a7ff4282" /><Relationship Type="http://schemas.openxmlformats.org/officeDocument/2006/relationships/notesSlide" Target="/ppt/notesSlides/notesSlide42.xml" Id="Re6356d365c2c49a2"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350d62d779c4b22" /><Relationship Type="http://schemas.openxmlformats.org/officeDocument/2006/relationships/notesSlide" Target="/ppt/notesSlides/notesSlide43.xml" Id="R7da0b1f9ad1744e7"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8f2f3fc26454c43" /><Relationship Type="http://schemas.openxmlformats.org/officeDocument/2006/relationships/notesSlide" Target="/ppt/notesSlides/notesSlide44.xml" Id="R7183d379308e4d0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d862cfc0f324dcb" /><Relationship Type="http://schemas.openxmlformats.org/officeDocument/2006/relationships/notesSlide" Target="/ppt/notesSlides/notesSlide45.xml" Id="R81649e0bcc9a47e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c32113dc6958423e" /><Relationship Type="http://schemas.openxmlformats.org/officeDocument/2006/relationships/notesSlide" Target="/ppt/notesSlides/notesSlide46.xml" Id="R261974b7eeb2471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7dc0e3098dea4db6" /><Relationship Type="http://schemas.openxmlformats.org/officeDocument/2006/relationships/notesSlide" Target="/ppt/notesSlides/notesSlide47.xml" Id="R51b6371912c14dc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f5f6d1bc4cc474f" /><Relationship Type="http://schemas.openxmlformats.org/officeDocument/2006/relationships/notesSlide" Target="/ppt/notesSlides/notesSlide48.xml" Id="Raba7d5674d804e6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c927fafa1a3341d5" /><Relationship Type="http://schemas.openxmlformats.org/officeDocument/2006/relationships/notesSlide" Target="/ppt/notesSlides/notesSlide49.xml" Id="R30c2bd45f9b9479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a963b7f2dfdd4b53" /><Relationship Type="http://schemas.openxmlformats.org/officeDocument/2006/relationships/image" Target="/ppt/media/image15.png" Id="R041e1b93c3b24279" /><Relationship Type="http://schemas.openxmlformats.org/officeDocument/2006/relationships/image" Target="/ppt/media/image16.png" Id="R878171d43b3a421d" /><Relationship Type="http://schemas.openxmlformats.org/officeDocument/2006/relationships/notesSlide" Target="/ppt/notesSlides/notesSlide50.xml" Id="Rb83c962edb174e93"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c8623acf5f64486" /><Relationship Type="http://schemas.openxmlformats.org/officeDocument/2006/relationships/notesSlide" Target="/ppt/notesSlides/notesSlide51.xml" Id="R73400c10397540c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db93583be6314dea" /><Relationship Type="http://schemas.openxmlformats.org/officeDocument/2006/relationships/notesSlide" Target="/ppt/notesSlides/notesSlide52.xml" Id="Rd2ec2cd70cf24ee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e8c4a8fc3e364db4" /><Relationship Type="http://schemas.openxmlformats.org/officeDocument/2006/relationships/notesSlide" Target="/ppt/notesSlides/notesSlide53.xml" Id="Rd274d3c6dd0349c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1626eee575b44d3" /><Relationship Type="http://schemas.openxmlformats.org/officeDocument/2006/relationships/notesSlide" Target="/ppt/notesSlides/notesSlide54.xml" Id="R7c666efd6cc84ea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e320e97afb04c47" /><Relationship Type="http://schemas.openxmlformats.org/officeDocument/2006/relationships/notesSlide" Target="/ppt/notesSlides/notesSlide55.xml" Id="R9b7902fa71254b9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c0fae50fb36a457d" /><Relationship Type="http://schemas.openxmlformats.org/officeDocument/2006/relationships/notesSlide" Target="/ppt/notesSlides/notesSlide56.xml" Id="R1e0288623b4349e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bcd9c94ffb4c433c" /><Relationship Type="http://schemas.openxmlformats.org/officeDocument/2006/relationships/notesSlide" Target="/ppt/notesSlides/notesSlide57.xml" Id="R5f657f9c693e4779"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46c0f8fc509e4a3a" /><Relationship Type="http://schemas.openxmlformats.org/officeDocument/2006/relationships/chart" Target="/ppt/slides/charts/chart1.xml" Id="Rc12b178c79ab4b2b" /><Relationship Type="http://schemas.openxmlformats.org/officeDocument/2006/relationships/notesSlide" Target="/ppt/notesSlides/notesSlide58.xml" Id="R13c18a6d1ba844c9"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f257ab69f8844e0a" /><Relationship Type="http://schemas.openxmlformats.org/officeDocument/2006/relationships/notesSlide" Target="/ppt/notesSlides/notesSlide59.xml" Id="R9dd460adad0e494f"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1fb5d2e105214d06" /><Relationship Type="http://schemas.openxmlformats.org/officeDocument/2006/relationships/notesSlide" Target="/ppt/notesSlides/notesSlide60.xml" Id="R2753a7f0f71d4cb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d23f1efe35f427f" /><Relationship Type="http://schemas.openxmlformats.org/officeDocument/2006/relationships/notesSlide" Target="/ppt/notesSlides/notesSlide61.xml" Id="R612d534e1509499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e11cddf9ac154706" /><Relationship Type="http://schemas.openxmlformats.org/officeDocument/2006/relationships/notesSlide" Target="/ppt/notesSlides/notesSlide62.xml" Id="R460121434a5f406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64b8599a11845e4" /><Relationship Type="http://schemas.openxmlformats.org/officeDocument/2006/relationships/notesSlide" Target="/ppt/notesSlides/notesSlide63.xml" Id="R8d6cb4d2c2cb482e"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2e78a5c392b04d34" /><Relationship Type="http://schemas.openxmlformats.org/officeDocument/2006/relationships/notesSlide" Target="/ppt/notesSlides/notesSlide64.xml" Id="R621f71db4047475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683fbb45bffe4dd2" /><Relationship Type="http://schemas.openxmlformats.org/officeDocument/2006/relationships/notesSlide" Target="/ppt/notesSlides/notesSlide65.xml" Id="Rc2ab996c566f4927"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96bf3fe13114854" /><Relationship Type="http://schemas.openxmlformats.org/officeDocument/2006/relationships/image" Target="/ppt/media/image17.png" Id="R4aee088ab1964509" /><Relationship Type="http://schemas.openxmlformats.org/officeDocument/2006/relationships/notesSlide" Target="/ppt/notesSlides/notesSlide66.xml" Id="R6e4b5b62557f4b56"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b66730eb6084333" /><Relationship Type="http://schemas.openxmlformats.org/officeDocument/2006/relationships/notesSlide" Target="/ppt/notesSlides/notesSlide67.xml" Id="R04654d5b8e3c41d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565b3fef6c546a2" /><Relationship Type="http://schemas.openxmlformats.org/officeDocument/2006/relationships/notesSlide" Target="/ppt/notesSlides/notesSlide68.xml" Id="Rc80fec4dcff84f1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2926c374e08f4fc3" /><Relationship Type="http://schemas.openxmlformats.org/officeDocument/2006/relationships/notesSlide" Target="/ppt/notesSlides/notesSlide69.xml" Id="R8fd58b2584be426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480418ced5304b94" /><Relationship Type="http://schemas.openxmlformats.org/officeDocument/2006/relationships/notesSlide" Target="/ppt/notesSlides/notesSlide70.xml" Id="Rd900a9c07a75423b"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9b7a40d9339a4dc7" /><Relationship Type="http://schemas.openxmlformats.org/officeDocument/2006/relationships/notesSlide" Target="/ppt/notesSlides/notesSlide71.xml" Id="R8e41a0b9387f4bd8"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574ddc6ad8ae4b69" /><Relationship Type="http://schemas.openxmlformats.org/officeDocument/2006/relationships/notesSlide" Target="/ppt/notesSlides/notesSlide72.xml" Id="R2b3c09c0811741b1"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7b21bf676e444a3d" /><Relationship Type="http://schemas.openxmlformats.org/officeDocument/2006/relationships/notesSlide" Target="/ppt/notesSlides/notesSlide73.xml" Id="R6cf52ba6e5c14727"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62f29e74365a40ba" /><Relationship Type="http://schemas.openxmlformats.org/officeDocument/2006/relationships/notesSlide" Target="/ppt/notesSlides/notesSlide74.xml" Id="R82077177dd174ff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b61d99ab9d874e79" /><Relationship Type="http://schemas.openxmlformats.org/officeDocument/2006/relationships/notesSlide" Target="/ppt/notesSlides/notesSlide75.xml" Id="Rfcec8da18b874e0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aa1e4623d8824fe0" /><Relationship Type="http://schemas.openxmlformats.org/officeDocument/2006/relationships/notesSlide" Target="/ppt/notesSlides/notesSlide76.xml" Id="R4f4eb39da8664b54"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0e27a33eb0c844a0" /><Relationship Type="http://schemas.openxmlformats.org/officeDocument/2006/relationships/notesSlide" Target="/ppt/notesSlides/notesSlide77.xml" Id="R624eaccda74b44c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41dd8b80b01b41ab" /><Relationship Type="http://schemas.openxmlformats.org/officeDocument/2006/relationships/notesSlide" Target="/ppt/notesSlides/notesSlide78.xml" Id="R9936780def5e4d8d"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67cdf6f405b4f67" /><Relationship Type="http://schemas.openxmlformats.org/officeDocument/2006/relationships/notesSlide" Target="/ppt/notesSlides/notesSlide79.xml" Id="R46173b08b3974468"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73fcb36619c144d9" /><Relationship Type="http://schemas.openxmlformats.org/officeDocument/2006/relationships/notesSlide" Target="/ppt/notesSlides/notesSlide80.xml" Id="Rb04050df49a74f78"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d989cafd206642cf" /><Relationship Type="http://schemas.openxmlformats.org/officeDocument/2006/relationships/notesSlide" Target="/ppt/notesSlides/notesSlide81.xml" Id="R47f546b1259c4ab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2ea0b113965431f" /><Relationship Type="http://schemas.openxmlformats.org/officeDocument/2006/relationships/notesSlide" Target="/ppt/notesSlides/notesSlide82.xml" Id="Rcd127993c0bd4f4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cee654242e6f4097" /><Relationship Type="http://schemas.openxmlformats.org/officeDocument/2006/relationships/notesSlide" Target="/ppt/notesSlides/notesSlide83.xml" Id="R1cdc20a44c6b436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aa7b148205ee4077" /><Relationship Type="http://schemas.openxmlformats.org/officeDocument/2006/relationships/notesSlide" Target="/ppt/notesSlides/notesSlide84.xml" Id="R5cae7281b440443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180a27d62ae4b88" /><Relationship Type="http://schemas.openxmlformats.org/officeDocument/2006/relationships/image" Target="/ppt/media/image18.png" Id="R11073f42da414223" /><Relationship Type="http://schemas.openxmlformats.org/officeDocument/2006/relationships/notesSlide" Target="/ppt/notesSlides/notesSlide85.xml" Id="R4f5e3c624e42446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c32fcb514e274722" /><Relationship Type="http://schemas.openxmlformats.org/officeDocument/2006/relationships/notesSlide" Target="/ppt/notesSlides/notesSlide86.xml" Id="R4d445687702948f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bdf510df6c0e450b" /><Relationship Type="http://schemas.openxmlformats.org/officeDocument/2006/relationships/image" Target="/ppt/media/image19.png" Id="Rcecd7b9ff39c4ffb" /><Relationship Type="http://schemas.openxmlformats.org/officeDocument/2006/relationships/image" Target="/ppt/media/image20.png" Id="R62e230a816394a11" /><Relationship Type="http://schemas.openxmlformats.org/officeDocument/2006/relationships/image" Target="/ppt/media/image21.png" Id="R56c67710741d4812" /><Relationship Type="http://schemas.openxmlformats.org/officeDocument/2006/relationships/notesSlide" Target="/ppt/notesSlides/notesSlide87.xml" Id="Rec8db2ef0cfe4a5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1b0a8888f3ca4e83" /><Relationship Type="http://schemas.openxmlformats.org/officeDocument/2006/relationships/notesSlide" Target="/ppt/notesSlides/notesSlide88.xml" Id="R0c1e5889f7e0497e"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62598452cc844337" /><Relationship Type="http://schemas.openxmlformats.org/officeDocument/2006/relationships/notesSlide" Target="/ppt/notesSlides/notesSlide89.xml" Id="Re9ed68f75a6f412f"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b7adecbea58b47be" /><Relationship Type="http://schemas.openxmlformats.org/officeDocument/2006/relationships/notesSlide" Target="/ppt/notesSlides/notesSlide90.xml" Id="R7b8a02ba3e8545b2"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625ca6408fbd4887" /><Relationship Type="http://schemas.openxmlformats.org/officeDocument/2006/relationships/notesSlide" Target="/ppt/notesSlides/notesSlide91.xml" Id="R538065aa7bb6423b"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d3078574077e4601" /><Relationship Type="http://schemas.openxmlformats.org/officeDocument/2006/relationships/notesSlide" Target="/ppt/notesSlides/notesSlide92.xml" Id="R4efe03ddd0854d82"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a936a87b778b4014" /><Relationship Type="http://schemas.openxmlformats.org/officeDocument/2006/relationships/notesSlide" Target="/ppt/notesSlides/notesSlide93.xml" Id="R0f153ebd36c4490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7656D91B-2D21-4021-B5A0-E227729D1E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660BA52F-CEB2-4818-8446-10A0051120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896645B-E3E6-42B9-8C7E-3A078E4329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5D6F288-E28B-4F30-9413-2D74E3E2FA8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717962F6-2E35-4C1C-AAF9-0E6EE5F204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3C54B32-4F5B-4EB6-9EBA-60EAEEB93A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8943E7EF-9EAB-4B87-B917-ECC7D7B83E70}"/>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E499C3DF-27DE-4F21-AB54-1B7A7D911D50}"/>
              </a:ext>
            </a:extLst>
          </p:cNvPr>
          <p:cNvPicPr>
            <a:picLocks xmlns:a="http://schemas.openxmlformats.org/drawingml/2006/main" noChangeAspect="1"/>
          </p:cNvPicPr>
          <p:nvPr/>
        </p:nvPicPr>
        <p:blipFill>
          <a:blip xmlns:r="http://schemas.openxmlformats.org/officeDocument/2006/relationships" xmlns:a="http://schemas.openxmlformats.org/drawingml/2006/main" r:embed="Rd5eb843a02fe4d4c"/>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6414E8EE-813A-49D4-BA44-97B5E33E6B27}"/>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71A72B7-971B-4A1B-A46E-9AF85CE516C9}"/>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BD74F3B7-A3BE-4149-A707-287BE487D73A}"/>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B7625279-E99C-41B2-8764-63F4BF6725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2196153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2AAB0E50-90C1-48E1-BDF0-D97239476D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236111A6-83DA-48BF-A1F7-997F6EE504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79F3052B-BD1C-4559-B8A6-DB2591F8BB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48AAF438-E463-4FBE-A0A9-673C3BA62E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EB235444-E462-4F96-9238-459EBAC28E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8A1F1498-435A-4920-920A-AB9E6CA8F6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2010FFB-E6AC-4135-8BB5-6F8A5FE2AC94}"/>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235769FB-99BC-49B7-A88E-96E86941AB87}"/>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6A88D383-443F-4D1A-AB4C-F0CBA53EB103}"/>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3D8EEEE-1F56-4A17-A1F2-5667323CA01F}"/>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B28C62F-FE2F-42AC-8AA9-C94D5EF05BA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D269BC9E-D921-4DDE-979D-C2BBEC0630F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4B269BDB-2DB0-4EB5-8DDF-EBD665A4D4A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61A75FB-830A-4A1C-B361-EBC38E0CCFC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4AA9837-2CDD-4FEA-9A77-9B62CDDE3940}"/>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136AC344-758F-4D7F-937B-BB509142EA9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9E1AEFF-41B6-429C-AAED-7134B4581E6F}"/>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213A368F-B4AF-4ED4-8E26-8EBE6F47EA61}"/>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54343DAE-27A9-4258-A254-76740CB9AA87}"/>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5B04816A-7EB3-450B-8040-FCC4E5BC88EC}"/>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1392BB1-5D55-433C-B5AC-11F2EC59E5D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3060F7BC-F7C0-4DA5-AF90-22FB904513F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9A8694A3-E531-4258-9E2E-C7C9967D1339}"/>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7E6A97F0-013E-4D34-9FFD-CB7B443428A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231C085-1A9C-475B-8250-6A325BDFF0B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00C2C2B-1BBE-44DE-BA11-F5567AA459C2}"/>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677D2399-1D92-4521-8AD2-6E7EDCCFEF42}"/>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E517E5A5-1608-47A8-BEC6-AE3A3734B592}"/>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BC541094-2591-42BE-8A28-D60C548272A0}"/>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EC03C653-753B-44CB-9CC0-71B6723CD2C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9D2BEBFE-62ED-4F81-AE07-A404F5FE2EA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9E00B42F-9C96-4882-8C71-C2A2F5CD947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FEEFD0F1-E733-4F9D-BF68-A58C71A01160}"/>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A7A7B92-D1E7-48C3-A97F-1EA473BF3F64}"/>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414F2BD-A766-4BBF-8702-A22887D74E66}"/>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FD8E765-1CF9-4052-A6BB-99F7F0DAC320}"/>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76B1EBBF-F854-4FCD-B823-6347C64847BF}"/>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23B16483-11A4-4584-A8BF-0C04248422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59297315"/>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A29BAC41-EF10-45F5-B77E-1463034CFF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AD16A49E-4166-44DF-BE38-BBBF8D3659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73DB87B6-AEB4-442F-BB4D-1391E66394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1FA35AD7-6624-45A9-A5F7-6F6D5C89A0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79ACEA6E-10CE-4871-9BC8-07ECC27B49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A69EBFB4-B172-4E63-9513-831CF8C245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9825C724-0690-48D7-AE20-236D21D39ABF}"/>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5D912A80-7CB6-41A8-8D3D-5CE1F67F3707}"/>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88BA680-B788-4425-810F-30FE7B7FCCD6}"/>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C072C0D-9AD7-4178-8399-BFFF9D871F9C}"/>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0C55220-B561-42E5-A30C-9C346833BA8A}"/>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CCB31A7C-B50E-4A04-8885-682B4B968C7B}"/>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6A092970-2194-400E-86E3-8B0CF18ED3F3}"/>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B977B946-4F2A-41EA-B22F-80A2D3DEDCC5}"/>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53454CF2-ADD5-40E6-959F-6B3AA7857CB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30DFDCCF-39E4-4A7B-9EEB-AB18553EF040}"/>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99EDC9F7-61F7-4DFA-AF3D-869278C0C186}"/>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48110AB9-BB7B-4B45-A7DE-376964FDA62C}"/>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7DCF3BCB-1B34-4A96-BA7C-F68F0ECC2E93}"/>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78B25404-4A11-4590-8566-C2D1A33D014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21457A63-897C-455A-A562-A0C91E660155}"/>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810BE9D-E08C-4F6E-99A8-459112E794D6}"/>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074955E9-A373-43E2-8AB4-7C49ED4217CC}"/>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43CFB60D-2433-4ABE-8619-350F9FFD31E7}"/>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4F24475F-03B0-4DB7-AEA5-EC272608E2B4}"/>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A024BBB7-F740-469F-AAFA-B6EB952A509F}"/>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35ECEB16-1EC7-43EB-8606-4D47C3125B0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8F5D9D8F-83B7-4BDF-A28E-E1A4F812A790}"/>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C131350F-D7ED-41E4-9AE3-4F15412475F0}"/>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A5E5A90F-D3AC-481F-A729-1911DAEEE588}"/>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DF02991F-A3C1-4D86-B5E3-4985416EF52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983D2FD9-49DA-4115-84CD-0F0295210BCC}"/>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0D69019-BA35-45FA-B5B8-49D8F1C243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8458465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DD1BD6FA-064D-43E6-9ABD-09CBCB964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17D28816-283A-4207-B734-18042DB6B0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420A902D-5B27-41D4-B29F-2DCC67B0E3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40AFAED7-A98D-44D4-B834-6A8E4A94EE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EFC3D131-C3C3-47BF-B87E-C08DE58331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E824C5E4-C5A8-4E77-91BD-3026039CEF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0114973D-9EBD-430F-AFAD-4F91EB5E94ED}"/>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665BA1FD-AF19-4A95-BDB3-700178F068E3}"/>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03CB0CAD-F0D7-437B-A0D1-00AB3037BD66}"/>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1DB26F0-C150-4B6A-B99D-A41BBCE902E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8D038D4B-20DF-4EA0-9E18-379F19A3339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38C19DED-3BD4-4C06-B77D-9F58146C9C37}"/>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32B2BB5E-CC3E-44DD-9919-372BEB334E7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3D75A174-31A6-4932-A125-547E71995622}"/>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8C1A024-E876-49F0-BAA1-764314C5F0C8}"/>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A6083B3-B7BC-48ED-AAB2-DAF6C398DB49}"/>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6B150632-B380-4B22-AD26-AED58734F242}"/>
              </a:ext>
            </a:extLst>
          </p:cNvPr>
          <p:cNvPicPr>
            <a:picLocks xmlns:a="http://schemas.openxmlformats.org/drawingml/2006/main" noChangeAspect="1"/>
          </p:cNvPicPr>
          <p:nvPr/>
        </p:nvPicPr>
        <p:blipFill>
          <a:blip xmlns:r="http://schemas.openxmlformats.org/officeDocument/2006/relationships" xmlns:a="http://schemas.openxmlformats.org/drawingml/2006/main" r:embed="R23591b6090954e2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FF4AC164-AA94-456E-A4F5-EE4F63023EB0}"/>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E5ECB65-73C8-4513-AF30-C34FADB8E2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7791356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9D2E5727-AF21-44EE-A33D-F82F06503F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769C9A17-B3EA-4D2A-B7F5-73AF50B50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8901AC6B-0CAF-4B4A-928E-BD9302966E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404F6C00-34F0-4DC9-B105-CC0D9982E7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644C7C38-DE95-4BC3-865D-625E59B264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08A144E-6760-4378-8A4F-2627940DD4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B938EA94-444D-45A8-9F6A-8873EFA5AC86}"/>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961A25E2-46EF-439C-990A-D5788E00812B}"/>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D6037256-36DB-461B-BBA5-B2AE6DDB9664}"/>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39D168AA-90DE-42E9-8728-EE30EEB066C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91C1A56A-5D69-4761-A851-D51CB13284F9}"/>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5312B04F-1F8B-48A2-A14D-85926948DD47}"/>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1FE216D7-F206-47B3-A635-E88EAB2442E8}"/>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FEDC76DC-E134-4B15-B3B7-15E105B0F0A1}"/>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CF69B510-960E-4A37-82B0-9C1F4704D193}"/>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9436187F-0DDF-4382-B4EF-FED7FBF72D5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16D13117-4193-43BD-B440-AD0EC459B162}"/>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B3DB21CF-BC04-44C4-AA7D-0F71F9FCB0B0}"/>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FCFE205B-C15E-42A1-BAEB-8DC8EAFE2BF3}"/>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EBE8DB11-CB9C-4602-88EA-73ACAC56AFD8}"/>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868D8236-A9F5-428C-8CF4-62C7999A124C}"/>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0976B572-3268-4369-B1C4-8979E33B9FF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735B893C-B88B-460B-B6B6-FE0B14F5122B}"/>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127D289A-99FC-4DDD-92A6-1E5D26CBE4F4}"/>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EB964D3C-CE95-4CD8-8E85-82924EC0D329}"/>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F5922FAC-1735-4A0E-93AF-A79A5F88DEA6}"/>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8F4A2CD3-590D-446D-8FFD-FAC53AD2A1E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034E2C52-6036-4558-854F-C604EDD5C4BC}"/>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92EDC70E-FD08-4BA5-952B-D8AE92018F95}"/>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09D552E1-EB8D-426F-BC1A-E2989EA024D3}"/>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B249147E-DEED-49E7-998D-A7AEEA41E7F2}"/>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92209D02-DB19-4CA1-BEBD-CC2BFA77F78E}"/>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40D1F5C0-AA7E-473A-B374-0A94DDC7E86D}"/>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25DF014D-F12C-43D1-856F-23983A5F1A8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7B91B996-4540-4117-8D40-F473D4AC5DD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E90655BC-DF76-49B2-B167-8E5DF7B511DE}"/>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7E3C52AF-D9A1-43C7-ACFE-D2FF0B3B8433}"/>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AA3B693C-AC1C-4179-AD4F-D170EFC78B79}"/>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C79FE04E-B21F-4F8D-97E4-72D805B18C59}"/>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41368C4A-58F3-4947-A2B4-91B7D8A53BA6}"/>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B060C4ED-A7F6-41C3-A8ED-A856444DB625}"/>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26273A64-47C9-4493-A86D-0D7BABDA0BE1}"/>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42D8161F-E7DE-46EC-8858-6B071C1F7FCC}"/>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04C80060-50B5-460E-BB1E-F79D6E3B9307}"/>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A4EC0DB3-7E0D-4D59-BD36-1B1AA1173E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89682316"/>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C9437C6D-A7D6-447E-9BB7-650CB7D159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75A0C384-2B25-4669-B48A-4FC1B22BCE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721AB6F9-8F40-4BF8-8C81-2966B036CB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1ED46AC5-92C2-4B92-A5D7-9672E117A8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0B3234C4-805D-47F9-9847-5CC3F358E8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4CA0778D-795F-4831-AC2E-9A50294367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3D134CAB-54FA-46E8-80D7-146AD59CF74B}"/>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4C0F8A2-FDAC-48B0-919E-9AA9F278C316}"/>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C668BC85-EEBB-4CF9-A593-3B3BDDE8C4CE}"/>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EFBBF891-C71C-49DC-971A-E9C8AC845CCB}"/>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5C381FF-0AC9-484A-87F2-FAB45A04E1A0}"/>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BD926A1E-9EC8-4256-8160-AFDFC45B3E27}"/>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00F07030-FFCF-49CC-8162-D645257B8747}"/>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9912506A-46E6-441E-9F5E-3819953E9E67}"/>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2A443A50-9980-4128-9F9F-99D5373BF508}"/>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E3F0A7A4-E73C-41BB-AE75-BE3F69E7B37A}"/>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C9D62A8A-D8C3-4619-8227-27570291A24F}"/>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75E0217C-D65C-4F31-9254-3DEB29110893}"/>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3EDF880A-3A7A-4192-A43F-EB5EB39BF580}"/>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6EF95508-75E5-441C-9620-FE5A84A5D0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8845391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203E8E0A-FBA0-416B-8ABB-2BDB4F794D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760DBF4-9A68-494D-87F6-423998C051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EADFB6E2-27A4-4DA0-BFA0-C161CEC25F8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660AD1F3-55FB-4CEF-AB2F-0958F09052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C775105A-204D-4505-A2F0-33417A8D58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0B93D720-4021-4994-8D1F-B1093F18B4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3D363231-C3EE-4D39-9E06-B707C5556E74}"/>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5640D9CF-9AE4-4659-A683-1D2C2F3CE36A}"/>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D3F54709-C4B7-4407-8A76-8C17E24FBE26}"/>
              </a:ext>
            </a:extLst>
          </p:cNvPr>
          <p:cNvPicPr>
            <a:picLocks xmlns:a="http://schemas.openxmlformats.org/drawingml/2006/main" noChangeAspect="1"/>
          </p:cNvPicPr>
          <p:nvPr/>
        </p:nvPicPr>
        <p:blipFill>
          <a:blip xmlns:r="http://schemas.openxmlformats.org/officeDocument/2006/relationships" xmlns:a="http://schemas.openxmlformats.org/drawingml/2006/main" r:embed="R24392abe753d4c4a"/>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60D5C67-05F0-4AE9-9BDA-D85EE63893F5}"/>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B980D50B-669B-4075-B2A2-3559A0F16702}"/>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651FE98F-D959-4306-A5F8-0A74E20EEEB5}"/>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B1D7A163-6258-4FF2-9148-4FC5A0DE8F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0824020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2607BE99-6CDB-4A1F-9C03-FA809B287D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56DB9D2-A212-49A7-AF3F-8A92BC410C8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43E0AE2C-9980-4102-B89B-5D3BCE1BFF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9FBF346B-7486-4D3A-AE29-C0C972DD5D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D7E0DACB-D322-42F0-9DF1-0C030132F4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0EAA3560-222A-49B4-B772-3491787390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B0A2D88-CF7A-45B4-956D-8BA7859004E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BB8F1C2-4309-46C4-A99D-7FBBD39E780C}"/>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C526BD89-65F8-4E37-B138-3F391410566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1B568114-81D7-4918-B06D-760164A3FC40}"/>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29F5B302-1B00-434B-830C-3EAC03F9DA7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1A8ACD46-4E46-41C7-AE9F-E9750B85C617}"/>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9EB9F297-DE45-4102-A469-5DC3AAE179CF}"/>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58841BC1-0636-43F3-B88C-A3091E862118}"/>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443B1E56-74DB-4327-B329-16A8FEC98202}"/>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2D0FCFE1-6267-4874-8C15-32C7A71E5A3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4A01F7C3-79C3-41A3-9358-61183C13B74E}"/>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EDE9151-89FD-409E-BCA4-8FD02F1B256D}"/>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AF550461-03DA-49C9-8E56-35B1D80A2AF3}"/>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FEF92221-92DF-4153-BB8C-45266FAC2F66}"/>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92FE9C07-DB23-4483-B599-7103D8FB93F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FF321DF1-6C8D-4AC7-A36B-8D21C7FFD7E3}"/>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CDC1A5E0-5E54-4CC4-B36D-63C6E7FF56DE}"/>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1B38087B-B540-4AD7-88BE-793F0F4890D2}"/>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0ED59F77-1EDB-4783-92F9-6791142A1B72}"/>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2BF60ABF-A0A1-4D2B-86AF-4B9544B45278}"/>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787BA40A-39F2-40C6-9E09-15CB7E13780C}"/>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DCC22C59-E9BA-4A28-B6B4-817DB4B253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24407718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8E3EF173-2237-4678-B414-1FB9B7CDC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CD0B9FD5-9F01-41BC-8292-DE9FC0D3E2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A1580B02-B8B7-4B75-BB7A-E772D4663A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C8ADB08-9910-45D8-A202-6AAD61848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B0D2AD53-F48C-41D6-A509-E6865ACE6C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83D5CD50-FA7D-464C-831B-AEF2029720E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06724213-4201-4E75-A403-F467458FED3D}"/>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95B7A5AB-9D3E-4233-BD43-311D6EE937A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6C9C2BD-4ED1-4CAA-8A8C-76628EAB45D3}"/>
              </a:ext>
            </a:extLst>
          </p:cNvPr>
          <p:cNvPicPr>
            <a:picLocks xmlns:a="http://schemas.openxmlformats.org/drawingml/2006/main" noChangeAspect="1"/>
          </p:cNvPicPr>
          <p:nvPr/>
        </p:nvPicPr>
        <p:blipFill>
          <a:blip xmlns:r="http://schemas.openxmlformats.org/officeDocument/2006/relationships" xmlns:a="http://schemas.openxmlformats.org/drawingml/2006/main" r:embed="R43b5191ae63845b5"/>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BA5DAA15-625D-43E3-AC41-F40574EB728B}"/>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6649118A-20E7-49D7-8326-BF9CC8794131}"/>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3E1E29E5-7B43-4993-9990-21C6047C7147}"/>
              </a:ext>
            </a:extLst>
          </p:cNvPr>
          <p:cNvPicPr>
            <a:picLocks xmlns:a="http://schemas.openxmlformats.org/drawingml/2006/main" noChangeAspect="1"/>
          </p:cNvPicPr>
          <p:nvPr/>
        </p:nvPicPr>
        <p:blipFill>
          <a:blip xmlns:r="http://schemas.openxmlformats.org/officeDocument/2006/relationships" xmlns:a="http://schemas.openxmlformats.org/drawingml/2006/main" r:embed="R718f86c0783c4686"/>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BC75F89A-CCE2-4453-96B9-EFAF997F4E13}"/>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319429DE-2613-4EB2-93E9-A5F32178D434}"/>
              </a:ext>
            </a:extLst>
          </p:cNvPr>
          <p:cNvPicPr>
            <a:picLocks xmlns:a="http://schemas.openxmlformats.org/drawingml/2006/main" noChangeAspect="1"/>
          </p:cNvPicPr>
          <p:nvPr/>
        </p:nvPicPr>
        <p:blipFill>
          <a:blip xmlns:r="http://schemas.openxmlformats.org/officeDocument/2006/relationships" xmlns:a="http://schemas.openxmlformats.org/drawingml/2006/main" r:embed="Rc5744aa82fc5487e"/>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1F7D73EF-82A9-4987-A299-6E36E5755611}"/>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993D839D-07B9-4F5A-B6E7-E10C61C507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6A2982F4-9F39-42F9-8228-9BF2800E8D9C}"/>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57EE5920-613B-4AC5-88D8-3E44FE4D2028}"/>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DB6A1CB-D32E-49E7-9F00-7E6F32CD9E5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5ECB2A0D-E1A8-4906-9D98-24F663BFB9C9}"/>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4115712E-5FD5-4A0C-AAC1-7BE043F43004}"/>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4386A55B-81CA-44F8-86D8-EAF4C133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387219741"/>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D6A26126-C0A3-4501-8F3D-AD96B86A9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4C8E1B73-FBFA-42FF-AE34-2579CA184C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08CAC405-2E89-4BAE-ADE5-BAD5106691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E62255C-79B3-4C7D-B7F0-F34C9EE2CB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FE61DDFE-BF06-40B1-A152-3C0E318058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8D4F539E-BC1F-4DEE-B4B4-21D72A5825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A462613D-D09F-4592-A3D3-98C7FAC454E1}"/>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576EB425-64E5-4736-99F3-D9C279B72CE3}"/>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4ABA291-88B3-40C5-ABCE-E8C29D9BECC7}"/>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38D0D2F1-8186-469B-9AFA-2B38A26538BF}"/>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9EA0F8CD-3036-4B76-B843-CB5E0C80A3DB}"/>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C5350802-D114-4790-8747-45DCCBE603B7}"/>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A71E4767-CE35-4288-B083-AD167A83849A}"/>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A630961-0CF4-4710-8221-E8D554E2C1F5}"/>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97DD3B83-A71A-42D3-9297-C853ED3B9019}"/>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951D62AE-BCDE-4E92-BC65-AE26AF9E0595}"/>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00165EAA-6CF0-40C9-88FE-4B5942F5023E}"/>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5C26C8B9-3CBC-4253-9387-0FB176E9545D}"/>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001115E-A237-4005-8974-EC1AA01721B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162930B2-3551-451A-8ACC-443F5F2860C3}"/>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273E4774-3E03-47FF-B48C-9DCCBD52F45F}"/>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B5DA2898-C9DF-4A6A-B292-0B93FC10E7FA}"/>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C3191C5A-E58D-4F0C-8AFE-39B499E0DDA5}"/>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DBEACB55-6BCB-4667-A25D-8B521DF094D4}"/>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93C1EAF1-187B-4142-BF6A-5E718323CD51}"/>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D5B3B2F1-2E32-4578-A46C-3742A3FC9373}"/>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643E7EEC-4562-449D-9203-11114DFA866E}"/>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8BD4213-422A-4839-9AA8-8A2CD49DA61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0D6E23F-AAE0-4BB7-B39E-384776822152}"/>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8F605F3E-7271-46E4-8023-3C0C1F8C242A}"/>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AFCCE07-ED3D-4784-AE45-38BD39D99BB1}"/>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0A83DB04-7387-4A1A-A197-D732AA7D5D9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97571136-17CA-4935-8850-3CEC84459490}"/>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7B5D7D2F-EDFE-466B-B55F-907A08EAAA14}"/>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50286292-272B-445D-86CF-2B02030E61C6}"/>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85F8DF54-6675-436C-8BF3-C53BF7018AE0}"/>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C588EF5B-546D-47DF-95CD-90293A7A67D7}"/>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C1B8C9B0-04D5-4E77-94E6-31D65FB687D9}"/>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2099F6E4-6699-4B6C-A78D-86AB97F162E9}"/>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73384133-BBEF-43DD-B029-2AB2D6162875}"/>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63AEEC4C-754F-4222-8483-338BC68F04C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0C647CD2-D8E8-4750-8471-05C944E1F23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5C054757-632B-4685-87C9-EF928CDFCF21}"/>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B37EF12C-93A8-4977-8E2E-ACF2FB244FD8}"/>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0DA905B-7A92-4B59-8AD6-7DF7B5F670CD}"/>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88D63174-5328-48C4-8B46-7EC0C6243C85}"/>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C5371AB8-1BC4-423A-9296-FEFDA1BF2BBC}"/>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F70A3623-FE8F-4204-8915-06BC9810484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85BB19E5-63AE-4285-8A9F-07C620D19FAD}"/>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E80BB752-89F9-4F7A-A2A5-9BF6E3EC658C}"/>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32A3C98D-2FD7-43E7-A5DF-739D9333241C}"/>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926391F9-4933-41D0-AF90-BD03C61EBA77}"/>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689EFBE2-46CD-4927-BB56-79C4039A29A8}"/>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73E9D844-0A16-45DC-ADBA-0DCACD1EFC0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F2946951-5646-4613-AA05-E3566CC4ECCC}"/>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E12A7CBA-F259-4FF4-9FFB-73DCD74559DB}"/>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07DE9671-9550-4738-A551-28BBE3D06B8A}"/>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A17B08BE-8271-429D-B39C-7ACF6A86D9B4}"/>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094A8BFB-637F-46F0-8B7C-660ED6D7D352}"/>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21326704-8FC3-4610-BB74-9D740AB23D4D}"/>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A8022277-AE0E-479C-AC9E-B22B563F35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898604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8E0AC710-58FB-4A5D-A9DC-0E6A4CB75E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8C630D5D-70E5-44B3-B9EB-3AC4F9D9BB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E4C778DD-8D8F-4D45-AA7F-86478EB34B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69F92C72-5B88-4893-AE4D-E4A7B1A805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EDC8FB9F-FE45-4010-B13C-F9C8BC7EE7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431E14B9-E0ED-40B8-A8F9-D8306EEADF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72F0226C-20CE-4513-A1EB-786FC2915458}"/>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A9B154F7-674B-4373-9FDE-C43ADD886133}"/>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9BB158F-3C54-4F9A-A856-C5BCC2B81340}"/>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A3EBC62-BD2B-4188-AC59-4FD04E71D46A}"/>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AE47B26E-C68C-43C3-AF5E-6ACA89960D54}"/>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4F8E6AE0-7378-445C-AE9B-5636AD20E98D}"/>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4A8FF2-C7E7-4DD5-9184-9C8756D2071A}"/>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1303822-26DF-48A3-ABFC-81596F06D69B}"/>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A99D3BB6-8699-482F-AD94-4DCC8AEB7D14}"/>
              </a:ext>
            </a:extLst>
          </p:cNvPr>
          <p:cNvPicPr>
            <a:picLocks xmlns:a="http://schemas.openxmlformats.org/drawingml/2006/main" noChangeAspect="1"/>
          </p:cNvPicPr>
          <p:nvPr/>
        </p:nvPicPr>
        <p:blipFill>
          <a:blip xmlns:r="http://schemas.openxmlformats.org/officeDocument/2006/relationships" xmlns:a="http://schemas.openxmlformats.org/drawingml/2006/main" r:embed="R738ae70b29f84140"/>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1A82F53-949C-4391-90C9-49694272A462}"/>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39EEB31E-002F-45B2-9EDD-56B4157AD01F}"/>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6E989A42-134A-4795-B893-545B39B95DC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0D04FE74-22FE-4A66-AE43-C57D2B5E560B}"/>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19595AD-8B4A-4219-BC79-4A290B6DC02B}"/>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5C11A6D9-1E38-48A4-BAAC-86EC838F89FF}"/>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F6324307-7452-46C3-AA9A-66A7D02B5027}"/>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41EF92A2-E82A-4CCD-82C0-1B148C78546B}"/>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1A68A059-72C8-4067-A134-7F3B910DEBC7}"/>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76945EEA-2797-4F29-B086-47D66AE118CB}"/>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410F4749-3A08-4308-8386-B43EE060AAA3}"/>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F6E28766-5F4F-46C3-AF57-4AD0194DC9AD}"/>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F7040C64-C9DB-42AC-B025-838DD7C68D8D}"/>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AD0D0AA5-FC79-43B7-B38F-4053FD0C58F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17E368A8-3BEE-4FF4-8027-9A750B7918D5}"/>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1C23C0DA-425F-47E7-911A-0A7264DA0221}"/>
              </a:ext>
            </a:extLst>
          </p:cNvPr>
          <p:cNvPicPr>
            <a:picLocks xmlns:a="http://schemas.openxmlformats.org/drawingml/2006/main" noChangeAspect="1"/>
          </p:cNvPicPr>
          <p:nvPr/>
        </p:nvPicPr>
        <p:blipFill>
          <a:blip xmlns:r="http://schemas.openxmlformats.org/officeDocument/2006/relationships" xmlns:a="http://schemas.openxmlformats.org/drawingml/2006/main" r:embed="Rf39dc23178414360"/>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EC140127-7897-4EF2-8FAA-F208C82AD3E1}"/>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AB057EDB-DFCD-4FED-B65B-34B0FEF56870}"/>
              </a:ext>
            </a:extLst>
          </p:cNvPr>
          <p:cNvPicPr>
            <a:picLocks xmlns:a="http://schemas.openxmlformats.org/drawingml/2006/main" noChangeAspect="1"/>
          </p:cNvPicPr>
          <p:nvPr/>
        </p:nvPicPr>
        <p:blipFill>
          <a:blip xmlns:r="http://schemas.openxmlformats.org/officeDocument/2006/relationships" xmlns:a="http://schemas.openxmlformats.org/drawingml/2006/main" r:embed="Rfc6c2e67896a43d3"/>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CFCE181-A2FA-44BA-8629-4690912AE8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044602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8BFDC2AC-CE60-4777-B50D-F3BE8EBB28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A666DC98-4A8B-412C-80CB-12402D5026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0D005A3E-C547-4E48-AC1B-0ACF6DED89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87809BE1-8118-4CE6-AD3E-71B108A32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4EE86294-A6D1-4190-B920-9AEBE280E1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08B92698-7356-4777-B416-3B8CB80834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0A01F371-2E17-4AF0-B008-AD5A7CDDDBA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C92C7049-14A6-445E-AFFB-B228EC2E6FA8}"/>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F5915E3-5162-4D3D-B09C-8F36CA525C90}"/>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0C1CC3F9-C599-442E-BACB-81672C48BD64}"/>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54BCDDE2-75B3-4A66-9397-8E3383B37F1E}"/>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E575C3EA-C515-47F7-B208-9AAC23878028}"/>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97B0EDAE-F06F-44C0-9719-31903C7D261F}"/>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037AAD8-832F-40E0-B8BB-54657BF490DC}"/>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5A7634FD-F3CD-4C68-A32B-D9DE29548727}"/>
              </a:ext>
            </a:extLst>
          </p:cNvPr>
          <p:cNvPicPr>
            <a:picLocks xmlns:a="http://schemas.openxmlformats.org/drawingml/2006/main" noChangeAspect="1"/>
          </p:cNvPicPr>
          <p:nvPr/>
        </p:nvPicPr>
        <p:blipFill>
          <a:blip xmlns:r="http://schemas.openxmlformats.org/officeDocument/2006/relationships" xmlns:a="http://schemas.openxmlformats.org/drawingml/2006/main" r:embed="R0b08e857d368439a"/>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B232E618-F1A0-490C-B781-D89901388119}"/>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CA42D0F3-2803-4D7C-B2B6-BA44B0254FCB}"/>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649FFA15-8964-4633-BB65-BC9889A0B005}"/>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04844020-92B9-416E-9C1E-7FC072330F61}"/>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F6FB2E59-E477-4142-94F6-7AEDE82F52B3}"/>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B466D06F-3CEA-4BC9-BE17-E7ABA0E29D9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40DBC2FC-0343-42C5-99A7-5A586BBBE06F}"/>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6907FE4E-E988-4C74-8CFF-AC8BAEFDB3B3}"/>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E595A16F-1283-4EC0-B2FA-51338C408973}"/>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AFD8FB3E-03AE-4B59-972A-8F6D64F331A9}"/>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3A41773-8094-48D0-9375-B52A2931D024}"/>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26E04C5E-0909-4BA6-A2D9-26B35DAE18A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17501D54-A4E3-468A-9B7A-59CDEDAEC837}"/>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7C678F79-C912-4691-A99F-89BB2042B28F}"/>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D66DC226-27F8-472D-87C9-82E994AA5B26}"/>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DB9DCE9-06E1-441A-9445-7BA34E2AE143}"/>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3BE7ABC1-F55E-4AFD-B098-5A567C3FC46D}"/>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6B253411-B696-4D6A-AF21-A1B374387F0C}"/>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4881CB5F-28A2-4C36-99C0-FA74B9BFD4C4}"/>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64F5A952-B352-46C1-93A4-97F0AA67400A}"/>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AC2BE2B3-C6E5-410E-8784-A5114F934A56}"/>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6DAC7B9E-C583-4AB9-B126-A486E840FFA3}"/>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D876A1FA-CE8C-460D-B01E-912303BB0BC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F96C3A15-DDC8-439C-858D-B8B2BDAD2EF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97332B7A-E343-4A25-AF9D-4252AAB030D9}"/>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149185E3-D78A-41F0-9012-094B78CFF3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5977405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DDDD0ABF-54BD-493B-8F39-30A1746752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CCF85985-F84D-4882-A15B-9BB15E4A13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D751AC3B-5D08-477C-9AEC-F4DE700EFF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977900D-1360-465F-B483-182EB64343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706F979A-8C15-4978-A1F3-C863AFCD61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81E1C191-B1F0-4C50-9E96-7ADFCEFF07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F1307D3-6E08-4AF4-84B5-954D6246DA9F}"/>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52395C0D-E0D0-4B9C-8EF1-5B65DB6CBF89}"/>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90E4272-0BAF-4CE3-96DA-888F7504C9F2}"/>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005CD539-1C66-4BF4-9CE6-A2CA901E5493}"/>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4C8B7749-D2CE-4BE2-8041-CABFB719589D}"/>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10488438-FFA0-4E45-9EB6-EE5C4CFBBC44}"/>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AE8F2D09-A660-457D-BDB8-C58C7FB4BD09}"/>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8E1F6C41-0CB1-4691-AC5C-80C3EB9F3B9C}"/>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47DF2751-6E0A-482A-899B-83FCA8EF1476}"/>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0A3FCBC-6532-4BB0-B6FB-8F85BA63657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457C827C-E54D-4D59-8691-36596F133B4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DB557D36-CAB2-4490-8F7A-D52FB04AC0CF}"/>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A8C03202-FF32-460D-96CF-038CD4F3BB45}"/>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88805135-B8D5-4E2D-9BFA-1CDB28C0BE63}"/>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DCD6E451-80FE-4414-A9B2-981BD295834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F84D3FBF-FD7F-41F1-B03C-E49290C7A77F}"/>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9F60C35E-E408-4490-9E65-0B3CF9D259B0}"/>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20709DE-4A39-478E-8739-AC9413DB466C}"/>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803E7B7-DBE4-4214-9D55-C8D9C1076D60}"/>
              </a:ext>
            </a:extLst>
          </p:cNvPr>
          <p:cNvPicPr>
            <a:picLocks xmlns:a="http://schemas.openxmlformats.org/drawingml/2006/main" noChangeAspect="1"/>
          </p:cNvPicPr>
          <p:nvPr/>
        </p:nvPicPr>
        <p:blipFill>
          <a:blip xmlns:r="http://schemas.openxmlformats.org/officeDocument/2006/relationships" xmlns:a="http://schemas.openxmlformats.org/drawingml/2006/main" r:embed="Re0e29a319c4247c0"/>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4EB8EEAE-F35A-48F9-98A7-8F173810DC04}"/>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AB4E8B8-4CA1-42AE-8E05-BB46B4C3F25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067C05B3-0FB5-4465-B4BC-137FB00BB662}"/>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4CA12361-0EB4-424F-9FDF-E1E645B1ABC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28E18AB4-3509-4583-9EF8-31C17AA98D82}"/>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1EFB07F-E8FA-4950-8B50-A83D35C701A8}"/>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AC5E259-CCAD-4A11-A37A-4FAB12A3194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F4D44EBB-B59D-40E0-8CCB-267012B8687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11CC4064-D88E-4E58-B095-6BC1F66EBB8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110B0EFB-E2B8-4671-90B0-DC949967FA9E}"/>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6900B1B3-5090-4DF1-A81A-879ADE6CBE93}"/>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D65BA796-C0D2-42B2-B6C0-FE75FFF5C21A}"/>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06B4B089-0410-4598-B396-A0DB4FB9367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8D054598-ADD0-4DF7-8729-A5CDF6EA2F4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A84E3612-A9A0-4801-AADA-904148B0A030}"/>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294E62BA-F0B3-43C6-8F21-0D50AB8E483E}"/>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FB96C8C2-DB20-431A-8587-01AD7FDA8125}"/>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EAAEDABA-6DDC-4AA6-A15A-93B53BA57F8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1DC327F3-E638-4A47-9F06-A6514C66E5A3}"/>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45645D97-D95E-4E6E-84DB-953E52C8B7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3714395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2079651E-051F-4065-94B2-C80244B47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BB8BC129-9735-45DC-B475-548E81D59F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B4D5BF10-E8AB-4A80-A1B8-299FEFE36F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955E638D-6C84-4252-AB01-93EE48A8F0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3A4AD66F-304B-47B0-AAE6-89AACCB91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B4F7C811-236C-43AD-8836-E7F8516A82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05F26737-142B-4B1F-AB64-95776B1EF6DC}"/>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353473B-4C37-448E-A53F-D16A2E883389}"/>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5636808C-3AA8-4C2E-A0DF-EC4E993672A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FEEDACB1-B962-4F6E-8D40-A098B7E71643}"/>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27DEF0DB-A2D0-4A4C-9DC6-092A6691B0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A2B315E5-575B-4268-893A-922DDF8B40F6}"/>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286CE4A-8335-4883-B0AA-5C6A2C2360C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2F5DE69-34AF-4F06-91B4-5E2BDC7B31D3}"/>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A5204889-08C3-469F-BC89-5D182AE416F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58BB2AC0-D9FB-49C9-9A58-2866F7FBC61A}"/>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54B7EAF7-11F5-49C8-8880-B77296CBCACF}"/>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D744EDF3-7E99-48F6-A878-9B9078F62DD0}"/>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C78BE5CB-576F-479F-B784-B3D142E14D96}"/>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0A9DC96-4DE4-4C68-93C8-487D11921F8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CA66F4CA-A085-42A9-BAED-77B5102532F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F0DB102-7937-4A2E-BDF7-F5F7151043F5}"/>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FCD9A92D-A4E8-4F1B-97B3-95A626A1EB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554966326"/>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EAAF36D6-A3A9-41C5-9FC5-0674B2E440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0C5DFA6E-5930-4E80-917F-79E722E380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2CEAD9DF-4ED2-4891-B9E6-1766AF0648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6E27F329-26FE-4C5D-AEB7-F6D9D758CD0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E6EC1CE3-0CF4-4F58-8F60-2CAA5CCDDD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60F6720E-4C17-4B86-B0C7-B0E6DA36C7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FF8F66F0-4245-4E49-A014-CF02775AEA9E}"/>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5A5497E6-3199-436E-A6C6-5EE7061056B6}"/>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A84726C-FE6E-49F3-ABDC-117FF9B8BFEB}"/>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62DC6501-45DA-45A0-91AF-58DE901EEA1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AD2A14B-0C93-431F-B248-FA3734E4D6BF}"/>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A9E5CEFD-1B9F-4EEB-9ED2-B3FE60A760D0}"/>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C1E05C87-C940-4D1F-8E93-2438636DEE88}"/>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225C3605-3E87-4555-86AD-659D1C844B9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E1B69DC1-0F3F-4ADE-95A1-A05AC54A3E5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9D785C4-964A-4F7A-8887-B8E410A13999}"/>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5EDA4F0A-5CE3-4AA4-97B3-CB7D0B4796A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9F247517-1730-432E-8596-EFC1C56FC8C3}"/>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7D914467-E655-4961-9A53-55746F0B303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A6B07DDE-5627-452F-9766-F658277B5DDF}"/>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FD3B5AA1-BEFD-4D14-AB6A-455E423BA540}"/>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9994437D-9A59-4C26-82FA-CBC872232631}"/>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EC356CBE-6E48-468D-B901-1DD6E5E58411}"/>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FD2BDF58-9D72-42AD-917F-C2646E0DFB4B}"/>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0566DC3A-9B84-4B05-B45C-1E5E16B3F3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358954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D918A161-D8FE-4972-B5FA-A44980F3CE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7032CE6A-3210-43B1-B4A4-3FCF766321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8BF6A3EE-F37F-456F-9160-37CCCD31A3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1445430-34E2-49FB-98BC-2C6AFF7E8A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F0940617-688B-4957-9BC0-8E34DD017AF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EE51E329-FC57-407B-8EC3-3A5D1AF224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9062BA6-ACC7-4910-A5DB-EF59A3FEB8B1}"/>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C4FBB7C8-EE1F-4313-BB1B-48BAFBDB6737}"/>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FAC11BD3-CF3D-412E-8125-EC2E14BD101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5C849CE-ABCC-4E8B-99EB-0EA3F9C9EA0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D3279628-6BF3-4325-9186-013805DF3C4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EBC3FC9-24C3-43A0-96C5-872697EF2AF7}"/>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1CDFF4BF-C391-4E83-9C46-4D697FFDD069}"/>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37185883-3074-4E0C-B9E8-E21A98F09BE1}"/>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CD273FC5-5BDF-4576-9B52-64A913A5E53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E9EA5825-6BAD-4D03-8860-D27DD5550C7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A8808877-4296-40B7-9980-C26DD049DCB2}"/>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990492D8-7662-434C-B35C-813C6483E4D6}"/>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2BE2CB20-87A1-4FDF-8BFA-5E6828A46515}"/>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017E3872-DEE7-4D84-95E2-D3A46E3CF7ED}"/>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FD482402-9A32-4DFD-A66E-16853C0ACB44}"/>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592112E7-DD23-4BBC-82F3-CF16F985FF1E}"/>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E7A44D9-47EC-4C3F-8D35-41AECB2F6CA2}"/>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41FBEBE-3F56-4346-814F-81F550B76C0E}"/>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D05005B8-7F2D-4944-B175-C6D1F757D8E6}"/>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ABD2A03B-945F-48F1-B506-2DFFE16A4BC7}"/>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9E28D61D-F628-4A3B-BE50-FF621A369E7C}"/>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366B37E0-7C32-4043-9B27-9D0F9235A2F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FCE738FE-F656-4C12-98A7-2E7161F3C2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9799854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D8F53F0F-68E9-4A88-BEEA-CFF4717827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C255F4A8-54DF-4AB2-A071-2B983E0782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B6DE1C04-2F14-4A8A-94CE-8515F98682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DF9466F7-749C-481C-A52F-AA05068AA7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5791FD77-8A17-4752-801B-812A66DBF1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96A47A3F-73EA-4B86-B273-587ACDEFCC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785E7513-44A1-41D6-BE88-1E33FDE1ABA1}"/>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31DFB77A-D2A9-44E0-A369-91506E11B075}"/>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A193522D-AA5C-4C86-95D4-095939B2AC96}"/>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916524D6-B0B7-4C81-B58A-D33A0362FB1C}"/>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959F15B7-D68D-4E91-AA6A-33F3AD0D560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6CAC5D45-F1E6-4B64-98BC-9A346DD9BFC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1B1F6FD0-DFBE-4380-B37A-C68CB977540D}"/>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432FD57-492E-4F22-B180-74AA53AE986A}"/>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3C2A79D-1255-46AA-8AB9-4FC24C5B058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A566B139-7BFF-4DEC-93F5-5BB7E48AC3B2}"/>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E6A83649-0FAD-4851-AD41-2CAEB1053FCD}"/>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CFC2A58-BD22-4B19-9E9D-F3BCA95492F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9364B480-2B92-4186-9E18-9C34D3E3D1EA}"/>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378BFCB-DCFF-43BB-9FF6-C36A9B199D0D}"/>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ABF56299-2716-4EE2-A11E-023EE77FF981}"/>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535B538-C7ED-4BCB-AF6E-FB765566063C}"/>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349ADBAC-9D4F-426D-9D2C-683E4935E053}"/>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9E20FA3-2675-408C-AFD7-5802A332E8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7F7E611B-FF3D-43FB-86C7-4F9D556CA1B6}"/>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62809C0A-BE52-4E91-A743-1BF33208E0D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E8E176CE-1150-4D58-A278-277CA26DC75D}"/>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1B4AE729-DD66-448E-88B9-5B00DBD665F8}"/>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E1ECF23E-4EA3-4283-A24A-ECDFC668B4DB}"/>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3D9B6D53-4E69-4A89-8FAC-9D6796D1C9BC}"/>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4C1459EE-ECB5-4D90-B9CA-1A7E75EF95D9}"/>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28DC0188-3D55-4619-944E-B1341B2F0820}"/>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4CF8947E-2373-49CE-BCEE-B54AF2DCF369}"/>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B79C30FA-A680-4A0D-91A7-8A2736ED6E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590366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7E316FA4-4F43-4849-AF50-7C40D10FA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068453AB-F8F0-4AAB-9FED-A3C6BDC9C84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65A7A8F1-21C0-4FA8-90CC-D6412241C0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C926E24A-B77E-45E0-BAD1-B7B93F1D3D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DE0A1946-DD1E-43F6-A8D7-8FB46CC59A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CA1993AF-1C9F-4E86-BB4B-E0CE88EED0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05D8F440-E313-4269-A419-4147C0151BC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70522610-A14D-4827-8A2E-83E31029191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394D81E7-59E4-4215-8C2B-76F3AB8FA259}"/>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3B4DE24-4C74-4BF3-A2B1-32A3FA504074}"/>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4CB18E6F-AC8C-486A-9639-8D0E55062CE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571CDA39-CF42-4E78-94CF-98EFB0EA665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D3B555EB-2341-4F5A-BC9E-24465A41E34D}"/>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4A28D234-156E-4E89-A264-8D9DE9B823B7}"/>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962022B1-3B7A-4A56-BE63-CDAF08B89AE7}"/>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80E5534F-E5D7-4B82-9F0F-5E02EF4AD928}"/>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D8A022A7-D55C-4984-BA2F-AF4E134FB00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4A5861CE-1934-4D95-AB3F-0F07D328389E}"/>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33F4F16A-597D-4E8D-A3A5-EBDC768EC0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1069017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6102ACAB-A926-4AF0-B4CD-86AE4A1F198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1308EE01-04B0-43CD-BEAB-CD580431AD7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06AF427E-3359-486C-BFD2-FD4CDFFDD7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FB06DCEE-D53E-4A5F-A6EE-F0521A06B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9F366B91-9437-455A-8954-7A8394AD4F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C0392CE-7C22-40D6-8D50-97BD1F692D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3445A69E-6BB1-4659-BA81-CFC55B90314E}"/>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C0EB74CD-EBA5-479C-9DF3-A693C46110F9}"/>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223F8BFE-5A02-4BD2-94B2-6FBCF6B8B630}"/>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2758D417-8105-4E40-96CA-B8FBF1729C04}"/>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D1CB4C0-CE8C-404E-BBFE-00CED3ADEBA4}"/>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3E13BF09-42E6-4D17-BBDE-E38D2C170AAA}"/>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2ABCC0EE-D231-4094-9543-9CE79C8A1F0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579603A8-CEF3-4784-96CD-0965AF5BAD33}"/>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F6006377-A4DE-4772-A13E-5B80DBFE902D}"/>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9D301AA9-7F70-4A08-8FF4-2C3E7CC1D5D6}"/>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9685EBF-A0BE-4392-871C-E4B7FD9694BB}"/>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B8B2F49-0D22-45B7-A81E-53F56A5F34C8}"/>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9B2CC879-66C2-40D4-BC37-07F69ECBFEF3}"/>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207A24C2-CB7F-4DAA-A22A-28C366E68EA8}"/>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CD75C5A5-30E5-4BF1-A57D-982702AF2109}"/>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D4BBC11C-2B40-42C0-94D4-22DC20AFECB7}"/>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5BDC032A-53E3-4FA6-BD27-7A46982C1F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79334048"/>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3150BB38-5668-47C0-859C-EEBE262CF7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21ED8DA9-C5FB-4313-B6BC-181794A436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6F427EC6-B443-4039-B120-7B247E54A3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669EB7D4-8A4C-4CBB-9B0C-FFA5C95530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2C975254-E5E8-4ADB-BB4A-DF4458E27B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6D702AF9-1208-4FD1-B0C0-EB4F7F4068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1F79C7A9-D247-4A08-B8D6-A005239DEFBE}"/>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B9BF9227-15BE-4C1A-A9DE-148895CF4ED5}"/>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DEE87ED4-D231-4309-B24A-4663E47BAE92}"/>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E656913E-8B01-4411-ACC4-59B5A836BA21}"/>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73893681-4430-4585-B969-378F92C6578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031E1E9-841D-4AA1-A7EE-C1DCB2543B78}"/>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D818A33D-C546-4979-A498-36690E4B720C}"/>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4C9A943C-EC4B-47C7-8176-7E6796492B35}"/>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29522AFF-2AEA-4B84-A696-136C1719F4ED}"/>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EC51960-1876-4285-9F07-E016E04B03DA}"/>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18652513-AE7D-48D4-9B65-1B535C967B81}"/>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3731CFC1-00C9-4AB0-9669-FAF3ABF2999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DEB6A965-9D9E-49E2-8F4B-8FAC07B1DA3E}"/>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D18B81C1-6C70-4756-9248-6EB594B57708}"/>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82E27EE8-3038-4F68-BED6-742C9EC149B0}"/>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D2DDB53F-2D2C-4B9C-8273-5A09F90846C7}"/>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03C78410-796C-4542-AA73-BCC905CC89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41110903"/>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035C2CC-73AD-4F94-8F7C-E558D72C30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C3824B01-A30C-4E87-B176-AD2B5C5F81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3EA143CC-9F2B-4E86-8B73-55159E3707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58296B56-84B1-4089-A5FF-12E7A79C1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A9A3AE4E-EA10-4C74-9EF7-ABFA7B486F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0D0F3B72-032E-4B86-9FD8-2139014928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C2795640-2583-4D32-A689-79A766C439B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0A49EE01-B305-4FE6-A575-67F9233BDB6F}"/>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9CE90FD9-E974-43D6-930D-32F892C5A9DA}"/>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0B896BE1-3247-40AF-8BA3-E2EF90194EC2}"/>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94CBBA92-D796-4DF6-9EC7-588055A63F86}"/>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A5B6565-16DE-4BF8-A862-013001E43F87}"/>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F6A76FDC-0BC3-4C93-9F6D-993D3689DE93}"/>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6FDA67C-96E2-4553-9689-1CC9564BDB34}"/>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E5CC3338-7E0B-4A00-9EA4-422E1F81531C}"/>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3C24C39D-2E69-420F-AD5B-4FBCFEC98C33}"/>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3376F651-FE29-445E-97E4-82DE03A25676}"/>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57FFF6AA-9C1F-4C36-8CC8-CA8AFAF150E8}"/>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76FBD44C-E83E-44EB-9433-B5D7206AA24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AE4A616C-E9ED-4F14-93F5-86BEF7CA5093}"/>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95C20A57-4163-4592-BBBB-6BC1D66A4525}"/>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8B2ABF2D-A2CF-41CB-8346-B62FE5C2E60D}"/>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3C4EAC0-C7F2-4E25-8A06-0A63A8018997}"/>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AA38A284-C06C-422A-9A7D-009C9BBD76A7}"/>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45176922-010F-435B-B2FB-70447CA727DB}"/>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CCA75959-761C-4C17-81C7-2BBEF17907E5}"/>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88306D0B-17AB-4B6A-8160-24384ECEAEF2}"/>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BFB4AB0B-24A8-4344-9673-A82D615D03D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AB81615-EDFD-42D9-B109-81D922AF5E28}"/>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3A50ECB0-67D6-4EF4-A4F3-C9CE6FC42052}"/>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8924B66A-EB1B-4556-A607-65D36AFD1B47}"/>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8B970654-3D19-4B85-965B-C947AB66DFFE}"/>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5F5CFAF1-1116-4407-80B9-FC2AF4FF1C7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F3D8A5B5-FA95-48BD-8FE0-613F8F0719C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10118355-D0E8-43BB-821F-B3D46A02E0EF}"/>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C4DCB75A-B483-4C34-8321-9C1D7C768E72}"/>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4D4293F6-F3AE-4DCC-898C-61DF42165EE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18EB5C28-0A2F-4B41-91C2-1F4CD0136AA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8246206-29B5-4684-971E-829909962FF9}"/>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653FEC83-3F00-4A21-86E8-87B7FF676D2D}"/>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6D2F4AD6-C7A1-422E-B6FF-75FDBCD444BE}"/>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FA167224-B2AA-41A2-907D-95490D63745E}"/>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7052E7C0-738B-43CF-AE96-3714C3B211CB}"/>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B3464E98-A9C9-433C-979D-162718AFB070}"/>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7F994FA-E5AB-4F4D-8A8E-D5908B15845C}"/>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9F6385DE-9B4C-440B-A9BB-62DD79B5C4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9749634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55A8000F-CF87-4C62-8D46-6AE8F9CB37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85A03B7B-D1D7-43AF-9D4B-84287F710C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E20B3B7E-5928-47D4-8C49-8EA065917A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CBFBAAAA-30EB-4AB2-89CA-736AB1A5E9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4E307986-48C2-48ED-9FEC-52237FD46C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B1761DCD-2F49-4FBE-8973-3A65468687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F0363137-BF90-45C4-93FC-C472C5D1D6B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9229F39-AFA7-4CF9-966E-9C77DCAB271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44B71F04-F2CF-44F0-AA8A-CD438785B32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38542C9A-F08F-48B3-95DA-5ADB68F671B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7EDA25-AF27-4C12-99BA-E29AA67147C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A2406B6-44B4-449F-A1DA-F01BC4A3D3F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747F6474-03C2-42D3-95B2-C0D7717379E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5BF5929-C661-4959-B314-D7EDE6F3B4B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A09C0E5A-210C-4D99-AE56-5E01311E69C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7C43EEF6-4D0A-400C-8A74-1CA1F68E0FD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CA52EA8F-6335-4FAD-90ED-A09DCC3D80D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2ADA8B76-DA67-41B0-9B31-D77A5B1B539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B0D24B7D-F5F0-4E8E-AFCF-331B4F3F349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C9EA0348-08F5-4308-B3A1-83782F53291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C60D1A11-C776-4150-99D0-E51796BF44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0406067"/>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ADB87BDC-E265-4901-89E7-D6FEC4F4C8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066FC810-20F2-4AFD-9423-26245E6A9A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BC2A06CD-F963-4BC3-9A06-DEE0CB6F54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98EA74F5-F6D7-4997-B917-658BDE189B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290FDE87-38F1-419E-95D0-BB2E886D27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98B6DAED-75A1-4D64-BF06-167E9AC934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640722E7-A84C-4D15-827B-1625F767794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5379946-3525-474E-93F9-E6B92283215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999F43A1-C571-45DD-BAA2-09C5426833E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B2CD89C-CD9E-4D19-BE58-300C5A5C79C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4694ACC-B792-4D14-9C88-C509746518A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18C599-AF4E-49E1-AFF0-3CDEDDF9469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BADCAB5-5701-40BF-A236-38A9F92481E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38857278-5FB8-4927-9BBB-D02790854D1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53799AE8-CFB3-4E17-9D36-D99E48B11E5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9A1FC12E-593A-41C1-8A06-44E1EF30660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F2C3FAD-B22D-490B-9984-177E3A9EA3B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11C621F7-445B-43B5-B986-5D82654EB2B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7D84597-DFA0-4695-8620-803510BB84E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6C79B4FF-3FED-42EB-B074-A7C2902D632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A5900F15-DCBF-4FE5-B245-1EA43EC948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38735707"/>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FFFDA078-05E4-4B4F-A1CD-43C2B61DAA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3A6DD1DC-48B0-4FE0-AB31-B8979E0F4A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43C8FAC8-B3F1-4528-BF39-31133C2A6E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1DB9680F-88B1-445A-B92C-269050451B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B29569E5-C1EF-495D-8FD0-8B168E3684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EEC17928-E200-485D-9EA4-EB35754537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1E9C6AB2-0483-4772-B735-F96821232D7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7D095A9-1AC3-4D4E-8A5E-53170A857134}"/>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BAF1DC71-6E9B-4B15-A650-88EAE53442E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5AE3FCA-04D3-43C3-9769-2CCEB0B230A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8471F47-1B5E-4493-BD53-AE3C7609D54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58B8EAD-5EC6-4394-A780-9120CD47225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F4123244-DD0C-42E2-86A1-925022999FF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B674F48-BB04-4DF4-9315-35B7189263A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38FF053C-C249-4F25-BC15-C86210887AC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A32A66B1-5D05-43A8-9669-741428EA1E5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0EF41C2C-654A-45CB-97EE-044812C05C4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7A887C64-874F-405C-8DC4-C720BD6DB27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B38E2E5A-365D-47BD-ACE9-03B731FEE7E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B5931D9E-9914-487D-8CD3-5823C0D14EE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44F0FA36-0D13-480B-B142-9CFA3D4940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205827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D6265AC6-587E-426E-9AD5-6AC695DAB2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09BA7A36-F0EB-4E64-BBE6-537F4F0EB7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5AF03D02-D8A2-4809-AFEB-E612B46118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2F798427-AE18-494A-B635-16443ABC8B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26690F46-3C66-4AA9-A7CC-0F0C478E8D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62FFB1BA-BBFE-45B8-91DF-0E0FE137305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C500229A-DACF-4669-B573-88EBC5A28DA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DC3271F-4671-4F83-A486-35B0D8212BE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6B26CFD1-0E3A-4CCE-B941-E35931CD146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8D34D16D-A741-429B-A48D-64277223F02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DA71B01-6E5A-4F8E-81C6-E5A31A2BE5F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6082E0D-21D6-4960-A876-EFB50A653BE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D62E1ABA-032C-47B8-847C-7272E8FBDD5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AC0B9223-2CDB-4CA5-9D0B-7BC7CE5B90D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22279377-51C9-4B2B-86E9-7329A23C7C9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38AD3764-3892-4DC4-A6A0-74A0E6CDE9C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5AC34A58-249E-4E21-AD77-88798017D45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39196082-9B87-47CC-B1BC-AB71A1FDEC7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3FB0F9C6-0F93-489D-A06B-DB4860BAF22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9E1F0D20-8490-4B4B-BB78-13765D34E7A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3AB32756-A414-45FF-9B99-B3ADD26D07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700989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2A4D10BD-B3A9-4763-AB6D-F36371E38C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CDCECC4C-1D32-4485-97A1-F17766E554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E15C9D01-4AAC-4990-96FE-2956BE11BF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8383316F-3577-4B73-B08F-F27332E938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B407640F-33FF-43DC-BEC0-76C16E0C77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1392F852-705A-42EF-99C1-56E6007973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3C30CC91-0405-44A5-98F7-4BAF12B16E6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4AB75CC-10C6-45BB-90FA-3AC3E6BDEE6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49A0C06C-D43D-4835-A81F-7715EBC1528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A50E31E3-B816-4FD0-8A8C-2ADBBFA7C46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329D615-6FFB-4830-8F30-7234DFAD8B0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817D4D7-C30E-44BD-9E2A-764D50AA03F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D187830C-C8A2-4E49-BDE6-19560D8E1A2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7C01E9BC-A32D-4043-86C6-0E573D8E242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339A36FB-3D63-4EFB-B898-2B652BB74D7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281E6AEA-815D-49A7-BAB2-2870A6408B7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6ABCBA68-5D21-4747-8C49-08DDE302436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237F4CA-1A99-445D-B616-1A756CB086F6}"/>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D65854F0-BA88-4972-A06A-DFE890272B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FDB0A47A-FB02-4D50-B57E-FEC490C3C4F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920A7859-310E-497F-B69A-E733B776ED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1499275"/>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C2020628-C759-4AB7-A09B-3FC699A538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87913514-0B3E-4E5A-A7F1-996C5595F0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0CAE20E5-AED5-4944-BD12-87932B5774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E785FFA2-F10D-47E4-A607-6D2CB9F6B7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369780BE-DC6D-4AEB-9326-A87E6A677D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2F0CC1FC-9C82-42F9-9A1F-3535883CAD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D1E20902-0332-4E6F-AAA9-A04EE7C3AB4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4B1A7EA-E2EB-4C5D-93FF-9CF6208AE13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3C3DD44-34E3-45D6-9519-C388D14624D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6F037883-F825-4E7C-9EBD-5300DA3567E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5B5274E-2E1C-4379-BCCC-A685D9FFAD4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A3B2049F-E90E-42DD-8CB6-071DE53513B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995F3D87-9CD2-4683-96F7-84B24C9539C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B6A6F148-2B0D-4385-A36B-4C22B88F277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1766EBE9-40F9-4B8B-91E3-F3DA930E726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0FCE2B17-3C15-41B0-988B-EECFCD53042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F69B43DA-7151-43A5-8711-2F91B87B876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CDFC289F-031C-4248-9EDD-C717126EAB0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880BD775-CE91-4517-89A8-D951DB30F146}"/>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1B974662-06FD-4F3A-9438-FCC35CF0918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03044F64-E6A9-4D18-A42D-6AC6B4C5B6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8252761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96BA3BD9-D555-489C-BFE9-1C6232D2C6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6E8D9276-59E0-4AF3-A76A-76F27E18E8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5DEDBE45-108B-46F6-BD5A-6250E05DF7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EFA36303-CFB1-4522-887C-1D8913388A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2017DE39-274E-4FA4-9DFB-6D4EC66C4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E4DCEF29-B29C-495B-9576-85B572FAA99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3AC6EE2A-653B-40DD-87F5-BCED8CC1EAC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DC73F0E-CE17-40F9-930B-E08EFA5863D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385E66C4-885C-45FB-987D-C42054351ED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F476BD4A-729D-42B1-A9B4-0DE93F9E4E6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0F76D3E-B687-4972-BAB3-C6B58B37C31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D926730-8344-43EC-A52B-A24B900C656E}"/>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512F1F97-B2A1-4518-AF70-056F87FC286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5B9F9FC0-4FC7-4897-9CB1-89D8D87799E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BA1E7973-C164-4C56-95EC-B92C2849F3A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BE1146C4-0947-4B39-9AF0-92E6FE80D2B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99927D77-C4BB-4222-B0B2-1E047E8F84E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BCCF2948-D7D0-4E4F-93DC-7202F9B4654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EA3A9B3E-0D0B-47E1-B40E-A5F93E9F0F8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FDA565AF-7ADC-4BA0-B3DA-B2C44D58DAB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AAA900B5-E092-4A74-8843-40FEC18096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62130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8E78A45A-7657-441C-8BEE-48E3DC9FD1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F7890954-EA9F-417A-BDF2-39FC1D602C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12DF3F2F-FD25-4E27-B77D-B8A0E349C0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CD4AC5DF-8E77-488B-B99F-1B9FB1320AC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E7C97FA9-BF90-485B-8967-099B2AA1E3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22F0EB3E-0826-4299-957B-31159C390FD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382F66CD-33B5-4B2F-B4FB-FA2C986CBC4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58BCB22-F5D0-40AF-B1B8-C9A177A4CF6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102181AC-595A-4836-8811-5BDC73E345D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326E5554-EEEC-4613-9E49-0C8F76FF28D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C7FE928-0765-43BC-B948-3F26EDDF3A1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0889154-CB84-4FF9-A5BD-1F87EB1514A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82EA8B1-9A6D-44F0-82BE-5C18D460641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676EE80F-49CF-424F-9CE4-6806B18AE5B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76980894-77BA-4953-B6AE-A7C5135EC6F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EDE0F02D-12C4-4380-97C1-9360A07148C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DEF78F02-6519-46CC-9475-F704F3F9296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A4AEDEE2-875C-42D7-9864-70EDBF507D9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E214FB5E-61E2-4860-99C5-EFC6FEF360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98016657-7C84-44CE-A11D-4FFBA4C95C5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291098F0-970D-4189-A9B9-01217A093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20954386"/>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58E96BFF-C4A4-4854-9733-4E94E7CD5F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F2C788DB-5AE2-46E8-AAEE-4CBEAB340C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68414F37-93D9-4BAC-A80B-E445682E51AB}"/>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49212ED8-64F3-4816-AF1C-4837629F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64409FB-2CD7-4026-B901-72A7E84791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98EF1AA-F146-44D9-A31F-57159DD91F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7626D2A6-D692-4CE3-A560-C8575AFABDF1}"/>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F479B4BC-4B38-4770-8A91-DFE1CFB1FD87}"/>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95C2552-6278-4325-960B-07CA42864984}"/>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ED84FEF5-437E-4E11-9B43-98C895A0F2BD}"/>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D198102B-120A-4D78-9FE9-33B7C2F0C63F}"/>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33CD1F3-9A63-4610-A99E-51DE58D4324B}"/>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6385487-30F1-499D-95ED-B7D37BEF1E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1482363"/>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8CA44ECF-84D5-4BC3-844C-B053EC9918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8BF0BDD6-CA4D-47C6-8829-D35CB663DF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A4D2841B-FEA4-4437-B958-DA9E3BA3FE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76BB5577-438F-436A-9138-F8E10E0672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F3224D13-8BB5-47A8-908E-410BD8A8DE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614DA9E-0E1F-4E21-9607-00D7EFB516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1436C0-6513-45E6-A236-804A51C0DEBD}"/>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8784272-777C-472F-BB63-BE70CC6B2787}"/>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16737C85-0ECD-404E-BAB0-BAF10BF67E2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BABCE70F-9B52-406E-B8D4-7D3C963A23F9}"/>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DD6E3333-7703-4368-834C-BE87DF1FAC1F}"/>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1D1DBA2C-FE19-4D68-A81F-C3ACFF0F782E}"/>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3FD25574-7327-4CC1-8A67-9BF660E76FE4}"/>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F7E07ACD-D665-438C-8BFD-03C6DCC0043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F7B343E4-2FCB-4C35-85FD-E82AF3AD0913}"/>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4874FB4A-5B67-4254-8D30-0AC23871C276}"/>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745AECDB-BC97-4BB0-8220-04458EA76C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949461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E9E104A5-4626-4F29-B833-DC5EB3BFE52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632D0232-786F-41FB-8DB6-82B39B23F9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0DA5E266-D5F5-4958-A8E4-F6BDC10E70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4C4AD9A-ED33-4783-8AF7-9F24733A0F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719B62C-3755-472A-B68C-D57409F01A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53201FF8-A7C8-407F-A887-345BF9C281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2E1B1205-C35A-4818-A008-D5935D58E7E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776961B1-F7CA-4521-AF64-3C107032CC73}"/>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33418AF1-B45E-4A37-BE2E-0A991E943E65}"/>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46BC4AF7-E0B4-4931-92C3-4ACDC3CE729F}"/>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FFBAA9C-42FB-44E4-BA75-B5BDD9276032}"/>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1FA812B4-8054-4CA8-8C1F-12EFE528325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C1A759AF-1754-4F30-B8BF-C6E270848951}"/>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F3347149-7EFE-4EB4-92FF-07B96B89F1D3}"/>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428AC85-3ABB-4665-A2B5-82C6681802B8}"/>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2083C85-BB17-4987-9033-69BB6CF47230}"/>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FA97614C-950F-46BF-8F15-F71B3CB6F26F}"/>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CF51679F-96DB-405A-AE00-C2FA6B722CA9}"/>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8E3BACF7-69D9-4A8A-B0A0-4AC52D4EC61E}"/>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5BD70E4-84E8-4F68-923F-7AC7A259A26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9ED2A105-F208-48D1-A111-646285B79655}"/>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3153467F-9C00-4FA6-B281-1D7EC893A60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58A3CBFF-C544-45A6-9A73-EDA548DED4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4077977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943367E-0B18-46FF-B51D-82F85DB2931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FBB4FE88-7682-4B35-B811-CC1609F1EA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16CE166B-C9E7-47FE-90EF-342F88BA5E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0146400-0FB0-4A80-88A6-FC31A30BDC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A93A8ED4-24A7-46EF-96E5-5D46881DD2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625BF7C-497E-40B1-9F55-B923CB6B32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32820C31-32F2-47EA-B1E1-D02C9DFCABF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E0F0C65-8216-417B-B03F-1F8046ED605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6D7B4988-D830-4831-9610-77DABF4A6F80}"/>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88BF0E52-F97B-40FE-816E-5F279D7C9118}"/>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20334EA-4D3D-4B0A-BB7A-26C98C5D794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D63BF4D7-F8F5-4366-AC80-96C533A2C83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4B020267-D9F1-4FF7-80B7-8202BED1836E}"/>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C82611B3-7732-4376-8713-05C29EA15B30}"/>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D3B5781-7F90-47C0-ACAB-BD326245B3A1}"/>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C2DEB0A-D18C-4CA2-A8C4-877E8DA0963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1B5F1BF-7822-4955-9F23-EE6A35BA34B9}"/>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A0667E4-9599-4441-B7AB-C4E5F03D305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CC1B6FC-A15D-4B4E-B388-1030F8ACF75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0250D96-8A76-4846-97C9-14D5BAE658B2}"/>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36DAA6C6-148C-42DD-ADB7-82C4B0598706}"/>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D7518C4C-A747-4CD4-AF40-E84BD9EA38E3}"/>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F21783E6-3F13-4AED-893C-3CEFA4D04252}"/>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CC9E51DA-464A-4C29-AC6D-22A44BA93BA3}"/>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869B3D6-23B0-4706-872A-FCEF8562AFE8}"/>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A2F9B193-3554-4C28-B1F7-A70F68D0F9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13246954"/>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1B4327F6-162B-496B-98EE-19101F3DFB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8F32C09F-0EE2-47EA-B67F-567A0177C4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0F1EDE93-CC86-42C0-BB3E-8FB1459203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462AE732-11B5-4E72-A32E-A171AAF4E0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706FBCB4-B54B-4ACC-89DA-C1F38B65D2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D0CE01D3-3A47-4281-BCCA-E949207EFF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E0D30795-73F2-4D10-975C-4007703485DF}"/>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6BA49095-EA41-46A9-B5A6-BA8DDF621D1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98154BF6-D853-41D3-92E7-4BBD6E6E966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1FF68CA7-1203-4558-B3AC-676E084FF4A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EA4452C8-0A0E-4573-995A-A74568B65598}"/>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21BB6DA2-7391-491E-BA5A-E10774D4AF8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EDB4FBD3-641A-4766-A119-02E15C3496B0}"/>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68BDF20F-87E9-4081-A2BA-C08D4C81AD20}"/>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D0007F5-6F9F-4A9C-877B-343544AE31E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8CE771C0-3A5D-4B77-AEE9-B648E10E9936}"/>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9C08433D-4B68-4D60-9397-C954D9B3A159}"/>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419C1FED-B77E-437C-A259-D7997929B26D}"/>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E88769D0-D3C5-4365-BF3E-C3FCACE71F2D}"/>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85DBDD3-73AD-46B3-96AE-A9D974F26CBD}"/>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F4911D14-AC31-446A-A3CE-CF4722CE4BA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13DADBDA-D055-4C97-B14F-CE3CE1E3CBEA}"/>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0DEA9F37-36F5-4B75-AE32-11825C6B0AFE}"/>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011D0E5-7334-4223-93CA-3B11E2A82278}"/>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7BE183B1-8181-46B3-8F3F-88C9C9B2F3C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0EA91995-1A7B-467C-AA4D-371C33BDB10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F489BF5A-0DDF-46F5-98B8-D8B781097071}"/>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28E7ACB6-4B7F-42BA-A152-D72F15F7DD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7381342"/>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4CA2E5F-57ED-4C15-9379-34C6C7C59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E815BA04-69D0-4B38-A9B5-EBCB434B18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6B3AB60D-5D07-45B7-8417-4166C2C3EB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1C8BF9A1-8FDA-4914-8D73-A2A66B2F2B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F47FCA74-C13C-41E9-BED3-7C72E7FC60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AF48271-3B76-4809-95B0-D23D524D14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74E7A8C-DDC5-4383-941C-FD338490F44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F614585-099D-4B09-9173-644FDC950193}"/>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29CDD857-79CE-48EA-B32F-2A0086A4C946}"/>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711D5E1-877E-4304-8F2A-32F9D253BF8B}"/>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C73D1287-69BE-4A44-85B4-A2FE0F19AE85}"/>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8985023B-15B6-4146-8396-8CAA7A27B160}"/>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9D252D67-55B1-4C61-9EDD-91AF2B51712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F5C1C1F-9E37-4096-AE39-16C2840CFD8D}"/>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F778C29-3D7B-4B45-8143-1C865265B18F}"/>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FEAB5672-145F-48D2-B932-EE749E3BCEC9}"/>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0B15E220-02B1-445C-BA9A-38ADC81EADEB}"/>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A6EB4C4-DA1F-43AA-8309-FFE4CC36BBEE}"/>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87541978-4E3F-4B2A-8CB3-2D8C20F319EB}"/>
              </a:ext>
            </a:extLst>
          </p:cNvPr>
          <p:cNvPicPr>
            <a:picLocks xmlns:a="http://schemas.openxmlformats.org/drawingml/2006/main" noChangeAspect="1"/>
          </p:cNvPicPr>
          <p:nvPr/>
        </p:nvPicPr>
        <p:blipFill>
          <a:blip xmlns:r="http://schemas.openxmlformats.org/officeDocument/2006/relationships" xmlns:a="http://schemas.openxmlformats.org/drawingml/2006/main" r:embed="R03e6d65ef3604ead"/>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A12A8E7A-FC3D-4407-B823-9742CFDE1925}"/>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5C09BBC7-C5A6-47FF-8930-16873DB8CED8}"/>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AB5A0C30-458E-4229-8975-335E311B258A}"/>
              </a:ext>
            </a:extLst>
          </p:cNvPr>
          <p:cNvPicPr>
            <a:picLocks xmlns:a="http://schemas.openxmlformats.org/drawingml/2006/main" noChangeAspect="1"/>
          </p:cNvPicPr>
          <p:nvPr/>
        </p:nvPicPr>
        <p:blipFill>
          <a:blip xmlns:r="http://schemas.openxmlformats.org/officeDocument/2006/relationships" xmlns:a="http://schemas.openxmlformats.org/drawingml/2006/main" r:embed="R498783bea14b4036"/>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9B06C465-84F9-4EEF-8CAB-A18A30EC90E0}"/>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68621E7-0B75-4CD4-AFDB-548045964022}"/>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AAFDE802-41BA-4643-9A1A-E786607A6A7E}"/>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5C88D3-FC3D-4822-B5DB-60BEE951E261}"/>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6569F0B8-DD32-4BEF-8866-B215A96CBC1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802B3BE2-18C3-43CF-861F-3A7B244843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33325225"/>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EC80FA9-DF29-4D5C-A3E3-E19C82B19C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E2ADA69C-CEFC-4796-8246-D12A49F26A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A27B9EC3-AD74-4A4B-B205-A137F5E64D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9B7493F-06E8-44FF-BB4A-6CC273F20F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482F2D3B-4B12-4FDF-96E1-3FB27F9F1B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87BCE1FC-8BE8-43D0-9351-98AEF49B5A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75158F30-571A-43B9-9773-D7745D64064B}"/>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3129270-D2B7-4D32-A309-2A16504E5DAF}"/>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BD1B1028-D26A-41AC-B2D8-671796F04987}"/>
              </a:ext>
            </a:extLst>
          </p:cNvPr>
          <p:cNvPicPr>
            <a:picLocks xmlns:a="http://schemas.openxmlformats.org/drawingml/2006/main" noChangeAspect="1"/>
          </p:cNvPicPr>
          <p:nvPr/>
        </p:nvPicPr>
        <p:blipFill>
          <a:blip xmlns:r="http://schemas.openxmlformats.org/officeDocument/2006/relationships" xmlns:a="http://schemas.openxmlformats.org/drawingml/2006/main" r:embed="Rb11cc1008d074a59"/>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113F4F58-9C8B-458E-9467-404D62F39DDD}"/>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3093EAB1-DC1E-4C2E-8596-1778750A0C78}"/>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9446533E-1611-43F2-A9F9-1DB83F08B28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7CA791CE-1C6F-46E6-B54C-78AA2CDF804E}"/>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A72DEEC-A389-4BD2-A808-A81DF4E2DBB0}"/>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D3311946-45DD-4401-B5D9-A5CD6C4EFB3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0DECEA48-3FDA-4C7E-A9B9-47D061904C08}"/>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68855CB0-E138-41A6-B241-6B9EAF21F9AB}"/>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7D306B2F-177E-4A31-A82D-D18D04F6AA12}"/>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AA9B7FFE-4A5B-4147-B6CD-7CC2D9411E85}"/>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38A8CBB4-64E2-4E66-9B32-A56F98B680B6}"/>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CDA8F158-A38B-41B7-955B-81DAF51FA37B}"/>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9F12DE6-E3E5-4B09-8B53-B6522082813A}"/>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39CA761-A09A-463D-A30B-57ED55F5BE0F}"/>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8A7188E5-1266-46C2-9C1C-9E48E1744E7F}"/>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40E6C15E-BDC8-45E0-B72F-575FE789384C}"/>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44CBEE11-95B6-4B87-AFD7-833FADC93EA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7BBA5941-D80A-4FD2-8CCF-6624C0F215F3}"/>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5A774C73-7D06-4A1E-AED3-DA0BAE07811A}"/>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89F7D8B7-552A-41D4-8C8E-F40CA64671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9262952"/>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ED5276BE-4673-4860-BCEE-D4F9710F9E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2026DFEB-1089-4A62-9906-15F2330FF5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4F8003FB-6520-4B31-8D3E-8A1452F2D1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5D1495AF-83D2-4F9C-88EB-DA5B2D9337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38D1829D-843E-4F4B-9B14-663BB3B6E5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C9820297-5065-4272-BBA7-19A9CCCC01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B42A9F89-5088-4254-9414-00B1B6DBFA2E}"/>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7D03C94A-3740-414F-9F34-34B5A98F814A}"/>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0C9D294E-538F-4997-832E-C01F074E77E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A7FDC407-4407-4370-99F5-0E0FC3E18187}"/>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7228D0A1-9B6E-4977-A3ED-213029273684}"/>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0617F436-0BA1-4625-A321-9C8AA546EBD2}"/>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3EEAEFA2-5A51-4D18-AD0F-3AFDFB3483B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40B4112-01E9-4603-A8D9-282734FDEC3D}"/>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365A5685-D058-4CF2-BA6D-801CE88EC7B1}"/>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2398445-A5BD-4D83-B918-120162835947}"/>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366BE7ED-C5A2-4CCE-916E-EB95D70F9F84}"/>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B5EBA376-5666-478C-921B-562417613B49}"/>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1735DA1E-FA24-4E7F-87B4-65E7E18F76B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4F152DB5-6677-4A04-9B6E-AB67011B2146}"/>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73964002-242E-4B91-8D86-99DDDC84B305}"/>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514BEF85-B940-4D10-9E97-34B5EACA2AD0}"/>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6DF3C165-1806-4317-A16B-742DA7ECBE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71857362"/>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6131F7E7-715D-4547-BE25-47EBB36AD0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38">
            <a:extLst xmlns:a="http://schemas.openxmlformats.org/drawingml/2006/main">
              <a:ext uri="{FF2B5EF4-FFF2-40B4-BE49-F238E27FC236}">
                <a16:creationId xmlns:a16="http://schemas.microsoft.com/office/drawing/2014/main" id="{9C9972A2-CCE2-4C8A-860A-F642AFFE93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E6250437-FD7D-47A1-933D-293B353A0E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1197649-A899-4D13-A983-D161C78E8E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071571BC-791F-42DE-AF0C-95C416953A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7629B1AE-6CB4-40D1-9A4C-7711BE6795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8D212FB0-9BC4-46A1-98C6-77536B375DF9}"/>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BD808DE6-661D-4BFE-9BF3-913225F8263D}"/>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DCFA5D9F-FD18-486D-B1C7-B9B2CA60B30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9FA4635D-9B96-46AF-94DA-78D357B1E414}"/>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15D69780-ECA3-4859-8E7B-043F90136A20}"/>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4A9A53D2-509E-452B-B9CC-E5DDD6D35F92}"/>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42121AC2-57D4-4DE4-B22D-3D46A07B975A}"/>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A57C6131-611E-466B-A603-D66A1276FCA8}"/>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7AF62EB-BAB7-495D-B02A-790F943E3846}"/>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F9BDA47-059F-4635-AF3D-C03EEA6715E5}"/>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28182C5C-6BC4-4352-927B-E1B22C5D2AC3}"/>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CCF03B41-FB3E-49DE-AD6C-9BA5181B5803}"/>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FF4A64AD-73FB-437D-86C3-E0B6AFC604C1}"/>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52FEEFF-24A6-4240-A336-F139BF8E9765}"/>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1A62D1A9-A98D-4BC5-B947-3C2CC4C8B0EB}"/>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0868032-D3EC-4971-9C0D-5CEF7AD1516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60EA4679-1FFA-4CF2-A568-2EE0FE62CC00}"/>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5E2714D4-BAA8-46E3-9203-155F6B1681F2}"/>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6D7A2E1-8681-4A1D-99BC-BFDD5D702B2E}"/>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FC89E2DB-5A93-483E-8B40-6CEF50E64D0C}"/>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706C80F7-87D3-4266-B224-AA692071B7C0}"/>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9DDD8DB1-6170-461F-9C33-3F084EE96C8F}"/>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B192FFD6-5DE8-422E-B034-B9A21842F11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7323E963-2056-4A85-98AB-7D98D4041DB8}"/>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D766E7FC-CE31-4A82-9C16-461A4A20F55C}"/>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27A4645E-DE22-4567-A743-F813C3DF6C07}"/>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2B992734-36E9-4C3D-98C3-7BA9A343B7A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FD91550D-7F8A-4A0E-BBF8-AA29A765E4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218A5D59-2875-4212-B41A-2C91ADBBD826}"/>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2E7C8F92-FDF9-45A3-9412-C7880A6454AB}"/>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0098882A-99D4-42B9-A463-209B1D03305D}"/>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06CEDD8D-6D4B-42D6-BF42-AF6EB9C3A1AB}"/>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98D034DE-8FA6-424A-B259-303622B720D1}"/>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59AD0829-4C5A-42BC-A0BB-6C7086ADCA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40826362"/>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851DB8E0-93FF-4C61-B088-B3FB379C98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39">
            <a:extLst xmlns:a="http://schemas.openxmlformats.org/drawingml/2006/main">
              <a:ext uri="{FF2B5EF4-FFF2-40B4-BE49-F238E27FC236}">
                <a16:creationId xmlns:a16="http://schemas.microsoft.com/office/drawing/2014/main" id="{D9C7D7F0-B4C9-42C8-8AC6-81C4739A76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많이 담아도 같은 근거를 똑같이 쓰는가?">
            <a:extLst xmlns:a="http://schemas.openxmlformats.org/drawingml/2006/main">
              <a:ext uri="{FF2B5EF4-FFF2-40B4-BE49-F238E27FC236}">
                <a16:creationId xmlns:a16="http://schemas.microsoft.com/office/drawing/2014/main" id="{4979DC46-34AF-4534-8DD7-BE1F0CF172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65194E3E-CB37-40F2-9E4E-F3EED8DE17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6F5C0AF0-80E2-45B0-80C7-1AF1303CB4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F6B4634E-E165-42A5-9E52-FDDBFC6CE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C72D9AB7-C1B9-4E0E-B142-B6B103E2D381}"/>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BBA15BAB-53DF-4FD3-8D05-78DECC760EB4}"/>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FFD53593-F7E2-49DD-A948-44D5B0C322DF}"/>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1DF7F514-BE38-499B-BD0D-B9E298E0E654}"/>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2F7E62CE-726D-4819-A8CB-A8FC8D77CA70}"/>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2D3B33FB-211B-4CC6-85F0-42D651A0DAB9}"/>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5101724-9761-488C-8B6A-907EE3AAEA4D}"/>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D43AB2E-8B8B-4D40-B485-6DD683A1B84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2F09ED7-4619-4AF1-B37F-FD62724F7DEA}"/>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DC7C3726-0B99-4DED-BAD6-D9A1BFC0C295}"/>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738202A2-EDEB-416D-8B86-D022D53A96FA}"/>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22E6ACC-E685-48A4-9F48-1FCC753F629C}"/>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C429472-E8AE-44EB-AB73-D02A6816E30A}"/>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1C516520-92D7-4110-A331-E723A86E543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75FDABF9-64B2-4438-AE66-607AB258F37D}"/>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C8AE6F86-7762-4B99-8C36-CE6BE115AC9E}"/>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282BF181-7BB6-4297-83F4-623CDA1E014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AC7D15B6-3523-4D7D-923F-C172F372B1DF}"/>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67AB7B0-2E40-4488-8203-D1CE814FFA8A}"/>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26307795-9EE5-4B05-A4E6-B97643333DE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1ED8129B-B25D-4DCD-934C-CD414B775280}"/>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108B208F-BDB4-4CBC-BDB1-49790D0E844D}"/>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08F21734-8502-4C4D-A0CD-820AF7331AD1}"/>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6A84D762-6DF2-4BFC-AEF0-844FA252C4A6}"/>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1F13B237-7553-4D82-AC35-411A116F9B15}"/>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169A1F35-3D6C-45B6-9FBC-6D6092A40544}"/>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E4EEC78-A0FB-4F87-9848-5555C78C5FE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DE693747-2BAC-4C36-AF2A-EE3CE6F0C34B}"/>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A91EC000-FDDC-46D6-B43D-76A262BE9CDF}"/>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98DB528-F860-4E1A-8DE6-83BDEE881F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01834759"/>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E689116-47C7-4EF3-A85F-BC575A15A2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0">
            <a:extLst xmlns:a="http://schemas.openxmlformats.org/drawingml/2006/main">
              <a:ext uri="{FF2B5EF4-FFF2-40B4-BE49-F238E27FC236}">
                <a16:creationId xmlns:a16="http://schemas.microsoft.com/office/drawing/2014/main" id="{9EFEADA9-468A-4578-8744-1A9D97D0CFB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58515C8A-1F66-4869-A7B2-9061BDC6C19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226A62F8-E39C-423A-BC63-2ECD633388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69ACCDAD-DD36-4564-A95E-F18280E2A3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F2C404E3-1381-4EE3-AE84-4549674D8E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0D00CA01-C210-4618-B308-44597EE9542C}"/>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2BD631E-0A62-493C-9D59-8FAEC5B4CEFF}"/>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0A422A5A-9626-4A43-84C2-DC6EE82AF967}"/>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9A2A38C1-55F5-4B0E-8B72-DF860C796039}"/>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CE31CF47-DA88-4255-BADE-20E3957DDD4A}"/>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E0F903-037B-47BD-A004-9BC927BAA3F3}"/>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591106B7-C977-4877-B75A-7C7F91D24119}"/>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11F59BB8-05F4-4F8B-80FA-7591C952BBD5}"/>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11002998-27C3-4A69-986B-324154CB8D90}"/>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AD77E25A-FA36-4692-999F-79D7289F2A68}"/>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680B1040-F7CC-4EA0-A8FB-8FE1BAC04DDA}"/>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3190FA7-BD2C-4367-8A84-AB29B4275B15}"/>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9348B6CB-C537-4C6D-8154-491672A5338B}"/>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303B88B-9CCD-4B22-9845-BD14842D7B9C}"/>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EB0962C0-B119-4C41-BF87-9F48D5E65304}"/>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91C8E8B6-6DE3-4A4F-AAB5-3737349CCFD1}"/>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EDA12D5E-D0C8-4B57-ADC4-4F0598D65D1B}"/>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92F9868A-3D89-4C12-9F83-B2F2A8C1BBE2}"/>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9999927F-3B9C-405E-BC3B-1D1624967B5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66464177-29EF-4354-86EC-342BE6F2B631}"/>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CF38B48E-CDAC-4C7A-AF1D-7E520E917F9A}"/>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8444DCB5-F8CA-4A76-800C-705EF82CE607}"/>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77E5E592-1CA9-4479-92FC-C846665C026E}"/>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9719AFCF-906A-43B3-BB29-38A295D0FF3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E52CDFF5-CC35-4C9C-8807-2217A5004600}"/>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8870E35E-95E7-47BB-8F5E-A616CD8991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8381707"/>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7DB7FDE1-B327-4888-BF98-AAA79FC20F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1">
            <a:extLst xmlns:a="http://schemas.openxmlformats.org/drawingml/2006/main">
              <a:ext uri="{FF2B5EF4-FFF2-40B4-BE49-F238E27FC236}">
                <a16:creationId xmlns:a16="http://schemas.microsoft.com/office/drawing/2014/main" id="{8C5A84DD-9540-400E-9B61-44A7CEE4C5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필요한 상세 정보로 가는 길">
            <a:extLst xmlns:a="http://schemas.openxmlformats.org/drawingml/2006/main">
              <a:ext uri="{FF2B5EF4-FFF2-40B4-BE49-F238E27FC236}">
                <a16:creationId xmlns:a16="http://schemas.microsoft.com/office/drawing/2014/main" id="{EAC7DD8B-337C-45CF-8E1C-2D649970AA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B3433B6-1A40-45D1-BCD9-6F2C29641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1BC43D1-BB7E-4E9B-85EE-754B0A424C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525966ED-1EB0-45E3-872C-F822B97491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8D51BA7C-4AAD-4704-B287-434EA8670C5D}"/>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14464A9-C049-472C-92DB-64C193B3D543}"/>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D6B58832-042E-4417-B2BD-A05AA38644F1}"/>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92BF555F-5666-4F19-9312-1412DADE2954}"/>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A8322CCD-DFD5-45E9-96F7-C4C9D98869FB}"/>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61FE704D-BB65-45F5-887D-3CCDA06914FE}"/>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36F8B543-87B6-404A-B230-9943B0661A41}"/>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85478E1B-5C55-44AA-9398-BD48B4920ADE}"/>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F0EA1DB-365F-4705-9605-6FC12142D1F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5FBAC94E-C504-446E-8738-784828B1E7D9}"/>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79967417-8EB4-4B0E-9B89-A9AEEA1DA242}"/>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285E0512-8D46-44D7-9468-18C33FC0A3D3}"/>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108FF1E6-9066-42ED-835A-1002768B0F23}"/>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AFA6947A-99DA-4763-A44D-4EF10529EF8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4E2267E9-BD48-45B9-9EF0-565A74D58BC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8CE311A-E524-4D58-A448-8B3FC7B46329}"/>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9F880F82-A612-43C5-8F94-1A504C53898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6560B4AD-5C37-45D2-B97B-6ED63EB3C89A}"/>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BFF08B13-BE99-4492-92EF-6CA2796374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4206763"/>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DF82C0E3-5215-47DB-9720-488CDE3A1A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2">
            <a:extLst xmlns:a="http://schemas.openxmlformats.org/drawingml/2006/main">
              <a:ext uri="{FF2B5EF4-FFF2-40B4-BE49-F238E27FC236}">
                <a16:creationId xmlns:a16="http://schemas.microsoft.com/office/drawing/2014/main" id="{EEF7903C-7BFB-4B26-B623-ECBEA56BB3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에는 무엇을 남길까?">
            <a:extLst xmlns:a="http://schemas.openxmlformats.org/drawingml/2006/main">
              <a:ext uri="{FF2B5EF4-FFF2-40B4-BE49-F238E27FC236}">
                <a16:creationId xmlns:a16="http://schemas.microsoft.com/office/drawing/2014/main" id="{7950E42E-317D-4A83-B7CB-3BC48C4F28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9B9F5FB-F487-4234-AE22-344B4A021D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762B1020-0FD5-4F46-B368-C19E42558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FBBE3981-2DB7-4F7B-BC0D-20D189D422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7A32DE0-7BDF-4226-A0D7-0AEA04EB9D8C}"/>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B106F1E8-FAD8-44CD-A0B6-B9AD7501B512}"/>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1C8BAD20-AFB4-4EBA-9B9F-652155CEC688}"/>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78FAD693-FEBF-4829-ADEA-E930A372B9BC}"/>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F787AE98-8256-49F5-8D53-A67263DE9A5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71FFFD76-D063-43A1-84F2-7B36781F0AA5}"/>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0AFC964-F570-4CBB-9F3B-BEBCFA536D8B}"/>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60CEEE91-D326-4A19-A6D8-E062CFE0A609}"/>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98530499-B531-47A5-A29F-50CA63560A95}"/>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2CC2BA28-F0A9-4E00-B0BD-4198C0359FD7}"/>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C729B125-8CD2-4A03-AC00-3F5B036FEC95}"/>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5C505F66-6BC7-4A33-B6D4-CD7C54B7B85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EE90F6E7-EF1F-4845-BA72-04187C098576}"/>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FC52C3F3-026A-4FA2-AD08-6473EAD0BE04}"/>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49A1148F-4DC1-4C94-BAF1-851D2D8508BC}"/>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A52A25C5-5803-4C02-A4EE-EAAB89FAD159}"/>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35F0B5BD-012F-4A81-88E0-569D8F029493}"/>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EAC00FEC-5678-4A49-8495-4787109BA00B}"/>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6F2F4D9F-D2D1-4FF1-AEE3-DF3291962AF0}"/>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FA255998-7E65-4DAE-8FF0-056458BFE0B0}"/>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B644EECF-C7BA-4BAD-8048-9712A57C8CA7}"/>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06ABD36C-E857-4543-BDCE-C9A67779E2BF}"/>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D01A713A-4068-4A3D-ACDC-18B471743F2D}"/>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226A7CD9-9C64-4DA2-99D5-EDD4A41BA0DD}"/>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0D1EE7D5-29EC-408E-96E8-C0CA3C6D76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4885288"/>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2CA38F8-503C-4164-A4D7-6C0BA08D97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3">
            <a:extLst xmlns:a="http://schemas.openxmlformats.org/drawingml/2006/main">
              <a:ext uri="{FF2B5EF4-FFF2-40B4-BE49-F238E27FC236}">
                <a16:creationId xmlns:a16="http://schemas.microsoft.com/office/drawing/2014/main" id="{E151A05B-9DCB-4D38-A4EA-E8AEF81CDD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를 지우지 않고 위치를 나누기">
            <a:extLst xmlns:a="http://schemas.openxmlformats.org/drawingml/2006/main">
              <a:ext uri="{FF2B5EF4-FFF2-40B4-BE49-F238E27FC236}">
                <a16:creationId xmlns:a16="http://schemas.microsoft.com/office/drawing/2014/main" id="{BEEF2B23-C69F-40BC-88B9-325C6744ED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7DD785B-0F88-4666-BFFD-7AA44EC4FE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C974D852-6105-4C3A-BB96-C4E01C35FC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64FBC832-4FC6-448E-A8B2-99AF28F394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E1AC2D68-7D55-4E78-B5DD-8D2409E8CE2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561A5263-72F8-45BD-B59C-1E860F4C5B3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EE121D7-FAAF-49EF-A6D7-2A476F011DCD}"/>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05DE4599-2D22-44E9-B929-90AA95FF718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7F7BBEF9-FD3F-4D97-ABCA-DBA478CA529B}"/>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4F5D3618-16DE-4BF6-978F-78DBCEB2FB78}"/>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9BD908B1-9646-43C1-940B-F5F788E278EB}"/>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D8F6603B-86DD-4FD4-871F-18142328BEE6}"/>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2E02BBFB-5D31-4026-A550-31E08E99F5AF}"/>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8603CFFD-55F7-4777-8208-6BD4335AF1ED}"/>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2D59469-9A09-43FF-8C5F-F80695FC3F14}"/>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1A1F353-E4A0-40E0-A26F-04699EC09679}"/>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4CC3207A-F281-4DA8-85E5-67F27EA0CC77}"/>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B2ED6B09-9F27-44E4-8A39-92BF0288150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975C8EB9-A014-468C-BA47-0AA2AFD217C2}"/>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9C4A96F-EC7B-4A15-8BB3-8EBDFDF68661}"/>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C32543D1-C885-41F6-BDBB-F212AB72B92D}"/>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3D49F644-75C8-45EB-8B8F-D495D6726BF2}"/>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126BC561-E1CD-479A-BADE-956A0157FAEE}"/>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54C3F7F5-D3B4-4F27-B973-A915EBC5CE2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5B195F2-0C79-4227-AF22-1E4D2AC22CDB}"/>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B8E1194A-EF6F-417F-AD73-3834F0175407}"/>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AD59F16-6365-42B6-A496-D1E658E0D7EE}"/>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B3D4DE67-6ABE-4C94-817C-322658B293B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41405FAA-2D13-4559-A505-C1D4F8F53E56}"/>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3E5EE4A0-F0CF-474F-873B-95A65AB08971}"/>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55DE8A4-5D02-49B8-A1CB-16EB2DAC0273}"/>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3D89278A-56D2-4195-9E22-A19CA8DCCC31}"/>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478669AE-7E2E-4E51-8CF7-27DE7345A277}"/>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0BAF396B-E9EA-4982-BFF6-743288995C92}"/>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6B425F0B-8DE7-45E7-8B1B-2D1A7858991E}"/>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75C53CAF-0FC9-4FE1-8BD6-2E2307792C08}"/>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D0FCCC9F-671F-4E7F-B99C-959422C6AD0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B03FBD6F-7BE4-4F5B-B6A7-9EAF21892C2A}"/>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680FF05E-3823-4523-A693-26284F6883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42159069"/>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457E3D97-9E0D-42A8-850F-36DCF28FB2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4">
            <a:extLst xmlns:a="http://schemas.openxmlformats.org/drawingml/2006/main">
              <a:ext uri="{FF2B5EF4-FFF2-40B4-BE49-F238E27FC236}">
                <a16:creationId xmlns:a16="http://schemas.microsoft.com/office/drawing/2014/main" id="{EF707DD7-B16A-44CB-B60B-5896D96E2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서로 다른 두 Task가 무엇을 읽을까?">
            <a:extLst xmlns:a="http://schemas.openxmlformats.org/drawingml/2006/main">
              <a:ext uri="{FF2B5EF4-FFF2-40B4-BE49-F238E27FC236}">
                <a16:creationId xmlns:a16="http://schemas.microsoft.com/office/drawing/2014/main" id="{53265539-628E-4535-85F5-531DE4FB80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9877B5E-8D1F-45A8-B8CE-8E77723326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025182CF-8C5B-4E85-BADB-86E2A6872F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EA89DD99-F220-4081-9D49-56CABF0D59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3AA0C565-48C5-463F-989B-9F42CB13708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3C6FC844-A5CD-4944-9522-8124C57CEFED}"/>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FB08610A-3CAB-4715-BCAD-2CA757207EB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A46CF71-E7C8-48EC-9380-7932E47C4F92}"/>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66C5029F-880B-44F5-8791-DA5105B2DA2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82C15CA-1984-45CA-A4C8-E6CC3BA67865}"/>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9111394-02A4-4D6F-AEED-DC0D375F67B9}"/>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F710989-49B8-4F2C-8985-0F64E3EF02A1}"/>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328A425-4B4A-40C3-B6AA-50A065DD19E9}"/>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F6B90E73-FD30-4149-8063-9479A0E06A1F}"/>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3E450923-0FBC-4086-9A0F-C6C16D290BFB}"/>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21202189-3EA0-4194-BA36-397651F7FD01}"/>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0A0011BD-1501-48A1-BBC6-B2CC495600FD}"/>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A7461CE0-3883-4985-9235-0F4EA022B615}"/>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880EF23-3E32-455D-B0D8-E5EF22CE432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3EC9CE6-A0E9-4930-A970-76D6CEB7EFE8}"/>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0573DF9D-568B-4BF7-8472-D4AFA565FC8D}"/>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4D3556-73BD-43B4-95EF-F607A7B279EB}"/>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CA28C04-50BF-4DC4-BB68-24C6E8A72E0C}"/>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19CD18D2-DE34-4D40-8E0F-573DF2CDE186}"/>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035E9D8-5DE3-4445-ABB4-5C59C062EB2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CD9925AD-3884-4C68-BE34-E4B1E0CF192C}"/>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D07A04C3-2B61-4A7D-95CB-6167B15D61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28099215"/>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528504D9-03FD-483B-A797-BDB20C233E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5">
            <a:extLst xmlns:a="http://schemas.openxmlformats.org/drawingml/2006/main">
              <a:ext uri="{FF2B5EF4-FFF2-40B4-BE49-F238E27FC236}">
                <a16:creationId xmlns:a16="http://schemas.microsoft.com/office/drawing/2014/main" id="{AC3B1436-F5B2-47E0-B713-529DEAC913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Crop Task에서 관찰한 접근">
            <a:extLst xmlns:a="http://schemas.openxmlformats.org/drawingml/2006/main">
              <a:ext uri="{FF2B5EF4-FFF2-40B4-BE49-F238E27FC236}">
                <a16:creationId xmlns:a16="http://schemas.microsoft.com/office/drawing/2014/main" id="{8287BEE1-11F2-4F0A-9D67-2A0A018859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6413E28-A1AC-402C-8A0F-15D3E523B6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89701134-E23A-4C14-BB56-4383EDCD43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5408C2FA-F80C-4712-B957-1553A5670C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8350D97-4D25-464F-9E25-D3A945ECCF02}"/>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E0ABD666-1BEF-45AD-B56F-145C09E4E099}"/>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527BFF23-34A3-4FB9-84F6-F53DA3668E92}"/>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6B7C7659-13CE-4F85-B56A-B614C76B6B39}"/>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6D299527-5B4C-4653-B77D-55D91732250F}"/>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6B727912-69C2-4BC4-A393-6BA04F5A8930}"/>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15F0267-1A30-41D7-BCDA-F7EAB5838C80}"/>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DE3903AB-A843-4CA6-B98E-702AB3A5A918}"/>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13D4EFD6-C56C-4D75-BB80-01AD3E29C9EC}"/>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B8F70DC-49B0-4831-9561-0E4F880BBC42}"/>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F6A4A119-5682-4B95-BDC4-3FC167B50382}"/>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A2C1A446-E977-4832-8FC2-60E6AEA0254B}"/>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E5F5222-7E50-4001-B734-5C1A58824300}"/>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FB963A0A-8CA2-4493-AF80-CDEE5A54B4D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E781364-1E50-4772-AB54-2DD949D7819B}"/>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7CF96087-D864-43D4-AD54-4E68988DC233}"/>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266B9B1B-20BA-453D-9402-7617C58227E8}"/>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8A5A2FB-4E0C-405F-B849-5498B5C1C315}"/>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42470311-48B3-481D-9BA7-7222D50DCF26}"/>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2049741B-2BD6-4E01-8550-5D4DCFCB4D2B}"/>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D5365ED9-A6BD-47EB-8D20-64ABEA63DCF1}"/>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26A1601-D067-435D-A300-F52B15C95ED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BCA8C491-D5CE-4081-AD87-431C61FE5324}"/>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10694796-BB00-4CA5-9C06-140FDB82F3EA}"/>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49145765-067B-4D1C-ACEF-0F01AD6AFF27}"/>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2CBFD4AA-B64D-4E08-A72C-AB6EE400FC9C}"/>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296EACF7-A647-4F38-AA1A-B15447323E11}"/>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C39EE38D-EDD0-4188-9044-9F4A45405AC5}"/>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DDC1978-2C7F-4F3B-BE31-D3679C0F7BAB}"/>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29D77589-6FAB-4264-8689-9CF05DE26D20}"/>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31AD96F8-2B38-4406-BAB7-7E9AE0237784}"/>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2A4F8FE0-008F-4F3A-938C-BBC1365D1AAD}"/>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81B4478-E4B2-452A-9E23-FFD97C5E7890}"/>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B4EAC3EF-254E-4EDB-8B50-73A57AAB820B}"/>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D2705750-4CE6-4FD2-B24F-72B8B69D9A62}"/>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C1AFDA29-E8DC-4840-A042-D31A36EC029C}"/>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0CD86BAF-5A64-4346-B8AF-30C59F1416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47561771"/>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8696D6E7-585A-48F4-AD91-7E61047B6A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6">
            <a:extLst xmlns:a="http://schemas.openxmlformats.org/drawingml/2006/main">
              <a:ext uri="{FF2B5EF4-FFF2-40B4-BE49-F238E27FC236}">
                <a16:creationId xmlns:a16="http://schemas.microsoft.com/office/drawing/2014/main" id="{9B0AD640-2AF2-47D1-A278-559339795B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의존성 질문은 설정과 소스로 답했다">
            <a:extLst xmlns:a="http://schemas.openxmlformats.org/drawingml/2006/main">
              <a:ext uri="{FF2B5EF4-FFF2-40B4-BE49-F238E27FC236}">
                <a16:creationId xmlns:a16="http://schemas.microsoft.com/office/drawing/2014/main" id="{49729B77-CF16-4F6A-987E-C98ED2163A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C7CA0DBB-81C5-4A13-B25D-EBAD16257A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178D6AB8-58C3-45FD-98C9-8F1FD5980B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A4A251AD-2131-48AF-ADC1-B941AB1AFE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C3591546-C545-44B1-BBD3-2CB5CCF8AFCA}"/>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449BAEFE-8B91-45D6-9E7A-E37712339B2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D4801877-7BB2-4C1A-B221-DAA55166795B}"/>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9AB1544C-B880-43FD-A52B-C5E4CFE7ECEE}"/>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5482EB37-08B6-47E6-8F94-738E788C1753}"/>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CFCFC441-9FF0-4C36-8240-70B2040D3B17}"/>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77C645A1-6E28-4263-9428-BF9D0F1C2735}"/>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FDAC1A03-67E3-4238-BC89-9FC4EA3E1197}"/>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A3FEC201-AA74-4C56-90E3-2B833576F329}"/>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A0B0B7FD-178A-49B5-A74F-272A615A8BEB}"/>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51F12A42-4CFA-4580-9420-2A19E1B24C0C}"/>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0DAAF2E4-104D-4D61-80F5-374620E3327A}"/>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58F39888-3F22-4562-9F98-A3708BAA0075}"/>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02F16889-69F6-482C-AD12-074268449F47}"/>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03AA387D-C529-4F5D-80A5-E5BB00594615}"/>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DB127101-ED2A-4820-BECC-A49B87EFE4B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DBCFC423-A3B2-4408-B9B6-634B9484FA87}"/>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BA0F9EB3-1EB9-4074-9934-22E7E0E25908}"/>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825117FA-E02E-44A0-9127-602D31A1F8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381386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684B9813-E256-46D2-B88D-8DBE35F6F3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47">
            <a:extLst xmlns:a="http://schemas.openxmlformats.org/drawingml/2006/main">
              <a:ext uri="{FF2B5EF4-FFF2-40B4-BE49-F238E27FC236}">
                <a16:creationId xmlns:a16="http://schemas.microsoft.com/office/drawing/2014/main" id="{83F48ADB-966A-4274-877B-59BB0CFB27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두 Task에서 상세 문서 접근이 달랐다">
            <a:extLst xmlns:a="http://schemas.openxmlformats.org/drawingml/2006/main">
              <a:ext uri="{FF2B5EF4-FFF2-40B4-BE49-F238E27FC236}">
                <a16:creationId xmlns:a16="http://schemas.microsoft.com/office/drawing/2014/main" id="{8794837A-7902-4BBD-91D8-F20D41F885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2BA77986-921F-440F-AEC2-0CFE658F30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2B0491DA-8119-4592-8EC1-BCD40845BE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1E1B4AD2-0B91-4233-A4E4-9F9264200B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763F0A99-FF8F-478C-A34D-0F09046E2CA5}"/>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93A85C3D-4D89-49A6-9191-5D1FB115BDF8}"/>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67450D5B-4B62-4259-988D-C4DF5839915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CDF9B83F-C15E-404E-8AFC-613864188B0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217A12B-386F-4F5B-91C0-489729796FB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E486AE9F-ACCF-453F-8578-49F68CBF3A2C}"/>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5EC40C82-BE96-41B9-988A-F7D9B1D71929}"/>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ED7ED9C8-B265-4DB0-90D4-1B4EA7C232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17162783"/>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3CD3F3C7-3432-41AF-A942-54C280BF38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48">
            <a:extLst xmlns:a="http://schemas.openxmlformats.org/drawingml/2006/main">
              <a:ext uri="{FF2B5EF4-FFF2-40B4-BE49-F238E27FC236}">
                <a16:creationId xmlns:a16="http://schemas.microsoft.com/office/drawing/2014/main" id="{F714C993-2102-4B9F-800D-85ABF87173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ontext 정리에서 확인한 네 가지">
            <a:extLst xmlns:a="http://schemas.openxmlformats.org/drawingml/2006/main">
              <a:ext uri="{FF2B5EF4-FFF2-40B4-BE49-F238E27FC236}">
                <a16:creationId xmlns:a16="http://schemas.microsoft.com/office/drawing/2014/main" id="{B6AD73B6-434E-420C-8370-C07DC9455E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C60F999-678F-4BD9-B104-B6B8028B53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F4CFA44A-CE02-4876-809D-12A22DF00E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AF20CA5A-F087-4B18-B2A0-0F7E400E13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B511CCE4-458B-4E43-8CF7-7A01E47C54B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D6736F64-8759-4FCD-9975-757F8B36ADA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972ED722-8F24-45A0-8F0A-77080314D6D1}"/>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CB54C6BF-9D37-4A0F-8E9F-367D26761333}"/>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05DCE226-B4EB-40C9-AE94-111F5950715B}"/>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583A833E-4DB5-446A-B602-98A8A638DC4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B4AFBAE1-4EDA-4EA0-9DE1-80623F04E7F3}"/>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8256E68-7EC9-4EB7-85AD-778627A505FC}"/>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6F763C5-1F09-44D3-A342-5830E8485FC0}"/>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DEF35A13-5C4D-4D7F-8450-6C9900E7DF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623AD43-8C25-4B5D-A8C5-CD59EA69618E}"/>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31487DE7-1691-462D-B97C-131DB9E331B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8028E6A-A3CE-44AC-82DA-06521367AF24}"/>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2F2D6E99-2BE2-45FC-AD48-9B714282F482}"/>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D75F8D0A-64D8-440C-AFAF-6D52A78ECD4B}"/>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9A35A23D-F97D-4E7F-825C-E6C5CCC6D66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899A0138-46AD-410C-964D-B4B883746F16}"/>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105897D1-53B8-4532-94AD-AB2E625C6334}"/>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AEC6AF79-264A-4948-9AAB-51CE482E3272}"/>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A3E68AF-3582-472E-B3F9-E64EAA38072E}"/>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DF40D68-7831-46A2-B0EE-C40F2CA800A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4AAA97A-1DA9-4FDB-B6CE-9CF87637F4C9}"/>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F1405750-753A-43EF-B090-63119D8E6FD2}"/>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749E0B23-6959-4F35-93C3-A48D3A3B0B9B}"/>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5EC68177-4DB0-45AA-901A-BA59A53DD82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215E2B7B-915D-4B20-9F4B-157B933D9B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37376122"/>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6798211C-E176-4CDE-B6F9-1CCDF9675A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49">
            <a:extLst xmlns:a="http://schemas.openxmlformats.org/drawingml/2006/main">
              <a:ext uri="{FF2B5EF4-FFF2-40B4-BE49-F238E27FC236}">
                <a16:creationId xmlns:a16="http://schemas.microsoft.com/office/drawing/2014/main" id="{36D3E370-EF8C-4D91-B846-9A141817F5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지식은 정리됐지만 절차는 반복된다">
            <a:extLst xmlns:a="http://schemas.openxmlformats.org/drawingml/2006/main">
              <a:ext uri="{FF2B5EF4-FFF2-40B4-BE49-F238E27FC236}">
                <a16:creationId xmlns:a16="http://schemas.microsoft.com/office/drawing/2014/main" id="{1C138E37-B273-4576-849C-6EDD21CC42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8D7C5F2-8156-4B53-9DB1-ACDFAFD2F4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9DD8AFC5-3A19-4D11-8816-2CEDD700D1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BDB6A5B6-2F55-441F-94B0-5BF071077C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CAB8BAD-D5CD-42B4-B191-5A4DE9C13F3F}"/>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88540448-4154-42AD-81A7-E57608260B3F}"/>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BA0CE1F2-4CD9-4965-9D15-6283933DE5E8}"/>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E33B5062-3803-47C4-97B4-355BC825650C}"/>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5EB3279A-2005-4913-8C3F-84E326EE07D3}"/>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E4F3B9AF-61C5-4EA9-9EB3-EE90972B2907}"/>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BBEFF56-ADC1-4BA2-8724-27B101667EA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8F4E1120-5B20-4AA1-95DF-C0689D65BDC1}"/>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96CC3CA6-59F5-44B4-B950-25280188FB7E}"/>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D021F0-C93D-49DC-A08F-329011783135}"/>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A35E9A7E-C5B8-4488-8D6B-48AFB5CBB5D7}"/>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560CF502-D76F-41AE-97CF-0A7D4EAE3BF4}"/>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D456F8FD-BEF7-463D-843C-FC4690F5BC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DB3B19F8-F273-4804-88EA-78CDF30BD648}"/>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75143141-F786-46F3-BD94-94E059510DF0}"/>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C488F8BE-26DB-4E5A-9542-5CECD9206B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506644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F7F131DE-5B11-4F16-960E-33C64F3420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05B72AAE-ACFB-4AF7-9BFA-4DF2B654A7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6BF5C7CD-81E8-4B0B-B247-594925A445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896167BB-FC69-44F9-8BFB-1C8A9C6AE3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5511E9EE-0933-4A40-9BF1-ACC082DFCF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D3E4B3B0-6D27-4156-BA8F-BC5CF0D2C6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AEA9F5F6-F594-49EC-B86A-26A94CB028C7}"/>
              </a:ext>
            </a:extLst>
          </p:cNvPr>
          <p:cNvPicPr>
            <a:picLocks xmlns:a="http://schemas.openxmlformats.org/drawingml/2006/main" noChangeAspect="1"/>
          </p:cNvPicPr>
          <p:nvPr/>
        </p:nvPicPr>
        <p:blipFill>
          <a:blip xmlns:r="http://schemas.openxmlformats.org/officeDocument/2006/relationships" xmlns:a="http://schemas.openxmlformats.org/drawingml/2006/main" r:embed="R041e1b93c3b24279"/>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6475B2D5-EFE9-4B32-BB53-5542880B9840}"/>
              </a:ext>
            </a:extLst>
          </p:cNvPr>
          <p:cNvPicPr>
            <a:picLocks xmlns:a="http://schemas.openxmlformats.org/drawingml/2006/main" noChangeAspect="1"/>
          </p:cNvPicPr>
          <p:nvPr/>
        </p:nvPicPr>
        <p:blipFill>
          <a:blip xmlns:r="http://schemas.openxmlformats.org/officeDocument/2006/relationships" xmlns:a="http://schemas.openxmlformats.org/drawingml/2006/main" r:embed="R878171d43b3a421d"/>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4D9132F-8282-49DF-82E1-255CB0ED69FA}"/>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6C65616D-69E2-4825-AC47-476E645FD3F9}"/>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A71A6E4-988D-479F-82D1-8CE91DD2892F}"/>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944A34AE-F290-4ED8-905C-B05DCDD7136A}"/>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6765859-B717-42CA-A580-A14EDA1E63A1}"/>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2C6ACAB-CA94-4947-AFB4-E0A09DE06230}"/>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1BFEA125-F3FE-4CC7-BF81-51D6183B6C85}"/>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639CC3B5-81F4-4D2C-B5FD-0F12AA5F2E50}"/>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45622016-651C-4A7B-84EF-B1A5F22D5D58}"/>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1B12086E-C11F-4968-AC2A-B0B24B29D8C8}"/>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E3D5E355-D3A9-47FF-A1BD-A8AFF66E2D42}"/>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01B2ED9A-14E4-4EBC-B863-BE2474275319}"/>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18B5A6B-4468-4105-99EE-7E85936DE237}"/>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09629EB1-7084-424E-9185-83080535764C}"/>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59318F0B-8837-4731-8D9F-63E98172890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E94A29C-C8B5-448C-99F4-997E4C83CA34}"/>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F9C87AA8-4337-4051-8044-44ABC7127A35}"/>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EA3E2556-B4DA-4471-8261-FC9E24844156}"/>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70863AEC-7850-44F6-A865-364333FBB89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A689AF85-9191-48F9-AB41-78C926640C72}"/>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E22B00FD-60C2-46AF-8F6C-AFD26026CB1C}"/>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C5C6EA03-32FA-4295-9882-7C54EA6DA65D}"/>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D218FEF7-ED22-4D55-9D15-7B88401C2EC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4074B89-1169-4809-9449-3C5FAAFB8F53}"/>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EC8B5A76-3B30-4024-A1DD-D0F9A4F9F42D}"/>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CE5F53DA-0183-4D0F-B85A-EA434425E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18227264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2D9699E2-551C-4211-87AC-A93E2244A4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E7D643E6-1A62-40D9-A764-3932CD1800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A8E57457-8A0E-479F-AE77-49EB22CF6D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83BF32CE-BF05-4F02-96EC-5A3848340C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88E62705-7AAB-460C-A437-AFA69EF0B4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5DC7E1C5-96CC-4211-B26F-C3345C0917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F2376B2-7643-4FD7-9B07-0E248916F803}"/>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1C531C4C-01A7-40EA-8EFD-0091F8703A5C}"/>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1660B3F1-E74C-4B32-AFD9-5F134EFC3FF0}"/>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AF822D5A-D81E-4E10-A020-3797D778A6C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A5637EB-33B5-4000-811D-58CD58B0F8F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F77C3527-56D6-49D6-B5AE-0E5F02A03128}"/>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1F0BC53-7710-4509-BE0B-531DEBFA3291}"/>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87D6DDA3-4F9F-4E86-999B-DDABBFC5F951}"/>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43DCB81F-3EB7-460C-BFA6-02FE75751D13}"/>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6E0C44D5-103B-486B-A65E-3BB4BAA83981}"/>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C9FC1DA-B2BC-40E7-A07A-C8CDA0332E22}"/>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610DCA0-1664-4C84-BFCA-D7270FD3BCFE}"/>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FE081390-1A1D-463F-A16B-E383EA2EF733}"/>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EFB573A-4CC3-4A8C-9E77-4A768239AA76}"/>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DBD2AC6-2334-4C4A-AFC7-2C68E672B81A}"/>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B80A5082-7B18-422B-B955-2CED9B49F92D}"/>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3E6FCAD9-3AA8-4FF0-83B5-5AEFCE13E19C}"/>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13E52C67-FDF4-4078-A836-833047749053}"/>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CF92A625-4004-41F1-99BF-2921BFE2A631}"/>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63A2F2F9-EF90-496D-95B6-DB1ECA9EF66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569BBEC5-921E-413D-9FA0-9846FB037732}"/>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51D19006-22B1-447C-9A35-F094A32B3D7E}"/>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A3662F8-C9B7-46F2-A85E-D9B9A7987C2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53A847A7-639B-4A69-BC3A-6D8A79E49195}"/>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0097CB90-8249-4B3B-A5E7-7AE642148940}"/>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5B15D091-B2CA-4568-90CE-B12C351F421A}"/>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830E3F88-6A28-4772-809D-177ABC25773B}"/>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15218A7-5382-4ED1-8589-465A68E0D18C}"/>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AF532D2-E7A4-4C5E-9663-95EBF4F41FCE}"/>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92DB7F4-A4FA-40CE-A9EF-ECAB738F6C91}"/>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48325E9F-0360-46F0-9D23-DDECD786B367}"/>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15F7BE98-C293-47CB-B655-B6B4A05DEE6D}"/>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8CD88022-59E8-4A38-B0D0-C9F7BFE4936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FB574BD1-7D8F-42D5-8E04-6407AD07F9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4603028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4B95ACC1-236D-4F3D-9B3A-81A227713C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79B8C7AC-B826-447A-A657-07B08241D6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EAFFA83C-1782-44F6-8D2D-0E5CCAD56D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29E2E3A4-7844-4E81-A791-6EFA9C008F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FA7FF2D-9EC0-481E-9CF1-25CAF015B54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1E8BD63B-F7F7-4741-8E28-A03F7C6725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817C9699-758E-43AF-AE2C-F2BC908B6C94}"/>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93D55D2C-A411-4C30-8F90-5199D8B7205C}"/>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1F51A28-CC4B-4884-84C0-E6988FEF2379}"/>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793B99CC-41C7-4F1A-AAC2-844777EC8179}"/>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30CD343-E9F2-4F17-85B4-7859792F21B5}"/>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BB908C4D-2EFD-48BB-B217-AD4A9B676D5C}"/>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EC8E1D2A-F1AA-45AB-B0CA-D719ADDFD3A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8B9A04A3-581A-4862-B439-8437AB1B5AE4}"/>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5A66DC41-7BC1-4191-A7F0-45D2E4E5A072}"/>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D6F8D85-2E14-4A76-BE0C-30509B8A7E5C}"/>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097EF0C4-AB05-4CDD-9B99-60DA92249A6C}"/>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34050A2-E255-4AA7-A029-43D29448EF9A}"/>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6E21FE-DCD0-4505-A05A-CE1A71BFC59E}"/>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4164C0EA-0061-4BAC-8664-A9EB0DEB0A0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5B55CAC0-4CB3-44D5-8D4F-4D07F3482302}"/>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83E62377-EAF2-4C44-8974-DA307284B43B}"/>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B0E93393-4BF0-4984-9B37-EEBA30498F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24974554"/>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4B21C88C-C736-422F-894C-82519533C2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3DE0A8EA-E699-4541-B7CE-80053B91E7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E0625F83-9125-46BE-8C43-B1DC53C5AB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0CA88C7F-372D-4D31-833C-17FC24CD7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C8C730B7-72A4-4983-A64C-4CDA5EC0E0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7F0281B9-E5E3-4857-B966-5A5E4482C8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B53EB78C-080B-4822-B5EA-B9195B33514D}"/>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D5A0612F-9014-43D8-B6AC-5190CB385396}"/>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ED59A624-49B3-41B4-85E3-B1C8E1FBF9C0}"/>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37BB638C-7BBD-4B41-BB50-688AEC2A65D7}"/>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0D068BC0-DF1D-4470-9618-8B4D23602B7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BDBFCDAA-E9C2-4555-B5E7-B6218FFB9B72}"/>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4C33272-E25F-4F77-A928-1102B591FB75}"/>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F46F0EDC-BD38-4E11-A480-186B114999E8}"/>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791D18C9-43C7-4D34-8AE5-8255C76625D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E038FC19-0BEA-4B2B-AF8E-4E1FEF2658D3}"/>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20EBBD26-E847-4DC3-A834-7867ACAB438B}"/>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2CA13C-7CB9-4021-84EB-8B6080C26A45}"/>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CD9D5D18-3162-4FB8-B62F-E268003F11C2}"/>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595C0076-5C6D-4E1C-8147-CDA02491D4D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26F38470-6333-42BB-B590-B34F6EDFAB36}"/>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2965F5BD-7B94-4033-BC18-40D7CE4419B1}"/>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EC097172-4FF6-4EF3-8218-6ECD42EFFFD2}"/>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77E38C26-9026-4687-A5D1-445C3D33BD76}"/>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9A6599D4-3CC4-4F91-842B-089461C17C42}"/>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C1037547-838E-43A1-A867-D8079A65B342}"/>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DB4901E4-C26F-44BB-B7B3-8E8333639A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64040180"/>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38584A0-1506-407E-AD61-BE52EA5443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6B98203A-A8AD-4933-AF6C-27439E1CDF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FF0DF70D-D20F-44FA-B63E-096AC09C2A5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DD97D48-B309-467E-9CA5-AEE1C1481D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EBFFAF9E-92C1-47BB-914F-32FBCA6457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2B8D68F6-DCE4-492F-A011-C0AC8A0E0E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F8871B2A-8296-436B-856A-30ED66275173}"/>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6DF6DB83-6089-4D33-B217-122EE6016E18}"/>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313A1195-2400-4AF0-AD3C-467513855D63}"/>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AF7025A4-37E1-4E9E-B100-E94F316385DF}"/>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EFD583E-B14D-4940-8BFA-C11159AF1203}"/>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9224DA7F-2729-4EF7-AD93-1A1FDCA710CB}"/>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3C1085AE-DD3F-49FE-B32D-B3BC1828383C}"/>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6BEF74AB-96E0-4207-BF0D-1917DEA1E14B}"/>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35AC39CD-321B-4A87-88C4-41AD393710B3}"/>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E102F925-895F-4FDC-9161-42EE90FC9D9F}"/>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9E85EBCC-219B-4429-8E71-214D31AA218A}"/>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F8C37B00-A5AD-4B6E-8007-8BC6917E7E96}"/>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1BADD489-D934-46CC-9DA9-1D4275FC9458}"/>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0229B1BF-77D8-453E-83D4-BFAB009A7267}"/>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0362F379-A7E0-4278-88FB-20C4E7BC1E70}"/>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8078DBBC-BF66-46DD-8188-C071A2D2A9E0}"/>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62DF7CDE-231C-47A6-B777-21E5C361D4F8}"/>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518B0AEB-D93E-4960-9B04-3C253F46D77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2AE706D9-07EF-4236-93D6-D4964B87F23B}"/>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335E32CD-0848-4EE2-A9AF-96948AE62D06}"/>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B508DA63-CF71-4414-8F04-24B46D9FDEB6}"/>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49CF76C-D79D-42AC-8D4C-13661720921D}"/>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DED393D-0C6F-43DD-AA63-CF2D53A93F6D}"/>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D3367D13-36CD-42AE-8F59-E88A4C79D1CF}"/>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3FF2B86-3885-4868-85AF-5F9565A38EE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224A9822-6E92-41DE-8492-AF2E56D933A6}"/>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D4A9D416-DAC6-42EB-A5B2-59B084107D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06874119"/>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723A6753-BE2C-40C8-BC37-64AFBD04AD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3D785652-556E-4870-A3DB-5E767E814C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0D2B332B-4E1B-406C-977C-F12747A363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96D89AE6-5210-4F2E-AC47-C39A661472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0DA24FF9-484D-4C57-B2B0-61F07B6B4E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9C2F5B45-8CFC-41A0-A9C2-D4526BFE93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5AB71237-048E-4E0F-84D4-412A14B50A29}"/>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C5544778-A522-4A47-A627-C1819D11B197}"/>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0610E6E-64B4-4367-A62E-3E94745FF90C}"/>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138E0AED-FBA3-4085-87AD-5CBD30E5978E}"/>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4C563EBD-BF4D-4C1D-BA00-BA37BB51CCE0}"/>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EE89A5CD-25BA-43E6-A119-BE98F1FD2007}"/>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72CEBCAA-A0A0-40BF-BE2E-BF6A5592544D}"/>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0B4806DC-B0CA-4632-9976-E48AEBD00F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17248855"/>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B21BFAB8-B502-49F7-89EF-FEF5734999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16E7585F-007B-49F5-B181-F8C702170D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A16B1F03-7CC5-4AEB-B0FA-614F4400B1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62757CF5-BBB4-4AA3-98D0-0662DB7B67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482E88FA-796C-4245-B599-27301B23FA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100C14E5-1BAC-4F7F-90DD-113295AFE7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CA91B177-C5E9-470A-BEC0-BEE4836AC363}"/>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F34A544-5AE4-44B2-94C8-969F69731DBD}"/>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1EA97747-FFB6-486A-81D3-68B35A05C370}"/>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2ECAE73E-39FA-4224-BADC-7B95BC992974}"/>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EBE75CDD-4B87-47C2-AD90-6477D39A3EBA}"/>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AFBDB3D7-526D-4A37-95C3-0A99B5E93A0E}"/>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FBB83F13-338F-4CA2-980A-E73B37BB3E3C}"/>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D66D09C7-067E-4426-8D77-C019A066FDBC}"/>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A3C8E587-6E3A-4FA1-8B2F-F588F70617FF}"/>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0B12DB15-EB2C-472E-9F54-776BC0296D86}"/>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2FFAA863-E819-4460-8610-6D1B95EB2680}"/>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FEAB0BE6-DB6D-4DA6-A9CB-9E6F9137C9C1}"/>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68811AE0-B106-464F-986F-2212ADB84364}"/>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885490F4-071A-429A-BFF7-4B7F83549712}"/>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71D477AB-4E64-4342-BF3B-19E4C10E4CEC}"/>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3D51D7A7-FEC4-4E13-AB3D-FCE66D5C3E28}"/>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CDF7EA9B-923E-4BE0-930F-6C319DF5C6B2}"/>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C7BF2AFB-ABC8-4EF9-A775-9681E078E65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456CF594-4309-4A26-B771-D956A418815F}"/>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3E4E009E-EEBC-4453-8BFE-A0E2882A4B37}"/>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58348FB1-1CE4-4B2D-9947-28FE28E25932}"/>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2F3C0282-6EE6-4E8B-9301-8F868966ABE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8CB470CA-AD99-4A0E-841D-505E5B711E44}"/>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7036D214-62A0-4D94-A597-B5416A40951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BAB32B41-DDBA-4982-A678-7290B38B135D}"/>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0B078890-D7E2-4486-B865-D21CD527C16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8DB81773-BC9C-465C-A4F4-496D156A501F}"/>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2C07705A-DBCC-4239-8801-5EF21765255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DB0D476-9711-45B7-AFCA-A577A3919DF7}"/>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A9A403C6-3721-490E-A9D1-57F659FE4C41}"/>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789942B4-0B5D-4ACB-B854-7B5CD4937055}"/>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5423E28C-2C78-4F55-8152-887DE8EF8DA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48EF3B20-E9B1-4532-85F2-DFF6241FF88E}"/>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EF5827DE-2D39-4F70-9F92-3B70492AEB98}"/>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68917A15-C751-44C4-AD4C-E42A4B07ECC4}"/>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3DD604AD-B8D8-4D40-9838-780C283BCB11}"/>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F9A60BD-1D38-441C-A23B-7085D1F78905}"/>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A3A3CB79-08CE-4EE4-AA64-3B0680E4FA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841519006"/>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밝기 통계 작업의 후보 선택 과정">
            <a:extLst xmlns:a="http://schemas.openxmlformats.org/drawingml/2006/main">
              <a:ext uri="{FF2B5EF4-FFF2-40B4-BE49-F238E27FC236}">
                <a16:creationId xmlns:a16="http://schemas.microsoft.com/office/drawing/2014/main" id="{F6F19B3D-01E8-46AD-83D3-836D43DA95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작업의 후보 선택 과정</a:t>
            </a:r>
          </a:p>
        </p:txBody>
      </p:sp>
      <p:sp>
        <p:nvSpPr>
          <p:cNvPr id="2" name="S57">
            <a:extLst xmlns:a="http://schemas.openxmlformats.org/drawingml/2006/main">
              <a:ext uri="{FF2B5EF4-FFF2-40B4-BE49-F238E27FC236}">
                <a16:creationId xmlns:a16="http://schemas.microsoft.com/office/drawing/2014/main" id="{77F05A88-C533-4733-BC05-1C1904597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후보는 시간·할당량·동작을 함께 보고 고른다">
            <a:extLst xmlns:a="http://schemas.openxmlformats.org/drawingml/2006/main">
              <a:ext uri="{FF2B5EF4-FFF2-40B4-BE49-F238E27FC236}">
                <a16:creationId xmlns:a16="http://schemas.microsoft.com/office/drawing/2014/main" id="{1DC07AB2-A986-488D-A458-19F34811E8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후보는 시간·할당량·동작을 함께 보고 고른다</a:t>
            </a:r>
          </a:p>
        </p:txBody>
      </p:sp>
      <p:sp>
        <p:nvSpPr>
          <p:cNvPr id="4" name="">
            <a:extLst xmlns:a="http://schemas.openxmlformats.org/drawingml/2006/main">
              <a:ext uri="{FF2B5EF4-FFF2-40B4-BE49-F238E27FC236}">
                <a16:creationId xmlns:a16="http://schemas.microsoft.com/office/drawing/2014/main" id="{70A8B5B3-8804-4D54-AF3F-5E86573A38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합성1024×768 / CPython3.9">
            <a:extLst xmlns:a="http://schemas.openxmlformats.org/drawingml/2006/main">
              <a:ext uri="{FF2B5EF4-FFF2-40B4-BE49-F238E27FC236}">
                <a16:creationId xmlns:a16="http://schemas.microsoft.com/office/drawing/2014/main" id="{91070567-C495-49E6-AA9B-248C3FBB4D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합성1024×768 / CPython3.9.6 / macOS arm64</a:t>
            </a:r>
          </a:p>
        </p:txBody>
      </p:sp>
      <p:sp>
        <p:nvSpPr>
          <p:cNvPr id="6" name="정성 비교 · 아래 후보끼리의 비교는 다음 장의 제품 상태 전후 측정과 다름">
            <a:extLst xmlns:a="http://schemas.openxmlformats.org/drawingml/2006/main">
              <a:ext uri="{FF2B5EF4-FFF2-40B4-BE49-F238E27FC236}">
                <a16:creationId xmlns:a16="http://schemas.microsoft.com/office/drawing/2014/main" id="{05C21727-0F6A-494B-B43F-EA94399933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정성 비교 · 아래 후보끼리의 비교는 다음 장의 제품 상태 전후 측정과 다름</a:t>
            </a:r>
          </a:p>
        </p:txBody>
      </p:sp>
      <p:sp>
        <p:nvSpPr>
          <p:cNvPr id="7" name="두 후보 모두 같은 결과 6항목을 확인했다">
            <a:extLst xmlns:a="http://schemas.openxmlformats.org/drawingml/2006/main">
              <a:ext uri="{FF2B5EF4-FFF2-40B4-BE49-F238E27FC236}">
                <a16:creationId xmlns:a16="http://schemas.microsoft.com/office/drawing/2014/main" id="{F6163C38-EA9E-47F7-8357-132A84750EB8}"/>
              </a:ext>
            </a:extLst>
          </p:cNvPr>
          <p:cNvSpPr>
            <a:spLocks xmlns:a="http://schemas.openxmlformats.org/drawingml/2006/main" noGrp="1"/>
          </p:cNvSpPr>
          <p:nvPr/>
        </p:nvSpPr>
        <p:spPr>
          <a:xfrm xmlns:a="http://schemas.openxmlformats.org/drawingml/2006/main">
            <a:off x="609600" y="17240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두 후보 모두 같은 결과 6항목을 확인했다</a:t>
            </a:r>
          </a:p>
        </p:txBody>
      </p:sp>
      <p:sp>
        <p:nvSpPr>
          <p:cNvPr id="8" name="후보">
            <a:extLst xmlns:a="http://schemas.openxmlformats.org/drawingml/2006/main">
              <a:ext uri="{FF2B5EF4-FFF2-40B4-BE49-F238E27FC236}">
                <a16:creationId xmlns:a16="http://schemas.microsoft.com/office/drawing/2014/main" id="{0A00C1C3-7567-4183-83CC-D36114A534BD}"/>
              </a:ext>
            </a:extLst>
          </p:cNvPr>
          <p:cNvSpPr>
            <a:spLocks xmlns:a="http://schemas.openxmlformats.org/drawingml/2006/main" noGrp="1"/>
          </p:cNvSpPr>
          <p:nvPr/>
        </p:nvSpPr>
        <p:spPr>
          <a:xfrm xmlns:a="http://schemas.openxmlformats.org/drawingml/2006/main">
            <a:off x="609600" y="2419350"/>
            <a:ext cx="4838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C86CAA62-54F7-4B2E-A0B9-4F072B9F9ECE}"/>
              </a:ext>
            </a:extLst>
          </p:cNvPr>
          <p:cNvSpPr>
            <a:spLocks xmlns:a="http://schemas.openxmlformats.org/drawingml/2006/main" noGrp="1"/>
          </p:cNvSpPr>
          <p:nvPr/>
        </p:nvSpPr>
        <p:spPr>
          <a:xfrm xmlns:a="http://schemas.openxmlformats.org/drawingml/2006/main">
            <a:off x="5810250" y="2419350"/>
            <a:ext cx="238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Python 할당량</a:t>
            </a:r>
          </a:p>
        </p:txBody>
      </p:sp>
      <p:sp>
        <p:nvSpPr>
          <p:cNvPr id="10" name="실행 시간과 판단">
            <a:extLst xmlns:a="http://schemas.openxmlformats.org/drawingml/2006/main">
              <a:ext uri="{FF2B5EF4-FFF2-40B4-BE49-F238E27FC236}">
                <a16:creationId xmlns:a16="http://schemas.microsoft.com/office/drawing/2014/main" id="{BBCF3173-B469-411C-8731-91710AC721D6}"/>
              </a:ext>
            </a:extLst>
          </p:cNvPr>
          <p:cNvSpPr>
            <a:spLocks xmlns:a="http://schemas.openxmlformats.org/drawingml/2006/main" noGrp="1"/>
          </p:cNvSpPr>
          <p:nvPr/>
        </p:nvSpPr>
        <p:spPr>
          <a:xfrm xmlns:a="http://schemas.openxmlformats.org/drawingml/2006/main">
            <a:off x="8620125" y="2419350"/>
            <a:ext cx="2962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실행 시간과 판단</a:t>
            </a:r>
          </a:p>
        </p:txBody>
      </p:sp>
      <p:sp>
        <p:nvSpPr>
          <p:cNvPr id="11" name="">
            <a:extLst xmlns:a="http://schemas.openxmlformats.org/drawingml/2006/main">
              <a:ext uri="{FF2B5EF4-FFF2-40B4-BE49-F238E27FC236}">
                <a16:creationId xmlns:a16="http://schemas.microsoft.com/office/drawing/2014/main" id="{7F3D1EF9-65C2-4E68-B2B0-DE7E22082BBA}"/>
              </a:ext>
            </a:extLst>
          </p:cNvPr>
          <p:cNvSpPr>
            <a:spLocks xmlns:a="http://schemas.openxmlformats.org/drawingml/2006/main" noGrp="1"/>
          </p:cNvSpPr>
          <p:nvPr/>
        </p:nvSpPr>
        <p:spPr>
          <a:xfrm xmlns:a="http://schemas.openxmlformats.org/drawingml/2006/main">
            <a:off x="609600" y="3019425"/>
            <a:ext cx="10972800" cy="8763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 name="수동 단일 순회">
            <a:extLst xmlns:a="http://schemas.openxmlformats.org/drawingml/2006/main">
              <a:ext uri="{FF2B5EF4-FFF2-40B4-BE49-F238E27FC236}">
                <a16:creationId xmlns:a16="http://schemas.microsoft.com/office/drawing/2014/main" id="{618554D6-460C-4E9E-884A-DAD722517A5A}"/>
              </a:ext>
            </a:extLst>
          </p:cNvPr>
          <p:cNvSpPr>
            <a:spLocks xmlns:a="http://schemas.openxmlformats.org/drawingml/2006/main" noGrp="1"/>
          </p:cNvSpPr>
          <p:nvPr/>
        </p:nvSpPr>
        <p:spPr>
          <a:xfrm xmlns:a="http://schemas.openxmlformats.org/drawingml/2006/main">
            <a:off x="762000" y="32004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수동 단일 순회</a:t>
            </a:r>
          </a:p>
        </p:txBody>
      </p:sp>
      <p:sp>
        <p:nvSpPr>
          <p:cNvPr id="13" name="낮은 할당량">
            <a:extLst xmlns:a="http://schemas.openxmlformats.org/drawingml/2006/main">
              <a:ext uri="{FF2B5EF4-FFF2-40B4-BE49-F238E27FC236}">
                <a16:creationId xmlns:a16="http://schemas.microsoft.com/office/drawing/2014/main" id="{41B22C7B-EA9A-4B79-B2E4-A4CB9C160DCA}"/>
              </a:ext>
            </a:extLst>
          </p:cNvPr>
          <p:cNvSpPr>
            <a:spLocks xmlns:a="http://schemas.openxmlformats.org/drawingml/2006/main" noGrp="1"/>
          </p:cNvSpPr>
          <p:nvPr/>
        </p:nvSpPr>
        <p:spPr>
          <a:xfrm xmlns:a="http://schemas.openxmlformats.org/drawingml/2006/main">
            <a:off x="5810250" y="32004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a:t>
            </a:r>
          </a:p>
        </p:txBody>
      </p:sp>
      <p:sp>
        <p:nvSpPr>
          <p:cNvPr id="14" name="훨씬 느림 → 제외">
            <a:extLst xmlns:a="http://schemas.openxmlformats.org/drawingml/2006/main">
              <a:ext uri="{FF2B5EF4-FFF2-40B4-BE49-F238E27FC236}">
                <a16:creationId xmlns:a16="http://schemas.microsoft.com/office/drawing/2014/main" id="{0231934D-BAED-498D-9B98-96387BA5DB3D}"/>
              </a:ext>
            </a:extLst>
          </p:cNvPr>
          <p:cNvSpPr>
            <a:spLocks xmlns:a="http://schemas.openxmlformats.org/drawingml/2006/main" noGrp="1"/>
          </p:cNvSpPr>
          <p:nvPr/>
        </p:nvSpPr>
        <p:spPr>
          <a:xfrm xmlns:a="http://schemas.openxmlformats.org/drawingml/2006/main">
            <a:off x="8620125" y="32004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훨씬 느림 → 제외</a:t>
            </a:r>
          </a:p>
        </p:txBody>
      </p:sp>
      <p:sp>
        <p:nvSpPr>
          <p:cNvPr id="15" name="">
            <a:extLst xmlns:a="http://schemas.openxmlformats.org/drawingml/2006/main">
              <a:ext uri="{FF2B5EF4-FFF2-40B4-BE49-F238E27FC236}">
                <a16:creationId xmlns:a16="http://schemas.microsoft.com/office/drawing/2014/main" id="{917584BC-B96F-45AE-B06A-6C6913F9AAFE}"/>
              </a:ext>
            </a:extLst>
          </p:cNvPr>
          <p:cNvSpPr>
            <a:spLocks xmlns:a="http://schemas.openxmlformats.org/drawingml/2006/main" noGrp="1"/>
          </p:cNvSpPr>
          <p:nvPr/>
        </p:nvSpPr>
        <p:spPr>
          <a:xfrm xmlns:a="http://schemas.openxmlformats.org/drawingml/2006/main">
            <a:off x="609600" y="4086225"/>
            <a:ext cx="10972800" cy="8763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C71CAE1E-96CA-4338-BA08-770B2ABFBC57}"/>
              </a:ext>
            </a:extLst>
          </p:cNvPr>
          <p:cNvSpPr>
            <a:spLocks xmlns:a="http://schemas.openxmlformats.org/drawingml/2006/main" noGrp="1"/>
          </p:cNvSpPr>
          <p:nvPr/>
        </p:nvSpPr>
        <p:spPr>
          <a:xfrm xmlns:a="http://schemas.openxmlformats.org/drawingml/2006/main">
            <a:off x="762000" y="4267200"/>
            <a:ext cx="4857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은 할당량 유지">
            <a:extLst xmlns:a="http://schemas.openxmlformats.org/drawingml/2006/main">
              <a:ext uri="{FF2B5EF4-FFF2-40B4-BE49-F238E27FC236}">
                <a16:creationId xmlns:a16="http://schemas.microsoft.com/office/drawing/2014/main" id="{3E43E242-B084-4C9D-A411-B30FBE2F2808}"/>
              </a:ext>
            </a:extLst>
          </p:cNvPr>
          <p:cNvSpPr>
            <a:spLocks xmlns:a="http://schemas.openxmlformats.org/drawingml/2006/main" noGrp="1"/>
          </p:cNvSpPr>
          <p:nvPr/>
        </p:nvSpPr>
        <p:spPr>
          <a:xfrm xmlns:a="http://schemas.openxmlformats.org/drawingml/2006/main">
            <a:off x="5810250" y="4267200"/>
            <a:ext cx="2381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낮은 할당량 유지</a:t>
            </a:r>
          </a:p>
        </p:txBody>
      </p:sp>
      <p:sp>
        <p:nvSpPr>
          <p:cNvPr id="18" name="더 나음 → 선택">
            <a:extLst xmlns:a="http://schemas.openxmlformats.org/drawingml/2006/main">
              <a:ext uri="{FF2B5EF4-FFF2-40B4-BE49-F238E27FC236}">
                <a16:creationId xmlns:a16="http://schemas.microsoft.com/office/drawing/2014/main" id="{7E3524ED-9A7B-4E39-9F0B-CB25925E6DD3}"/>
              </a:ext>
            </a:extLst>
          </p:cNvPr>
          <p:cNvSpPr>
            <a:spLocks xmlns:a="http://schemas.openxmlformats.org/drawingml/2006/main" noGrp="1"/>
          </p:cNvSpPr>
          <p:nvPr/>
        </p:nvSpPr>
        <p:spPr>
          <a:xfrm xmlns:a="http://schemas.openxmlformats.org/drawingml/2006/main">
            <a:off x="8620125" y="4267200"/>
            <a:ext cx="2809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더 나음 → 선택</a:t>
            </a:r>
          </a:p>
        </p:txBody>
      </p:sp>
      <p:sp>
        <p:nvSpPr>
          <p:cNvPr id="19" name="Skill에 정답을 넣지 않고, 측정 근거로 변경 후보를 선택했다">
            <a:extLst xmlns:a="http://schemas.openxmlformats.org/drawingml/2006/main">
              <a:ext uri="{FF2B5EF4-FFF2-40B4-BE49-F238E27FC236}">
                <a16:creationId xmlns:a16="http://schemas.microsoft.com/office/drawing/2014/main" id="{6D1547FD-272B-45D6-AEE6-BD5620DD7468}"/>
              </a:ext>
            </a:extLst>
          </p:cNvPr>
          <p:cNvSpPr>
            <a:spLocks xmlns:a="http://schemas.openxmlformats.org/drawingml/2006/main" noGrp="1"/>
          </p:cNvSpPr>
          <p:nvPr/>
        </p:nvSpPr>
        <p:spPr>
          <a:xfrm xmlns:a="http://schemas.openxmlformats.org/drawingml/2006/main">
            <a:off x="609600" y="53816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Skill에 정답을 넣지 않고, 측정 근거로 변경 후보를 선택했다</a:t>
            </a:r>
          </a:p>
        </p:txBody>
      </p:sp>
      <p:sp>
        <p:nvSpPr>
          <p:cNvPr id="20" name="Legacy module connection">
            <a:extLst xmlns:a="http://schemas.openxmlformats.org/drawingml/2006/main">
              <a:ext uri="{FF2B5EF4-FFF2-40B4-BE49-F238E27FC236}">
                <a16:creationId xmlns:a16="http://schemas.microsoft.com/office/drawing/2014/main" id="{7AB4F9AE-217D-4317-B31F-767EE1A07A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786540096"/>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2710BDB6-92F5-4309-999A-5636C9367B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8">
            <a:extLst xmlns:a="http://schemas.openxmlformats.org/drawingml/2006/main">
              <a:ext uri="{FF2B5EF4-FFF2-40B4-BE49-F238E27FC236}">
                <a16:creationId xmlns:a16="http://schemas.microsoft.com/office/drawing/2014/main" id="{2413227A-AFF1-4201-BDC7-478E20D657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을 같은 조건에서 검증했다">
            <a:extLst xmlns:a="http://schemas.openxmlformats.org/drawingml/2006/main">
              <a:ext uri="{FF2B5EF4-FFF2-40B4-BE49-F238E27FC236}">
                <a16:creationId xmlns:a16="http://schemas.microsoft.com/office/drawing/2014/main" id="{B2AF3FAB-83D2-481A-B33D-A7314F9DFEC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변경을 같은 조건에서 검증했다</a:t>
            </a:r>
          </a:p>
        </p:txBody>
      </p:sp>
      <p:sp>
        <p:nvSpPr>
          <p:cNvPr id="4" name="">
            <a:extLst xmlns:a="http://schemas.openxmlformats.org/drawingml/2006/main">
              <a:ext uri="{FF2B5EF4-FFF2-40B4-BE49-F238E27FC236}">
                <a16:creationId xmlns:a16="http://schemas.microsoft.com/office/drawing/2014/main" id="{E7D15196-58FB-4345-AA7F-BB232E7187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B38E3701-36CF-4B4F-AFA8-C8526097E73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23A669A1-21D5-45EA-935E-3AD0E04E0F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밝기 통계 · 동작 확인 + 동일 입력 비교">
            <a:extLst xmlns:a="http://schemas.openxmlformats.org/drawingml/2006/main">
              <a:ext uri="{FF2B5EF4-FFF2-40B4-BE49-F238E27FC236}">
                <a16:creationId xmlns:a16="http://schemas.microsoft.com/office/drawing/2014/main" id="{476F104F-4B96-4375-9C3C-8EB66DE1DBB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 동작 확인 + 동일 입력 비교</a:t>
            </a:r>
          </a:p>
        </p:txBody>
      </p:sp>
      <p:sp>
        <p:nvSpPr>
          <p:cNvPr id="8" name="실행 시간 중앙값">
            <a:extLst xmlns:a="http://schemas.openxmlformats.org/drawingml/2006/main">
              <a:ext uri="{FF2B5EF4-FFF2-40B4-BE49-F238E27FC236}">
                <a16:creationId xmlns:a16="http://schemas.microsoft.com/office/drawing/2014/main" id="{21604066-908E-47D6-8B28-75243144258D}"/>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C083CBC6-1135-4022-84E4-8B5127823CEC}"/>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34E7BF63-3264-406C-8B40-39DD2B2C4189}"/>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c12b178c79ab4b2b"/>
          </a:graphicData>
        </a:graphic>
      </p:graphicFrame>
      <p:sp>
        <p:nvSpPr>
          <p:cNvPr id="11" name="">
            <a:extLst xmlns:a="http://schemas.openxmlformats.org/drawingml/2006/main">
              <a:ext uri="{FF2B5EF4-FFF2-40B4-BE49-F238E27FC236}">
                <a16:creationId xmlns:a16="http://schemas.microsoft.com/office/drawing/2014/main" id="{8086EFB2-8C7C-4E52-9CC7-91C825D40E10}"/>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01B197AE-6B44-4E3F-B14B-C65298F00BA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1300266-FBA1-44F6-9A45-B11795F3081E}"/>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8A2F3B8B-1891-489D-A428-E5BDEA4C0AF2}"/>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D9A7510E-FC68-4C32-991A-85D98F3B6E66}"/>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74CAE31C-C976-4C99-B8B3-8604B9F7E71C}"/>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3E15D096-C161-46F7-BC1F-FFED070F11A2}"/>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B179056B-D05B-4D6F-ADF4-4B888C251B24}"/>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함수 테스트 1/1 · 전체 11/11 · CLI · 입력·결과 확인">
            <a:extLst xmlns:a="http://schemas.openxmlformats.org/drawingml/2006/main">
              <a:ext uri="{FF2B5EF4-FFF2-40B4-BE49-F238E27FC236}">
                <a16:creationId xmlns:a16="http://schemas.microsoft.com/office/drawing/2014/main" id="{0B94F084-654C-46A4-B317-2E96C990298D}"/>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 · 전체 11/11 · CLI · 입력·결과 확인</a:t>
            </a:r>
          </a:p>
        </p:txBody>
      </p:sp>
      <p:sp>
        <p:nvSpPr>
          <p:cNvPr id="20" name="Legacy module connection">
            <a:extLst xmlns:a="http://schemas.openxmlformats.org/drawingml/2006/main">
              <a:ext uri="{FF2B5EF4-FFF2-40B4-BE49-F238E27FC236}">
                <a16:creationId xmlns:a16="http://schemas.microsoft.com/office/drawing/2014/main" id="{D228E677-B6D4-4FB0-8CD1-64493148BB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428606867"/>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Subagent가 해결할 문제부터 보기">
            <a:extLst xmlns:a="http://schemas.openxmlformats.org/drawingml/2006/main">
              <a:ext uri="{FF2B5EF4-FFF2-40B4-BE49-F238E27FC236}">
                <a16:creationId xmlns:a16="http://schemas.microsoft.com/office/drawing/2014/main" id="{E38EAF67-41D2-4EA7-BA4B-2E518A219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Subagent가 해결할 문제부터 보기</a:t>
            </a:r>
          </a:p>
        </p:txBody>
      </p:sp>
      <p:sp>
        <p:nvSpPr>
          <p:cNvPr id="2" name="S59">
            <a:extLst xmlns:a="http://schemas.openxmlformats.org/drawingml/2006/main">
              <a:ext uri="{FF2B5EF4-FFF2-40B4-BE49-F238E27FC236}">
                <a16:creationId xmlns:a16="http://schemas.microsoft.com/office/drawing/2014/main" id="{DAC24628-6BCE-49F4-93D0-7C7B6ACFB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독립 조사를 나누면 무엇이 달라질까?">
            <a:extLst xmlns:a="http://schemas.openxmlformats.org/drawingml/2006/main">
              <a:ext uri="{FF2B5EF4-FFF2-40B4-BE49-F238E27FC236}">
                <a16:creationId xmlns:a16="http://schemas.microsoft.com/office/drawing/2014/main" id="{7A057F66-1318-4AD1-9701-D776D96117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독립 조사를 나누면 무엇이 달라질까?</a:t>
            </a:r>
          </a:p>
        </p:txBody>
      </p:sp>
      <p:sp>
        <p:nvSpPr>
          <p:cNvPr id="4" name="">
            <a:extLst xmlns:a="http://schemas.openxmlformats.org/drawingml/2006/main">
              <a:ext uri="{FF2B5EF4-FFF2-40B4-BE49-F238E27FC236}">
                <a16:creationId xmlns:a16="http://schemas.microsoft.com/office/drawing/2014/main" id="{0FED0D9A-763C-40B5-B07B-7B923F3757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Vision 조사 업무를 가정한 역할·Context 분리 · 실제 Subage">
            <a:extLst xmlns:a="http://schemas.openxmlformats.org/drawingml/2006/main">
              <a:ext uri="{FF2B5EF4-FFF2-40B4-BE49-F238E27FC236}">
                <a16:creationId xmlns:a16="http://schemas.microsoft.com/office/drawing/2014/main" id="{8752473D-0937-4134-960B-237E55B417D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Vision 조사 업무를 가정한 역할·Context 분리 · 실제 Subagent 실행 아님</a:t>
            </a:r>
          </a:p>
        </p:txBody>
      </p:sp>
      <p:sp>
        <p:nvSpPr>
          <p:cNvPr id="6" name="독립 조사일 때의 설계 예 · 병렬 이득·시간 단축은 미측정 · 조정·중복·전달·통합 비용을 함께 판단">
            <a:extLst xmlns:a="http://schemas.openxmlformats.org/drawingml/2006/main">
              <a:ext uri="{FF2B5EF4-FFF2-40B4-BE49-F238E27FC236}">
                <a16:creationId xmlns:a16="http://schemas.microsoft.com/office/drawing/2014/main" id="{DB92BB94-BBDE-41D1-9589-430D840D52F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독립 조사일 때의 설계 예 · 병렬 이득·시간 단축은 미측정 · 조정·중복·전달·통합 비용을 함께 판단</a:t>
            </a:r>
          </a:p>
        </p:txBody>
      </p:sp>
      <p:sp>
        <p:nvSpPr>
          <p:cNvPr id="7" name="한 Agent에 모인 조사 중, 서로 기다리지 않아도 되는 부분은?">
            <a:extLst xmlns:a="http://schemas.openxmlformats.org/drawingml/2006/main">
              <a:ext uri="{FF2B5EF4-FFF2-40B4-BE49-F238E27FC236}">
                <a16:creationId xmlns:a16="http://schemas.microsoft.com/office/drawing/2014/main" id="{8B745731-93C8-4914-A58A-4EC8E446892B}"/>
              </a:ext>
            </a:extLst>
          </p:cNvPr>
          <p:cNvSpPr>
            <a:spLocks xmlns:a="http://schemas.openxmlformats.org/drawingml/2006/main" noGrp="1"/>
          </p:cNvSpPr>
          <p:nvPr/>
        </p:nvSpPr>
        <p:spPr>
          <a:xfrm xmlns:a="http://schemas.openxmlformats.org/drawingml/2006/main">
            <a:off x="609600" y="17049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한 Agent에 모인 조사 중, 서로 기다리지 않아도 되는 부분은?</a:t>
            </a:r>
          </a:p>
        </p:txBody>
      </p:sp>
      <p:sp>
        <p:nvSpPr>
          <p:cNvPr id="8" name="">
            <a:extLst xmlns:a="http://schemas.openxmlformats.org/drawingml/2006/main">
              <a:ext uri="{FF2B5EF4-FFF2-40B4-BE49-F238E27FC236}">
                <a16:creationId xmlns:a16="http://schemas.microsoft.com/office/drawing/2014/main" id="{9E9095F5-F36B-480C-95B3-A388AA78C7CC}"/>
              </a:ext>
            </a:extLst>
          </p:cNvPr>
          <p:cNvSpPr>
            <a:spLocks xmlns:a="http://schemas.openxmlformats.org/drawingml/2006/main" noGrp="1"/>
          </p:cNvSpPr>
          <p:nvPr/>
        </p:nvSpPr>
        <p:spPr>
          <a:xfrm xmlns:a="http://schemas.openxmlformats.org/drawingml/2006/main">
            <a:off x="60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성능 경로 조사">
            <a:extLst xmlns:a="http://schemas.openxmlformats.org/drawingml/2006/main">
              <a:ext uri="{FF2B5EF4-FFF2-40B4-BE49-F238E27FC236}">
                <a16:creationId xmlns:a16="http://schemas.microsoft.com/office/drawing/2014/main" id="{19E9421F-9C5E-48CB-98D6-78B45E3BEB2A}"/>
              </a:ext>
            </a:extLst>
          </p:cNvPr>
          <p:cNvSpPr>
            <a:spLocks xmlns:a="http://schemas.openxmlformats.org/drawingml/2006/main" noGrp="1"/>
          </p:cNvSpPr>
          <p:nvPr/>
        </p:nvSpPr>
        <p:spPr>
          <a:xfrm xmlns:a="http://schemas.openxmlformats.org/drawingml/2006/main">
            <a:off x="78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경로 조사</a:t>
            </a:r>
          </a:p>
        </p:txBody>
      </p:sp>
      <p:sp>
        <p:nvSpPr>
          <p:cNvPr id="10" name="느린 경로와 측정 근거&#10;필요한 소스·명세">
            <a:extLst xmlns:a="http://schemas.openxmlformats.org/drawingml/2006/main">
              <a:ext uri="{FF2B5EF4-FFF2-40B4-BE49-F238E27FC236}">
                <a16:creationId xmlns:a16="http://schemas.microsoft.com/office/drawing/2014/main" id="{59F5C216-F1A8-4BBC-B3EC-44AD5809D61B}"/>
              </a:ext>
            </a:extLst>
          </p:cNvPr>
          <p:cNvSpPr>
            <a:spLocks xmlns:a="http://schemas.openxmlformats.org/drawingml/2006/main" noGrp="1"/>
          </p:cNvSpPr>
          <p:nvPr/>
        </p:nvSpPr>
        <p:spPr>
          <a:xfrm xmlns:a="http://schemas.openxmlformats.org/drawingml/2006/main">
            <a:off x="78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느린 경로와 측정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소스·명세</a:t>
            </a:r>
          </a:p>
        </p:txBody>
      </p:sp>
      <p:sp>
        <p:nvSpPr>
          <p:cNvPr id="11" name="">
            <a:extLst xmlns:a="http://schemas.openxmlformats.org/drawingml/2006/main">
              <a:ext uri="{FF2B5EF4-FFF2-40B4-BE49-F238E27FC236}">
                <a16:creationId xmlns:a16="http://schemas.microsoft.com/office/drawing/2014/main" id="{209F8B7C-CA73-430B-80B8-71950568DECC}"/>
              </a:ext>
            </a:extLst>
          </p:cNvPr>
          <p:cNvSpPr>
            <a:spLocks xmlns:a="http://schemas.openxmlformats.org/drawingml/2006/main" noGrp="1"/>
          </p:cNvSpPr>
          <p:nvPr/>
        </p:nvSpPr>
        <p:spPr>
          <a:xfrm xmlns:a="http://schemas.openxmlformats.org/drawingml/2006/main">
            <a:off x="441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빌드 환경 조사">
            <a:extLst xmlns:a="http://schemas.openxmlformats.org/drawingml/2006/main">
              <a:ext uri="{FF2B5EF4-FFF2-40B4-BE49-F238E27FC236}">
                <a16:creationId xmlns:a16="http://schemas.microsoft.com/office/drawing/2014/main" id="{3F5A8923-7E98-4F8B-8943-DE4663B62EFC}"/>
              </a:ext>
            </a:extLst>
          </p:cNvPr>
          <p:cNvSpPr>
            <a:spLocks xmlns:a="http://schemas.openxmlformats.org/drawingml/2006/main" noGrp="1"/>
          </p:cNvSpPr>
          <p:nvPr/>
        </p:nvSpPr>
        <p:spPr>
          <a:xfrm xmlns:a="http://schemas.openxmlformats.org/drawingml/2006/main">
            <a:off x="459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빌드 환경 조사</a:t>
            </a:r>
          </a:p>
        </p:txBody>
      </p:sp>
      <p:sp>
        <p:nvSpPr>
          <p:cNvPr id="13" name="재현 조건과 빌드 설정&#10;필요한 환경 문서">
            <a:extLst xmlns:a="http://schemas.openxmlformats.org/drawingml/2006/main">
              <a:ext uri="{FF2B5EF4-FFF2-40B4-BE49-F238E27FC236}">
                <a16:creationId xmlns:a16="http://schemas.microsoft.com/office/drawing/2014/main" id="{2C0B9476-B28A-43EB-9827-60C73F430F74}"/>
              </a:ext>
            </a:extLst>
          </p:cNvPr>
          <p:cNvSpPr>
            <a:spLocks xmlns:a="http://schemas.openxmlformats.org/drawingml/2006/main" noGrp="1"/>
          </p:cNvSpPr>
          <p:nvPr/>
        </p:nvSpPr>
        <p:spPr>
          <a:xfrm xmlns:a="http://schemas.openxmlformats.org/drawingml/2006/main">
            <a:off x="459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조건과 빌드 설정</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환경 문서</a:t>
            </a:r>
          </a:p>
        </p:txBody>
      </p:sp>
      <p:sp>
        <p:nvSpPr>
          <p:cNvPr id="14" name="">
            <a:extLst xmlns:a="http://schemas.openxmlformats.org/drawingml/2006/main">
              <a:ext uri="{FF2B5EF4-FFF2-40B4-BE49-F238E27FC236}">
                <a16:creationId xmlns:a16="http://schemas.microsoft.com/office/drawing/2014/main" id="{79074CD9-8A60-4504-A5F8-F60E73422BA7}"/>
              </a:ext>
            </a:extLst>
          </p:cNvPr>
          <p:cNvSpPr>
            <a:spLocks xmlns:a="http://schemas.openxmlformats.org/drawingml/2006/main" noGrp="1"/>
          </p:cNvSpPr>
          <p:nvPr/>
        </p:nvSpPr>
        <p:spPr>
          <a:xfrm xmlns:a="http://schemas.openxmlformats.org/drawingml/2006/main">
            <a:off x="8229600" y="2390775"/>
            <a:ext cx="3352800" cy="19240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테스트 구조 조사">
            <a:extLst xmlns:a="http://schemas.openxmlformats.org/drawingml/2006/main">
              <a:ext uri="{FF2B5EF4-FFF2-40B4-BE49-F238E27FC236}">
                <a16:creationId xmlns:a16="http://schemas.microsoft.com/office/drawing/2014/main" id="{ED4EB1C6-236B-428C-9524-13DA73ECBE8A}"/>
              </a:ext>
            </a:extLst>
          </p:cNvPr>
          <p:cNvSpPr>
            <a:spLocks xmlns:a="http://schemas.openxmlformats.org/drawingml/2006/main" noGrp="1"/>
          </p:cNvSpPr>
          <p:nvPr/>
        </p:nvSpPr>
        <p:spPr>
          <a:xfrm xmlns:a="http://schemas.openxmlformats.org/drawingml/2006/main">
            <a:off x="8401050" y="25050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테스트 구조 조사</a:t>
            </a:r>
          </a:p>
        </p:txBody>
      </p:sp>
      <p:sp>
        <p:nvSpPr>
          <p:cNvPr id="16" name="확인 범위와 회귀 위험&#10;필요한 테스트·명세">
            <a:extLst xmlns:a="http://schemas.openxmlformats.org/drawingml/2006/main">
              <a:ext uri="{FF2B5EF4-FFF2-40B4-BE49-F238E27FC236}">
                <a16:creationId xmlns:a16="http://schemas.microsoft.com/office/drawing/2014/main" id="{F2736B96-1D9D-49FD-B287-30A769D5B01E}"/>
              </a:ext>
            </a:extLst>
          </p:cNvPr>
          <p:cNvSpPr>
            <a:spLocks xmlns:a="http://schemas.openxmlformats.org/drawingml/2006/main" noGrp="1"/>
          </p:cNvSpPr>
          <p:nvPr/>
        </p:nvSpPr>
        <p:spPr>
          <a:xfrm xmlns:a="http://schemas.openxmlformats.org/drawingml/2006/main">
            <a:off x="8401050" y="3028950"/>
            <a:ext cx="30099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범위와 회귀 위험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테스트·명세</a:t>
            </a:r>
          </a:p>
        </p:txBody>
      </p:sp>
      <p:sp>
        <p:nvSpPr>
          <p:cNvPr id="17" name="">
            <a:extLst xmlns:a="http://schemas.openxmlformats.org/drawingml/2006/main">
              <a:ext uri="{FF2B5EF4-FFF2-40B4-BE49-F238E27FC236}">
                <a16:creationId xmlns:a16="http://schemas.microsoft.com/office/drawing/2014/main" id="{4EF13AB7-52C4-4141-A25A-4E5779C728C8}"/>
              </a:ext>
            </a:extLst>
          </p:cNvPr>
          <p:cNvSpPr>
            <a:spLocks xmlns:a="http://schemas.openxmlformats.org/drawingml/2006/main" noGrp="1"/>
          </p:cNvSpPr>
          <p:nvPr/>
        </p:nvSpPr>
        <p:spPr>
          <a:xfrm xmlns:a="http://schemas.openxmlformats.org/drawingml/2006/main">
            <a:off x="215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FF58094-3773-4D51-9C82-18D51B84AA0D}"/>
              </a:ext>
            </a:extLst>
          </p:cNvPr>
          <p:cNvSpPr>
            <a:spLocks xmlns:a="http://schemas.openxmlformats.org/drawingml/2006/main" noGrp="1"/>
          </p:cNvSpPr>
          <p:nvPr/>
        </p:nvSpPr>
        <p:spPr>
          <a:xfrm xmlns:a="http://schemas.openxmlformats.org/drawingml/2006/main">
            <a:off x="596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A6D4AD1-4D44-4209-A14D-62F2C89E16DB}"/>
              </a:ext>
            </a:extLst>
          </p:cNvPr>
          <p:cNvSpPr>
            <a:spLocks xmlns:a="http://schemas.openxmlformats.org/drawingml/2006/main" noGrp="1"/>
          </p:cNvSpPr>
          <p:nvPr/>
        </p:nvSpPr>
        <p:spPr>
          <a:xfrm xmlns:a="http://schemas.openxmlformats.org/drawingml/2006/main">
            <a:off x="9772650" y="4476750"/>
            <a:ext cx="266700" cy="209550"/>
          </a:xfrm>
          <a:prstGeom xmlns:a="http://schemas.openxmlformats.org/drawingml/2006/main" prst="downArrow">
            <a:avLst/>
          </a:prstGeom>
          <a:solidFill xmlns:a="http://schemas.openxmlformats.org/drawingml/2006/main">
            <a:srgbClr val="80540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09C0D04-2560-437A-825B-70B5DF38A4F2}"/>
              </a:ext>
            </a:extLst>
          </p:cNvPr>
          <p:cNvSpPr>
            <a:spLocks xmlns:a="http://schemas.openxmlformats.org/drawingml/2006/main" noGrp="1"/>
          </p:cNvSpPr>
          <p:nvPr/>
        </p:nvSpPr>
        <p:spPr>
          <a:xfrm xmlns:a="http://schemas.openxmlformats.org/drawingml/2006/main">
            <a:off x="609600" y="4943475"/>
            <a:ext cx="10972800" cy="6191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주 Agent가 합친다: 결과 형식 · 전달 지점 · 최종 검토 책임">
            <a:extLst xmlns:a="http://schemas.openxmlformats.org/drawingml/2006/main">
              <a:ext uri="{FF2B5EF4-FFF2-40B4-BE49-F238E27FC236}">
                <a16:creationId xmlns:a16="http://schemas.microsoft.com/office/drawing/2014/main" id="{ABCE7BF1-6411-4D21-BF8A-25B90CBD42CC}"/>
              </a:ext>
            </a:extLst>
          </p:cNvPr>
          <p:cNvSpPr>
            <a:spLocks xmlns:a="http://schemas.openxmlformats.org/drawingml/2006/main" noGrp="1"/>
          </p:cNvSpPr>
          <p:nvPr/>
        </p:nvSpPr>
        <p:spPr>
          <a:xfrm xmlns:a="http://schemas.openxmlformats.org/drawingml/2006/main">
            <a:off x="800100" y="5057775"/>
            <a:ext cx="1059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 Agent가 합친다: 결과 형식 · 전달 지점 · 최종 검토 책임</a:t>
            </a:r>
          </a:p>
        </p:txBody>
      </p:sp>
      <p:sp>
        <p:nvSpPr>
          <p:cNvPr id="22" name="Legacy module connection">
            <a:extLst xmlns:a="http://schemas.openxmlformats.org/drawingml/2006/main">
              <a:ext uri="{FF2B5EF4-FFF2-40B4-BE49-F238E27FC236}">
                <a16:creationId xmlns:a16="http://schemas.microsoft.com/office/drawing/2014/main" id="{31B2828D-1E2F-4708-B857-94287D2FFC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39391039"/>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실제 사례에 Subagent 선택 기준을 적용">
            <a:extLst xmlns:a="http://schemas.openxmlformats.org/drawingml/2006/main">
              <a:ext uri="{FF2B5EF4-FFF2-40B4-BE49-F238E27FC236}">
                <a16:creationId xmlns:a16="http://schemas.microsoft.com/office/drawing/2014/main" id="{07652ACE-AD89-4DB2-B5AE-4C93C665763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사례에 Subagent 선택 기준을 적용</a:t>
            </a:r>
          </a:p>
        </p:txBody>
      </p:sp>
      <p:sp>
        <p:nvSpPr>
          <p:cNvPr id="2" name="S60">
            <a:extLst xmlns:a="http://schemas.openxmlformats.org/drawingml/2006/main">
              <a:ext uri="{FF2B5EF4-FFF2-40B4-BE49-F238E27FC236}">
                <a16:creationId xmlns:a16="http://schemas.microsoft.com/office/drawing/2014/main" id="{5967B90A-2CE9-462A-8771-E32B7EFB85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이번 작업은 나눌 근거가 충분했을까?">
            <a:extLst xmlns:a="http://schemas.openxmlformats.org/drawingml/2006/main">
              <a:ext uri="{FF2B5EF4-FFF2-40B4-BE49-F238E27FC236}">
                <a16:creationId xmlns:a16="http://schemas.microsoft.com/office/drawing/2014/main" id="{EA4ED165-6D9F-4B61-8409-B291C95AB1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작업은 나눌 근거가 충분했을까?</a:t>
            </a:r>
          </a:p>
        </p:txBody>
      </p:sp>
      <p:sp>
        <p:nvSpPr>
          <p:cNvPr id="4" name="">
            <a:extLst xmlns:a="http://schemas.openxmlformats.org/drawingml/2006/main">
              <a:ext uri="{FF2B5EF4-FFF2-40B4-BE49-F238E27FC236}">
                <a16:creationId xmlns:a16="http://schemas.microsoft.com/office/drawing/2014/main" id="{938EA758-BA59-442F-95CB-BEA51CC718F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의 의존성과 Context를 검토한 판단 · Subagent Trial 없">
            <a:extLst xmlns:a="http://schemas.openxmlformats.org/drawingml/2006/main">
              <a:ext uri="{FF2B5EF4-FFF2-40B4-BE49-F238E27FC236}">
                <a16:creationId xmlns:a16="http://schemas.microsoft.com/office/drawing/2014/main" id="{9AFA9E69-767F-4AEB-BB3D-80A6DA137C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작업의 의존성과 Context를 검토한 판단 · Subagent Trial 없음</a:t>
            </a:r>
          </a:p>
        </p:txBody>
      </p:sp>
      <p:sp>
        <p:nvSpPr>
          <p:cNvPr id="6" name="이 사례에서는 추가하지 않음 · 일반적으로 불필요하다는 결론이나 기능 제한 주장이 아님">
            <a:extLst xmlns:a="http://schemas.openxmlformats.org/drawingml/2006/main">
              <a:ext uri="{FF2B5EF4-FFF2-40B4-BE49-F238E27FC236}">
                <a16:creationId xmlns:a16="http://schemas.microsoft.com/office/drawing/2014/main" id="{F7F62F42-B9D0-46A6-8F73-233B3BB89D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사례에서는 추가하지 않음 · 일반적으로 불필요하다는 결론이나 기능 제한 주장이 아님</a:t>
            </a:r>
          </a:p>
        </p:txBody>
      </p:sp>
      <p:sp>
        <p:nvSpPr>
          <p:cNvPr id="7" name="">
            <a:extLst xmlns:a="http://schemas.openxmlformats.org/drawingml/2006/main">
              <a:ext uri="{FF2B5EF4-FFF2-40B4-BE49-F238E27FC236}">
                <a16:creationId xmlns:a16="http://schemas.microsoft.com/office/drawing/2014/main" id="{2619A7D6-06AB-4F9D-B0E8-323D978EB29F}"/>
              </a:ext>
            </a:extLst>
          </p:cNvPr>
          <p:cNvSpPr>
            <a:spLocks xmlns:a="http://schemas.openxmlformats.org/drawingml/2006/main" noGrp="1"/>
          </p:cNvSpPr>
          <p:nvPr/>
        </p:nvSpPr>
        <p:spPr>
          <a:xfrm xmlns:a="http://schemas.openxmlformats.org/drawingml/2006/main">
            <a:off x="609600" y="2266950"/>
            <a:ext cx="3352800" cy="172402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조사">
            <a:extLst xmlns:a="http://schemas.openxmlformats.org/drawingml/2006/main">
              <a:ext uri="{FF2B5EF4-FFF2-40B4-BE49-F238E27FC236}">
                <a16:creationId xmlns:a16="http://schemas.microsoft.com/office/drawing/2014/main" id="{4503F596-BD8D-47F7-ADF8-500A1654C693}"/>
              </a:ext>
            </a:extLst>
          </p:cNvPr>
          <p:cNvSpPr>
            <a:spLocks xmlns:a="http://schemas.openxmlformats.org/drawingml/2006/main" noGrp="1"/>
          </p:cNvSpPr>
          <p:nvPr/>
        </p:nvSpPr>
        <p:spPr>
          <a:xfrm xmlns:a="http://schemas.openxmlformats.org/drawingml/2006/main">
            <a:off x="78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조사</a:t>
            </a:r>
          </a:p>
        </p:txBody>
      </p:sp>
      <p:sp>
        <p:nvSpPr>
          <p:cNvPr id="9" name="같은 성능 경로와&#10;명세를 확인">
            <a:extLst xmlns:a="http://schemas.openxmlformats.org/drawingml/2006/main">
              <a:ext uri="{FF2B5EF4-FFF2-40B4-BE49-F238E27FC236}">
                <a16:creationId xmlns:a16="http://schemas.microsoft.com/office/drawing/2014/main" id="{9F7AD7AC-B858-440D-9C64-F315AB2E94AD}"/>
              </a:ext>
            </a:extLst>
          </p:cNvPr>
          <p:cNvSpPr>
            <a:spLocks xmlns:a="http://schemas.openxmlformats.org/drawingml/2006/main" noGrp="1"/>
          </p:cNvSpPr>
          <p:nvPr/>
        </p:nvSpPr>
        <p:spPr>
          <a:xfrm xmlns:a="http://schemas.openxmlformats.org/drawingml/2006/main">
            <a:off x="78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성능 경로와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명세를 확인</a:t>
            </a:r>
          </a:p>
        </p:txBody>
      </p:sp>
      <p:sp>
        <p:nvSpPr>
          <p:cNvPr id="10" name="">
            <a:extLst xmlns:a="http://schemas.openxmlformats.org/drawingml/2006/main">
              <a:ext uri="{FF2B5EF4-FFF2-40B4-BE49-F238E27FC236}">
                <a16:creationId xmlns:a16="http://schemas.microsoft.com/office/drawing/2014/main" id="{8794F9B4-132E-44D5-8055-86E427A52BC5}"/>
              </a:ext>
            </a:extLst>
          </p:cNvPr>
          <p:cNvSpPr>
            <a:spLocks xmlns:a="http://schemas.openxmlformats.org/drawingml/2006/main" noGrp="1"/>
          </p:cNvSpPr>
          <p:nvPr/>
        </p:nvSpPr>
        <p:spPr>
          <a:xfrm xmlns:a="http://schemas.openxmlformats.org/drawingml/2006/main">
            <a:off x="408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B50480-13EA-4F52-9432-7DD2D8F284C9}"/>
              </a:ext>
            </a:extLst>
          </p:cNvPr>
          <p:cNvSpPr>
            <a:spLocks xmlns:a="http://schemas.openxmlformats.org/drawingml/2006/main" noGrp="1"/>
          </p:cNvSpPr>
          <p:nvPr/>
        </p:nvSpPr>
        <p:spPr>
          <a:xfrm xmlns:a="http://schemas.openxmlformats.org/drawingml/2006/main">
            <a:off x="441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변경">
            <a:extLst xmlns:a="http://schemas.openxmlformats.org/drawingml/2006/main">
              <a:ext uri="{FF2B5EF4-FFF2-40B4-BE49-F238E27FC236}">
                <a16:creationId xmlns:a16="http://schemas.microsoft.com/office/drawing/2014/main" id="{2163231C-479F-46B0-8D93-A06E0B2FEAB8}"/>
              </a:ext>
            </a:extLst>
          </p:cNvPr>
          <p:cNvSpPr>
            <a:spLocks xmlns:a="http://schemas.openxmlformats.org/drawingml/2006/main" noGrp="1"/>
          </p:cNvSpPr>
          <p:nvPr/>
        </p:nvSpPr>
        <p:spPr>
          <a:xfrm xmlns:a="http://schemas.openxmlformats.org/drawingml/2006/main">
            <a:off x="459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a:t>
            </a:r>
          </a:p>
        </p:txBody>
      </p:sp>
      <p:sp>
        <p:nvSpPr>
          <p:cNvPr id="13" name="조사 결과에 따라&#10;변경 후보를 선택">
            <a:extLst xmlns:a="http://schemas.openxmlformats.org/drawingml/2006/main">
              <a:ext uri="{FF2B5EF4-FFF2-40B4-BE49-F238E27FC236}">
                <a16:creationId xmlns:a16="http://schemas.microsoft.com/office/drawing/2014/main" id="{CBB62B81-00D4-4D86-8E73-34AC1AB63CFD}"/>
              </a:ext>
            </a:extLst>
          </p:cNvPr>
          <p:cNvSpPr>
            <a:spLocks xmlns:a="http://schemas.openxmlformats.org/drawingml/2006/main" noGrp="1"/>
          </p:cNvSpPr>
          <p:nvPr/>
        </p:nvSpPr>
        <p:spPr>
          <a:xfrm xmlns:a="http://schemas.openxmlformats.org/drawingml/2006/main">
            <a:off x="459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후보를 선택</a:t>
            </a:r>
          </a:p>
        </p:txBody>
      </p:sp>
      <p:sp>
        <p:nvSpPr>
          <p:cNvPr id="14" name="">
            <a:extLst xmlns:a="http://schemas.openxmlformats.org/drawingml/2006/main">
              <a:ext uri="{FF2B5EF4-FFF2-40B4-BE49-F238E27FC236}">
                <a16:creationId xmlns:a16="http://schemas.microsoft.com/office/drawing/2014/main" id="{C5271145-5E18-4DF1-8D92-9AC1DF0A3666}"/>
              </a:ext>
            </a:extLst>
          </p:cNvPr>
          <p:cNvSpPr>
            <a:spLocks xmlns:a="http://schemas.openxmlformats.org/drawingml/2006/main" noGrp="1"/>
          </p:cNvSpPr>
          <p:nvPr/>
        </p:nvSpPr>
        <p:spPr>
          <a:xfrm xmlns:a="http://schemas.openxmlformats.org/drawingml/2006/main">
            <a:off x="7896225" y="2962275"/>
            <a:ext cx="2190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D85F0D5-F49A-470A-8461-492915ACC6F1}"/>
              </a:ext>
            </a:extLst>
          </p:cNvPr>
          <p:cNvSpPr>
            <a:spLocks xmlns:a="http://schemas.openxmlformats.org/drawingml/2006/main" noGrp="1"/>
          </p:cNvSpPr>
          <p:nvPr/>
        </p:nvSpPr>
        <p:spPr>
          <a:xfrm xmlns:a="http://schemas.openxmlformats.org/drawingml/2006/main">
            <a:off x="8229600" y="2266950"/>
            <a:ext cx="3352800" cy="17240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a:extLst xmlns:a="http://schemas.openxmlformats.org/drawingml/2006/main">
              <a:ext uri="{FF2B5EF4-FFF2-40B4-BE49-F238E27FC236}">
                <a16:creationId xmlns:a16="http://schemas.microsoft.com/office/drawing/2014/main" id="{5604288B-33FB-46DF-9E4E-2020B70A4AF9}"/>
              </a:ext>
            </a:extLst>
          </p:cNvPr>
          <p:cNvSpPr>
            <a:spLocks xmlns:a="http://schemas.openxmlformats.org/drawingml/2006/main" noGrp="1"/>
          </p:cNvSpPr>
          <p:nvPr/>
        </p:nvSpPr>
        <p:spPr>
          <a:xfrm xmlns:a="http://schemas.openxmlformats.org/drawingml/2006/main">
            <a:off x="8401050" y="2381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17" name="변경 결과를&#10;같은 조건에서 확인">
            <a:extLst xmlns:a="http://schemas.openxmlformats.org/drawingml/2006/main">
              <a:ext uri="{FF2B5EF4-FFF2-40B4-BE49-F238E27FC236}">
                <a16:creationId xmlns:a16="http://schemas.microsoft.com/office/drawing/2014/main" id="{25505515-3F73-4415-8DB4-A02337078F4B}"/>
              </a:ext>
            </a:extLst>
          </p:cNvPr>
          <p:cNvSpPr>
            <a:spLocks xmlns:a="http://schemas.openxmlformats.org/drawingml/2006/main" noGrp="1"/>
          </p:cNvSpPr>
          <p:nvPr/>
        </p:nvSpPr>
        <p:spPr>
          <a:xfrm xmlns:a="http://schemas.openxmlformats.org/drawingml/2006/main">
            <a:off x="8401050" y="2905125"/>
            <a:ext cx="30099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결과를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조건에서 확인</a:t>
            </a:r>
          </a:p>
        </p:txBody>
      </p:sp>
      <p:sp>
        <p:nvSpPr>
          <p:cNvPr id="18" name="작업 독립성 낮음 · 별도 Context 이득 제한 · 결과 통합 비용 존재">
            <a:extLst xmlns:a="http://schemas.openxmlformats.org/drawingml/2006/main">
              <a:ext uri="{FF2B5EF4-FFF2-40B4-BE49-F238E27FC236}">
                <a16:creationId xmlns:a16="http://schemas.microsoft.com/office/drawing/2014/main" id="{0A50C977-2EC6-425C-8145-C6257501048D}"/>
              </a:ext>
            </a:extLst>
          </p:cNvPr>
          <p:cNvSpPr>
            <a:spLocks xmlns:a="http://schemas.openxmlformats.org/drawingml/2006/main" noGrp="1"/>
          </p:cNvSpPr>
          <p:nvPr/>
        </p:nvSpPr>
        <p:spPr>
          <a:xfrm xmlns:a="http://schemas.openxmlformats.org/drawingml/2006/main">
            <a:off x="609600" y="44005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작업 독립성 낮음 · 별도 Context 이득 제한 · 결과 통합 비용 존재</a:t>
            </a:r>
          </a:p>
        </p:txBody>
      </p:sp>
      <p:sp>
        <p:nvSpPr>
          <p:cNvPr id="19" name="현재 사례: Agent를 더 나누지 않았다">
            <a:extLst xmlns:a="http://schemas.openxmlformats.org/drawingml/2006/main">
              <a:ext uri="{FF2B5EF4-FFF2-40B4-BE49-F238E27FC236}">
                <a16:creationId xmlns:a16="http://schemas.microsoft.com/office/drawing/2014/main" id="{D5990327-E1C5-46E4-9AC9-9C29EB6556A2}"/>
              </a:ext>
            </a:extLst>
          </p:cNvPr>
          <p:cNvSpPr>
            <a:spLocks xmlns:a="http://schemas.openxmlformats.org/drawingml/2006/main" noGrp="1"/>
          </p:cNvSpPr>
          <p:nvPr/>
        </p:nvSpPr>
        <p:spPr>
          <a:xfrm xmlns:a="http://schemas.openxmlformats.org/drawingml/2006/main">
            <a:off x="609600" y="49911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현재 사례: Agent를 더 나누지 않았다</a:t>
            </a:r>
          </a:p>
        </p:txBody>
      </p:sp>
      <p:sp>
        <p:nvSpPr>
          <p:cNvPr id="20" name="판단 기준: 독립성 · 필요한 Context · 전달 형식 · 통합 책임">
            <a:extLst xmlns:a="http://schemas.openxmlformats.org/drawingml/2006/main">
              <a:ext uri="{FF2B5EF4-FFF2-40B4-BE49-F238E27FC236}">
                <a16:creationId xmlns:a16="http://schemas.microsoft.com/office/drawing/2014/main" id="{112293CB-B52C-4484-91B7-38DEAFD3EA8F}"/>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판단 기준: 독립성 · 필요한 Context · 전달 형식 · 통합 책임</a:t>
            </a:r>
          </a:p>
        </p:txBody>
      </p:sp>
      <p:sp>
        <p:nvSpPr>
          <p:cNvPr id="21" name="Legacy module connection">
            <a:extLst xmlns:a="http://schemas.openxmlformats.org/drawingml/2006/main">
              <a:ext uri="{FF2B5EF4-FFF2-40B4-BE49-F238E27FC236}">
                <a16:creationId xmlns:a16="http://schemas.microsoft.com/office/drawing/2014/main" id="{9DDFB3D6-64F7-4F37-8AD4-19F4A67145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6546831"/>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Memory가 해결할 문제부터 보기">
            <a:extLst xmlns:a="http://schemas.openxmlformats.org/drawingml/2006/main">
              <a:ext uri="{FF2B5EF4-FFF2-40B4-BE49-F238E27FC236}">
                <a16:creationId xmlns:a16="http://schemas.microsoft.com/office/drawing/2014/main" id="{41808365-6819-4BD4-9EC7-465F7F98970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Memory가 해결할 문제부터 보기</a:t>
            </a:r>
          </a:p>
        </p:txBody>
      </p:sp>
      <p:sp>
        <p:nvSpPr>
          <p:cNvPr id="2" name="S61">
            <a:extLst xmlns:a="http://schemas.openxmlformats.org/drawingml/2006/main">
              <a:ext uri="{FF2B5EF4-FFF2-40B4-BE49-F238E27FC236}">
                <a16:creationId xmlns:a16="http://schemas.microsoft.com/office/drawing/2014/main" id="{DAA1876A-C3E3-4A65-ADB5-AC6E7DBCE1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다음 작업에서도 다시 찾을 지식인가?">
            <a:extLst xmlns:a="http://schemas.openxmlformats.org/drawingml/2006/main">
              <a:ext uri="{FF2B5EF4-FFF2-40B4-BE49-F238E27FC236}">
                <a16:creationId xmlns:a16="http://schemas.microsoft.com/office/drawing/2014/main" id="{FE91A0BB-3679-47B2-B2DA-B7E2317EBC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작업에서도 다시 찾을 지식인가?</a:t>
            </a:r>
          </a:p>
        </p:txBody>
      </p:sp>
      <p:sp>
        <p:nvSpPr>
          <p:cNvPr id="4" name="">
            <a:extLst xmlns:a="http://schemas.openxmlformats.org/drawingml/2006/main">
              <a:ext uri="{FF2B5EF4-FFF2-40B4-BE49-F238E27FC236}">
                <a16:creationId xmlns:a16="http://schemas.microsoft.com/office/drawing/2014/main" id="{268C0B4C-5E3A-4D75-AD63-63F26643A9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작업 간 지식 재사용 가정 · 실제 재발견 기록·제품 Memory 구현 아님">
            <a:extLst xmlns:a="http://schemas.openxmlformats.org/drawingml/2006/main">
              <a:ext uri="{FF2B5EF4-FFF2-40B4-BE49-F238E27FC236}">
                <a16:creationId xmlns:a16="http://schemas.microsoft.com/office/drawing/2014/main" id="{438CBA74-A399-46A7-94EE-53EB4EAFDE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작업 간 지식 재사용 가정 · 실제 재발견 기록·제품 Memory 구현 아님</a:t>
            </a:r>
          </a:p>
        </p:txBody>
      </p:sp>
      <p:sp>
        <p:nvSpPr>
          <p:cNvPr id="6" name="Context: 지금 필요한 정보 / Memory: 다음 작업에도 남길지 판단할 지식 · 자동 저장·정확성 ">
            <a:extLst xmlns:a="http://schemas.openxmlformats.org/drawingml/2006/main">
              <a:ext uri="{FF2B5EF4-FFF2-40B4-BE49-F238E27FC236}">
                <a16:creationId xmlns:a16="http://schemas.microsoft.com/office/drawing/2014/main" id="{663B8E49-14CF-41FB-BE89-B10F081367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지금 필요한 정보 / Memory: 다음 작업에도 남길지 판단할 지식 · 자동 저장·정확성 보장 없음</a:t>
            </a:r>
          </a:p>
        </p:txBody>
      </p:sp>
      <p:sp>
        <p:nvSpPr>
          <p:cNvPr id="7" name="조사로 얻은 지식이 다음 작업에도 필요하다면?">
            <a:extLst xmlns:a="http://schemas.openxmlformats.org/drawingml/2006/main">
              <a:ext uri="{FF2B5EF4-FFF2-40B4-BE49-F238E27FC236}">
                <a16:creationId xmlns:a16="http://schemas.microsoft.com/office/drawing/2014/main" id="{03F5C470-6690-469A-8D67-4EA28E57907F}"/>
              </a:ext>
            </a:extLst>
          </p:cNvPr>
          <p:cNvSpPr>
            <a:spLocks xmlns:a="http://schemas.openxmlformats.org/drawingml/2006/main" noGrp="1"/>
          </p:cNvSpPr>
          <p:nvPr/>
        </p:nvSpPr>
        <p:spPr>
          <a:xfrm xmlns:a="http://schemas.openxmlformats.org/drawingml/2006/main">
            <a:off x="609600" y="1714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조사로 얻은 지식이 다음 작업에도 필요하다면?</a:t>
            </a:r>
          </a:p>
        </p:txBody>
      </p:sp>
      <p:sp>
        <p:nvSpPr>
          <p:cNvPr id="8" name="">
            <a:extLst xmlns:a="http://schemas.openxmlformats.org/drawingml/2006/main">
              <a:ext uri="{FF2B5EF4-FFF2-40B4-BE49-F238E27FC236}">
                <a16:creationId xmlns:a16="http://schemas.microsoft.com/office/drawing/2014/main" id="{63BB66AF-968B-412D-A93D-5A0B30BAB9EB}"/>
              </a:ext>
            </a:extLst>
          </p:cNvPr>
          <p:cNvSpPr>
            <a:spLocks xmlns:a="http://schemas.openxmlformats.org/drawingml/2006/main" noGrp="1"/>
          </p:cNvSpPr>
          <p:nvPr/>
        </p:nvSpPr>
        <p:spPr>
          <a:xfrm xmlns:a="http://schemas.openxmlformats.org/drawingml/2006/main">
            <a:off x="6096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Task A · 조사">
            <a:extLst xmlns:a="http://schemas.openxmlformats.org/drawingml/2006/main">
              <a:ext uri="{FF2B5EF4-FFF2-40B4-BE49-F238E27FC236}">
                <a16:creationId xmlns:a16="http://schemas.microsoft.com/office/drawing/2014/main" id="{44B46ED5-9747-4711-8BB3-EA3BF4300817}"/>
              </a:ext>
            </a:extLst>
          </p:cNvPr>
          <p:cNvSpPr>
            <a:spLocks xmlns:a="http://schemas.openxmlformats.org/drawingml/2006/main" noGrp="1"/>
          </p:cNvSpPr>
          <p:nvPr/>
        </p:nvSpPr>
        <p:spPr>
          <a:xfrm xmlns:a="http://schemas.openxmlformats.org/drawingml/2006/main">
            <a:off x="7810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A · 조사</a:t>
            </a:r>
          </a:p>
        </p:txBody>
      </p:sp>
      <p:sp>
        <p:nvSpPr>
          <p:cNvPr id="10" name="재현 조건이나&#10;주의점을 확인&#10;(교육용 가정)">
            <a:extLst xmlns:a="http://schemas.openxmlformats.org/drawingml/2006/main">
              <a:ext uri="{FF2B5EF4-FFF2-40B4-BE49-F238E27FC236}">
                <a16:creationId xmlns:a16="http://schemas.microsoft.com/office/drawing/2014/main" id="{9C789594-5DA9-4E89-AD8C-6AD5D2A543DC}"/>
              </a:ext>
            </a:extLst>
          </p:cNvPr>
          <p:cNvSpPr>
            <a:spLocks xmlns:a="http://schemas.openxmlformats.org/drawingml/2006/main" noGrp="1"/>
          </p:cNvSpPr>
          <p:nvPr/>
        </p:nvSpPr>
        <p:spPr>
          <a:xfrm xmlns:a="http://schemas.openxmlformats.org/drawingml/2006/main">
            <a:off x="7810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조건이나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주의점을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(교육용 가정)</a:t>
            </a:r>
          </a:p>
        </p:txBody>
      </p:sp>
      <p:sp>
        <p:nvSpPr>
          <p:cNvPr id="11" name="">
            <a:extLst xmlns:a="http://schemas.openxmlformats.org/drawingml/2006/main">
              <a:ext uri="{FF2B5EF4-FFF2-40B4-BE49-F238E27FC236}">
                <a16:creationId xmlns:a16="http://schemas.microsoft.com/office/drawing/2014/main" id="{1D4E645B-A281-4639-9370-4A8F6F360D5A}"/>
              </a:ext>
            </a:extLst>
          </p:cNvPr>
          <p:cNvSpPr>
            <a:spLocks xmlns:a="http://schemas.openxmlformats.org/drawingml/2006/main" noGrp="1"/>
          </p:cNvSpPr>
          <p:nvPr/>
        </p:nvSpPr>
        <p:spPr>
          <a:xfrm xmlns:a="http://schemas.openxmlformats.org/drawingml/2006/main">
            <a:off x="38290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B6B54BC-F035-40A7-991F-9D5ABD21A1F2}"/>
              </a:ext>
            </a:extLst>
          </p:cNvPr>
          <p:cNvSpPr>
            <a:spLocks xmlns:a="http://schemas.openxmlformats.org/drawingml/2006/main" noGrp="1"/>
          </p:cNvSpPr>
          <p:nvPr/>
        </p:nvSpPr>
        <p:spPr>
          <a:xfrm xmlns:a="http://schemas.openxmlformats.org/drawingml/2006/main">
            <a:off x="4419600" y="2466975"/>
            <a:ext cx="3352800" cy="2152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보존할 가치 판단">
            <a:extLst xmlns:a="http://schemas.openxmlformats.org/drawingml/2006/main">
              <a:ext uri="{FF2B5EF4-FFF2-40B4-BE49-F238E27FC236}">
                <a16:creationId xmlns:a16="http://schemas.microsoft.com/office/drawing/2014/main" id="{1AED130B-E350-4CB0-B76F-BF2FB97E8E2D}"/>
              </a:ext>
            </a:extLst>
          </p:cNvPr>
          <p:cNvSpPr>
            <a:spLocks xmlns:a="http://schemas.openxmlformats.org/drawingml/2006/main" noGrp="1"/>
          </p:cNvSpPr>
          <p:nvPr/>
        </p:nvSpPr>
        <p:spPr>
          <a:xfrm xmlns:a="http://schemas.openxmlformats.org/drawingml/2006/main">
            <a:off x="4591050" y="2581275"/>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보존할 가치 판단</a:t>
            </a:r>
          </a:p>
        </p:txBody>
      </p:sp>
      <p:sp>
        <p:nvSpPr>
          <p:cNvPr id="14" name="내용 · 출처 · 적용 범위&#10;다시 확인할 조건">
            <a:extLst xmlns:a="http://schemas.openxmlformats.org/drawingml/2006/main">
              <a:ext uri="{FF2B5EF4-FFF2-40B4-BE49-F238E27FC236}">
                <a16:creationId xmlns:a16="http://schemas.microsoft.com/office/drawing/2014/main" id="{D5A1E391-277C-40CD-B8CD-2F89C671E00E}"/>
              </a:ext>
            </a:extLst>
          </p:cNvPr>
          <p:cNvSpPr>
            <a:spLocks xmlns:a="http://schemas.openxmlformats.org/drawingml/2006/main" noGrp="1"/>
          </p:cNvSpPr>
          <p:nvPr/>
        </p:nvSpPr>
        <p:spPr>
          <a:xfrm xmlns:a="http://schemas.openxmlformats.org/drawingml/2006/main">
            <a:off x="4591050" y="3105150"/>
            <a:ext cx="30099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내용 · 출처 · 적용 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확인할 조건</a:t>
            </a:r>
          </a:p>
        </p:txBody>
      </p:sp>
      <p:sp>
        <p:nvSpPr>
          <p:cNvPr id="15" name="">
            <a:extLst xmlns:a="http://schemas.openxmlformats.org/drawingml/2006/main">
              <a:ext uri="{FF2B5EF4-FFF2-40B4-BE49-F238E27FC236}">
                <a16:creationId xmlns:a16="http://schemas.microsoft.com/office/drawing/2014/main" id="{1654E05D-A899-4154-9D39-15C18AEBFC48}"/>
              </a:ext>
            </a:extLst>
          </p:cNvPr>
          <p:cNvSpPr>
            <a:spLocks xmlns:a="http://schemas.openxmlformats.org/drawingml/2006/main" noGrp="1"/>
          </p:cNvSpPr>
          <p:nvPr/>
        </p:nvSpPr>
        <p:spPr>
          <a:xfrm xmlns:a="http://schemas.openxmlformats.org/drawingml/2006/main">
            <a:off x="7905750" y="3343275"/>
            <a:ext cx="304800" cy="2095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D323150-9B60-4403-897F-143535D529AA}"/>
              </a:ext>
            </a:extLst>
          </p:cNvPr>
          <p:cNvSpPr>
            <a:spLocks xmlns:a="http://schemas.openxmlformats.org/drawingml/2006/main" noGrp="1"/>
          </p:cNvSpPr>
          <p:nvPr/>
        </p:nvSpPr>
        <p:spPr>
          <a:xfrm xmlns:a="http://schemas.openxmlformats.org/drawingml/2006/main">
            <a:off x="8496300" y="2466975"/>
            <a:ext cx="3086100" cy="2152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Task B · 다시 사용">
            <a:extLst xmlns:a="http://schemas.openxmlformats.org/drawingml/2006/main">
              <a:ext uri="{FF2B5EF4-FFF2-40B4-BE49-F238E27FC236}">
                <a16:creationId xmlns:a16="http://schemas.microsoft.com/office/drawing/2014/main" id="{50C687AC-9623-4AEF-B5C6-07257FB12C78}"/>
              </a:ext>
            </a:extLst>
          </p:cNvPr>
          <p:cNvSpPr>
            <a:spLocks xmlns:a="http://schemas.openxmlformats.org/drawingml/2006/main" noGrp="1"/>
          </p:cNvSpPr>
          <p:nvPr/>
        </p:nvSpPr>
        <p:spPr>
          <a:xfrm xmlns:a="http://schemas.openxmlformats.org/drawingml/2006/main">
            <a:off x="8667750" y="2581275"/>
            <a:ext cx="2743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 B · 다시 사용</a:t>
            </a:r>
          </a:p>
        </p:txBody>
      </p:sp>
      <p:sp>
        <p:nvSpPr>
          <p:cNvPr id="18" name="현재 명세와 대조한 뒤&#10;관련 지식만 참고">
            <a:extLst xmlns:a="http://schemas.openxmlformats.org/drawingml/2006/main">
              <a:ext uri="{FF2B5EF4-FFF2-40B4-BE49-F238E27FC236}">
                <a16:creationId xmlns:a16="http://schemas.microsoft.com/office/drawing/2014/main" id="{D24DD9DF-BE75-4B17-A2BF-DEFDC4B0B9F2}"/>
              </a:ext>
            </a:extLst>
          </p:cNvPr>
          <p:cNvSpPr>
            <a:spLocks xmlns:a="http://schemas.openxmlformats.org/drawingml/2006/main" noGrp="1"/>
          </p:cNvSpPr>
          <p:nvPr/>
        </p:nvSpPr>
        <p:spPr>
          <a:xfrm xmlns:a="http://schemas.openxmlformats.org/drawingml/2006/main">
            <a:off x="8667750" y="310515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명세와 대조한 뒤</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지식만 참고</a:t>
            </a:r>
          </a:p>
        </p:txBody>
      </p:sp>
      <p:sp>
        <p:nvSpPr>
          <p:cNvPr id="19" name="원래 문서에 있으면 그 출처를 참조한다">
            <a:extLst xmlns:a="http://schemas.openxmlformats.org/drawingml/2006/main">
              <a:ext uri="{FF2B5EF4-FFF2-40B4-BE49-F238E27FC236}">
                <a16:creationId xmlns:a16="http://schemas.microsoft.com/office/drawing/2014/main" id="{E51C82F9-0585-438D-9347-027F362C0298}"/>
              </a:ext>
            </a:extLst>
          </p:cNvPr>
          <p:cNvSpPr>
            <a:spLocks xmlns:a="http://schemas.openxmlformats.org/drawingml/2006/main" noGrp="1"/>
          </p:cNvSpPr>
          <p:nvPr/>
        </p:nvSpPr>
        <p:spPr>
          <a:xfrm xmlns:a="http://schemas.openxmlformats.org/drawingml/2006/main">
            <a:off x="609600" y="5076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원래 문서에 있으면 그 출처를 참조한다</a:t>
            </a:r>
          </a:p>
        </p:txBody>
      </p:sp>
      <p:sp>
        <p:nvSpPr>
          <p:cNvPr id="20" name="다음 장에서, 현재 Demo에 별도 보존 후보가 있었는지 판단한다">
            <a:extLst xmlns:a="http://schemas.openxmlformats.org/drawingml/2006/main">
              <a:ext uri="{FF2B5EF4-FFF2-40B4-BE49-F238E27FC236}">
                <a16:creationId xmlns:a16="http://schemas.microsoft.com/office/drawing/2014/main" id="{8BAC64AB-E81F-4441-BD06-DC9BC637F946}"/>
              </a:ext>
            </a:extLst>
          </p:cNvPr>
          <p:cNvSpPr>
            <a:spLocks xmlns:a="http://schemas.openxmlformats.org/drawingml/2006/main" noGrp="1"/>
          </p:cNvSpPr>
          <p:nvPr/>
        </p:nvSpPr>
        <p:spPr>
          <a:xfrm xmlns:a="http://schemas.openxmlformats.org/drawingml/2006/main">
            <a:off x="609600" y="5486400"/>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다음 장에서, 현재 Demo에 별도 보존 후보가 있었는지 판단한다</a:t>
            </a:r>
          </a:p>
        </p:txBody>
      </p:sp>
      <p:sp>
        <p:nvSpPr>
          <p:cNvPr id="21" name="Legacy module connection">
            <a:extLst xmlns:a="http://schemas.openxmlformats.org/drawingml/2006/main">
              <a:ext uri="{FF2B5EF4-FFF2-40B4-BE49-F238E27FC236}">
                <a16:creationId xmlns:a16="http://schemas.microsoft.com/office/drawing/2014/main" id="{E9A502F0-8E99-460D-9E68-E67DE16ED5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4275716"/>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0436F5C8-EC4A-4983-8B35-960D3F5FEA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A2A491E2-6EB8-4DB8-AA73-773CDCC42D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B4E4C408-FEB5-4B31-9536-CE78857C4E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A2997424-A638-4AA9-836A-FDFE842813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84CAA0FF-4E34-4516-B1D3-6399BF8937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F32D9B40-46E7-4E85-AD0F-DC9D192BC1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B32D4D15-5E20-4829-86A1-7CFD0E69A2CE}"/>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5CE53ACF-8DDD-4838-BA6F-07760EE38E4A}"/>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2E7D86A2-4AB5-4092-A73A-350FADAD9765}"/>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EE7BB762-2E65-4519-8CB8-8E165BBBE4EB}"/>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D36B868F-8818-4AAC-9A90-D062D08795BA}"/>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E0A46094-CF5F-4718-9286-8945402E7FB0}"/>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E4D7D164-EB25-48B8-925A-3D640AFB26DD}"/>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5A5198EC-0F2D-432E-BA30-19C588B0621E}"/>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1662D6E1-CB32-4AA2-BBFB-1B62C3F592FE}"/>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9FED9C8E-6793-4CA9-99C1-828A83742DBF}"/>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51EBE480-406A-48A2-AC56-74767F787BF3}"/>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D4CA0705-5D4C-4F02-B4E5-2683FD56929E}"/>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5AD0F318-4703-48C6-98BD-EA0AB1CE8BA7}"/>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24610D63-5501-46A1-8FA5-E7EBC6C4F216}"/>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FDF739BF-44B1-4124-8EA2-080390708C2F}"/>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7D3FE7A0-0927-4E89-983E-6A4A0C82CD76}"/>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4259D7F4-AFF2-4974-89DD-A2D3AB939992}"/>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3C216047-96E7-4FA4-B953-AE22EADAC09A}"/>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1E59930C-8A19-4BF4-9496-385681E4CF97}"/>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AAA50E2A-999B-44F2-8A0E-10813DF92897}"/>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56AF4404-E337-4759-98A0-3A5C0B380B2A}"/>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2379AA4F-5447-498E-872B-A33D2089F29E}"/>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5CD655FF-7DDF-4A49-A52E-82C99922B6B5}"/>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A2F44432-A655-4540-A385-0250385D46D0}"/>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0D710601-01F6-4241-9917-F066F83EC9BF}"/>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6C3D8695-33D3-40EA-9585-B0DBC6AE73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692731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A33B56F8-B5EE-4FED-85FC-C18206E75F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323F870B-8EC0-47E1-9FC4-BD1A38EF85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A61E1D0D-0010-48B0-8BA1-09068E8603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42F885EF-578E-42ED-845D-D9B276E9111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A41DA395-939E-45FC-8504-B506B28D69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ABDEA069-8B28-4540-8B09-571B5C7958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3E1B57D2-4D10-40B6-9A1F-84B73B44F066}"/>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20A259F5-F5C0-4405-9745-C90C995CBE95}"/>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E8B238EE-E25D-40BD-94F0-A29BDEF6474B}"/>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5202133B-F9E8-49A8-9C2D-F3CD83B4D98C}"/>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B711AEAF-8DAC-4F3B-8EFC-79E892B06218}"/>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F1632CFA-3D8C-4898-ADF5-D568EA39A1AE}"/>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5F2F5A32-4F50-4B32-A600-5AA4E5F8285B}"/>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4E058B08-B8F6-48BA-98EF-56FE1274367B}"/>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C8006B6D-798F-4E1E-B819-1829C1FA3F41}"/>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6BBD2AE9-731E-4989-A8DD-02EFDD5DCB35}"/>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EBC10887-577C-4050-BB12-64CAABBA2579}"/>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C189882F-29BE-415C-86C4-31553CEB746F}"/>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5798935B-11F8-499D-BB2A-FEEBB9948A05}"/>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CC7C1493-DD58-4003-BBA3-1BCFD72AE7AE}"/>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6EF8C3EE-0131-47E8-8D77-EC116BE9745A}"/>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7E67276C-6B3B-430B-BF4D-2D62703AE302}"/>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65DCACC6-412E-495C-8E42-9124E021749C}"/>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848DA80B-5609-49A4-A9C6-D423117DEF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3931397"/>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AC45B599-5636-4A71-AB6B-ED8184E186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067791AA-5607-4EBB-B422-D8343D81DD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76B75950-740D-413E-AB8C-4624465401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A5DE4FA7-B4F3-4674-B36E-1B004B31CC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B0C9496A-7EF2-4773-860C-29857D53EC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153C0C40-C68C-46DC-8227-0BCABCE2163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D8ACB690-58A6-420C-8979-038BE3E431BD}"/>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30F3B7C7-4EFE-43FC-A590-25CB40CEEC2D}"/>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91078A30-E886-44B7-9876-8D4588739791}"/>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8847166E-5FEA-4670-A2E4-025776E15B70}"/>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10DFBE9E-B261-4DE0-8806-14A7C935C2B4}"/>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1C919EF6-A8FF-42D9-AE07-EFD5AA5D6F23}"/>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83F4A70-B249-4A8E-9832-D643BA9714BF}"/>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EC74B2B2-6657-45CC-BA09-DBDE123A5BA5}"/>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5C7D96FC-2CC1-400F-A9F3-7EE4265646BD}"/>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9B3650B0-EDA1-4DCC-843C-49F950209A9B}"/>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9DABC2B-BD92-4231-AF30-347F98C7F91A}"/>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93AFB8DA-F669-451E-A090-751F9C06D3BA}"/>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8570F810-515C-4B26-A366-A489A2AE034D}"/>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6C8ABE7C-D5B0-4186-B5A4-6BC0C355A826}"/>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6B916C6D-60FD-4261-90E3-0945FE0B708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4E00676B-A6BD-4E51-8F7E-C85B303355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8959228"/>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47D03F0B-1786-4153-9B97-44D571B016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E98B9F4E-047B-431B-8972-B357F0CD88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6DAF7EA3-E915-4869-AA6D-F25C250EA0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3F6918AE-F5CA-43FB-8D51-70BC24AB28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F98F509-880F-4A0F-8080-BD4FBDAB0DD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65418DF9-38A8-4A32-9E22-E26C333B85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AECFCCB0-E52B-4BF4-835F-40AA1A08EA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B48548EB-DB97-4C54-813F-BE3142D4E4A0}"/>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FCF5E6F3-E782-4D18-B393-CA04FC816B04}"/>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5DCFCFE7-F06D-4391-A617-8F02059B8C55}"/>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CBE5B637-42A9-456B-A557-1E452BE9E1A6}"/>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9DE41AF5-8887-458D-A05E-804AEB0FB493}"/>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6C43C36E-F09E-478A-BA5A-C2BFB4F79976}"/>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64A58475-1E5A-46F5-B5D4-36101DB7D452}"/>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4AA376E3-BD3D-49D6-B5E0-A0F0D8612865}"/>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EDC55AF8-64EF-40CE-B170-13384510D8A2}"/>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5DA2B767-33DA-41ED-BF15-99F3DF71AA6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EC9D18C6-31C1-44E0-A4A5-766BEE55F2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21236007"/>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56EE0270-D6FB-4234-A0A5-992E9EFB23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67F97027-E129-4D6A-9EB8-5AE4BA73F7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A540C836-E249-48AC-8FAF-3969648678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151753C6-54C4-4956-9960-893E33CC5B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F219271F-5770-403A-AC14-33866C2AB1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8EBF6D9D-E126-43F5-89C3-ACB2446548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D189EC2E-895C-4907-BC80-A36C1C38A4C0}"/>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798C4CDC-B42D-4ED6-9C93-BBA4F1C4DB77}"/>
              </a:ext>
            </a:extLst>
          </p:cNvPr>
          <p:cNvPicPr>
            <a:picLocks xmlns:a="http://schemas.openxmlformats.org/drawingml/2006/main" noChangeAspect="1"/>
          </p:cNvPicPr>
          <p:nvPr/>
        </p:nvPicPr>
        <p:blipFill>
          <a:blip xmlns:r="http://schemas.openxmlformats.org/officeDocument/2006/relationships" xmlns:a="http://schemas.openxmlformats.org/drawingml/2006/main" r:embed="R4aee088ab1964509"/>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08A2C94A-A63C-4136-8CC6-058EF3339043}"/>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A2640A44-3011-48AD-9A09-69353A58F7E0}"/>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2210C666-ECFE-4484-A53F-45C622D0F29E}"/>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8339BEE-9C07-4FC7-A367-13CD9F12EAD6}"/>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44C841D9-43E3-43BA-B6A7-B6EAC8A635A4}"/>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CD8744ED-9018-4FE1-9EE4-BD0765E159CC}"/>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81882E76-FEB0-47CB-960B-E0499EE901F4}"/>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4E0EA9D1-71CB-41FA-8B6F-CF03196AF966}"/>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23123F88-0AEF-4776-BC4A-45EA702D789F}"/>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6261FE8F-7452-4E67-BAED-5394BACA3C76}"/>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4EB23237-4348-4CBA-BD5B-724B086AFD41}"/>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2BFA3144-1E21-4EF0-B354-598262D64D1E}"/>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15650225-AF94-4293-BB72-421CDA8EFB4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D8229C4E-D702-49F9-8BD5-AA018AE75C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5949174"/>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DCF01632-2FBC-49E5-A128-B8C9841D22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B68155B6-9104-460E-B977-5799B9B39E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C1D57D09-14A4-4265-BFE3-3905DBD33A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795FDED8-F0E5-42F8-A79D-741FB3A957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0A5DA486-1B8F-4223-9206-39BD1AD5E0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CA767555-C556-4F85-B4A7-F1F5C66F068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021147D0-B3DF-4CA5-9A29-B1BAEF43B360}"/>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E550FEE9-2095-40F7-83B0-9DE987EA56BD}"/>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779D2855-B171-4822-A722-A24A35FA707B}"/>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A5BEA20B-B5C0-4DD9-854A-FE01C821D401}"/>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77E63562-6FB5-49FA-9B0E-623478899099}"/>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0D0CDA13-023B-4F32-8E48-A8B6A4B00BE7}"/>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A9C3D45F-9811-4096-B9B1-CC27A0B778CB}"/>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EEDBDDF5-8901-48C5-9F1A-0CB9C9EE77CC}"/>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5CFC3259-A27D-44BD-9336-97A87583916F}"/>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D9C95866-BD83-4572-B859-80511CC6B634}"/>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AB2E080F-2556-4B65-B667-605311937654}"/>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C2151DB2-8A53-42BA-83EF-9F18E9FAA24B}"/>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914D564B-9635-467A-B298-6329121F75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17366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29470DB5-7599-4E58-9ADD-D81D364066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8">
            <a:extLst xmlns:a="http://schemas.openxmlformats.org/drawingml/2006/main">
              <a:ext uri="{FF2B5EF4-FFF2-40B4-BE49-F238E27FC236}">
                <a16:creationId xmlns:a16="http://schemas.microsoft.com/office/drawing/2014/main" id="{9DA9D4B8-1AB1-496C-8B74-5842B42686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여기까지는 잘 동작했다">
            <a:extLst xmlns:a="http://schemas.openxmlformats.org/drawingml/2006/main">
              <a:ext uri="{FF2B5EF4-FFF2-40B4-BE49-F238E27FC236}">
                <a16:creationId xmlns:a16="http://schemas.microsoft.com/office/drawing/2014/main" id="{688EF052-AF7B-4051-9C90-F8F6C33590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E7B44CD9-EF83-4DD3-82E7-5E9B953E73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F7B70E85-CE9B-412C-BBB8-690A7799C8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CD556D77-3712-464B-85AC-73B0ABA0CC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F170423C-872B-4909-8DD2-54FE589427A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8166270A-DEBF-4594-AB58-B93EFAF382B7}"/>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B460136B-ADF4-4B53-A437-110A31F73292}"/>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F0205E13-7559-4196-9BC4-9DC625737EBC}"/>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AFC8FD50-E923-4F9C-8983-592A0ED5B6BA}"/>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B9A1F7D2-D2C9-4EAC-89F8-AED91A46E6CD}"/>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FC3553BB-4079-4BAE-A9D1-61B795F19104}"/>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579B2716-3F7A-436D-B6E2-1F54C7737E9B}"/>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DE7FEE60-0F4E-429D-9E15-50F2FDFB6CCF}"/>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6E784AEC-7863-4289-AECF-0326AB06C545}"/>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496E3831-9316-4630-A4C2-5C4D9E00EA87}"/>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E83CCB48-E7C8-4F9E-8E7B-2AB27275B7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329956"/>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B2BAEE96-47C6-4BEA-9672-307EA3471C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9">
            <a:extLst xmlns:a="http://schemas.openxmlformats.org/drawingml/2006/main">
              <a:ext uri="{FF2B5EF4-FFF2-40B4-BE49-F238E27FC236}">
                <a16:creationId xmlns:a16="http://schemas.microsoft.com/office/drawing/2014/main" id="{A4CB557B-A10D-46F0-AB2A-265781583B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개념 사례: Project와 Workflow는 현재 맞다">
            <a:extLst xmlns:a="http://schemas.openxmlformats.org/drawingml/2006/main">
              <a:ext uri="{FF2B5EF4-FFF2-40B4-BE49-F238E27FC236}">
                <a16:creationId xmlns:a16="http://schemas.microsoft.com/office/drawing/2014/main" id="{18369F63-8525-41F0-A27C-4F3E893149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2C6768B0-F5E3-4988-894E-CE0498798A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4A9BDCC7-0CE3-4AF4-A602-7AE0C92852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33CDD516-BE5B-431C-8B9E-413BDC65000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DC8F982F-16BC-4831-82B7-78A003B9CB1B}"/>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A2F4B63A-1B81-4991-8B14-ECF8367C90AF}"/>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128C4198-FA76-4F7E-B1CB-6E1E130633A9}"/>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42D1298D-9704-4511-8188-BA08E58C3667}"/>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55336D9-E0F1-4453-8388-44C72742867F}"/>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2F11D2C5-878B-4B3D-B628-99CF96D67440}"/>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BC03CB6F-A1E5-4AE5-A55A-C51863E76940}"/>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B7138856-811C-48A4-8B69-EF6ABF02CB89}"/>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40F432CF-5859-4AD9-B3B7-89D4FA3CE951}"/>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38C2659B-E2FD-464E-BC6D-86E54345A9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6979467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B6212352-7A5F-4F61-B318-2C912D63BC3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0">
            <a:extLst xmlns:a="http://schemas.openxmlformats.org/drawingml/2006/main">
              <a:ext uri="{FF2B5EF4-FFF2-40B4-BE49-F238E27FC236}">
                <a16:creationId xmlns:a16="http://schemas.microsoft.com/office/drawing/2014/main" id="{C857708D-FD1C-41A6-82B1-A5AEE17375F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Project는 바뀌고 Workflow는 남았다">
            <a:extLst xmlns:a="http://schemas.openxmlformats.org/drawingml/2006/main">
              <a:ext uri="{FF2B5EF4-FFF2-40B4-BE49-F238E27FC236}">
                <a16:creationId xmlns:a16="http://schemas.microsoft.com/office/drawing/2014/main" id="{803E466D-B574-4B40-898D-5CB27CB295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7DC4C2BF-1DDA-470C-9AAF-E9132D5AF4D8}"/>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53E186E7-D53F-4B9A-8AFB-75563052DBDA}"/>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F510018-A5F5-415B-AB40-66344362DF96}"/>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A99D8227-F773-4A03-BCC4-9C6CE4866D69}"/>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AC9CFF41-DBE8-44C6-A101-52796FAEEFCE}"/>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E549B9E0-F877-4A74-A33D-7C59F1F71344}"/>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447AFCFC-6E45-4A27-84F9-752957BC210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133DDC42-5CED-490C-BB85-140855301F3E}"/>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E06FADE0-7D67-4918-B099-2628EC16D097}"/>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3C4C53AD-45CB-46C7-B90F-C1C467AD1CAC}"/>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AFFADEA0-C16F-45B9-A3AC-6769AB7C8CF6}"/>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2A7CA2C1-98BC-4597-B258-2EE33741BD84}"/>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C80A5BB8-CF49-444E-8ED9-9B306445F545}"/>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F609DE13-BA45-4482-986F-DBE763B0E7D1}"/>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8287091E-FEAB-4D30-BC2F-65074EA11BB8}"/>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243E861D-5554-49E8-B9BD-942ABCCD839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54B6ED1A-4D56-4A43-8966-A4093DEF6F0E}"/>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115E958A-672F-42AB-9271-47F775DA3B36}"/>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8C624F4-4C3D-4A5F-B2B3-D650FEC63586}"/>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1004655-7A0A-4BF6-B583-6952633A29BA}"/>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8C9B59C5-5023-4B93-A675-A0B304E9241C}"/>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F7F2B26E-F906-4A51-81D4-9B47DCDFC54C}"/>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6B39F392-1A58-404A-8EE1-D509ADDE68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4B21C1E-B806-4EE9-A846-94BF2583BF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E835CC9-5340-49FD-AD54-6E6DD19465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DFC1397D-56DB-435C-BCA5-ADF7F2FEDA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1871041"/>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5F68E958-B622-4503-9DCE-24AF8AB7A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1">
            <a:extLst xmlns:a="http://schemas.openxmlformats.org/drawingml/2006/main">
              <a:ext uri="{FF2B5EF4-FFF2-40B4-BE49-F238E27FC236}">
                <a16:creationId xmlns:a16="http://schemas.microsoft.com/office/drawing/2014/main" id="{9EF4A0B2-231D-4FE7-9F26-D31A8BF3D9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Task 해결과 System 문제는 다르다">
            <a:extLst xmlns:a="http://schemas.openxmlformats.org/drawingml/2006/main">
              <a:ext uri="{FF2B5EF4-FFF2-40B4-BE49-F238E27FC236}">
                <a16:creationId xmlns:a16="http://schemas.microsoft.com/office/drawing/2014/main" id="{7FCA22E9-DEF0-4E1C-B880-DD762020BA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12839296-1D02-428C-920E-470DECE2D6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A7261AC2-6965-49C9-A64B-B5A5A82E42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8BAE65B2-F83F-40DF-BD4A-CC44077352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B71347D4-5642-4E05-8C75-41A9160BDD7D}"/>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C794E4D-113E-40BF-9518-94F2A1AE7CDC}"/>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CA8DE144-7CE4-461D-B0AA-755684F569C8}"/>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033B20F3-651A-4684-98AC-323A801E4F56}"/>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A3C40AE-E8F5-40E6-84AC-9BDDC8FC3078}"/>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FFB4CB33-0758-4D9E-91BF-81191E81B6BF}"/>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F3EA769A-E92A-424B-94F2-F0B9DC500149}"/>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2801DF50-0BC7-4CCF-B464-0383616D23A7}"/>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F84828CE-BCFE-4832-A3CB-729150A44DE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0219560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0DAC1E83-7ABD-4194-8DF4-AF018AC315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72">
            <a:extLst xmlns:a="http://schemas.openxmlformats.org/drawingml/2006/main">
              <a:ext uri="{FF2B5EF4-FFF2-40B4-BE49-F238E27FC236}">
                <a16:creationId xmlns:a16="http://schemas.microsoft.com/office/drawing/2014/main" id="{C6B32828-6589-446C-948C-22E2FE2BA9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원인에 맞는 Layer를 고르기">
            <a:extLst xmlns:a="http://schemas.openxmlformats.org/drawingml/2006/main">
              <a:ext uri="{FF2B5EF4-FFF2-40B4-BE49-F238E27FC236}">
                <a16:creationId xmlns:a16="http://schemas.microsoft.com/office/drawing/2014/main" id="{956B9A92-A723-4E5B-9E10-CB98693D91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7D14950A-DD82-4367-B5C0-4941777F49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34B4F95C-8A9B-4246-A316-961D7A5298D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55EA21B0-2348-47F2-89FB-AD02241EE3C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72C4FC24-FD0B-478F-9AFE-0D3B79C613CB}"/>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E52C953D-A498-48FD-A16D-FABC12E7805B}"/>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6B1FE7A1-036D-4AC9-99B3-8E0D7DED69E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E97AFDCA-4F4B-46F3-86CF-4E7A79CD2169}"/>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A69EF236-B1A0-45B0-96B1-0DE5D1E025FB}"/>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54D2F023-6BF2-4E1A-AF53-558D0996A3A9}"/>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15E6295F-AFF3-423B-A109-34C2B2294B28}"/>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57D94DCD-4DF8-4046-99EC-FF0DA61DE563}"/>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ED28A828-8961-469C-99BF-6CBD785CE147}"/>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63FDA4BC-060C-4E50-9F8A-2183642D395E}"/>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3CCA53A8-945B-4D90-8DED-F3C5FA50A70A}"/>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C1888B1A-DE74-46DB-B9C3-A8B49279F9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66631556"/>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64D28EA5-2113-4586-9447-EEE49EBCF2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3">
            <a:extLst xmlns:a="http://schemas.openxmlformats.org/drawingml/2006/main">
              <a:ext uri="{FF2B5EF4-FFF2-40B4-BE49-F238E27FC236}">
                <a16:creationId xmlns:a16="http://schemas.microsoft.com/office/drawing/2014/main" id="{DB1426BD-873D-4135-8168-863AD77DB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실패 지점과 원인 Layer 구분하기">
            <a:extLst xmlns:a="http://schemas.openxmlformats.org/drawingml/2006/main">
              <a:ext uri="{FF2B5EF4-FFF2-40B4-BE49-F238E27FC236}">
                <a16:creationId xmlns:a16="http://schemas.microsoft.com/office/drawing/2014/main" id="{A8506082-1389-4735-A0BD-94C0981713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92A46010-F1F0-499B-8934-B5DBC1280E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BE39DB09-4068-4D5E-8589-E7F99CE58B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AB435DA0-0DB1-463D-933A-DE9F0DBEC1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44F4B00A-A202-4E77-B218-4A8B8524F03B}"/>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EB8A0C42-F5B7-4D50-A21C-845BF2F51FF4}"/>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657C1524-A735-4EC4-8FA5-964A3AAE50F5}"/>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0477584C-3A08-4B1E-8CCA-A60CCF762EC5}"/>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E0981B8A-009D-4CB8-86F4-5D34AF195A47}"/>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A5171B83-4B3C-412E-8067-569439FCF32D}"/>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671D8E40-6584-46AB-91F8-A88666737438}"/>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F16259AA-1F6D-424D-944F-A6F7D9A7B36E}"/>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68F22018-60B2-4F23-9F08-CFC0E0C43B4F}"/>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2755ACEE-2D87-451F-B803-E5FD5BF33036}"/>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9486688A-786C-476E-9420-8928F955260D}"/>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EC317631-1DD8-459B-909D-B076B2C9C0B6}"/>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B31C1715-0756-49CC-A6A2-57FF1F844353}"/>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FFDECD95-6AFE-4C93-81C9-B344C2D37EAB}"/>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416337C6-6E17-4EAE-B899-099ECD47DD5E}"/>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E12B3D5E-3F81-4D0C-8620-55C9C6D747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40984857"/>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688F2BA8-4A90-43E9-AEE0-C4AEBF0352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4">
            <a:extLst xmlns:a="http://schemas.openxmlformats.org/drawingml/2006/main">
              <a:ext uri="{FF2B5EF4-FFF2-40B4-BE49-F238E27FC236}">
                <a16:creationId xmlns:a16="http://schemas.microsoft.com/office/drawing/2014/main" id="{495ED97A-71E3-45CE-B6FE-9323BB454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먼저 관찰하고, 그다음 가설을 세운다">
            <a:extLst xmlns:a="http://schemas.openxmlformats.org/drawingml/2006/main">
              <a:ext uri="{FF2B5EF4-FFF2-40B4-BE49-F238E27FC236}">
                <a16:creationId xmlns:a16="http://schemas.microsoft.com/office/drawing/2014/main" id="{A8DC5AEC-DECA-4636-99AC-2C68B2E382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3CD39084-7C3B-45D9-AC49-8F98EF83A8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134D844E-DA62-4912-9F08-4B099135BE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B6366977-176A-4D26-9459-905F3ADDE9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9FD03F0D-90DE-4C8E-9997-76511C2A0751}"/>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304C755A-51F1-4EB7-8110-A2C9FAAF783D}"/>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955907C2-E7AB-47C3-B2EA-58ACF7064F01}"/>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ECB3859-04DB-4EC5-8225-ACB625FF8C8D}"/>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2BFFD96C-2B65-4FAC-A2EA-CF1D98C54BD7}"/>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2EA74032-DBC0-4909-8392-FF4F134B4DD9}"/>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59012AC0-A1AE-47EF-85FB-2B3F9F80ACCD}"/>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C6E5A41A-FE2E-4BC5-BCBA-58941E7F70A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95123255"/>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42A06EB6-3341-49F8-A674-F4B49CC105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5">
            <a:extLst xmlns:a="http://schemas.openxmlformats.org/drawingml/2006/main">
              <a:ext uri="{FF2B5EF4-FFF2-40B4-BE49-F238E27FC236}">
                <a16:creationId xmlns:a16="http://schemas.microsoft.com/office/drawing/2014/main" id="{2DD7039F-14EC-403D-ACDC-966BAD6A7F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Cause가 지지하는 최소 변경">
            <a:extLst xmlns:a="http://schemas.openxmlformats.org/drawingml/2006/main">
              <a:ext uri="{FF2B5EF4-FFF2-40B4-BE49-F238E27FC236}">
                <a16:creationId xmlns:a16="http://schemas.microsoft.com/office/drawing/2014/main" id="{7DD37B35-FFDC-4EB9-ADCF-1947C991A8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331B4813-D780-49C5-A47F-3499EE8740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8DC4C5CB-5653-442E-BB0F-93CFBD6640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D0D8D4A5-1CC3-4E2F-BD37-2C95D78AF8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30A1668B-DC4B-44F1-9CEA-A5701D48B158}"/>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960BA99E-E31E-4BA0-8B07-22AA550338C0}"/>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DBADE6B5-DCBE-4F0C-9F92-64A65C0F9F1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1AA14B47-C2DF-445D-A350-D4FA755450B6}"/>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A9063423-4386-4114-B3D8-BE7854DD70DD}"/>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5EF86096-56F4-4D7D-9F3D-E7CC83CFA7A5}"/>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DAC62CF0-C91D-489C-B6C1-21C679006DE9}"/>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6E4930E6-C4E8-478C-BCF3-9A6379DA4F57}"/>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5981A150-72DF-4910-A75C-3A7F82CD8063}"/>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EC81989-0595-412E-AB3B-FAE7E03E34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19672840"/>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B71BD37F-5616-439F-8EF0-4D92AB75F9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6">
            <a:extLst xmlns:a="http://schemas.openxmlformats.org/drawingml/2006/main">
              <a:ext uri="{FF2B5EF4-FFF2-40B4-BE49-F238E27FC236}">
                <a16:creationId xmlns:a16="http://schemas.microsoft.com/office/drawing/2014/main" id="{96756B0F-1232-44C6-B20C-40041DAD85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같은 Task의 재실행만으로 충분할까?">
            <a:extLst xmlns:a="http://schemas.openxmlformats.org/drawingml/2006/main">
              <a:ext uri="{FF2B5EF4-FFF2-40B4-BE49-F238E27FC236}">
                <a16:creationId xmlns:a16="http://schemas.microsoft.com/office/drawing/2014/main" id="{3561A733-AAFD-4F8C-90FB-7E95311E83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2113E80A-364E-4B3F-8FD7-7B28D284F0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8C986378-95C8-4FA2-AC95-52FB08FE0B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D854A19C-861A-4991-AE56-4EB54A07F4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0ADFD954-E731-48A7-98C3-B757A07DBA26}"/>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49A9A82D-AE5B-4EE1-8083-8347F20D31F1}"/>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7BB9346D-2C35-4D2E-A268-CD37271B08F6}"/>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262BF8A-EAED-46F9-8C96-9A5DF616E86E}"/>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6184AFF6-D314-469D-9FE4-EF259CCBB9F1}"/>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5D9C0257-1B74-4CE0-AE07-DA6AD2306B6A}"/>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69CC3D9B-AB88-4948-AF14-F87B71BC5EA2}"/>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8D600BAD-51C0-4F6C-9043-A77606BC4C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6095706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3FFE2AD6-E13C-4F39-94CF-0E2CBAE0209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7">
            <a:extLst xmlns:a="http://schemas.openxmlformats.org/drawingml/2006/main">
              <a:ext uri="{FF2B5EF4-FFF2-40B4-BE49-F238E27FC236}">
                <a16:creationId xmlns:a16="http://schemas.microsoft.com/office/drawing/2014/main" id="{A5390056-3B35-4358-BE18-E70FDA518D2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대표 작업으로 변경 범위를 확인하기">
            <a:extLst xmlns:a="http://schemas.openxmlformats.org/drawingml/2006/main">
              <a:ext uri="{FF2B5EF4-FFF2-40B4-BE49-F238E27FC236}">
                <a16:creationId xmlns:a16="http://schemas.microsoft.com/office/drawing/2014/main" id="{943C43D7-8E96-4C66-93B6-F2AED0C4CE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89C9A21C-CB9D-4A83-A6A5-6F3D8AB1A7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AA00C3D2-C3D5-4824-9D2F-C8FFE5B229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A72955D5-702A-478E-BA55-6EAD208BDA9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5DD5D88D-2662-4352-A974-F098DCB96789}"/>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2E121C2C-16DF-4C1F-8513-7C47C2DC1224}"/>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C5E85B0F-5151-4C31-AD4F-067EAD3192F0}"/>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66FE0F68-F59E-4996-BEAB-842C85A31DA4}"/>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BED76FBD-163A-4F63-99A2-112D923A9894}"/>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7040B732-731C-4B63-9D87-5A81C0CA7903}"/>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062D53B8-D84D-4FF1-A431-0B13094F3580}"/>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F476E8AB-6D25-48FC-B3EF-70B27EC640F3}"/>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93EA1F2E-7458-49E3-8651-68016729B39E}"/>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34F563B3-37D0-4507-AC73-186177C9F444}"/>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9348C4BD-30B9-4D8E-B5F3-4805448555CF}"/>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D25CDE0B-A93F-487B-9C53-CF1A2F8BE8C0}"/>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93447099-BAEC-425D-9DC8-FC80D63087DF}"/>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D2451042-E44C-4BCE-8731-25881AC0817A}"/>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F6C5B66B-6D77-4394-A4EF-48CB5CC77748}"/>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B9AB975F-9600-4B2F-A03C-84772790266D}"/>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887F42B9-7075-482C-B4A1-0385E6AA0D2A}"/>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A0FA31EF-0C5D-4F4C-8D68-3CBCDC4A3B1F}"/>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72C41DD4-F16E-47E9-A1D9-E7A45581B1CE}"/>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10EDEFC0-5FC3-4BD7-8711-6F38FF00AFBD}"/>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91558459-27CF-49AC-9EEB-6C8AB08804B8}"/>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8E05237F-4301-4E62-B52E-27BE611C7169}"/>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F9D88622-8964-4EF7-B282-5502D93C88B7}"/>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95342015-0C58-4787-AD27-24006F1F5944}"/>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D88B5652-531C-4A64-8402-20651A19CB63}"/>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B1631571-F721-4DC9-AF2B-63AD0F88FF61}"/>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027A81E8-DEAB-4032-96EB-A0D23579BE94}"/>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BF331838-15C0-4068-B2B9-15E5528AB2CA}"/>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DDDD951E-C038-4C20-8710-B2328747D830}"/>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DB01A0ED-C2B6-4B4E-8A9C-BE73C9F3A083}"/>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FBC93181-C076-41DE-8C9A-948F8BDDBA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08541163"/>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31A08F4A-3C2B-4C70-94C8-0B4DA759C4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8">
            <a:extLst xmlns:a="http://schemas.openxmlformats.org/drawingml/2006/main">
              <a:ext uri="{FF2B5EF4-FFF2-40B4-BE49-F238E27FC236}">
                <a16:creationId xmlns:a16="http://schemas.microsoft.com/office/drawing/2014/main" id="{8D7ED243-6865-4DAA-8B03-07BF2FD61F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Harness도 특정 실패에 맞춰&#10;과적합될 수 있다">
            <a:extLst xmlns:a="http://schemas.openxmlformats.org/drawingml/2006/main">
              <a:ext uri="{FF2B5EF4-FFF2-40B4-BE49-F238E27FC236}">
                <a16:creationId xmlns:a16="http://schemas.microsoft.com/office/drawing/2014/main" id="{207B7110-34E9-408C-BF75-0C527940631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58F69CAF-2C6E-49AC-A877-002FA6E1EA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8D01E3A8-5901-4D8D-8192-EF0CA7C050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08068C49-B84D-440E-A4E3-9C8CC261C5C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31409A0D-627E-4531-AB22-CB7CC22846A6}"/>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A661177D-3651-404C-8E4A-37844D2D41E7}"/>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317C597D-16E0-4E6F-8336-FD08C443D7CE}"/>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CFBA0214-2B16-476B-94DA-BA05C72A6597}"/>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A88FCBC5-2895-4274-85DC-209F396D9DC3}"/>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C85FFBE6-3DFF-463A-A69C-E343BE77D93E}"/>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378ABE04-382C-4FED-9806-7DA840DB3D8D}"/>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2B79912C-24D5-4242-A7DE-E9C4C52A8E6D}"/>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D60316C9-D8E4-4927-AF26-9F68E9B49ECA}"/>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29294D39-5D41-4A3F-B2E4-434981F5DB22}"/>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EA12EF80-B7EE-4E1E-99C1-FFC2CE6750C9}"/>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C7353603-3B02-4A67-934B-B8F732F068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6777420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2F44BB2E-0C35-41C0-AB9D-12CE6017261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9">
            <a:extLst xmlns:a="http://schemas.openxmlformats.org/drawingml/2006/main">
              <a:ext uri="{FF2B5EF4-FFF2-40B4-BE49-F238E27FC236}">
                <a16:creationId xmlns:a16="http://schemas.microsoft.com/office/drawing/2014/main" id="{839BB70C-1A30-4263-9992-FF6057CCEAA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Feedback을 System Change와&#10;Evaluation으로 잇기">
            <a:extLst xmlns:a="http://schemas.openxmlformats.org/drawingml/2006/main">
              <a:ext uri="{FF2B5EF4-FFF2-40B4-BE49-F238E27FC236}">
                <a16:creationId xmlns:a16="http://schemas.microsoft.com/office/drawing/2014/main" id="{80278D57-65CE-4874-8A4C-27A7F2AE743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1FB57427-05D2-4011-91E1-4D8F81649D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85DACF62-9A99-4F69-A239-E58F7E9C07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55B129D7-A9C0-4731-A3AF-F3B94A11F0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AAFFBAEF-229B-4E3B-BE66-7179313F4AAF}"/>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59CE9C45-8CE5-483A-9003-66F8363A6A6B}"/>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447ACFC9-5CCB-42F1-BD5C-55930E470CF5}"/>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28ACDDEC-3390-43F9-A953-4319EADA1E7B}"/>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A3981F7F-8876-4789-9691-77C6EE5B0D30}"/>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A4A836EF-DFCE-47AA-BFB5-AB70837A7FDC}"/>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7CFCD518-2D14-43EF-B527-3BE1F4B9F02E}"/>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CF219439-4CB6-41D3-AD47-00FADC1D2C15}"/>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E1CF9F75-1C34-4A8C-A7B8-A8F4ADD5AD9B}"/>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CFDB7F37-64D0-4748-BE45-C9360B099854}"/>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250B0200-2A3F-4C0C-9E0C-7FE9CAF9A371}"/>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D055AC85-3B49-4A9F-93AE-8574C79A4ACD}"/>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15FDDB9D-729F-4332-920D-CAC999C45800}"/>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CCC14B55-C724-4544-8006-FE807FAAC340}"/>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11B6ABBA-7F55-4F92-95EB-12ACBAEFA04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E96C8754-1264-41A6-B814-57FF137D9B10}"/>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561D9956-6D0F-4239-937F-3A34BFDCEDB7}"/>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50F71581-607D-47DE-B547-C59D44EB66DA}"/>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383E27DD-5660-41A3-9DFD-04651C3F040F}"/>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94C5B8A5-38E9-4782-9D97-895A3677B9BE}"/>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E86E13DC-8E3A-4B52-A742-A632213637A8}"/>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510C953A-6D60-4FF9-A59A-026729569ABA}"/>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A6221726-6165-433D-9ECF-DAA7026F8439}"/>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DD7FFAB-9D00-4446-AB54-1521E74461CE}"/>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FDBDF5E4-239A-480B-BA56-71115FF64570}"/>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7AC35231-59CF-412F-9DF0-61593A1E56DE}"/>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4A1E0401-D235-46C6-A2EE-EBB6058333F0}"/>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84F58D9C-904E-4A97-902D-65DD12133867}"/>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21D5C91D-0249-403E-BCF6-26E12337CD7D}"/>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997F496F-0007-4057-A2BF-A352D466EF1D}"/>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70C50E11-76F4-4204-9688-6DAF09FAF951}"/>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7F0C652F-DB60-4260-A95D-35B1AB372F15}"/>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98421791-730D-476D-B5B7-34CBA7D510DF}"/>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88FB51CB-F9F4-4497-A6DA-5CD1CA00755D}"/>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A54E897E-3038-4ADE-BEC4-97BEE0EE2141}"/>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5AF6FBAB-68F3-4C65-A1F5-724E24D1DBBB}"/>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45E75E0A-4035-4D3F-B16B-D2262F87C1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254551282"/>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C1C162EB-3AAA-4826-B9C0-701372052A6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80">
            <a:extLst xmlns:a="http://schemas.openxmlformats.org/drawingml/2006/main">
              <a:ext uri="{FF2B5EF4-FFF2-40B4-BE49-F238E27FC236}">
                <a16:creationId xmlns:a16="http://schemas.microsoft.com/office/drawing/2014/main" id="{D615ACC7-7B5B-4612-9F30-264ED67D92F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실제 제작 기록: TRIAL-006">
            <a:extLst xmlns:a="http://schemas.openxmlformats.org/drawingml/2006/main">
              <a:ext uri="{FF2B5EF4-FFF2-40B4-BE49-F238E27FC236}">
                <a16:creationId xmlns:a16="http://schemas.microsoft.com/office/drawing/2014/main" id="{26574CE8-066C-4AB6-BDB6-6F6A4BF6DF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ACBF951B-6DA5-4105-AB29-D6D23D65F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F04C71D-B8B8-4AB6-8D99-33178A15A8F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C4BF097E-A7F7-4CB2-8BF4-4FEA0F65EE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F7F2BF30-C198-4CA8-A77C-6A29318A3A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B150B789-3BB7-439E-AFDB-CDB0208A9FE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D8A00A5C-0A37-4319-AD2B-80BE0CB4B852}"/>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A932EA54-6B34-4179-8BDF-99C0FDFFEB68}"/>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5EEA40DD-5589-45A2-A1CC-2B3FCB99D678}"/>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369174B5-EFFF-4741-9191-69C1D29BEAE1}"/>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7A5968EA-9FA4-4538-BC47-DC46777D80AE}"/>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5A6CB8BF-C405-4F11-B7E0-E819755091D8}"/>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3A080B93-3A3C-4A61-8A04-29D03FBDA150}"/>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79B45629-DC9D-47D2-88AA-A9B12887B517}"/>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731AFE73-1AF3-46E2-8010-C4099734DF67}"/>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32F23126-4C27-407E-98D7-4EC7F1407E91}"/>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44A71D85-3ED9-49C0-9DA8-AA647E4CFBDB}"/>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83FEDAB5-5040-4FD0-876E-86908C17227D}"/>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A8C65932-51F9-43CF-AC52-DA55AB6CFE2B}"/>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33E2627D-79B7-4051-8579-CCB5FA2F7D12}"/>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0ED36E1A-45B7-4F7E-A66D-588A96FDDDAE}"/>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093A2903-49D6-46AD-AD1A-D851829077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7990495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D2403F39-0ADF-4072-A156-26841A2C6D6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81">
            <a:extLst xmlns:a="http://schemas.openxmlformats.org/drawingml/2006/main">
              <a:ext uri="{FF2B5EF4-FFF2-40B4-BE49-F238E27FC236}">
                <a16:creationId xmlns:a16="http://schemas.microsoft.com/office/drawing/2014/main" id="{E4AC4696-4D89-469F-9EF6-CBD41A78432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결과의 타당성과 원인 귀속은 별개다">
            <a:extLst xmlns:a="http://schemas.openxmlformats.org/drawingml/2006/main">
              <a:ext uri="{FF2B5EF4-FFF2-40B4-BE49-F238E27FC236}">
                <a16:creationId xmlns:a16="http://schemas.microsoft.com/office/drawing/2014/main" id="{81434482-1FBB-4B3C-BEE0-A2F0F4121D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0A82E34A-0443-4F27-AEFE-A4D92C2F52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930F12D-9581-4C6E-865B-417314DB1D6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F17F17D4-A720-4E0B-BED0-9A94505BD3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C5F424BF-D282-4741-A32D-8421CFC54F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9F8E1FD4-09D7-43F2-8594-D151D3C4882F}"/>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E1B4A777-401F-4F1F-A1F6-B93D879F798C}"/>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F20515DC-06C5-4F88-95D3-76D134EEC183}"/>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F696CD63-4B89-4EE2-AD03-BD7D24E95B2D}"/>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D67450F1-BE10-4DC1-A44F-6A54E50E6EBB}"/>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9BEBB4D0-F9BF-4E5A-8402-148E0D1FDEF4}"/>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8883DB13-5904-4E35-9438-6B9A2754413C}"/>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F9EC63D0-C355-41DE-813C-FA865994A4A7}"/>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5B0095F9-1C19-4C70-9E22-35E653FEA76B}"/>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728A7950-B229-4BD9-BEFC-B637AD13C721}"/>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DD0E5C44-D4A7-4D0A-8528-508F732A163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C6058140-0C1C-4CCE-B5F2-77955370A3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24310451"/>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BCD827BC-9591-47DE-BC3F-DEC6C6D8029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82">
            <a:extLst xmlns:a="http://schemas.openxmlformats.org/drawingml/2006/main">
              <a:ext uri="{FF2B5EF4-FFF2-40B4-BE49-F238E27FC236}">
                <a16:creationId xmlns:a16="http://schemas.microsoft.com/office/drawing/2014/main" id="{67234843-8C9C-44A1-B7DA-0324730B6A2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평가와 보고 규칙을 Evidence에 맞추다">
            <a:extLst xmlns:a="http://schemas.openxmlformats.org/drawingml/2006/main">
              <a:ext uri="{FF2B5EF4-FFF2-40B4-BE49-F238E27FC236}">
                <a16:creationId xmlns:a16="http://schemas.microsoft.com/office/drawing/2014/main" id="{70058679-676C-48C6-8CDC-A8F8E4A86C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4CD3BCB7-54B6-48AC-B49C-206EF99E4D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2FF0B06-8CD0-44E1-82AD-1BCDD0CC5FA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28D8A333-B896-4A97-AC2A-AC78C8C3BB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AD2B6D6A-17D7-4F6B-AFA5-78741E6D7D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C3593381-95F9-4B1C-A16D-4D2E0251C000}"/>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706CBA3A-93C0-44A8-86DF-84E387FF04F5}"/>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65A004DB-8E5D-4A97-9F22-D209ABDF563C}"/>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B522C0CF-3815-4DAD-8631-7286DED173F6}"/>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DE50A428-D45B-4D05-836C-C2FC25564B90}"/>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711DD1B9-786B-455C-B1AF-193B3E1CEBD5}"/>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89CB883-8889-450D-A310-5082FA63A509}"/>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D020212E-1A73-4EA8-9A30-1B4E9C499338}"/>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E12B507F-AD59-4682-8C2B-3D564E11C47F}"/>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7284B0AB-D94A-4717-8FC1-C4FCC70E458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31E080A-33FA-4828-8B39-A31AAA2E632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884328E0-D123-44AB-97C3-3A72F3AC73A3}"/>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9C7B5A53-8876-4DD7-8A72-B0B9E672E460}"/>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AA7682BD-7E43-4BDE-A23A-36648626E6FE}"/>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ADF726B3-6DAD-4825-B89D-2B0DF541454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13919000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6AE1FE38-AC99-46E9-961E-987AD0DA14D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3">
            <a:extLst xmlns:a="http://schemas.openxmlformats.org/drawingml/2006/main">
              <a:ext uri="{FF2B5EF4-FFF2-40B4-BE49-F238E27FC236}">
                <a16:creationId xmlns:a16="http://schemas.microsoft.com/office/drawing/2014/main" id="{B0FAF57B-7B46-4BED-ADFF-B9C9346EE6E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후속 기록은 개선됐지만 완전하지 않았다">
            <a:extLst xmlns:a="http://schemas.openxmlformats.org/drawingml/2006/main">
              <a:ext uri="{FF2B5EF4-FFF2-40B4-BE49-F238E27FC236}">
                <a16:creationId xmlns:a16="http://schemas.microsoft.com/office/drawing/2014/main" id="{10033254-03EA-489B-BAC7-6B87C5603B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5973902B-B6B7-42E5-828A-C49D273690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B330136-2F0F-4BEE-9952-F5E5F31647AD}"/>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ECF71D6D-E6DD-412A-8B64-F715AA2FD5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A97A32D1-E6DE-4BCA-81DC-CB680AF66C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1A0CD221-5608-4B6A-9DA8-3EA7D754F4B1}"/>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9F888471-2F5A-45C6-BF70-B1C0CADBD5E5}"/>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D98100B1-C775-48D1-8641-CF9BC8313C7B}"/>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04FD1494-F860-45E1-B82B-E4C06DE4F6E0}"/>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BA35611A-71FA-4515-B29A-1D8845D0E715}"/>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90D6EF60-823C-434A-98D0-5DE54B8AC7EF}"/>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E5FABC2C-8227-4652-840A-989AEA51B7B0}"/>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D143F202-643C-4B8C-A99E-1C1156B65037}"/>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7A554B67-C8D2-4303-9173-5B4524282688}"/>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7BE72F04-C79F-48F0-8274-97FEE6B93559}"/>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94EBC892-D2E9-4B95-A45F-3900BD004DA3}"/>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41F7B7B1-AA66-47B3-9666-CCB704F02F3B}"/>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28806B77-4BF8-4350-AAD3-FA07E0849095}"/>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7CD4F163-0958-49C6-81C5-F37F552F970A}"/>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0C1353B2-CAB1-41DF-BBA5-E9A7DAB96318}"/>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1AE8CEE7-360D-4314-997E-94ADB3EC7399}"/>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C3C85E3D-05EC-4861-A431-5A0131BC69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64771559"/>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0D6F09BA-7DB3-44C1-A0FC-87C6BA5BA2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4">
            <a:extLst xmlns:a="http://schemas.openxmlformats.org/drawingml/2006/main">
              <a:ext uri="{FF2B5EF4-FFF2-40B4-BE49-F238E27FC236}">
                <a16:creationId xmlns:a16="http://schemas.microsoft.com/office/drawing/2014/main" id="{E59C2FB3-CEA4-40BE-90BF-30E9BB54DA7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실제 Meta Loop에서 바뀐 것">
            <a:extLst xmlns:a="http://schemas.openxmlformats.org/drawingml/2006/main">
              <a:ext uri="{FF2B5EF4-FFF2-40B4-BE49-F238E27FC236}">
                <a16:creationId xmlns:a16="http://schemas.microsoft.com/office/drawing/2014/main" id="{506D5894-93F2-4C5F-AA4C-45A634BA20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4ADF537A-4007-45C8-AC5F-AD5C87F9F1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A43E524-8EDD-42B9-B7AB-E7A4F16EE31F}"/>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0189C448-8AAB-4358-A57E-A238A4F62F1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E337CABF-BCFF-44FE-8D2D-C60D6C65A1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B75A8081-784D-412E-B188-2AD3CC533B31}"/>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7CBC641A-58AF-483E-8261-CDB934E988E8}"/>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F2EEF109-8ACC-4131-BD25-A5F3CDD9681C}"/>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CE8A3DF4-FD45-4C0F-AD1B-3D2B22D8D971}"/>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EF7A49F4-AC03-4B72-9E31-A51DAF4FE0D8}"/>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9EA154E6-DDE6-4565-ACCA-1D416188501E}"/>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0B460363-1BFF-4B80-9FA0-0FE00A52DE96}"/>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1438AF77-0E14-4C38-814A-83D7ED912DBA}"/>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8A6AB774-D601-488C-8E53-A366715F047C}"/>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34EB4DAB-4C10-4FB9-BB3F-9A085E534545}"/>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335CE04C-6524-4E45-9EC8-4D676060FA2B}"/>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5C0D0589-43D8-4D2F-AA6B-40BDBBF437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06484265"/>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3F2183EC-4B46-4E90-B3E2-B30D2EC5D9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5">
            <a:extLst xmlns:a="http://schemas.openxmlformats.org/drawingml/2006/main">
              <a:ext uri="{FF2B5EF4-FFF2-40B4-BE49-F238E27FC236}">
                <a16:creationId xmlns:a16="http://schemas.microsoft.com/office/drawing/2014/main" id="{213CAD70-4ACD-446A-AB85-0EE45F9299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Project와 환경이 바뀌면&#10;검증도 다시 본다">
            <a:extLst xmlns:a="http://schemas.openxmlformats.org/drawingml/2006/main">
              <a:ext uri="{FF2B5EF4-FFF2-40B4-BE49-F238E27FC236}">
                <a16:creationId xmlns:a16="http://schemas.microsoft.com/office/drawing/2014/main" id="{7BC2E1CD-4CBE-4F9E-ADB6-3EB4BC37ABC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6C79B351-E3E7-4337-8F36-270E67F04D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9B87D460-F425-44E4-B5F4-C29D94FFFA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7B770BAA-44C4-456B-ACB6-A677B3D3DC7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F33F6F65-B91F-419B-8629-7417A343C6B4}"/>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E9E05C1-62B5-4F65-8FDC-F2BF93CE2E7C}"/>
              </a:ext>
            </a:extLst>
          </p:cNvPr>
          <p:cNvPicPr>
            <a:picLocks xmlns:a="http://schemas.openxmlformats.org/drawingml/2006/main" noChangeAspect="1"/>
          </p:cNvPicPr>
          <p:nvPr/>
        </p:nvPicPr>
        <p:blipFill>
          <a:blip xmlns:r="http://schemas.openxmlformats.org/officeDocument/2006/relationships" xmlns:a="http://schemas.openxmlformats.org/drawingml/2006/main" r:embed="R11073f42da414223"/>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CDBC4D76-930E-4928-9B39-1D10BB2BA772}"/>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22413EA5-2A45-49DB-ADBB-A454262C117D}"/>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2149D948-C64E-4A2E-8C27-2B10DA3D44A7}"/>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2B39E9C6-00B3-4EA9-B047-12BFAE4459F0}"/>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9AC6A7DF-FA2D-4CAD-ADF2-9DBCDD920A57}"/>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21E0B43C-006D-46DD-BC51-553E36E820AE}"/>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2E43469B-C4F9-461C-9E1C-DAFBC57B4925}"/>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19B316A4-18CB-40A0-B640-11654C7248C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F79D250B-860E-42AA-B9A7-F8E92921AD0C}"/>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32E1B87C-C4CA-42F5-8057-094CC0804273}"/>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638873EE-67AA-42AC-8837-495FE5B56B30}"/>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02C718D1-3634-4F61-9F71-355E79FEE293}"/>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D53A24F7-D646-4E42-8C0F-78ED7E217597}"/>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ABB626D9-2C93-4A73-BC0D-191FB858FB6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A43C6A75-DEE2-4904-9208-E1567F1393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41119273"/>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97CFA27C-0C4C-4BC3-A3E5-4B542467996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6">
            <a:extLst xmlns:a="http://schemas.openxmlformats.org/drawingml/2006/main">
              <a:ext uri="{FF2B5EF4-FFF2-40B4-BE49-F238E27FC236}">
                <a16:creationId xmlns:a16="http://schemas.microsoft.com/office/drawing/2014/main" id="{34967981-20E2-4E41-8F65-C707D2EFEE1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전체 Story를 한 장으로">
            <a:extLst xmlns:a="http://schemas.openxmlformats.org/drawingml/2006/main">
              <a:ext uri="{FF2B5EF4-FFF2-40B4-BE49-F238E27FC236}">
                <a16:creationId xmlns:a16="http://schemas.microsoft.com/office/drawing/2014/main" id="{94481B96-66BF-44BD-AC97-3AAF456CF5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전체 Story를 한 장으로</a:t>
            </a:r>
          </a:p>
        </p:txBody>
      </p:sp>
      <p:sp>
        <p:nvSpPr>
          <p:cNvPr id="4" name="">
            <a:extLst xmlns:a="http://schemas.openxmlformats.org/drawingml/2006/main">
              <a:ext uri="{FF2B5EF4-FFF2-40B4-BE49-F238E27FC236}">
                <a16:creationId xmlns:a16="http://schemas.microsoft.com/office/drawing/2014/main" id="{68253D7A-D780-41F5-8488-93D77A0AAC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155E0E3-152F-4B70-A998-3EB63E2CDF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36C538A0-2C75-4031-B1A2-3F27B25A7E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00E79882-E462-4092-B9EA-959DC3B1F506}"/>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45080708-0B6F-48C1-9C20-17F5E1F3803F}"/>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5D7C4E2B-98A8-409C-A333-032A1CFD0BA6}"/>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2AE0B1BD-EA17-4298-8AF1-0DEB79AAA071}"/>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5AA3F7AA-105D-45D1-ABDB-10C3EC6781EC}"/>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FEFD3DC6-6AD2-4EB3-9C97-518C38F44548}"/>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ADE174C3-B5CA-408C-B944-9D23C9326329}"/>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177B6683-93A3-4475-8377-730560ECE491}"/>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0D37476-31DB-4B0E-8D97-5EA9A1120541}"/>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F7D618DA-FB41-48D6-873C-43D8B58ADFE5}"/>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0B03230A-E21F-4E96-BBE3-553C0E5C58F5}"/>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76C8F8BE-227F-47FF-A67B-C3B1F57CF51D}"/>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94802078-F189-448F-AF0D-CDF1CE46B30B}"/>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6D88C38-3406-4715-8FE6-BEA3BA3FD8C7}"/>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A7EFC52C-DE02-4234-89B1-48D6B05ABDFB}"/>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CE929B15-3683-4517-973B-5D27728F1E96}"/>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F53C03D5-960A-485C-8F01-7FB47F0ADE6A}"/>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7E5340E0-D0A8-42D8-946B-9713682065F0}"/>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16F28FA4-25DA-48B0-8A9A-EA028EF6EF40}"/>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A0691A6D-2166-46B0-8285-B2229E7247ED}"/>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D216D9DF-E689-4ACA-BD9B-676288502A30}"/>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DF53AEDF-2E30-4CC2-8CCB-3D8F601F91ED}"/>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CF3F2D1A-F34C-45F6-9EB3-0C1B897702B0}"/>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9D8C2242-73D7-46D6-B00B-6A48B8847B33}"/>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72244349-100A-4469-92F0-DF4B2A041C2B}"/>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5B99B544-454B-4CD7-808F-7564ECC3E38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71A57BB7-27A8-48E6-9FA3-A19093A253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65982761"/>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8681724F-C328-47F4-A39E-77F22F60B5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7">
            <a:extLst xmlns:a="http://schemas.openxmlformats.org/drawingml/2006/main">
              <a:ext uri="{FF2B5EF4-FFF2-40B4-BE49-F238E27FC236}">
                <a16:creationId xmlns:a16="http://schemas.microsoft.com/office/drawing/2014/main" id="{696C1088-54E5-4BFC-B937-099B242A3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하나의 Repository가 문제에 대응해 진화했다">
            <a:extLst xmlns:a="http://schemas.openxmlformats.org/drawingml/2006/main">
              <a:ext uri="{FF2B5EF4-FFF2-40B4-BE49-F238E27FC236}">
                <a16:creationId xmlns:a16="http://schemas.microsoft.com/office/drawing/2014/main" id="{9E4141F5-1A9E-4FCB-8488-BB91B6C9C2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18578434-E401-40B1-980C-66E948BEC9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3 / S58 발표자료 발췌">
            <a:extLst xmlns:a="http://schemas.openxmlformats.org/drawingml/2006/main">
              <a:ext uri="{FF2B5EF4-FFF2-40B4-BE49-F238E27FC236}">
                <a16:creationId xmlns:a16="http://schemas.microsoft.com/office/drawing/2014/main" id="{57BC7BCE-0F68-4BD9-870C-059CC3947A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S43 / S58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F2619EE-0073-4C44-A80B-30C2BBA136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228F4AEA-8BCD-4938-A734-FCF27A4C7093}"/>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1E2AEA47-59EC-4E8C-BBAE-6CC2121EFD20}"/>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14477BF8-6BDE-4F74-98E6-5F3C181C89E4}"/>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24919080-04E1-4B35-AE34-D78D1A82E6AA}"/>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F63DE392-CBA1-481E-A265-A736DA91F893}"/>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C459E74-0CD6-487A-8E00-537FADE8FEA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C31EFF97-CFC9-448B-ADEB-F33C244605C5}"/>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B04953C6-8842-4E28-A822-950725C38588}"/>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B22F263C-6BAD-4E7B-94BB-326F8CD17CAE}"/>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76423C6D-03D5-49C5-94B5-9FA945039498}"/>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008301A-978F-46E3-9878-358CA535D231}"/>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89DCC75C-F2E9-4D97-A6DE-DD77AA84AAE3}"/>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04CB960E-468C-48C0-B23C-E1FCFA3E2C9C}"/>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8C617D4D-DEF8-425F-BF85-B37841188048}"/>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5348D43-D388-4E6B-85C8-675F6DD7EE3B}"/>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B59F7DD-2DD3-4E9B-A7A3-A09D54B66D20}"/>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57F790FC-3D74-4B31-B129-1934821B77E3}"/>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B783DD12-3255-4969-9A80-1588EC70E4E4}"/>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BD4B4FD4-21B9-4C81-9D98-92163F7AB5A3}"/>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BE10554B-4E91-4BFA-B01F-E3C0B728BE55}"/>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C8B4A107-DC3D-4A76-9EF4-A27D65F6F139}"/>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16B38934-0A85-40F1-8D76-0DC56A9AA07A}"/>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0FB8725A-68F0-4D41-9BBB-55101B822D92}"/>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AE2AFD86-5DCF-41FC-918B-E0FD9A34CA9F}"/>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304AE74D-3D65-492D-9C27-3BEE7D69A98B}"/>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03D40FE2-B5AA-400C-88B6-F7CD670DB528}"/>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3B949586-38A9-4358-86CF-806AEC33A4A6}"/>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8E13F31F-3F89-4B9C-A034-AAA09FF27E13}"/>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AF43434D-FA71-48FC-A91E-B0689D69BDDB}"/>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CBFB553-33D7-488B-ACE8-4D51B2DEEB9D}"/>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35CD933F-D2D2-4C7B-9A98-779E7C042E25}"/>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BF9AB1D6-116A-4A8D-904D-3ABB56BB5C09}"/>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97D823AC-E755-42A8-A3FB-9099E4487074}"/>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E765ACCC-B0A0-4DD4-BBC5-9840616D139A}"/>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846F00C5-CFA3-4D46-8B7B-46849FF7EEB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98F9A3AE-0291-4E87-B733-17E7703D205D}"/>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FC1D66FB-1AD1-42FD-93F1-F861AF260562}"/>
              </a:ext>
            </a:extLst>
          </p:cNvPr>
          <p:cNvPicPr>
            <a:picLocks xmlns:a="http://schemas.openxmlformats.org/drawingml/2006/main" noChangeAspect="1"/>
          </p:cNvPicPr>
          <p:nvPr/>
        </p:nvPicPr>
        <p:blipFill>
          <a:blip xmlns:r="http://schemas.openxmlformats.org/officeDocument/2006/relationships" xmlns:a="http://schemas.openxmlformats.org/drawingml/2006/main" r:embed="Rcecd7b9ff39c4ffb"/>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DE118AD4-BAC9-4A6E-9664-0E67FB8259DB}"/>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5619EBBF-ABB4-4BA9-A8B2-2BB5B74F798C}"/>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707BA8A6-B4B4-45A0-89A6-C4B9C54B4298}"/>
              </a:ext>
            </a:extLst>
          </p:cNvPr>
          <p:cNvPicPr>
            <a:picLocks xmlns:a="http://schemas.openxmlformats.org/drawingml/2006/main" noChangeAspect="1"/>
          </p:cNvPicPr>
          <p:nvPr/>
        </p:nvPicPr>
        <p:blipFill>
          <a:blip xmlns:r="http://schemas.openxmlformats.org/officeDocument/2006/relationships" xmlns:a="http://schemas.openxmlformats.org/drawingml/2006/main" r:embed="R62e230a816394a11"/>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79B34279-925C-472D-A4E1-27C66ECA9249}"/>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3 · STATE-02 → STATE-03">
            <a:extLst xmlns:a="http://schemas.openxmlformats.org/drawingml/2006/main">
              <a:ext uri="{FF2B5EF4-FFF2-40B4-BE49-F238E27FC236}">
                <a16:creationId xmlns:a16="http://schemas.microsoft.com/office/drawing/2014/main" id="{DFC9DEAD-DA5E-430F-9981-7B6827F1EEDB}"/>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S43 · STATE-02 → STATE-03</a:t>
            </a:r>
          </a:p>
        </p:txBody>
      </p:sp>
      <p:pic>
        <p:nvPicPr>
          <p:cNvPr id="49" name="">
            <a:extLst xmlns:a="http://schemas.openxmlformats.org/drawingml/2006/main">
              <a:ext uri="{FF2B5EF4-FFF2-40B4-BE49-F238E27FC236}">
                <a16:creationId xmlns:a16="http://schemas.microsoft.com/office/drawing/2014/main" id="{61372BAB-6C70-4F7C-AE42-7005308B1282}"/>
              </a:ext>
            </a:extLst>
          </p:cNvPr>
          <p:cNvPicPr>
            <a:picLocks xmlns:a="http://schemas.openxmlformats.org/drawingml/2006/main" noChangeAspect="1"/>
          </p:cNvPicPr>
          <p:nvPr/>
        </p:nvPicPr>
        <p:blipFill>
          <a:blip xmlns:r="http://schemas.openxmlformats.org/officeDocument/2006/relationships" xmlns:a="http://schemas.openxmlformats.org/drawingml/2006/main" r:embed="R56c67710741d4812"/>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5644FC97-2DA4-4EB0-84DB-41F8C629C317}"/>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8 · STATE-04 → STATE-04-PERF">
            <a:extLst xmlns:a="http://schemas.openxmlformats.org/drawingml/2006/main">
              <a:ext uri="{FF2B5EF4-FFF2-40B4-BE49-F238E27FC236}">
                <a16:creationId xmlns:a16="http://schemas.microsoft.com/office/drawing/2014/main" id="{53172396-3A4B-46AA-B988-486FAD3B8B49}"/>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S58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C59660B8-005D-4F64-965C-9AB6D2FCA8F8}"/>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5258BC86-E1C2-4EDD-89BC-86CBB714D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1682065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DE9462B7-58C7-4F61-A303-1A4416C6211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8">
            <a:extLst xmlns:a="http://schemas.openxmlformats.org/drawingml/2006/main">
              <a:ext uri="{FF2B5EF4-FFF2-40B4-BE49-F238E27FC236}">
                <a16:creationId xmlns:a16="http://schemas.microsoft.com/office/drawing/2014/main" id="{115306D3-DD9C-46AB-B521-E6B1B06BD14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필요성이 입증되지 않은 것은 보류했다">
            <a:extLst xmlns:a="http://schemas.openxmlformats.org/drawingml/2006/main">
              <a:ext uri="{FF2B5EF4-FFF2-40B4-BE49-F238E27FC236}">
                <a16:creationId xmlns:a16="http://schemas.microsoft.com/office/drawing/2014/main" id="{A4A0E6C5-8255-4820-8385-9CAA444E50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AFFC0200-FFAF-44E0-BFD7-B6D9AAD27B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5E0DFACB-4BF1-409E-9C18-6352B6314F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A209DD4-6AC3-4CB7-A5F2-8717067E79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320F25E1-4898-4200-B788-352FB22C23E2}"/>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1D40A58A-E841-4FD9-BDB7-268EB70C55AE}"/>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59E8BED2-7788-4BD0-A7A0-53035B2DCB91}"/>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14C2B4F0-862B-41A4-9470-2CB37A82AC4C}"/>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879E557-CDC3-49B1-9723-2C04A38A4C7E}"/>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7F97AEF9-2BCE-4B09-B874-BC00E92DB036}"/>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87A1F4B2-A483-46E2-9C14-C64F814284D9}"/>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B63E8EF6-6026-4103-A2CA-E8E49265A6C9}"/>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2B133B4A-745F-4DCE-8639-343FBB7C0A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773596289"/>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7C3D4337-FBD4-4BE4-9BF2-606ACE82B63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9">
            <a:extLst xmlns:a="http://schemas.openxmlformats.org/drawingml/2006/main">
              <a:ext uri="{FF2B5EF4-FFF2-40B4-BE49-F238E27FC236}">
                <a16:creationId xmlns:a16="http://schemas.microsoft.com/office/drawing/2014/main" id="{F27D952C-26A1-445A-BDA6-99CA2791015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위임이 늘어도 개발자 책임은 남는다">
            <a:extLst xmlns:a="http://schemas.openxmlformats.org/drawingml/2006/main">
              <a:ext uri="{FF2B5EF4-FFF2-40B4-BE49-F238E27FC236}">
                <a16:creationId xmlns:a16="http://schemas.microsoft.com/office/drawing/2014/main" id="{DD4909B5-82F3-4EC7-BC48-7323399245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22023533-020D-472F-B268-8C89701A4A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27330ADF-A2DD-4749-AEB0-F3AE2F50DA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18536E40-0B3C-4EB7-A724-6E61FA76DB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D9BA76B-283B-4450-A132-DE52B8FE67EC}"/>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36759E58-174E-4AD0-8439-90A5E3AD64E3}"/>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9E1F5DDB-5D58-4C3E-9799-C766E3B99D75}"/>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ABB7537D-B654-4AD0-BE74-52F3469CADFC}"/>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6536FCE6-D863-40F8-84A6-9B498D137CCA}"/>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2B169528-80C5-41CD-B9FF-80825F43E219}"/>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57D1C6A2-41BC-462E-884D-741EC889A12F}"/>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14137D6A-1435-4E9E-B950-8631FCB75A08}"/>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DA21FC2D-7A41-46BE-B23B-89B23DF7F3F8}"/>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81612550-876E-4368-901A-5C7EDE636B8B}"/>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3C9E74E3-3BC9-45BE-9CBA-9E41C7ABEEB6}"/>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596C974C-9506-4083-B3FB-40735F61C5E3}"/>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45F58377-C1FD-4700-BD38-B8883703CFF1}"/>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7CCE4B1D-550A-402F-856F-CF6C10CC4097}"/>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4F2A05F8-7CF1-4D5A-8B80-3D88B1A78E17}"/>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6BD1594B-7C5A-478C-B652-B43DC2176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920120262"/>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B4EF9029-DCD7-4A6B-AC41-58D415826B0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90">
            <a:extLst xmlns:a="http://schemas.openxmlformats.org/drawingml/2006/main">
              <a:ext uri="{FF2B5EF4-FFF2-40B4-BE49-F238E27FC236}">
                <a16:creationId xmlns:a16="http://schemas.microsoft.com/office/drawing/2014/main" id="{FA18B67B-D6CD-4E95-9C78-77D2978D396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AI-Native Development는&#10;이 교육의 운영 모델">
            <a:extLst xmlns:a="http://schemas.openxmlformats.org/drawingml/2006/main">
              <a:ext uri="{FF2B5EF4-FFF2-40B4-BE49-F238E27FC236}">
                <a16:creationId xmlns:a16="http://schemas.microsoft.com/office/drawing/2014/main" id="{46EA9230-9479-49C7-BA58-9BDA612B448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B5D44EDD-2305-439D-97E4-4EC5BF238D0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281BA67A-CAE9-4FB0-95D5-5841D2332A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36FA2C8A-C1E9-45D2-9EC6-0C801DC07E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744E7610-12FA-49B8-9778-459E9D9AA2F0}"/>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1BD7BB29-0778-470D-B066-D0C060BA0A4F}"/>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02403557-DEB7-47FC-A145-691364FE77F1}"/>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7642A237-BA1E-483E-9752-1F7E8D20F132}"/>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9763E105-0364-47C3-BD2A-3C256A5B90B7}"/>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436B6801-E69B-4406-86BD-A0E70FC9CEE2}"/>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A1C03186-EE85-4612-BF05-DE69BCFD509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664896E0-1916-4509-88A0-7E1BC31C0207}"/>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46316C4F-5065-4643-8C3E-24A90D87872B}"/>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94B2610A-B092-4915-B2B9-F41297FAE35A}"/>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9A1E3B8D-E135-4AF1-A26E-360C940CE9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2293925"/>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11C1EA3-5450-478C-A6EF-4B4FE692FAF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91">
            <a:extLst xmlns:a="http://schemas.openxmlformats.org/drawingml/2006/main">
              <a:ext uri="{FF2B5EF4-FFF2-40B4-BE49-F238E27FC236}">
                <a16:creationId xmlns:a16="http://schemas.microsoft.com/office/drawing/2014/main" id="{DD5C1AC6-3042-4698-8697-937B3DC3B3E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어느 Layer에서 마찰이 반복되는가?">
            <a:extLst xmlns:a="http://schemas.openxmlformats.org/drawingml/2006/main">
              <a:ext uri="{FF2B5EF4-FFF2-40B4-BE49-F238E27FC236}">
                <a16:creationId xmlns:a16="http://schemas.microsoft.com/office/drawing/2014/main" id="{BE78044F-2B63-4E99-8BDC-B203D6ECE2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217EC843-E10C-4227-A3EE-4C995AB5A1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B02F0A6E-7D38-4990-AE0C-071062CD37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38D987CD-D455-4B80-A5B4-A7CA6F3D87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CE659F8E-8027-4E61-B1B8-DC84131158B3}"/>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34D9B280-C530-4F01-9CF4-A29D60D4F481}"/>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7FAA96D-5EC4-406A-B64B-9BD60D79AC23}"/>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52519661-CA4D-46C9-A4DC-9EDED960526E}"/>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216BDFC0-F463-4F7F-9D73-A95F134FE5BB}"/>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451E9E19-3245-4EDA-853F-D1649B65B30C}"/>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0649C2F0-9017-4985-B759-680AAEB7E249}"/>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230F778-C4FE-46CB-B30F-C55982B00D3B}"/>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054F4A41-5643-49CD-B84A-171F66641C50}"/>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03970FFB-C519-4DF7-8746-10518DAB57F4}"/>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2D8DF8C9-0AFF-40A7-9CB3-9B1140BE294F}"/>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14E28CE6-2BF8-4406-A278-B10E26A68C0F}"/>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27313DC-6A96-442C-A755-B5E6566457AC}"/>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4462ADBB-3BC7-4F6E-AAFC-DEEE74F92418}"/>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EAADA47B-6FB0-448D-ACF1-6EB881016999}"/>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81C23A87-87BC-4FAE-81F3-6F35EAA1E298}"/>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7DDCCBC4-9F90-4CC6-B098-6C3D4164287E}"/>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26AC6DF8-10C9-4668-958B-EA2AFC615BC4}"/>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37099A8A-130B-44D2-AF6C-0E81922982AA}"/>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AAEA8349-433D-4544-820B-72F3BD77FB15}"/>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D1A033AF-E1A5-4EA6-9852-F0E2239516D5}"/>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F8AAF12F-2532-42D6-B9DC-FDEC1425E280}"/>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57240B92-BC72-4249-8F35-FEFA243F5042}"/>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373B9699-830D-4E80-B7E6-5B222157222F}"/>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1FD9BFF9-38F1-440B-A1BA-BAE278FDC163}"/>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C99E9B5-9BD5-4FC3-AC9C-91C48CAF9FCC}"/>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2EC51DEE-C1A9-45AD-B019-ABF1864763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82256069"/>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982444BE-B5FF-4FC4-BCB7-17D1883CA0E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92">
            <a:extLst xmlns:a="http://schemas.openxmlformats.org/drawingml/2006/main">
              <a:ext uri="{FF2B5EF4-FFF2-40B4-BE49-F238E27FC236}">
                <a16:creationId xmlns:a16="http://schemas.microsoft.com/office/drawing/2014/main" id="{18BAFC0A-74C1-4163-8CBB-A4C1A85704A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다음 작은 행동을 개인적으로 고른다">
            <a:extLst xmlns:a="http://schemas.openxmlformats.org/drawingml/2006/main">
              <a:ext uri="{FF2B5EF4-FFF2-40B4-BE49-F238E27FC236}">
                <a16:creationId xmlns:a16="http://schemas.microsoft.com/office/drawing/2014/main" id="{C3CBE9CC-E049-4074-8FA5-3BB484ED43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D9362A94-BDFE-47FF-B0A4-02494C5B75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F09E0301-C6C1-44A2-90D4-B2338B3568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F6BE56C4-70E6-497B-B065-03E98E5B18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946B1ED3-EB88-4DD2-9A6B-769CFAF527C9}"/>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82A9280C-FA1D-4E12-8547-EE3657C2C263}"/>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5C1C5ED3-9BA4-4705-9A3A-4185A363C6E7}"/>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0004E884-F1DC-4861-A12F-A2091F90AF7A}"/>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6318B510-2F50-4D8C-B1D2-BCA653FAC061}"/>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FFEF6C93-35B9-4527-A0DE-1CB7A812467B}"/>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27948BA6-248B-4C41-AFA4-C0DC6A2A0110}"/>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A5AE5EEE-FA0D-47E2-A12E-CE67CDDD8FD4}"/>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A072DF6F-A187-48A0-9105-8C13F8BA9962}"/>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0BB74EE5-6E91-4ED6-9E71-C89A217DBF9E}"/>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4EFF7965-B596-4930-8AB0-2738611EDE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474803993"/>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3EC5D85C-6BC0-4B98-8E60-5D7F058994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3">
            <a:extLst xmlns:a="http://schemas.openxmlformats.org/drawingml/2006/main">
              <a:ext uri="{FF2B5EF4-FFF2-40B4-BE49-F238E27FC236}">
                <a16:creationId xmlns:a16="http://schemas.microsoft.com/office/drawing/2014/main" id="{386561EC-B9FE-44C8-8FBF-C57DA82323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Q&amp;A와 교육 마무리">
            <a:extLst xmlns:a="http://schemas.openxmlformats.org/drawingml/2006/main">
              <a:ext uri="{FF2B5EF4-FFF2-40B4-BE49-F238E27FC236}">
                <a16:creationId xmlns:a16="http://schemas.microsoft.com/office/drawing/2014/main" id="{FC4291AF-6800-4EDF-BC0E-990938533A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94CA39DB-8ED9-4899-AAF0-40C017C00B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91FE5952-A073-4772-982C-E24A67B681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0935AD32-98CF-45DA-823C-E0C63A0D1F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3D8C2F4E-B7FE-4388-9758-762E76B99385}"/>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D46B0AAE-7586-48F0-A413-00980097B05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1E772475-C982-4B1A-8516-4444BFE8D0FA}"/>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1318A4F0-5321-44FB-88E6-B05CD93ACC05}"/>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99A83E7B-E758-4082-A668-D2AB87BE68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225780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2026-10-22T07:54:41.6240000Z</dcterms:created>
  <dcterms:modified xsi:type="dcterms:W3CDTF">2026-10-22T07:54:41.6250000Z</dcterms:modified>
</coreProperties>
</file>