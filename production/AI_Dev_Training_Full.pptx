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587e192bfe644d4" /><Relationship Type="http://schemas.openxmlformats.org/officeDocument/2006/relationships/extended-properties" Target="/docProps/app.xml" Id="R521866c8d0da4318" /><Relationship Type="http://schemas.openxmlformats.org/officeDocument/2006/relationships/officeDocument" Target="/ppt/presentation.xml" Id="R395a73e4d21b480b" /></Relationships>
</file>

<file path=ppt/presentation.xml><?xml version="1.0" encoding="utf-8"?>
<p:presentation xmlns:p="http://schemas.openxmlformats.org/presentationml/2006/main">
  <p:sldMasterIdLst>
    <p:sldMasterId xmlns:r="http://schemas.openxmlformats.org/officeDocument/2006/relationships" id="2147483648" r:id="Ra7d9f124e4d443f8"/>
  </p:sldMasterIdLst>
  <p:notesMasterIdLst>
    <p:notesMasterId xmlns:r="http://schemas.openxmlformats.org/officeDocument/2006/relationships" r:id="Ra7db7228938f4bdb"/>
  </p:notesMasterIdLst>
  <p:sldIdLst>
    <p:sldId xmlns:r="http://schemas.openxmlformats.org/officeDocument/2006/relationships" id="256" r:id="Rad54732a27fd4637"/>
    <p:sldId xmlns:r="http://schemas.openxmlformats.org/officeDocument/2006/relationships" id="257" r:id="Rf1ce1f6a2c5d47b0"/>
    <p:sldId xmlns:r="http://schemas.openxmlformats.org/officeDocument/2006/relationships" id="258" r:id="R6f01fae1d82840dd"/>
    <p:sldId xmlns:r="http://schemas.openxmlformats.org/officeDocument/2006/relationships" id="259" r:id="Re49714ee345c4137"/>
    <p:sldId xmlns:r="http://schemas.openxmlformats.org/officeDocument/2006/relationships" id="260" r:id="R4cb76ff2b4034794"/>
    <p:sldId xmlns:r="http://schemas.openxmlformats.org/officeDocument/2006/relationships" id="261" r:id="R40301be899f4441a"/>
    <p:sldId xmlns:r="http://schemas.openxmlformats.org/officeDocument/2006/relationships" id="262" r:id="Rf2257f28f9ef4230"/>
    <p:sldId xmlns:r="http://schemas.openxmlformats.org/officeDocument/2006/relationships" id="263" r:id="R0d1e94e31ce24f4e"/>
    <p:sldId xmlns:r="http://schemas.openxmlformats.org/officeDocument/2006/relationships" id="264" r:id="Rbc3ac5c876964d8c"/>
    <p:sldId xmlns:r="http://schemas.openxmlformats.org/officeDocument/2006/relationships" id="265" r:id="R0888bbc34ec44949"/>
    <p:sldId xmlns:r="http://schemas.openxmlformats.org/officeDocument/2006/relationships" id="266" r:id="R9ae51cadfd364ed3"/>
    <p:sldId xmlns:r="http://schemas.openxmlformats.org/officeDocument/2006/relationships" id="267" r:id="R0210c1d5c1954134"/>
    <p:sldId xmlns:r="http://schemas.openxmlformats.org/officeDocument/2006/relationships" id="268" r:id="R4f491ba89d044511"/>
    <p:sldId xmlns:r="http://schemas.openxmlformats.org/officeDocument/2006/relationships" id="269" r:id="R362ed723e7364447"/>
    <p:sldId xmlns:r="http://schemas.openxmlformats.org/officeDocument/2006/relationships" id="270" r:id="R7bf1af2e7d444a73"/>
    <p:sldId xmlns:r="http://schemas.openxmlformats.org/officeDocument/2006/relationships" id="271" r:id="Rdaed062d62514ff5"/>
    <p:sldId xmlns:r="http://schemas.openxmlformats.org/officeDocument/2006/relationships" id="272" r:id="R29967dca36664322"/>
    <p:sldId xmlns:r="http://schemas.openxmlformats.org/officeDocument/2006/relationships" id="273" r:id="R7c08c221ef8a4c98"/>
    <p:sldId xmlns:r="http://schemas.openxmlformats.org/officeDocument/2006/relationships" id="274" r:id="R1516ff876338474d"/>
    <p:sldId xmlns:r="http://schemas.openxmlformats.org/officeDocument/2006/relationships" id="275" r:id="Ra0e88c6faec144a6"/>
    <p:sldId xmlns:r="http://schemas.openxmlformats.org/officeDocument/2006/relationships" id="276" r:id="R02c0e624cc2e473f"/>
    <p:sldId xmlns:r="http://schemas.openxmlformats.org/officeDocument/2006/relationships" id="277" r:id="Rf32d900f3a9b4c63"/>
    <p:sldId xmlns:r="http://schemas.openxmlformats.org/officeDocument/2006/relationships" id="278" r:id="R7164f17cf1574d86"/>
    <p:sldId xmlns:r="http://schemas.openxmlformats.org/officeDocument/2006/relationships" id="279" r:id="R2fec5db290cd49d4"/>
    <p:sldId xmlns:r="http://schemas.openxmlformats.org/officeDocument/2006/relationships" id="280" r:id="R2d27813ea1b24ad7"/>
    <p:sldId xmlns:r="http://schemas.openxmlformats.org/officeDocument/2006/relationships" id="281" r:id="Re958bf1fbb634266"/>
    <p:sldId xmlns:r="http://schemas.openxmlformats.org/officeDocument/2006/relationships" id="282" r:id="Ra6fcb54d2aa04e5e"/>
    <p:sldId xmlns:r="http://schemas.openxmlformats.org/officeDocument/2006/relationships" id="283" r:id="R0f96c2cc1ca4416f"/>
    <p:sldId xmlns:r="http://schemas.openxmlformats.org/officeDocument/2006/relationships" id="284" r:id="R0bb85f5896df4e03"/>
    <p:sldId xmlns:r="http://schemas.openxmlformats.org/officeDocument/2006/relationships" id="285" r:id="Rf9964faaa1d84769"/>
    <p:sldId xmlns:r="http://schemas.openxmlformats.org/officeDocument/2006/relationships" id="286" r:id="Rc3c13d93bd704a8b"/>
    <p:sldId xmlns:r="http://schemas.openxmlformats.org/officeDocument/2006/relationships" id="287" r:id="R46e521e09a5643c8"/>
    <p:sldId xmlns:r="http://schemas.openxmlformats.org/officeDocument/2006/relationships" id="288" r:id="Rf1be4ae2a1ab4a6f"/>
    <p:sldId xmlns:r="http://schemas.openxmlformats.org/officeDocument/2006/relationships" id="289" r:id="R98453cee72c3429c"/>
    <p:sldId xmlns:r="http://schemas.openxmlformats.org/officeDocument/2006/relationships" id="290" r:id="R63452df1e2654ebf"/>
    <p:sldId xmlns:r="http://schemas.openxmlformats.org/officeDocument/2006/relationships" id="291" r:id="R7f41bbb8de714eaa"/>
    <p:sldId xmlns:r="http://schemas.openxmlformats.org/officeDocument/2006/relationships" id="292" r:id="R29b3e33e8eb84afe"/>
    <p:sldId xmlns:r="http://schemas.openxmlformats.org/officeDocument/2006/relationships" id="293" r:id="R7c0ae925fc6a4c55"/>
    <p:sldId xmlns:r="http://schemas.openxmlformats.org/officeDocument/2006/relationships" id="294" r:id="Rdadeae74c25a4a23"/>
    <p:sldId xmlns:r="http://schemas.openxmlformats.org/officeDocument/2006/relationships" id="295" r:id="R01738abc127f4801"/>
    <p:sldId xmlns:r="http://schemas.openxmlformats.org/officeDocument/2006/relationships" id="296" r:id="R3aa53f7b051042f3"/>
    <p:sldId xmlns:r="http://schemas.openxmlformats.org/officeDocument/2006/relationships" id="297" r:id="Rd945926b2d5d4dd9"/>
    <p:sldId xmlns:r="http://schemas.openxmlformats.org/officeDocument/2006/relationships" id="298" r:id="Rf87b15222b7e4845"/>
    <p:sldId xmlns:r="http://schemas.openxmlformats.org/officeDocument/2006/relationships" id="299" r:id="R032ffe204a714d76"/>
    <p:sldId xmlns:r="http://schemas.openxmlformats.org/officeDocument/2006/relationships" id="300" r:id="Rdd435095556c45b3"/>
    <p:sldId xmlns:r="http://schemas.openxmlformats.org/officeDocument/2006/relationships" id="301" r:id="R6424fbb5f2eb4679"/>
    <p:sldId xmlns:r="http://schemas.openxmlformats.org/officeDocument/2006/relationships" id="302" r:id="Ra1c01a943f0f4335"/>
    <p:sldId xmlns:r="http://schemas.openxmlformats.org/officeDocument/2006/relationships" id="303" r:id="R6596c3de86b0428e"/>
    <p:sldId xmlns:r="http://schemas.openxmlformats.org/officeDocument/2006/relationships" id="304" r:id="Rdfceaf62248b4e64"/>
    <p:sldId xmlns:r="http://schemas.openxmlformats.org/officeDocument/2006/relationships" id="305" r:id="Rb29ccd9d20564f4b"/>
    <p:sldId xmlns:r="http://schemas.openxmlformats.org/officeDocument/2006/relationships" id="306" r:id="Rbf6d096cde724d62"/>
    <p:sldId xmlns:r="http://schemas.openxmlformats.org/officeDocument/2006/relationships" id="307" r:id="Rcf16dc581e1f4d5f"/>
    <p:sldId xmlns:r="http://schemas.openxmlformats.org/officeDocument/2006/relationships" id="308" r:id="R3f379b2ebe4c43e6"/>
    <p:sldId xmlns:r="http://schemas.openxmlformats.org/officeDocument/2006/relationships" id="309" r:id="R0f92675de2e34668"/>
    <p:sldId xmlns:r="http://schemas.openxmlformats.org/officeDocument/2006/relationships" id="310" r:id="Re68ab10bb88143e3"/>
    <p:sldId xmlns:r="http://schemas.openxmlformats.org/officeDocument/2006/relationships" id="311" r:id="Rf31e1f70319b4689"/>
    <p:sldId xmlns:r="http://schemas.openxmlformats.org/officeDocument/2006/relationships" id="312" r:id="R1bbc2ddcb89c4024"/>
    <p:sldId xmlns:r="http://schemas.openxmlformats.org/officeDocument/2006/relationships" id="313" r:id="Ra6912bb81aa64c2f"/>
    <p:sldId xmlns:r="http://schemas.openxmlformats.org/officeDocument/2006/relationships" id="314" r:id="R6ac385af8072497f"/>
    <p:sldId xmlns:r="http://schemas.openxmlformats.org/officeDocument/2006/relationships" id="315" r:id="Re413c0697b85413b"/>
    <p:sldId xmlns:r="http://schemas.openxmlformats.org/officeDocument/2006/relationships" id="316" r:id="R387966f3f6724cf6"/>
    <p:sldId xmlns:r="http://schemas.openxmlformats.org/officeDocument/2006/relationships" id="317" r:id="Rb24e6ae344b040ac"/>
    <p:sldId xmlns:r="http://schemas.openxmlformats.org/officeDocument/2006/relationships" id="318" r:id="R49144bcb4f7544ea"/>
    <p:sldId xmlns:r="http://schemas.openxmlformats.org/officeDocument/2006/relationships" id="319" r:id="Rc6ebe354ff6241a3"/>
    <p:sldId xmlns:r="http://schemas.openxmlformats.org/officeDocument/2006/relationships" id="320" r:id="Rcbcc4e9c20dd480c"/>
    <p:sldId xmlns:r="http://schemas.openxmlformats.org/officeDocument/2006/relationships" id="321" r:id="R454f43f61af7400d"/>
    <p:sldId xmlns:r="http://schemas.openxmlformats.org/officeDocument/2006/relationships" id="322" r:id="Rc3343cd2ddb84601"/>
    <p:sldId xmlns:r="http://schemas.openxmlformats.org/officeDocument/2006/relationships" id="323" r:id="R924e2821bde841cc"/>
    <p:sldId xmlns:r="http://schemas.openxmlformats.org/officeDocument/2006/relationships" id="324" r:id="R11be53eb89074ed4"/>
    <p:sldId xmlns:r="http://schemas.openxmlformats.org/officeDocument/2006/relationships" id="325" r:id="Rb640c5730b274474"/>
    <p:sldId xmlns:r="http://schemas.openxmlformats.org/officeDocument/2006/relationships" id="326" r:id="R6751c2fb1a2b465a"/>
    <p:sldId xmlns:r="http://schemas.openxmlformats.org/officeDocument/2006/relationships" id="327" r:id="R3d984ec8060149d7"/>
    <p:sldId xmlns:r="http://schemas.openxmlformats.org/officeDocument/2006/relationships" id="328" r:id="R545bf8af061b4188"/>
    <p:sldId xmlns:r="http://schemas.openxmlformats.org/officeDocument/2006/relationships" id="329" r:id="R01ab4e118e754f8c"/>
    <p:sldId xmlns:r="http://schemas.openxmlformats.org/officeDocument/2006/relationships" id="330" r:id="Ra0d9fa8bbe584843"/>
    <p:sldId xmlns:r="http://schemas.openxmlformats.org/officeDocument/2006/relationships" id="331" r:id="R687878c0fdaa48a0"/>
    <p:sldId xmlns:r="http://schemas.openxmlformats.org/officeDocument/2006/relationships" id="332" r:id="R7908a511507d4d02"/>
    <p:sldId xmlns:r="http://schemas.openxmlformats.org/officeDocument/2006/relationships" id="333" r:id="R2ca44ccabd874f9e"/>
    <p:sldId xmlns:r="http://schemas.openxmlformats.org/officeDocument/2006/relationships" id="334" r:id="Re7dfc60d98ee4bb0"/>
    <p:sldId xmlns:r="http://schemas.openxmlformats.org/officeDocument/2006/relationships" id="335" r:id="Ree56f4d419a64b2d"/>
    <p:sldId xmlns:r="http://schemas.openxmlformats.org/officeDocument/2006/relationships" id="336" r:id="Ra564773affa24058"/>
    <p:sldId xmlns:r="http://schemas.openxmlformats.org/officeDocument/2006/relationships" id="337" r:id="R7d3502d71bd841de"/>
    <p:sldId xmlns:r="http://schemas.openxmlformats.org/officeDocument/2006/relationships" id="338" r:id="R6da3d1e20af04f07"/>
    <p:sldId xmlns:r="http://schemas.openxmlformats.org/officeDocument/2006/relationships" id="339" r:id="R792e0043375744d3"/>
    <p:sldId xmlns:r="http://schemas.openxmlformats.org/officeDocument/2006/relationships" id="340" r:id="Rd9a5456235724806"/>
    <p:sldId xmlns:r="http://schemas.openxmlformats.org/officeDocument/2006/relationships" id="341" r:id="R822254dd268b4e87"/>
    <p:sldId xmlns:r="http://schemas.openxmlformats.org/officeDocument/2006/relationships" id="342" r:id="R95a9fff3565f4053"/>
    <p:sldId xmlns:r="http://schemas.openxmlformats.org/officeDocument/2006/relationships" id="343" r:id="Ra0f0b8e61efb4475"/>
    <p:sldId xmlns:r="http://schemas.openxmlformats.org/officeDocument/2006/relationships" id="344" r:id="R88043f768a4b42c6"/>
    <p:sldId xmlns:r="http://schemas.openxmlformats.org/officeDocument/2006/relationships" id="345" r:id="R6e25a25793884f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c4849d4c44414b" /><Relationship Type="http://schemas.openxmlformats.org/officeDocument/2006/relationships/slideMaster" Target="/ppt/slideMasters/slideMaster1.xml" Id="Ra7d9f124e4d443f8" /><Relationship Type="http://schemas.openxmlformats.org/officeDocument/2006/relationships/notesMaster" Target="/ppt/notesMasters/notesMaster1.xml" Id="Ra7db7228938f4bdb" /><Relationship Type="http://schemas.openxmlformats.org/officeDocument/2006/relationships/presProps" Target="/ppt/presProps.xml" Id="R3aaf1a48552e43f7" /><Relationship Type="http://schemas.openxmlformats.org/officeDocument/2006/relationships/tableStyles" Target="/ppt/tableStyles.xml" Id="R988cdf9de94743ef" /><Relationship Type="http://schemas.openxmlformats.org/officeDocument/2006/relationships/slide" Target="/ppt/slides/slide1.xml" Id="Rad54732a27fd4637" /><Relationship Type="http://schemas.openxmlformats.org/officeDocument/2006/relationships/slide" Target="/ppt/slides/slide2.xml" Id="Rf1ce1f6a2c5d47b0" /><Relationship Type="http://schemas.openxmlformats.org/officeDocument/2006/relationships/slide" Target="/ppt/slides/slide3.xml" Id="R6f01fae1d82840dd" /><Relationship Type="http://schemas.openxmlformats.org/officeDocument/2006/relationships/slide" Target="/ppt/slides/slide4.xml" Id="Re49714ee345c4137" /><Relationship Type="http://schemas.openxmlformats.org/officeDocument/2006/relationships/slide" Target="/ppt/slides/slide5.xml" Id="R4cb76ff2b4034794" /><Relationship Type="http://schemas.openxmlformats.org/officeDocument/2006/relationships/slide" Target="/ppt/slides/slide6.xml" Id="R40301be899f4441a" /><Relationship Type="http://schemas.openxmlformats.org/officeDocument/2006/relationships/slide" Target="/ppt/slides/slide7.xml" Id="Rf2257f28f9ef4230" /><Relationship Type="http://schemas.openxmlformats.org/officeDocument/2006/relationships/slide" Target="/ppt/slides/slide8.xml" Id="R0d1e94e31ce24f4e" /><Relationship Type="http://schemas.openxmlformats.org/officeDocument/2006/relationships/slide" Target="/ppt/slides/slide9.xml" Id="Rbc3ac5c876964d8c" /><Relationship Type="http://schemas.openxmlformats.org/officeDocument/2006/relationships/slide" Target="/ppt/slides/slide10.xml" Id="R0888bbc34ec44949" /><Relationship Type="http://schemas.openxmlformats.org/officeDocument/2006/relationships/slide" Target="/ppt/slides/slide11.xml" Id="R9ae51cadfd364ed3" /><Relationship Type="http://schemas.openxmlformats.org/officeDocument/2006/relationships/slide" Target="/ppt/slides/slide12.xml" Id="R0210c1d5c1954134" /><Relationship Type="http://schemas.openxmlformats.org/officeDocument/2006/relationships/slide" Target="/ppt/slides/slide13.xml" Id="R4f491ba89d044511" /><Relationship Type="http://schemas.openxmlformats.org/officeDocument/2006/relationships/slide" Target="/ppt/slides/slide14.xml" Id="R362ed723e7364447" /><Relationship Type="http://schemas.openxmlformats.org/officeDocument/2006/relationships/slide" Target="/ppt/slides/slide15.xml" Id="R7bf1af2e7d444a73" /><Relationship Type="http://schemas.openxmlformats.org/officeDocument/2006/relationships/slide" Target="/ppt/slides/slide16.xml" Id="Rdaed062d62514ff5" /><Relationship Type="http://schemas.openxmlformats.org/officeDocument/2006/relationships/slide" Target="/ppt/slides/slide17.xml" Id="R29967dca36664322" /><Relationship Type="http://schemas.openxmlformats.org/officeDocument/2006/relationships/slide" Target="/ppt/slides/slide18.xml" Id="R7c08c221ef8a4c98" /><Relationship Type="http://schemas.openxmlformats.org/officeDocument/2006/relationships/slide" Target="/ppt/slides/slide19.xml" Id="R1516ff876338474d" /><Relationship Type="http://schemas.openxmlformats.org/officeDocument/2006/relationships/slide" Target="/ppt/slides/slide20.xml" Id="Ra0e88c6faec144a6" /><Relationship Type="http://schemas.openxmlformats.org/officeDocument/2006/relationships/slide" Target="/ppt/slides/slide21.xml" Id="R02c0e624cc2e473f" /><Relationship Type="http://schemas.openxmlformats.org/officeDocument/2006/relationships/slide" Target="/ppt/slides/slide22.xml" Id="Rf32d900f3a9b4c63" /><Relationship Type="http://schemas.openxmlformats.org/officeDocument/2006/relationships/slide" Target="/ppt/slides/slide23.xml" Id="R7164f17cf1574d86" /><Relationship Type="http://schemas.openxmlformats.org/officeDocument/2006/relationships/slide" Target="/ppt/slides/slide24.xml" Id="R2fec5db290cd49d4" /><Relationship Type="http://schemas.openxmlformats.org/officeDocument/2006/relationships/slide" Target="/ppt/slides/slide25.xml" Id="R2d27813ea1b24ad7" /><Relationship Type="http://schemas.openxmlformats.org/officeDocument/2006/relationships/slide" Target="/ppt/slides/slide26.xml" Id="Re958bf1fbb634266" /><Relationship Type="http://schemas.openxmlformats.org/officeDocument/2006/relationships/slide" Target="/ppt/slides/slide27.xml" Id="Ra6fcb54d2aa04e5e" /><Relationship Type="http://schemas.openxmlformats.org/officeDocument/2006/relationships/slide" Target="/ppt/slides/slide28.xml" Id="R0f96c2cc1ca4416f" /><Relationship Type="http://schemas.openxmlformats.org/officeDocument/2006/relationships/slide" Target="/ppt/slides/slide29.xml" Id="R0bb85f5896df4e03" /><Relationship Type="http://schemas.openxmlformats.org/officeDocument/2006/relationships/slide" Target="/ppt/slides/slide30.xml" Id="Rf9964faaa1d84769" /><Relationship Type="http://schemas.openxmlformats.org/officeDocument/2006/relationships/slide" Target="/ppt/slides/slide31.xml" Id="Rc3c13d93bd704a8b" /><Relationship Type="http://schemas.openxmlformats.org/officeDocument/2006/relationships/slide" Target="/ppt/slides/slide32.xml" Id="R46e521e09a5643c8" /><Relationship Type="http://schemas.openxmlformats.org/officeDocument/2006/relationships/slide" Target="/ppt/slides/slide33.xml" Id="Rf1be4ae2a1ab4a6f" /><Relationship Type="http://schemas.openxmlformats.org/officeDocument/2006/relationships/slide" Target="/ppt/slides/slide34.xml" Id="R98453cee72c3429c" /><Relationship Type="http://schemas.openxmlformats.org/officeDocument/2006/relationships/slide" Target="/ppt/slides/slide35.xml" Id="R63452df1e2654ebf" /><Relationship Type="http://schemas.openxmlformats.org/officeDocument/2006/relationships/slide" Target="/ppt/slides/slide36.xml" Id="R7f41bbb8de714eaa" /><Relationship Type="http://schemas.openxmlformats.org/officeDocument/2006/relationships/slide" Target="/ppt/slides/slide37.xml" Id="R29b3e33e8eb84afe" /><Relationship Type="http://schemas.openxmlformats.org/officeDocument/2006/relationships/slide" Target="/ppt/slides/slide38.xml" Id="R7c0ae925fc6a4c55" /><Relationship Type="http://schemas.openxmlformats.org/officeDocument/2006/relationships/slide" Target="/ppt/slides/slide39.xml" Id="Rdadeae74c25a4a23" /><Relationship Type="http://schemas.openxmlformats.org/officeDocument/2006/relationships/slide" Target="/ppt/slides/slide40.xml" Id="R01738abc127f4801" /><Relationship Type="http://schemas.openxmlformats.org/officeDocument/2006/relationships/slide" Target="/ppt/slides/slide41.xml" Id="R3aa53f7b051042f3" /><Relationship Type="http://schemas.openxmlformats.org/officeDocument/2006/relationships/slide" Target="/ppt/slides/slide42.xml" Id="Rd945926b2d5d4dd9" /><Relationship Type="http://schemas.openxmlformats.org/officeDocument/2006/relationships/slide" Target="/ppt/slides/slide43.xml" Id="Rf87b15222b7e4845" /><Relationship Type="http://schemas.openxmlformats.org/officeDocument/2006/relationships/slide" Target="/ppt/slides/slide44.xml" Id="R032ffe204a714d76" /><Relationship Type="http://schemas.openxmlformats.org/officeDocument/2006/relationships/slide" Target="/ppt/slides/slide45.xml" Id="Rdd435095556c45b3" /><Relationship Type="http://schemas.openxmlformats.org/officeDocument/2006/relationships/slide" Target="/ppt/slides/slide46.xml" Id="R6424fbb5f2eb4679" /><Relationship Type="http://schemas.openxmlformats.org/officeDocument/2006/relationships/slide" Target="/ppt/slides/slide47.xml" Id="Ra1c01a943f0f4335" /><Relationship Type="http://schemas.openxmlformats.org/officeDocument/2006/relationships/slide" Target="/ppt/slides/slide48.xml" Id="R6596c3de86b0428e" /><Relationship Type="http://schemas.openxmlformats.org/officeDocument/2006/relationships/slide" Target="/ppt/slides/slide49.xml" Id="Rdfceaf62248b4e64" /><Relationship Type="http://schemas.openxmlformats.org/officeDocument/2006/relationships/slide" Target="/ppt/slides/slide50.xml" Id="Rb29ccd9d20564f4b" /><Relationship Type="http://schemas.openxmlformats.org/officeDocument/2006/relationships/slide" Target="/ppt/slides/slide51.xml" Id="Rbf6d096cde724d62" /><Relationship Type="http://schemas.openxmlformats.org/officeDocument/2006/relationships/slide" Target="/ppt/slides/slide52.xml" Id="Rcf16dc581e1f4d5f" /><Relationship Type="http://schemas.openxmlformats.org/officeDocument/2006/relationships/slide" Target="/ppt/slides/slide53.xml" Id="R3f379b2ebe4c43e6" /><Relationship Type="http://schemas.openxmlformats.org/officeDocument/2006/relationships/slide" Target="/ppt/slides/slide54.xml" Id="R0f92675de2e34668" /><Relationship Type="http://schemas.openxmlformats.org/officeDocument/2006/relationships/slide" Target="/ppt/slides/slide55.xml" Id="Re68ab10bb88143e3" /><Relationship Type="http://schemas.openxmlformats.org/officeDocument/2006/relationships/slide" Target="/ppt/slides/slide56.xml" Id="Rf31e1f70319b4689" /><Relationship Type="http://schemas.openxmlformats.org/officeDocument/2006/relationships/slide" Target="/ppt/slides/slide57.xml" Id="R1bbc2ddcb89c4024" /><Relationship Type="http://schemas.openxmlformats.org/officeDocument/2006/relationships/slide" Target="/ppt/slides/slide58.xml" Id="Ra6912bb81aa64c2f" /><Relationship Type="http://schemas.openxmlformats.org/officeDocument/2006/relationships/slide" Target="/ppt/slides/slide59.xml" Id="R6ac385af8072497f" /><Relationship Type="http://schemas.openxmlformats.org/officeDocument/2006/relationships/slide" Target="/ppt/slides/slide60.xml" Id="Re413c0697b85413b" /><Relationship Type="http://schemas.openxmlformats.org/officeDocument/2006/relationships/slide" Target="/ppt/slides/slide61.xml" Id="R387966f3f6724cf6" /><Relationship Type="http://schemas.openxmlformats.org/officeDocument/2006/relationships/slide" Target="/ppt/slides/slide62.xml" Id="Rb24e6ae344b040ac" /><Relationship Type="http://schemas.openxmlformats.org/officeDocument/2006/relationships/slide" Target="/ppt/slides/slide63.xml" Id="R49144bcb4f7544ea" /><Relationship Type="http://schemas.openxmlformats.org/officeDocument/2006/relationships/slide" Target="/ppt/slides/slide64.xml" Id="Rc6ebe354ff6241a3" /><Relationship Type="http://schemas.openxmlformats.org/officeDocument/2006/relationships/slide" Target="/ppt/slides/slide65.xml" Id="Rcbcc4e9c20dd480c" /><Relationship Type="http://schemas.openxmlformats.org/officeDocument/2006/relationships/slide" Target="/ppt/slides/slide66.xml" Id="R454f43f61af7400d" /><Relationship Type="http://schemas.openxmlformats.org/officeDocument/2006/relationships/slide" Target="/ppt/slides/slide67.xml" Id="Rc3343cd2ddb84601" /><Relationship Type="http://schemas.openxmlformats.org/officeDocument/2006/relationships/slide" Target="/ppt/slides/slide68.xml" Id="R924e2821bde841cc" /><Relationship Type="http://schemas.openxmlformats.org/officeDocument/2006/relationships/slide" Target="/ppt/slides/slide69.xml" Id="R11be53eb89074ed4" /><Relationship Type="http://schemas.openxmlformats.org/officeDocument/2006/relationships/slide" Target="/ppt/slides/slide70.xml" Id="Rb640c5730b274474" /><Relationship Type="http://schemas.openxmlformats.org/officeDocument/2006/relationships/slide" Target="/ppt/slides/slide71.xml" Id="R6751c2fb1a2b465a" /><Relationship Type="http://schemas.openxmlformats.org/officeDocument/2006/relationships/slide" Target="/ppt/slides/slide72.xml" Id="R3d984ec8060149d7" /><Relationship Type="http://schemas.openxmlformats.org/officeDocument/2006/relationships/slide" Target="/ppt/slides/slide73.xml" Id="R545bf8af061b4188" /><Relationship Type="http://schemas.openxmlformats.org/officeDocument/2006/relationships/slide" Target="/ppt/slides/slide74.xml" Id="R01ab4e118e754f8c" /><Relationship Type="http://schemas.openxmlformats.org/officeDocument/2006/relationships/slide" Target="/ppt/slides/slide75.xml" Id="Ra0d9fa8bbe584843" /><Relationship Type="http://schemas.openxmlformats.org/officeDocument/2006/relationships/slide" Target="/ppt/slides/slide76.xml" Id="R687878c0fdaa48a0" /><Relationship Type="http://schemas.openxmlformats.org/officeDocument/2006/relationships/slide" Target="/ppt/slides/slide77.xml" Id="R7908a511507d4d02" /><Relationship Type="http://schemas.openxmlformats.org/officeDocument/2006/relationships/slide" Target="/ppt/slides/slide78.xml" Id="R2ca44ccabd874f9e" /><Relationship Type="http://schemas.openxmlformats.org/officeDocument/2006/relationships/slide" Target="/ppt/slides/slide79.xml" Id="Re7dfc60d98ee4bb0" /><Relationship Type="http://schemas.openxmlformats.org/officeDocument/2006/relationships/slide" Target="/ppt/slides/slide80.xml" Id="Ree56f4d419a64b2d" /><Relationship Type="http://schemas.openxmlformats.org/officeDocument/2006/relationships/slide" Target="/ppt/slides/slide81.xml" Id="Ra564773affa24058" /><Relationship Type="http://schemas.openxmlformats.org/officeDocument/2006/relationships/slide" Target="/ppt/slides/slide82.xml" Id="R7d3502d71bd841de" /><Relationship Type="http://schemas.openxmlformats.org/officeDocument/2006/relationships/slide" Target="/ppt/slides/slide83.xml" Id="R6da3d1e20af04f07" /><Relationship Type="http://schemas.openxmlformats.org/officeDocument/2006/relationships/slide" Target="/ppt/slides/slide84.xml" Id="R792e0043375744d3" /><Relationship Type="http://schemas.openxmlformats.org/officeDocument/2006/relationships/slide" Target="/ppt/slides/slide85.xml" Id="Rd9a5456235724806" /><Relationship Type="http://schemas.openxmlformats.org/officeDocument/2006/relationships/slide" Target="/ppt/slides/slide86.xml" Id="R822254dd268b4e87" /><Relationship Type="http://schemas.openxmlformats.org/officeDocument/2006/relationships/slide" Target="/ppt/slides/slide87.xml" Id="R95a9fff3565f4053" /><Relationship Type="http://schemas.openxmlformats.org/officeDocument/2006/relationships/slide" Target="/ppt/slides/slide88.xml" Id="Ra0f0b8e61efb4475" /><Relationship Type="http://schemas.openxmlformats.org/officeDocument/2006/relationships/slide" Target="/ppt/slides/slide89.xml" Id="R88043f768a4b42c6" /><Relationship Type="http://schemas.openxmlformats.org/officeDocument/2006/relationships/slide" Target="/ppt/slides/slide90.xml" Id="R6e25a25793884f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e50867e17549d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3630b3570b484c" /><Relationship Type="http://schemas.openxmlformats.org/officeDocument/2006/relationships/notesMaster" Target="/ppt/notesMasters/notesMaster1.xml" Id="R6d98bf3271344c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8641bfe898493a" /><Relationship Type="http://schemas.openxmlformats.org/officeDocument/2006/relationships/notesMaster" Target="/ppt/notesMasters/notesMaster1.xml" Id="R87cc8c0a385f4e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a479a83f9b4c58" /><Relationship Type="http://schemas.openxmlformats.org/officeDocument/2006/relationships/notesMaster" Target="/ppt/notesMasters/notesMaster1.xml" Id="R84a9839a4f0348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ab2cd4a4b64ba8" /><Relationship Type="http://schemas.openxmlformats.org/officeDocument/2006/relationships/notesMaster" Target="/ppt/notesMasters/notesMaster1.xml" Id="R5d0d70b46f7848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d5ee066b2746c9" /><Relationship Type="http://schemas.openxmlformats.org/officeDocument/2006/relationships/notesMaster" Target="/ppt/notesMasters/notesMaster1.xml" Id="Rf4903c003202482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1eb3e388b64fb9" /><Relationship Type="http://schemas.openxmlformats.org/officeDocument/2006/relationships/notesMaster" Target="/ppt/notesMasters/notesMaster1.xml" Id="R6735408744e54f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e5fb8362984d62" /><Relationship Type="http://schemas.openxmlformats.org/officeDocument/2006/relationships/notesMaster" Target="/ppt/notesMasters/notesMaster1.xml" Id="R96b72264729b4a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5dd3aa157754285" /><Relationship Type="http://schemas.openxmlformats.org/officeDocument/2006/relationships/notesMaster" Target="/ppt/notesMasters/notesMaster1.xml" Id="Rbf3adac95a2f4d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a610d6a8694afc" /><Relationship Type="http://schemas.openxmlformats.org/officeDocument/2006/relationships/notesMaster" Target="/ppt/notesMasters/notesMaster1.xml" Id="R176122d55c8a45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e44dc5d8a6466e" /><Relationship Type="http://schemas.openxmlformats.org/officeDocument/2006/relationships/notesMaster" Target="/ppt/notesMasters/notesMaster1.xml" Id="R6e872400ec1e4b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611b49d8d3b4c94" /><Relationship Type="http://schemas.openxmlformats.org/officeDocument/2006/relationships/notesMaster" Target="/ppt/notesMasters/notesMaster1.xml" Id="Rf975d1c4efe6476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0060829b089424a" /><Relationship Type="http://schemas.openxmlformats.org/officeDocument/2006/relationships/notesMaster" Target="/ppt/notesMasters/notesMaster1.xml" Id="R41aa6360b77c45a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a3768d9a994089" /><Relationship Type="http://schemas.openxmlformats.org/officeDocument/2006/relationships/notesMaster" Target="/ppt/notesMasters/notesMaster1.xml" Id="R998d9081af7346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169e4feb2eb4ce9" /><Relationship Type="http://schemas.openxmlformats.org/officeDocument/2006/relationships/notesMaster" Target="/ppt/notesMasters/notesMaster1.xml" Id="Rc6e2f7bf62d5471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f56862001394ad3" /><Relationship Type="http://schemas.openxmlformats.org/officeDocument/2006/relationships/notesMaster" Target="/ppt/notesMasters/notesMaster1.xml" Id="R507675a548b6478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0f76d7c50f3481b" /><Relationship Type="http://schemas.openxmlformats.org/officeDocument/2006/relationships/notesMaster" Target="/ppt/notesMasters/notesMaster1.xml" Id="Rd86b047b5eb84a1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d737dfeec5641c8" /><Relationship Type="http://schemas.openxmlformats.org/officeDocument/2006/relationships/notesMaster" Target="/ppt/notesMasters/notesMaster1.xml" Id="R649f200ff5c84b2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136a93ea2444577" /><Relationship Type="http://schemas.openxmlformats.org/officeDocument/2006/relationships/notesMaster" Target="/ppt/notesMasters/notesMaster1.xml" Id="R9d78209487a340c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eec3cb949944e59" /><Relationship Type="http://schemas.openxmlformats.org/officeDocument/2006/relationships/notesMaster" Target="/ppt/notesMasters/notesMaster1.xml" Id="Rd683d6be9c69422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1d42086ec0347d5" /><Relationship Type="http://schemas.openxmlformats.org/officeDocument/2006/relationships/notesMaster" Target="/ppt/notesMasters/notesMaster1.xml" Id="R93ba8d40e85847e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287fb1bdc9c4f20" /><Relationship Type="http://schemas.openxmlformats.org/officeDocument/2006/relationships/notesMaster" Target="/ppt/notesMasters/notesMaster1.xml" Id="Rdd79c0cad8a84ca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5079055c9514669" /><Relationship Type="http://schemas.openxmlformats.org/officeDocument/2006/relationships/notesMaster" Target="/ppt/notesMasters/notesMaster1.xml" Id="Ra497fa1d960b456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a604c75a743444e" /><Relationship Type="http://schemas.openxmlformats.org/officeDocument/2006/relationships/notesMaster" Target="/ppt/notesMasters/notesMaster1.xml" Id="R5dae210bdac444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21a3f32dc064a16" /><Relationship Type="http://schemas.openxmlformats.org/officeDocument/2006/relationships/notesMaster" Target="/ppt/notesMasters/notesMaster1.xml" Id="Rd989ad77adfc407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415fe1dfdf947b6" /><Relationship Type="http://schemas.openxmlformats.org/officeDocument/2006/relationships/notesMaster" Target="/ppt/notesMasters/notesMaster1.xml" Id="Re8596d01cf7a414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893088bd300458c" /><Relationship Type="http://schemas.openxmlformats.org/officeDocument/2006/relationships/notesMaster" Target="/ppt/notesMasters/notesMaster1.xml" Id="R1edc09f6abdf484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c5e7eb4717b432c" /><Relationship Type="http://schemas.openxmlformats.org/officeDocument/2006/relationships/notesMaster" Target="/ppt/notesMasters/notesMaster1.xml" Id="Rf5266f154fa849b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0896303c660492d" /><Relationship Type="http://schemas.openxmlformats.org/officeDocument/2006/relationships/notesMaster" Target="/ppt/notesMasters/notesMaster1.xml" Id="R7950bd30fdc5469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1f9e3c349ee4aba" /><Relationship Type="http://schemas.openxmlformats.org/officeDocument/2006/relationships/notesMaster" Target="/ppt/notesMasters/notesMaster1.xml" Id="Rc22ec0eb499d4b8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d6d2ed3ebc14bfd" /><Relationship Type="http://schemas.openxmlformats.org/officeDocument/2006/relationships/notesMaster" Target="/ppt/notesMasters/notesMaster1.xml" Id="Re666108848834af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6d0c7e920424a69" /><Relationship Type="http://schemas.openxmlformats.org/officeDocument/2006/relationships/notesMaster" Target="/ppt/notesMasters/notesMaster1.xml" Id="R79152c17b4f6496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4ca36f4d92d4c56" /><Relationship Type="http://schemas.openxmlformats.org/officeDocument/2006/relationships/notesMaster" Target="/ppt/notesMasters/notesMaster1.xml" Id="R58e2703553f5475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3eb5c150ad7451b" /><Relationship Type="http://schemas.openxmlformats.org/officeDocument/2006/relationships/notesMaster" Target="/ppt/notesMasters/notesMaster1.xml" Id="R57ab6236a9de4fd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b339dc90fb243fd" /><Relationship Type="http://schemas.openxmlformats.org/officeDocument/2006/relationships/notesMaster" Target="/ppt/notesMasters/notesMaster1.xml" Id="R52f0d741284c470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b8f77aad4564bea" /><Relationship Type="http://schemas.openxmlformats.org/officeDocument/2006/relationships/notesMaster" Target="/ppt/notesMasters/notesMaster1.xml" Id="Rc74fad8f07d0455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1e9e588643b4b9f" /><Relationship Type="http://schemas.openxmlformats.org/officeDocument/2006/relationships/notesMaster" Target="/ppt/notesMasters/notesMaster1.xml" Id="R0d1119f6a1f2423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62db2d553e6408f" /><Relationship Type="http://schemas.openxmlformats.org/officeDocument/2006/relationships/notesMaster" Target="/ppt/notesMasters/notesMaster1.xml" Id="R6fb6fc4affe84ff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463cf4580fa496e" /><Relationship Type="http://schemas.openxmlformats.org/officeDocument/2006/relationships/notesMaster" Target="/ppt/notesMasters/notesMaster1.xml" Id="Rf09eb562552c481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d7c0750c4e04540" /><Relationship Type="http://schemas.openxmlformats.org/officeDocument/2006/relationships/notesMaster" Target="/ppt/notesMasters/notesMaster1.xml" Id="Rde90304c4047481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71775fc19834b6b" /><Relationship Type="http://schemas.openxmlformats.org/officeDocument/2006/relationships/notesMaster" Target="/ppt/notesMasters/notesMaster1.xml" Id="Rb50b3d4756014eb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bb55fd7274b417a" /><Relationship Type="http://schemas.openxmlformats.org/officeDocument/2006/relationships/notesMaster" Target="/ppt/notesMasters/notesMaster1.xml" Id="Rd26988158814432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fa44e976a484467" /><Relationship Type="http://schemas.openxmlformats.org/officeDocument/2006/relationships/notesMaster" Target="/ppt/notesMasters/notesMaster1.xml" Id="R618e020f68d14e5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e80772844d74619" /><Relationship Type="http://schemas.openxmlformats.org/officeDocument/2006/relationships/notesMaster" Target="/ppt/notesMasters/notesMaster1.xml" Id="Rdb67e1dde3454a3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b735d8d50674e86" /><Relationship Type="http://schemas.openxmlformats.org/officeDocument/2006/relationships/notesMaster" Target="/ppt/notesMasters/notesMaster1.xml" Id="Rd1529a8a24f6483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78d1f8a0d104c7c" /><Relationship Type="http://schemas.openxmlformats.org/officeDocument/2006/relationships/notesMaster" Target="/ppt/notesMasters/notesMaster1.xml" Id="R27a73610ae8f4b7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7c27e1fd724402a" /><Relationship Type="http://schemas.openxmlformats.org/officeDocument/2006/relationships/notesMaster" Target="/ppt/notesMasters/notesMaster1.xml" Id="R2445adf8635b4ab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ec5df7ffa594c81" /><Relationship Type="http://schemas.openxmlformats.org/officeDocument/2006/relationships/notesMaster" Target="/ppt/notesMasters/notesMaster1.xml" Id="R606abba635864b1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80cd545737f4625" /><Relationship Type="http://schemas.openxmlformats.org/officeDocument/2006/relationships/notesMaster" Target="/ppt/notesMasters/notesMaster1.xml" Id="R38fb52d984f34ae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0aa03873b6449fd" /><Relationship Type="http://schemas.openxmlformats.org/officeDocument/2006/relationships/notesMaster" Target="/ppt/notesMasters/notesMaster1.xml" Id="R9b8c8f88c911483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09959800b7d4891" /><Relationship Type="http://schemas.openxmlformats.org/officeDocument/2006/relationships/notesMaster" Target="/ppt/notesMasters/notesMaster1.xml" Id="Ra4963b15769b409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476b5c2264243ae" /><Relationship Type="http://schemas.openxmlformats.org/officeDocument/2006/relationships/notesMaster" Target="/ppt/notesMasters/notesMaster1.xml" Id="R27bd70d9ae3e4f1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1398e71f40f4e35" /><Relationship Type="http://schemas.openxmlformats.org/officeDocument/2006/relationships/notesMaster" Target="/ppt/notesMasters/notesMaster1.xml" Id="R1e9f3cdcf2f9458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7345f8b4a284edf" /><Relationship Type="http://schemas.openxmlformats.org/officeDocument/2006/relationships/notesMaster" Target="/ppt/notesMasters/notesMaster1.xml" Id="R9adb3cb4a366495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60c27376d0d48ff" /><Relationship Type="http://schemas.openxmlformats.org/officeDocument/2006/relationships/notesMaster" Target="/ppt/notesMasters/notesMaster1.xml" Id="R8c49e01cb33b447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fd42e79e6aa4d06" /><Relationship Type="http://schemas.openxmlformats.org/officeDocument/2006/relationships/notesMaster" Target="/ppt/notesMasters/notesMaster1.xml" Id="R17339fab447547c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5943fea40cd4b15" /><Relationship Type="http://schemas.openxmlformats.org/officeDocument/2006/relationships/notesMaster" Target="/ppt/notesMasters/notesMaster1.xml" Id="R1ae12817334344e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19a783c976f4045" /><Relationship Type="http://schemas.openxmlformats.org/officeDocument/2006/relationships/notesMaster" Target="/ppt/notesMasters/notesMaster1.xml" Id="Rd4b0bb9a71e74b5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d839f74e8f34008" /><Relationship Type="http://schemas.openxmlformats.org/officeDocument/2006/relationships/notesMaster" Target="/ppt/notesMasters/notesMaster1.xml" Id="R5d45d35db94d439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c491d557a634748" /><Relationship Type="http://schemas.openxmlformats.org/officeDocument/2006/relationships/notesMaster" Target="/ppt/notesMasters/notesMaster1.xml" Id="R937a767fba904fc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8bdc6775bca4a64" /><Relationship Type="http://schemas.openxmlformats.org/officeDocument/2006/relationships/notesMaster" Target="/ppt/notesMasters/notesMaster1.xml" Id="Rec64e4bc4f6d457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152cf31d4084c9d" /><Relationship Type="http://schemas.openxmlformats.org/officeDocument/2006/relationships/notesMaster" Target="/ppt/notesMasters/notesMaster1.xml" Id="Rcf5d0b4e1283424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fbbd2d4ad864240" /><Relationship Type="http://schemas.openxmlformats.org/officeDocument/2006/relationships/notesMaster" Target="/ppt/notesMasters/notesMaster1.xml" Id="Rd1acbec80c31454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87dd0b2daeb47b2" /><Relationship Type="http://schemas.openxmlformats.org/officeDocument/2006/relationships/notesMaster" Target="/ppt/notesMasters/notesMaster1.xml" Id="R3850068d6b3d444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50554a3838e4233" /><Relationship Type="http://schemas.openxmlformats.org/officeDocument/2006/relationships/notesMaster" Target="/ppt/notesMasters/notesMaster1.xml" Id="R8faa081e1ef94af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01d92c8ff5e4569" /><Relationship Type="http://schemas.openxmlformats.org/officeDocument/2006/relationships/notesMaster" Target="/ppt/notesMasters/notesMaster1.xml" Id="R8a8140a059ea48b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743afce37d0458e" /><Relationship Type="http://schemas.openxmlformats.org/officeDocument/2006/relationships/notesMaster" Target="/ppt/notesMasters/notesMaster1.xml" Id="Reb024d8da2fa41e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96028bb07ea4e69" /><Relationship Type="http://schemas.openxmlformats.org/officeDocument/2006/relationships/notesMaster" Target="/ppt/notesMasters/notesMaster1.xml" Id="R4162a24c0c694c1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9e49529224a4885" /><Relationship Type="http://schemas.openxmlformats.org/officeDocument/2006/relationships/notesMaster" Target="/ppt/notesMasters/notesMaster1.xml" Id="R50a4e3baeee64ad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224f1f0df7847ef" /><Relationship Type="http://schemas.openxmlformats.org/officeDocument/2006/relationships/notesMaster" Target="/ppt/notesMasters/notesMaster1.xml" Id="R5090b3e961ca444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e68d1640d0b4d7b" /><Relationship Type="http://schemas.openxmlformats.org/officeDocument/2006/relationships/notesMaster" Target="/ppt/notesMasters/notesMaster1.xml" Id="Raaca4c4dec60421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00cb7c3cc5c49bb" /><Relationship Type="http://schemas.openxmlformats.org/officeDocument/2006/relationships/notesMaster" Target="/ppt/notesMasters/notesMaster1.xml" Id="R0ed7c7367dd643c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24b14f026134e9c" /><Relationship Type="http://schemas.openxmlformats.org/officeDocument/2006/relationships/notesMaster" Target="/ppt/notesMasters/notesMaster1.xml" Id="R6295b09b758d4a7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2c6b38d2879499c" /><Relationship Type="http://schemas.openxmlformats.org/officeDocument/2006/relationships/notesMaster" Target="/ppt/notesMasters/notesMaster1.xml" Id="R630a8944ca094ec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e3384017a2943fa" /><Relationship Type="http://schemas.openxmlformats.org/officeDocument/2006/relationships/notesMaster" Target="/ppt/notesMasters/notesMaster1.xml" Id="R2a30e763c0cd409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0d4e0ae45314aba" /><Relationship Type="http://schemas.openxmlformats.org/officeDocument/2006/relationships/notesMaster" Target="/ppt/notesMasters/notesMaster1.xml" Id="R3109001d1dd64c1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6eb0683b24648e5" /><Relationship Type="http://schemas.openxmlformats.org/officeDocument/2006/relationships/notesMaster" Target="/ppt/notesMasters/notesMaster1.xml" Id="R7cc07859d97a4f2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20d2369bf424c83" /><Relationship Type="http://schemas.openxmlformats.org/officeDocument/2006/relationships/notesMaster" Target="/ppt/notesMasters/notesMaster1.xml" Id="Rf9499e2ee50d416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fd4ae89b7ff4ac3" /><Relationship Type="http://schemas.openxmlformats.org/officeDocument/2006/relationships/notesMaster" Target="/ppt/notesMasters/notesMaster1.xml" Id="R4bd89d01eee64bc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f41c9d00c314727" /><Relationship Type="http://schemas.openxmlformats.org/officeDocument/2006/relationships/notesMaster" Target="/ppt/notesMasters/notesMaster1.xml" Id="Rf97d8ab0fc714f0d"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04d457e47dc47fd" /><Relationship Type="http://schemas.openxmlformats.org/officeDocument/2006/relationships/notesMaster" Target="/ppt/notesMasters/notesMaster1.xml" Id="Rdb5b1c6e30d74a32"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aada7d1fdcb4b7e" /><Relationship Type="http://schemas.openxmlformats.org/officeDocument/2006/relationships/notesMaster" Target="/ppt/notesMasters/notesMaster1.xml" Id="R0b7027c2e970453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90628ea844d487a" /><Relationship Type="http://schemas.openxmlformats.org/officeDocument/2006/relationships/notesMaster" Target="/ppt/notesMasters/notesMaster1.xml" Id="R6c993251b8d14e13"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f6a2e2c4dff4dfa" /><Relationship Type="http://schemas.openxmlformats.org/officeDocument/2006/relationships/notesMaster" Target="/ppt/notesMasters/notesMaster1.xml" Id="R77e42110980949e7"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7ba0c8623b34dd1" /><Relationship Type="http://schemas.openxmlformats.org/officeDocument/2006/relationships/notesMaster" Target="/ppt/notesMasters/notesMaster1.xml" Id="R4d4db86fe03347d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baaf8b8f0c34de7" /><Relationship Type="http://schemas.openxmlformats.org/officeDocument/2006/relationships/notesMaster" Target="/ppt/notesMasters/notesMaster1.xml" Id="R0c6b2eee0dc04de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2c9c08d5eb34609" /><Relationship Type="http://schemas.openxmlformats.org/officeDocument/2006/relationships/notesMaster" Target="/ppt/notesMasters/notesMaster1.xml" Id="R4b0106cb3783496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9618c7a9d404626" /><Relationship Type="http://schemas.openxmlformats.org/officeDocument/2006/relationships/notesMaster" Target="/ppt/notesMasters/notesMaster1.xml" Id="Rd507095cb32e49fe"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35f53eb8c0ce4d8f" /><Relationship Type="http://schemas.openxmlformats.org/officeDocument/2006/relationships/notesMaster" Target="/ppt/notesMasters/notesMaster1.xml" Id="Rf30537236c14442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cfd0e16d68cc4ff5" /><Relationship Type="http://schemas.openxmlformats.org/officeDocument/2006/relationships/notesMaster" Target="/ppt/notesMasters/notesMaster1.xml" Id="R10b1eb41fe07411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bda9f7ea9e44462" /><Relationship Type="http://schemas.openxmlformats.org/officeDocument/2006/relationships/notesMaster" Target="/ppt/notesMasters/notesMaster1.xml" Id="R67e1f5d28eb941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화살표를 따라 오른쪽 청록 실선 영역을 가리킨다. README의 현재 안내와 pyproject.toml의 빌드 도구·고정 버전이 직접 필요하다. 회색 점선 영역의 crop/resize 명세·처리 순서·테스트 구조·CLI 필드는 정확하지만 이번 버전 명시에는 불필요했다. Agent는 AGENTS.md도 읽었으며 이 정보로 인한 혼란·우회·Context 관련 실패는 관찰되지 않았다고 명시한다. ‘불필요’가 ‘읽지 않음’·‘잘못된 정보’·‘검증 불필요’라는 뜻은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프롬프트의 목표·기준 파일 → 직접 필요한 청록 영역 → 함께 있었던 회색 상세 → 관련성 질문. 실선·점선과 명시적 라벨로 색상 이외의 구분을 제공한다. 화면은 native 도식이고 실제 제품 UI나 실행 캡처가 아니다.</a:t>
            </a:r>
          </a:p>
          <a:p xmlns:a="http://schemas.openxmlformats.org/drawingml/2006/main">
            <a:r>
              <a:t/>
            </a:r>
          </a:p>
          <a:p xmlns:a="http://schemas.openxmlformats.org/drawingml/2006/main">
            <a:r>
              <a:t>Evidence / Source: TRIAL-004, BEAT-012, CLM-0014, CLM-0015, DEC-0049.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production/evaluation/S37_CONTEXT_RELEVANCE_REVISION.md와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DEC-0049의 실제 요청창과 청록 실선/회색 점선 Context 구분을 반영했다. 최종 렌더·Notes parity는 production/evaluation/S37_CONTEXT_RELEVANCE_REVISION.md를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844000601540b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1798c3ab3e40e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083cc9a4f184ee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6801fc410b340b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cc8f4f26fa343e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fe5fc4a060a453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E05690-35DD-43F9-9B42-0F8B0C3165F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6D7D0DB-FC24-4F2F-B0CE-E9C6E3060B6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B5FB1A9-4D4D-48D5-830C-097F938A242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785D27B-33F3-4A58-83F9-C7F6E016FA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818143-377B-4759-BF06-8B8588DFEAD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5C3543-B902-4A77-828C-8313134CAD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B93C2F6-3AA8-420F-AC5D-8D5B779A26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446EF77-BC82-4677-8538-E0312EE2A71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049638-E412-4880-AB0C-ECF45365FC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63F5CA5-D984-44B8-B560-73AEEB1DE40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8dcbde5311b45c7" /><Relationship Type="http://schemas.openxmlformats.org/officeDocument/2006/relationships/slideLayout" Target="/ppt/slideLayouts/slideLayout1.xml" Id="Rdd855ed7328c4d26" /><Relationship Type="http://schemas.openxmlformats.org/officeDocument/2006/relationships/slideLayout" Target="/ppt/slideLayouts/slideLayout2.xml" Id="R1af6c4609cf84eea" /><Relationship Type="http://schemas.openxmlformats.org/officeDocument/2006/relationships/slideLayout" Target="/ppt/slideLayouts/slideLayout3.xml" Id="Radbc55d0ffa14d7c" /><Relationship Type="http://schemas.openxmlformats.org/officeDocument/2006/relationships/slideLayout" Target="/ppt/slideLayouts/slideLayout4.xml" Id="R76c6f68c35ba4ac8" /><Relationship Type="http://schemas.openxmlformats.org/officeDocument/2006/relationships/slideLayout" Target="/ppt/slideLayouts/slideLayout5.xml" Id="R555299529bba4a7c" /><Relationship Type="http://schemas.openxmlformats.org/officeDocument/2006/relationships/slideLayout" Target="/ppt/slideLayouts/slideLayout6.xml" Id="Rbe67574870234d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855ed7328c4d26"/>
    <p:sldLayoutId xmlns:r="http://schemas.openxmlformats.org/officeDocument/2006/relationships" id="2147483650" r:id="R1af6c4609cf84eea"/>
    <p:sldLayoutId xmlns:r="http://schemas.openxmlformats.org/officeDocument/2006/relationships" id="2147483651" r:id="Radbc55d0ffa14d7c"/>
    <p:sldLayoutId xmlns:r="http://schemas.openxmlformats.org/officeDocument/2006/relationships" id="2147483652" r:id="R76c6f68c35ba4ac8"/>
    <p:sldLayoutId xmlns:r="http://schemas.openxmlformats.org/officeDocument/2006/relationships" id="2147483653" r:id="R555299529bba4a7c"/>
    <p:sldLayoutId xmlns:r="http://schemas.openxmlformats.org/officeDocument/2006/relationships" id="2147483654" r:id="Rbe67574870234d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cc9a75cb0047e3" /><Relationship Type="http://schemas.openxmlformats.org/officeDocument/2006/relationships/image" Target="/ppt/media/image.png" Id="R93682e9eb07543c9" /><Relationship Type="http://schemas.openxmlformats.org/officeDocument/2006/relationships/notesSlide" Target="/ppt/notesSlides/notesSlide1.xml" Id="R8827dbe9a5f349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28a560048064b53" /><Relationship Type="http://schemas.openxmlformats.org/officeDocument/2006/relationships/notesSlide" Target="/ppt/notesSlides/notesSlide2.xml" Id="Rc16e8428199049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1389be3fb394156" /><Relationship Type="http://schemas.openxmlformats.org/officeDocument/2006/relationships/notesSlide" Target="/ppt/notesSlides/notesSlide3.xml" Id="R52233da27f1b47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5280d5a9814a25" /><Relationship Type="http://schemas.openxmlformats.org/officeDocument/2006/relationships/image" Target="/ppt/media/image2.png" Id="Rcbd874ccec754454" /><Relationship Type="http://schemas.openxmlformats.org/officeDocument/2006/relationships/notesSlide" Target="/ppt/notesSlides/notesSlide4.xml" Id="R22174e3aaacd47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f1c2783a8554600" /><Relationship Type="http://schemas.openxmlformats.org/officeDocument/2006/relationships/notesSlide" Target="/ppt/notesSlides/notesSlide5.xml" Id="R56b749716f764e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ede9d370c3b44ef" /><Relationship Type="http://schemas.openxmlformats.org/officeDocument/2006/relationships/notesSlide" Target="/ppt/notesSlides/notesSlide6.xml" Id="R6a6337bb977f4d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7c26fef66794941" /><Relationship Type="http://schemas.openxmlformats.org/officeDocument/2006/relationships/image" Target="/ppt/media/image3.png" Id="R6f84cce69b0e4546" /><Relationship Type="http://schemas.openxmlformats.org/officeDocument/2006/relationships/notesSlide" Target="/ppt/notesSlides/notesSlide7.xml" Id="R2836fb1e4e4e451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4c79c4c7cb46ac" /><Relationship Type="http://schemas.openxmlformats.org/officeDocument/2006/relationships/notesSlide" Target="/ppt/notesSlides/notesSlide8.xml" Id="R27cadbb88ce24f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11886586ca0466e" /><Relationship Type="http://schemas.openxmlformats.org/officeDocument/2006/relationships/image" Target="/ppt/media/image4.png" Id="R3b5e7ba452814347" /><Relationship Type="http://schemas.openxmlformats.org/officeDocument/2006/relationships/image" Target="/ppt/media/image5.png" Id="R03f0e3e0b6de4156" /><Relationship Type="http://schemas.openxmlformats.org/officeDocument/2006/relationships/image" Target="/ppt/media/image6.png" Id="R5ee30135f9464f17" /><Relationship Type="http://schemas.openxmlformats.org/officeDocument/2006/relationships/notesSlide" Target="/ppt/notesSlides/notesSlide9.xml" Id="R19a01e278c6e42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344c1f91b004e55" /><Relationship Type="http://schemas.openxmlformats.org/officeDocument/2006/relationships/notesSlide" Target="/ppt/notesSlides/notesSlide10.xml" Id="Rab24803b7eb7466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b0776841fa14e81" /><Relationship Type="http://schemas.openxmlformats.org/officeDocument/2006/relationships/image" Target="/ppt/media/image7.png" Id="Rcb8d353ad6604ec1" /><Relationship Type="http://schemas.openxmlformats.org/officeDocument/2006/relationships/image" Target="/ppt/media/image8.png" Id="Re58e27b34cff4f71" /><Relationship Type="http://schemas.openxmlformats.org/officeDocument/2006/relationships/image" Target="/ppt/media/image9.png" Id="Rd29871789baf475b" /><Relationship Type="http://schemas.openxmlformats.org/officeDocument/2006/relationships/notesSlide" Target="/ppt/notesSlides/notesSlide11.xml" Id="R89e36596237d434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9100e12bee2464a" /><Relationship Type="http://schemas.openxmlformats.org/officeDocument/2006/relationships/image" Target="/ppt/media/image10.png" Id="R5c5905b2be4e4d70" /><Relationship Type="http://schemas.openxmlformats.org/officeDocument/2006/relationships/notesSlide" Target="/ppt/notesSlides/notesSlide12.xml" Id="Rcfe2fa9b2bd244d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61304d322854fb5" /><Relationship Type="http://schemas.openxmlformats.org/officeDocument/2006/relationships/image" Target="/ppt/media/image11.png" Id="Re4d041cec979485b" /><Relationship Type="http://schemas.openxmlformats.org/officeDocument/2006/relationships/notesSlide" Target="/ppt/notesSlides/notesSlide13.xml" Id="R47fbd14cd63e42e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35d740d33954464" /><Relationship Type="http://schemas.openxmlformats.org/officeDocument/2006/relationships/notesSlide" Target="/ppt/notesSlides/notesSlide14.xml" Id="R1f005129e947451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7a84a6c178b47c6" /><Relationship Type="http://schemas.openxmlformats.org/officeDocument/2006/relationships/notesSlide" Target="/ppt/notesSlides/notesSlide15.xml" Id="Re3cff19a03e3424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434cbd275034afe" /><Relationship Type="http://schemas.openxmlformats.org/officeDocument/2006/relationships/notesSlide" Target="/ppt/notesSlides/notesSlide16.xml" Id="Rbd90f6c1ca5e446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527ec948fd44326" /><Relationship Type="http://schemas.openxmlformats.org/officeDocument/2006/relationships/notesSlide" Target="/ppt/notesSlides/notesSlide17.xml" Id="Rdf2907e25c29407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1dc9632236a46e8" /><Relationship Type="http://schemas.openxmlformats.org/officeDocument/2006/relationships/notesSlide" Target="/ppt/notesSlides/notesSlide18.xml" Id="Rfb693d1e54a240f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4015a240c8c442a" /><Relationship Type="http://schemas.openxmlformats.org/officeDocument/2006/relationships/notesSlide" Target="/ppt/notesSlides/notesSlide19.xml" Id="R2d00dfdca7da4d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99920119e8c4734" /><Relationship Type="http://schemas.openxmlformats.org/officeDocument/2006/relationships/notesSlide" Target="/ppt/notesSlides/notesSlide20.xml" Id="Rfc36c98e82944ae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2f281e0d95a41ce" /><Relationship Type="http://schemas.openxmlformats.org/officeDocument/2006/relationships/notesSlide" Target="/ppt/notesSlides/notesSlide21.xml" Id="R23e1165c956c489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a985241a81e43e1" /><Relationship Type="http://schemas.openxmlformats.org/officeDocument/2006/relationships/notesSlide" Target="/ppt/notesSlides/notesSlide22.xml" Id="R0eca4bdd7e1f4c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86aa21a541c4e95" /><Relationship Type="http://schemas.openxmlformats.org/officeDocument/2006/relationships/notesSlide" Target="/ppt/notesSlides/notesSlide23.xml" Id="R38d83f20ea75414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eb7c52e16184701" /><Relationship Type="http://schemas.openxmlformats.org/officeDocument/2006/relationships/notesSlide" Target="/ppt/notesSlides/notesSlide24.xml" Id="R54b4c87688d4419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0c8f839e2144ea9" /><Relationship Type="http://schemas.openxmlformats.org/officeDocument/2006/relationships/notesSlide" Target="/ppt/notesSlides/notesSlide25.xml" Id="R8392a1fe1da8498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839abf4ba014e6b" /><Relationship Type="http://schemas.openxmlformats.org/officeDocument/2006/relationships/notesSlide" Target="/ppt/notesSlides/notesSlide26.xml" Id="R227ab6fe0b2b4b1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cea6f0b6c084048" /><Relationship Type="http://schemas.openxmlformats.org/officeDocument/2006/relationships/notesSlide" Target="/ppt/notesSlides/notesSlide27.xml" Id="Raf5eea6cca8a434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51dc5226f544131" /><Relationship Type="http://schemas.openxmlformats.org/officeDocument/2006/relationships/notesSlide" Target="/ppt/notesSlides/notesSlide28.xml" Id="R421a5defe788405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b9a3aa275414415" /><Relationship Type="http://schemas.openxmlformats.org/officeDocument/2006/relationships/notesSlide" Target="/ppt/notesSlides/notesSlide29.xml" Id="R45e8ff2d9bbd485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ab0a176cb5e4788" /><Relationship Type="http://schemas.openxmlformats.org/officeDocument/2006/relationships/notesSlide" Target="/ppt/notesSlides/notesSlide30.xml" Id="Rfb83c9018683439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e656495f793428f" /><Relationship Type="http://schemas.openxmlformats.org/officeDocument/2006/relationships/notesSlide" Target="/ppt/notesSlides/notesSlide31.xml" Id="R956f4216ace9423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b2dd35a60c64ae2" /><Relationship Type="http://schemas.openxmlformats.org/officeDocument/2006/relationships/notesSlide" Target="/ppt/notesSlides/notesSlide32.xml" Id="R5d10535a5aed4b5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b039cbda16b45e2" /><Relationship Type="http://schemas.openxmlformats.org/officeDocument/2006/relationships/notesSlide" Target="/ppt/notesSlides/notesSlide33.xml" Id="Re20b243fa43d436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423d7477f6f4f34" /><Relationship Type="http://schemas.openxmlformats.org/officeDocument/2006/relationships/notesSlide" Target="/ppt/notesSlides/notesSlide34.xml" Id="Rebe82c68770b4be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8ef8b368f694cac" /><Relationship Type="http://schemas.openxmlformats.org/officeDocument/2006/relationships/image" Target="/ppt/media/image12.png" Id="Rbce58286297d486b" /><Relationship Type="http://schemas.openxmlformats.org/officeDocument/2006/relationships/image" Target="/ppt/media/image13.png" Id="R6c34f4e8e9934ffc" /><Relationship Type="http://schemas.openxmlformats.org/officeDocument/2006/relationships/notesSlide" Target="/ppt/notesSlides/notesSlide35.xml" Id="R8195965eddae4f2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81e8520a7b04858" /><Relationship Type="http://schemas.openxmlformats.org/officeDocument/2006/relationships/image" Target="/ppt/media/image14.png" Id="R3655e53ce3e94810" /><Relationship Type="http://schemas.openxmlformats.org/officeDocument/2006/relationships/notesSlide" Target="/ppt/notesSlides/notesSlide36.xml" Id="R71a4212d85d8425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4b41ed99b7f4b8c" /><Relationship Type="http://schemas.openxmlformats.org/officeDocument/2006/relationships/notesSlide" Target="/ppt/notesSlides/notesSlide37.xml" Id="Rbe42a748c633475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53315f0b2ba4612" /><Relationship Type="http://schemas.openxmlformats.org/officeDocument/2006/relationships/notesSlide" Target="/ppt/notesSlides/notesSlide38.xml" Id="R3781fd2b43114a2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73616810f3d49ef" /><Relationship Type="http://schemas.openxmlformats.org/officeDocument/2006/relationships/notesSlide" Target="/ppt/notesSlides/notesSlide39.xml" Id="Rcce6bc01af5344a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a410c33f6bb4005" /><Relationship Type="http://schemas.openxmlformats.org/officeDocument/2006/relationships/notesSlide" Target="/ppt/notesSlides/notesSlide40.xml" Id="R04390e674bbc4e5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ecd31840f434a2b" /><Relationship Type="http://schemas.openxmlformats.org/officeDocument/2006/relationships/notesSlide" Target="/ppt/notesSlides/notesSlide41.xml" Id="R7fafefad018b4d2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f91615af96b4204" /><Relationship Type="http://schemas.openxmlformats.org/officeDocument/2006/relationships/notesSlide" Target="/ppt/notesSlides/notesSlide42.xml" Id="R16fd0988f18b447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544a47d439040a4" /><Relationship Type="http://schemas.openxmlformats.org/officeDocument/2006/relationships/notesSlide" Target="/ppt/notesSlides/notesSlide43.xml" Id="R90081b8beedf48c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115f575b9e24719" /><Relationship Type="http://schemas.openxmlformats.org/officeDocument/2006/relationships/notesSlide" Target="/ppt/notesSlides/notesSlide44.xml" Id="Rffe54bc005304ae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e2075f461e54238" /><Relationship Type="http://schemas.openxmlformats.org/officeDocument/2006/relationships/notesSlide" Target="/ppt/notesSlides/notesSlide45.xml" Id="R8bed7dce051b46e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b9ffea1ea1e4b19" /><Relationship Type="http://schemas.openxmlformats.org/officeDocument/2006/relationships/notesSlide" Target="/ppt/notesSlides/notesSlide46.xml" Id="R117f004f28fa4c0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4108e24f1964501" /><Relationship Type="http://schemas.openxmlformats.org/officeDocument/2006/relationships/image" Target="/ppt/media/image15.png" Id="R12757e4f4c2f49d8" /><Relationship Type="http://schemas.openxmlformats.org/officeDocument/2006/relationships/image" Target="/ppt/media/image16.png" Id="R482201c1052b4503" /><Relationship Type="http://schemas.openxmlformats.org/officeDocument/2006/relationships/image" Target="/ppt/media/image17.png" Id="R08c6e4916b8b4b2d" /><Relationship Type="http://schemas.openxmlformats.org/officeDocument/2006/relationships/image" Target="/ppt/media/image18.png" Id="R02147f3461674784" /><Relationship Type="http://schemas.openxmlformats.org/officeDocument/2006/relationships/notesSlide" Target="/ppt/notesSlides/notesSlide47.xml" Id="R1b9f1acaa307498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bfb7c836e0e4e13" /><Relationship Type="http://schemas.openxmlformats.org/officeDocument/2006/relationships/notesSlide" Target="/ppt/notesSlides/notesSlide48.xml" Id="R0ce9c81070b44ce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40e20fa5f0945a1" /><Relationship Type="http://schemas.openxmlformats.org/officeDocument/2006/relationships/notesSlide" Target="/ppt/notesSlides/notesSlide49.xml" Id="Rb1c159f3d3df467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72f816486af4788" /><Relationship Type="http://schemas.openxmlformats.org/officeDocument/2006/relationships/notesSlide" Target="/ppt/notesSlides/notesSlide50.xml" Id="R6b6f488e198a42d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fba57626f3ca45b6" /><Relationship Type="http://schemas.openxmlformats.org/officeDocument/2006/relationships/notesSlide" Target="/ppt/notesSlides/notesSlide51.xml" Id="Rbbb11161efc04c2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ef6cc892ca7484e" /><Relationship Type="http://schemas.openxmlformats.org/officeDocument/2006/relationships/notesSlide" Target="/ppt/notesSlides/notesSlide52.xml" Id="Rfac662fdd8f54e7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5a21c2e0f034119" /><Relationship Type="http://schemas.openxmlformats.org/officeDocument/2006/relationships/notesSlide" Target="/ppt/notesSlides/notesSlide53.xml" Id="Ra4c3336c44af400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6b4c38346d74c9b" /><Relationship Type="http://schemas.openxmlformats.org/officeDocument/2006/relationships/notesSlide" Target="/ppt/notesSlides/notesSlide54.xml" Id="Rd250fca07b1449c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af2983ec93b4fd2" /><Relationship Type="http://schemas.openxmlformats.org/officeDocument/2006/relationships/chart" Target="/ppt/slides/charts/chart1.xml" Id="Rf2048845263d4cc7" /><Relationship Type="http://schemas.openxmlformats.org/officeDocument/2006/relationships/notesSlide" Target="/ppt/notesSlides/notesSlide55.xml" Id="R04ba41a1557d4b6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cf8e28b5695403d" /><Relationship Type="http://schemas.openxmlformats.org/officeDocument/2006/relationships/notesSlide" Target="/ppt/notesSlides/notesSlide56.xml" Id="R1c1c8839503d421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ee80a1a32fb459d" /><Relationship Type="http://schemas.openxmlformats.org/officeDocument/2006/relationships/notesSlide" Target="/ppt/notesSlides/notesSlide57.xml" Id="R371941209935418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ea29759a4f64146" /><Relationship Type="http://schemas.openxmlformats.org/officeDocument/2006/relationships/notesSlide" Target="/ppt/notesSlides/notesSlide58.xml" Id="R9f77075bbe57446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ee18813814c4515" /><Relationship Type="http://schemas.openxmlformats.org/officeDocument/2006/relationships/notesSlide" Target="/ppt/notesSlides/notesSlide59.xml" Id="R6492dc62f74f418c"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dde5ef765a34ab8" /><Relationship Type="http://schemas.openxmlformats.org/officeDocument/2006/relationships/notesSlide" Target="/ppt/notesSlides/notesSlide60.xml" Id="Rb2d2fd408f2c4ef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1e3f15aaac2b482f" /><Relationship Type="http://schemas.openxmlformats.org/officeDocument/2006/relationships/notesSlide" Target="/ppt/notesSlides/notesSlide61.xml" Id="Ree9df4bf208540c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cebc229434a4b88" /><Relationship Type="http://schemas.openxmlformats.org/officeDocument/2006/relationships/notesSlide" Target="/ppt/notesSlides/notesSlide62.xml" Id="R31b385270bad455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d186755534144909" /><Relationship Type="http://schemas.openxmlformats.org/officeDocument/2006/relationships/image" Target="/ppt/media/image19.png" Id="Re39869ddba414076" /><Relationship Type="http://schemas.openxmlformats.org/officeDocument/2006/relationships/notesSlide" Target="/ppt/notesSlides/notesSlide63.xml" Id="Rc219736bbe6941a1"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c59b7f5a8db4a5e" /><Relationship Type="http://schemas.openxmlformats.org/officeDocument/2006/relationships/notesSlide" Target="/ppt/notesSlides/notesSlide64.xml" Id="R6884bcaf1749471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19171cd36094129" /><Relationship Type="http://schemas.openxmlformats.org/officeDocument/2006/relationships/notesSlide" Target="/ppt/notesSlides/notesSlide65.xml" Id="R192abce18f4a46a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007335e6a5454f26" /><Relationship Type="http://schemas.openxmlformats.org/officeDocument/2006/relationships/notesSlide" Target="/ppt/notesSlides/notesSlide66.xml" Id="R946b3b7b9b504ea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130eacd77c3a4074" /><Relationship Type="http://schemas.openxmlformats.org/officeDocument/2006/relationships/notesSlide" Target="/ppt/notesSlides/notesSlide67.xml" Id="R475009856622473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0754dc94d9a144e8" /><Relationship Type="http://schemas.openxmlformats.org/officeDocument/2006/relationships/notesSlide" Target="/ppt/notesSlides/notesSlide68.xml" Id="R4518eacf8e124e7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52c58fb88c67479c" /><Relationship Type="http://schemas.openxmlformats.org/officeDocument/2006/relationships/notesSlide" Target="/ppt/notesSlides/notesSlide69.xml" Id="R84e9e39c6bf34ada"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7fd9502a24df4503" /><Relationship Type="http://schemas.openxmlformats.org/officeDocument/2006/relationships/notesSlide" Target="/ppt/notesSlides/notesSlide70.xml" Id="R1ffb295faa72461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1039403f20d48e7" /><Relationship Type="http://schemas.openxmlformats.org/officeDocument/2006/relationships/notesSlide" Target="/ppt/notesSlides/notesSlide71.xml" Id="R0fe4becf004d4ae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3bd9de8050e24acf" /><Relationship Type="http://schemas.openxmlformats.org/officeDocument/2006/relationships/notesSlide" Target="/ppt/notesSlides/notesSlide72.xml" Id="Rdf1aefcaeb1d472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d589c9a9c5f94baf" /><Relationship Type="http://schemas.openxmlformats.org/officeDocument/2006/relationships/notesSlide" Target="/ppt/notesSlides/notesSlide73.xml" Id="R8e2b4cdb9a51403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7cd03df88274f31" /><Relationship Type="http://schemas.openxmlformats.org/officeDocument/2006/relationships/notesSlide" Target="/ppt/notesSlides/notesSlide74.xml" Id="R5acef514e352493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1594431e40534e25" /><Relationship Type="http://schemas.openxmlformats.org/officeDocument/2006/relationships/notesSlide" Target="/ppt/notesSlides/notesSlide75.xml" Id="Rc96e0f8fcdfa462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24ae33de6770488a" /><Relationship Type="http://schemas.openxmlformats.org/officeDocument/2006/relationships/notesSlide" Target="/ppt/notesSlides/notesSlide76.xml" Id="R56fe5cd6551a491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d31bedc64d23447c" /><Relationship Type="http://schemas.openxmlformats.org/officeDocument/2006/relationships/notesSlide" Target="/ppt/notesSlides/notesSlide77.xml" Id="R537b34ca1ed64d59"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c8dbdbf5db984231" /><Relationship Type="http://schemas.openxmlformats.org/officeDocument/2006/relationships/notesSlide" Target="/ppt/notesSlides/notesSlide78.xml" Id="R005aed148213468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da4c28af2e24ba0" /><Relationship Type="http://schemas.openxmlformats.org/officeDocument/2006/relationships/notesSlide" Target="/ppt/notesSlides/notesSlide79.xml" Id="R05bfc024ad9e4699"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47dd24aa14a34f54" /><Relationship Type="http://schemas.openxmlformats.org/officeDocument/2006/relationships/notesSlide" Target="/ppt/notesSlides/notesSlide80.xml" Id="R330a25d25430435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e53da31b638c4053" /><Relationship Type="http://schemas.openxmlformats.org/officeDocument/2006/relationships/notesSlide" Target="/ppt/notesSlides/notesSlide81.xml" Id="Re6590ef713a042b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5a31ab660a15486e" /><Relationship Type="http://schemas.openxmlformats.org/officeDocument/2006/relationships/image" Target="/ppt/media/image20.png" Id="Rc404ca18e1a049b0" /><Relationship Type="http://schemas.openxmlformats.org/officeDocument/2006/relationships/notesSlide" Target="/ppt/notesSlides/notesSlide82.xml" Id="R2feeef6135a2450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aa730fd18c764a31" /><Relationship Type="http://schemas.openxmlformats.org/officeDocument/2006/relationships/notesSlide" Target="/ppt/notesSlides/notesSlide83.xml" Id="R5b1ba36fc2fd427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245defc2669f4f33" /><Relationship Type="http://schemas.openxmlformats.org/officeDocument/2006/relationships/image" Target="/ppt/media/image21.png" Id="R210551b3b51e4ee9" /><Relationship Type="http://schemas.openxmlformats.org/officeDocument/2006/relationships/image" Target="/ppt/media/image22.png" Id="R33d8f4d1144144b3" /><Relationship Type="http://schemas.openxmlformats.org/officeDocument/2006/relationships/image" Target="/ppt/media/image23.png" Id="R7b9fff51155349eb" /><Relationship Type="http://schemas.openxmlformats.org/officeDocument/2006/relationships/notesSlide" Target="/ppt/notesSlides/notesSlide84.xml" Id="R52d2241f3dd54b3c"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2b3373f9152540df" /><Relationship Type="http://schemas.openxmlformats.org/officeDocument/2006/relationships/notesSlide" Target="/ppt/notesSlides/notesSlide85.xml" Id="R5724f0da38dd4e5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60c03d21f51b40dd" /><Relationship Type="http://schemas.openxmlformats.org/officeDocument/2006/relationships/notesSlide" Target="/ppt/notesSlides/notesSlide86.xml" Id="R12b9184b062e4c17"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6348dc02559243ae" /><Relationship Type="http://schemas.openxmlformats.org/officeDocument/2006/relationships/notesSlide" Target="/ppt/notesSlides/notesSlide87.xml" Id="R09cec179f1d94a0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cf7898c788c44803" /><Relationship Type="http://schemas.openxmlformats.org/officeDocument/2006/relationships/notesSlide" Target="/ppt/notesSlides/notesSlide88.xml" Id="Rf303052f55f14f2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aea9ffa250a74ab4" /><Relationship Type="http://schemas.openxmlformats.org/officeDocument/2006/relationships/notesSlide" Target="/ppt/notesSlides/notesSlide89.xml" Id="R741c7573ae2549b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5ddca6543ce1490d" /><Relationship Type="http://schemas.openxmlformats.org/officeDocument/2006/relationships/notesSlide" Target="/ppt/notesSlides/notesSlide90.xml" Id="Ree4f2ceb47aa4c2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14AD551A-909A-4BD7-9531-31AD917CA9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D571BF04-FD50-411F-A070-D3A13B2007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EDC0F876-25C7-42F8-9FAD-62D0C196B5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CFA8138-E509-4658-B0BA-3A9BF3E172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59F49D7D-85FC-442E-A11C-0A71165EAD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2D340CF-6E3A-4834-9655-2B9074790B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33ECC5B5-3217-4433-AB33-AB41832973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71A2A34-96CF-41D3-92DA-972AB1B3E1FD}"/>
              </a:ext>
            </a:extLst>
          </p:cNvPr>
          <p:cNvPicPr>
            <a:picLocks xmlns:a="http://schemas.openxmlformats.org/drawingml/2006/main" noChangeAspect="1"/>
          </p:cNvPicPr>
          <p:nvPr/>
        </p:nvPicPr>
        <p:blipFill>
          <a:blip xmlns:r="http://schemas.openxmlformats.org/officeDocument/2006/relationships" xmlns:a="http://schemas.openxmlformats.org/drawingml/2006/main" r:embed="R93682e9eb07543c9"/>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D97CD203-8478-449E-8B9F-B7BB545648B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A7B1627-4DD4-4BAF-BD82-28ECF3CD25AD}"/>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05E66141-1CF6-42A4-A493-CE5A2A21231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FA943C9-5334-4454-8EEE-E8F5F01E44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2821773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60FF8118-1B8C-4D6E-9666-A74245A8B2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32927B6C-F9BA-4074-B5C2-7AA9895416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8C2DF4B8-A557-4FAD-BA0F-248EBA3E21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DEDE2319-3654-46FC-AA1D-58267A48B4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E69208B-338C-4835-870C-788A97A9D7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8289A2B8-EC77-4C60-9FF3-A6E785EA68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C732D81-458E-413F-98CF-9FD16B99187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CFEE1215-3498-4337-B33B-ED8D58564E2B}"/>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738DC616-6AF0-48FD-9F2F-A83C1E0A13FB}"/>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09162196-D3A8-4A00-938D-ADD529C698B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3DBEFC-2968-4775-8558-3F63A818121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7E9B1480-EE88-44A7-8DC1-AA9DE1DD07AA}"/>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41907727-B3F2-43F7-A94A-548323C53B1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77E7EE03-21EF-488D-9345-7060F6C1E00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3C9D90CF-D5B8-404A-B254-58CEFB9580C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CBEBEB0E-F7BB-4080-824E-640DDA93ED1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C5B85A7-5C66-4B27-BB9F-068104028E05}"/>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F61F4332-0C31-4207-B364-35499F855713}"/>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EC2372D-B869-4D16-B056-A0113AF5A1AC}"/>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0BFEEFED-6BBA-4040-9A73-6A84FFBBAEC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C839815-CB61-4EBE-8758-6570942DD10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1BAE9E66-E8FC-4345-9943-9DBF68AEDDF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141EEA2A-6777-4C63-8C76-80F29CD639A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AF378FDE-4ECE-4B36-B310-12344ABD583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B1BDB044-94BC-4B08-AE5C-6E76D7C93118}"/>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9A750D4E-329E-4667-825E-292E8EF68BEC}"/>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85A3D73-F446-406B-9CC1-53263CC266F8}"/>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FC03944B-4CBE-43C7-B380-AC3023B980D4}"/>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FA66117E-4B06-4C6E-B686-5AA86011E5A5}"/>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072A0314-BED6-4A59-9CA2-E09860E24207}"/>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6340257C-F5E1-4316-8491-485E9A8F1CF3}"/>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3C4765AE-B0D8-489C-8F7D-804AD85EC9E8}"/>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66930E5A-3386-4C43-BB7D-D190A58302D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4032B3FE-EB5F-4F7B-8B5D-27BE552BAB39}"/>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8A2D037A-7074-4B64-B7DC-BD9B44C077A7}"/>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1E01C0F-0FF4-476E-9867-998E1921673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A7147E93-53E8-4D22-8BFB-F64F3485A718}"/>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500EC484-62DF-4E17-B347-C94B3DAAA7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7421504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572E4C9E-4206-4EE3-900B-7B5704FEF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99C13D2-30A6-42C2-B6C1-6EEA2EDF3F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CA9CA34-9CF8-4B11-85C9-3B1DD29776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5516E7C-235A-4BB2-BB77-4A482735EE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93F1EFD-A5E3-4145-9C11-5510E6126D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3ABD825E-E1D0-40F1-A9F5-E1372BE98B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A8CC0C2C-BC91-4F33-A08C-E0A5559A8D5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442F9CA4-E2A0-4D88-81ED-A8E80701635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733D27A3-7014-4FBE-B05A-9639961F0ED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DFE23E2E-1651-45D2-A6BA-C03B12EC320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01106A7A-2040-4C67-A35A-813FBD04F0D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58A7485-09BE-45E6-B99F-8CD5435F3D01}"/>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CF8F01E0-8C9F-4365-A4C9-FADD34F058FE}"/>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41A7EEA9-A9C2-4463-BE64-53633CDF9DA3}"/>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169347CA-1FC4-43DB-93DD-119317BE3AC7}"/>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AD08104-4ECD-4BF8-9DAC-33B1249CEBCE}"/>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AB1AE7F6-EE10-45CF-AC28-3277EED683D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D2CB0D45-C1AD-428A-964E-8A7C139E991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E7AE1DF-5B5F-40EC-A52A-47248261993F}"/>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8A33BF09-CBBE-42D4-92F4-918D04E801F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7106869D-7BFB-4DED-8A66-B6A7C46A86FC}"/>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DCFC82C-2C28-43E4-BA06-4C60A029E2E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C496B4DA-18A6-4791-BD5F-EA00DC3EF203}"/>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43FE389-D035-4FF3-BDA4-0BD62A7750E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30BB726-3F41-4EED-BD54-740C5FFA5805}"/>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F4048A7A-B6A8-4151-8711-00B6DCC4C90B}"/>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EEA40D1B-CBF9-47D3-955C-8E03F0B10A31}"/>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DDDAA446-C553-4026-A50F-6DB0DE8ED299}"/>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7279284-BA43-4E6B-9B1D-3ADA513EC530}"/>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7CB684C8-887D-432D-8B21-81F683FB27C7}"/>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D928CEF0-B0AF-441F-B11C-DE490A50F967}"/>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B7064B33-FE8A-49E9-A5B6-EEE19509C1B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764FB009-0874-4085-B5E5-0CDEB63485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502503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7B89820B-ABC5-484D-B1CF-6B81938E48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306323D4-D732-4A95-8029-2F5B5EE3F2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CDA326E4-FFA8-49BB-AE88-303C6A2D4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ED22840-99AA-4E5B-94B7-E4AEEDE76B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495D84B-FCCA-4150-A2F5-ED3710F206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DEE9DF6A-1580-4687-9C5F-365C1F2625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9D585EE-DA7C-44EF-91D5-C39CFB9BE7F5}"/>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C1ED74DA-7201-489C-937E-D9D03642EE7C}"/>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AC229A9E-5B90-47AD-B84D-F70264955880}"/>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90834783-38F0-45FF-AA33-85D025A8CBC5}"/>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250BBE08-47FC-4D96-B8A9-B19A0B1B5359}"/>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E8137C44-343C-4D53-A10C-990D15077A1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8159E49-01B3-47B1-A46A-8F22CC330F58}"/>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81490AD-B1B3-487D-A8AC-AC980644D46C}"/>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903C31C-EF5D-4C40-8D9C-DD77D6A2D47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E6BE245-8E86-4924-AD38-AADB1F60C843}"/>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4CF64A80-6A6C-4A8F-95FE-4B74E6A33B97}"/>
              </a:ext>
            </a:extLst>
          </p:cNvPr>
          <p:cNvPicPr>
            <a:picLocks xmlns:a="http://schemas.openxmlformats.org/drawingml/2006/main" noChangeAspect="1"/>
          </p:cNvPicPr>
          <p:nvPr/>
        </p:nvPicPr>
        <p:blipFill>
          <a:blip xmlns:r="http://schemas.openxmlformats.org/officeDocument/2006/relationships" xmlns:a="http://schemas.openxmlformats.org/drawingml/2006/main" r:embed="Rcbd874ccec75445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C9685E4-7F33-4EDD-AB71-9E6BD716E263}"/>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016F686-B6CA-4E90-8BAC-F5A33A0CB3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8109702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7E3E9582-8B34-4CBF-8FBB-167E694418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7FAE8074-E7BA-4076-A5D1-57AC3669A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9279E41A-7250-4FD8-9619-A130E13AA6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7DF4295D-5841-4F09-9B5B-E42F3568D4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F75AF33D-090B-4099-8F88-2D0F4A50C9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E68120EB-B0A8-4E71-9613-C3586425E5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F211ACA5-969B-4083-BBF4-A45F8465FF9D}"/>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EC5FD9A1-CC47-4BE7-BF8E-2F85C14018AC}"/>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D04B0C4E-97E6-43B6-A9E1-CE321C698FE2}"/>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0DB94D8C-E358-4764-9A93-378F9886976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1E38CA92-4943-48F6-89EC-20C5B7F55913}"/>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699A8F3-0C6B-4DA1-AF53-20208A508137}"/>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351C615F-196D-4183-98AC-B7F681727317}"/>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E71DD4B2-7903-4BDC-8B4F-69840775656F}"/>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D0E75A51-5321-4A2C-A90E-0DBEE3FAF103}"/>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FB430500-BF16-401C-8C3B-F124EC293368}"/>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58A3243-7079-4CBB-881A-E09EF454D589}"/>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E094E553-83D4-44F5-A9B8-7149805C7B39}"/>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A446E05D-A86D-408D-8830-5FD2143F793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94074E6F-DF84-4EFC-83C1-06D083B47974}"/>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F5FCADB6-CC87-4580-A5B3-04D80DEA324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F1BF6E46-7C23-4CAA-93CF-378156F85604}"/>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74A0218B-8182-4336-8521-5C1ABDBED55D}"/>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9536B6E9-8921-4B5A-846C-F0D1E3D46ED8}"/>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DE6F6D58-7B2D-4895-BF1E-3BF255157FA0}"/>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EBDD8B0E-284B-4D08-A87A-AFBC0D05036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9E7B56E8-0733-4EC8-89B5-ECDFC199353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A2F2648C-4ACB-4308-AC04-4164E1ACD165}"/>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5E9B517E-061D-4E4D-8E48-857729C0C7A0}"/>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F4721BC8-B548-4D9A-8DD4-8F54151F03B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E83304C5-5AD1-4F99-8C12-239234F27B5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3AEE9D03-2593-4B48-88DC-AFB12E055119}"/>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4116AC29-00E8-4C30-9627-3F875882112B}"/>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3007278F-E366-4E61-A2F9-7C4935F4126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D918562C-65F6-4CDE-A9FE-0426D14FA9EE}"/>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5C200497-342F-4F62-B5D1-7EA16E9323B9}"/>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F4FE192D-F4C4-4157-9578-1530000C85A1}"/>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73FDC9A3-3F1E-4E24-AEA3-2083EA1ADFBC}"/>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6F071865-2267-44A3-BC2F-2F6792AAC136}"/>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2C384179-707D-4FDC-B386-1037A5CC9B58}"/>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562C71BD-84CE-4384-BCA5-1CA7165EE1EE}"/>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EBC2B949-A4EA-4C26-9B64-644DA31D1FEA}"/>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97389CFB-8164-42C9-BA5A-E2D492BF439F}"/>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D26B739F-80C2-4339-9C24-B38BEDC13CC3}"/>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8AAEA5E1-E270-4F36-A3DC-B123C847DE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7378520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8A9D8275-11BC-43A8-A161-396015701D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C3749E91-0ABA-4E74-8716-64322E2DE9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EA8E184D-ECDE-4444-8D2E-423650E075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52E7EE51-1AD0-4491-B488-5DDD8E513E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F9C876CB-3EFA-4195-8D74-A60424D1B1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21050B0F-195E-4CAF-B6E3-7926CF5CE3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E65B60CE-19BD-427C-B4E4-EE57314F938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C2ADB227-C446-4830-BD0C-02D1ECF63B6F}"/>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D44A3BF9-C081-400E-8F95-09F30D09CF48}"/>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361E48AC-C24F-4513-9980-A048AE5BAE8B}"/>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691C8BD-C274-4BE3-9311-4FBE061D053F}"/>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FD80F549-C6E4-4CA7-9240-FDC801E0B359}"/>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9C23EBCF-EA08-4390-99DC-CD608CAD07AD}"/>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00B339E3-9A61-4F36-9BC1-52BC260847C3}"/>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8EBA8A5D-5F90-4467-B18B-BFDF95AB2A00}"/>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56FCEC85-A5E9-43CB-8D92-CE88B496A464}"/>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B0D1BCE3-2F1F-497F-B739-32398F26B76F}"/>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BEC11A02-6EAE-43FF-A7B3-2AC5D849326D}"/>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955C2FC4-07E3-4710-A37F-5A48FBBE8C8C}"/>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D8B6CFF1-6C16-4EA3-B198-EAC143252E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9299794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9C745DA2-2F4E-4B57-92F0-C9A20BDEA0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42A1EFA8-076C-4066-905E-4CD89BB3FC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0CCE6E59-C654-455B-9CCA-8FF8B6DBC70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66D2E7E2-E5FD-417F-A308-EBB9AF4238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A4E16EDC-18A6-4D68-A8B3-DD8520647F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D3FF3C77-9937-4FC2-8115-5D09B291AF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C4D53F1B-A670-4BAD-83AA-5E05BB13F73B}"/>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CF177A92-2E25-4E93-BDA3-A37388F3E5B8}"/>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A87F6E02-0F9A-4388-AF51-CD3BC99F2C8F}"/>
              </a:ext>
            </a:extLst>
          </p:cNvPr>
          <p:cNvPicPr>
            <a:picLocks xmlns:a="http://schemas.openxmlformats.org/drawingml/2006/main" noChangeAspect="1"/>
          </p:cNvPicPr>
          <p:nvPr/>
        </p:nvPicPr>
        <p:blipFill>
          <a:blip xmlns:r="http://schemas.openxmlformats.org/officeDocument/2006/relationships" xmlns:a="http://schemas.openxmlformats.org/drawingml/2006/main" r:embed="R6f84cce69b0e4546"/>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37B451AC-50B0-4E37-BC43-0EBD6C7C0BBA}"/>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06E84B5B-61A9-4F9E-921E-06BD868C4B11}"/>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BF26BFED-3B59-4BF8-A73D-F3B1B1F32477}"/>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CE244F6A-0F53-4B6A-B107-03687E3072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5258190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DD6FEFB2-764E-4248-8A9A-5C9CAB188F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94F0816A-22B7-48D5-B6AC-3902AED160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ED09514E-FE84-43C1-BDB0-63CA7BBA73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0686CDD2-0A3F-451F-BE40-749A12F5D5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96063810-3F61-4176-BAE0-C5C0BFEA09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635ED3A7-52B0-41B4-835F-1395F56FDE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17589DE-2035-492A-91CF-9ADCC883D81D}"/>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E792C4E-3D80-42E3-B95A-3ABD48122007}"/>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6D6F1D2C-A2F5-4545-B73D-27142ECBAAC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25356829-4B15-4D01-ACC0-8D0ED3A0C01E}"/>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FF4D8982-5EA2-4054-B3DC-5B3B6C218A6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76EEAFEB-CB24-45BD-A343-BE39C3221434}"/>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9C919780-072E-4C07-BE38-4E3B586B9843}"/>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A34F2BB8-1AEA-4186-8327-191B82A14EA3}"/>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A92ACB0B-CDA9-4760-B47F-2BF82F94636F}"/>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7001EF52-C37E-42C4-AEC2-6E1FED50F0C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58DB2C7F-1812-4609-9153-981B9C98BC2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2BD03A1-305A-4DB0-9B2A-0D2FA804BF75}"/>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FC460FB-03FB-4F05-B77D-276A47243276}"/>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CAEE2B6-97D5-4017-8E56-7C03AD1580DE}"/>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06857BE6-7D02-4541-8958-CC41D3889AC5}"/>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9689810F-EBE5-4E27-8C76-C2003E2B642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12195E4A-74B3-4554-91D5-E0E4A663F2B8}"/>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D2241B3C-2528-44EF-8A2F-5E0701CA93A6}"/>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24C5565-02CA-49AB-85BB-D4E424CC05FD}"/>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041920BB-FBC9-403E-BA9A-65081637D1E0}"/>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92A11D2B-31D9-43D6-BF5A-1E6491345067}"/>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00CF5D13-4879-4185-8628-44B2794909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7865243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2651458-209E-44E8-9E57-7BC99BD97C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46EE288E-E34E-4BD4-8095-EAC2EA4007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2154B39A-94EA-4148-B98F-344B79F8A4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DEA24E55-1A7E-4232-9217-1B5C2BC067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E86EA16-75BC-4A05-B7B9-5D3FE46422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C3E8C938-D485-40FA-A903-3D5C937F98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5B7CC5CB-544B-41C8-91E2-41D1DD80BFFE}"/>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6B8E69E-9DAE-446F-89B7-9504CCB878A8}"/>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657FA93-863E-4C73-9994-0BF22E4A6D27}"/>
              </a:ext>
            </a:extLst>
          </p:cNvPr>
          <p:cNvPicPr>
            <a:picLocks xmlns:a="http://schemas.openxmlformats.org/drawingml/2006/main" noChangeAspect="1"/>
          </p:cNvPicPr>
          <p:nvPr/>
        </p:nvPicPr>
        <p:blipFill>
          <a:blip xmlns:r="http://schemas.openxmlformats.org/officeDocument/2006/relationships" xmlns:a="http://schemas.openxmlformats.org/drawingml/2006/main" r:embed="R3b5e7ba45281434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DB5D3AE1-2C4F-4BF3-B0B7-56B16A3ACBA7}"/>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F6F9191F-A767-4B67-9BB3-C856A8F3160D}"/>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FD58C78-B0D8-4AD7-ADEA-84508C204512}"/>
              </a:ext>
            </a:extLst>
          </p:cNvPr>
          <p:cNvPicPr>
            <a:picLocks xmlns:a="http://schemas.openxmlformats.org/drawingml/2006/main" noChangeAspect="1"/>
          </p:cNvPicPr>
          <p:nvPr/>
        </p:nvPicPr>
        <p:blipFill>
          <a:blip xmlns:r="http://schemas.openxmlformats.org/officeDocument/2006/relationships" xmlns:a="http://schemas.openxmlformats.org/drawingml/2006/main" r:embed="R03f0e3e0b6de415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334AE00D-D8B8-4A97-ACDE-C9440196D232}"/>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F183E1FD-6646-49CE-9ECE-75B7ACE0C9EF}"/>
              </a:ext>
            </a:extLst>
          </p:cNvPr>
          <p:cNvPicPr>
            <a:picLocks xmlns:a="http://schemas.openxmlformats.org/drawingml/2006/main" noChangeAspect="1"/>
          </p:cNvPicPr>
          <p:nvPr/>
        </p:nvPicPr>
        <p:blipFill>
          <a:blip xmlns:r="http://schemas.openxmlformats.org/officeDocument/2006/relationships" xmlns:a="http://schemas.openxmlformats.org/drawingml/2006/main" r:embed="R5ee30135f9464f17"/>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63FF0E1C-60F2-4BE2-AA7E-E66315C8B154}"/>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7BB5F78-81FF-438A-91AB-3A22F065A44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9C8E33AC-B4D9-4E88-936B-6CCE1566B28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80BB912-58FF-41DB-93B3-93CE3CEF5283}"/>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D5DEDA64-CC4D-4898-8C0A-2D33CAA38719}"/>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97315AFA-8947-4DCF-BF59-6ACAB3594D2B}"/>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4E38196-FCD3-4917-B04E-C4ED7789F903}"/>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B4F5B9C9-CC8F-4422-A35F-613C7BB4B5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2448343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A348799D-61FF-4EC0-87FA-B52A9581A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40E0F3B-74A2-4405-9A51-8739B7A35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7C7A17C6-E8BB-4A0C-95F5-EBDB809EDB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DF5CD875-573C-4B42-BFC5-8FB333989C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6FF91E2C-7E3B-499D-BF15-080D69835D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E8C0FD9B-D616-4A96-9622-511C28B7E4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A7DCE135-4E15-4C03-AD35-F46E61B8E21B}"/>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3E75109A-C5CC-451C-9822-4EF9A6FD09C9}"/>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F1FBABA0-E0FC-4458-9DC9-3A045B89AD41}"/>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9C2898A1-119E-4576-AB60-AAB06788399A}"/>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594CDDBF-337F-4309-9DFB-7683255257ED}"/>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144468F2-0C80-47E2-950F-D77B6091E4B0}"/>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B7199B62-6EAE-4A34-ACFB-2E72850FC8A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45BB731-4D4D-42A4-A961-E23429162CD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A6B9A693-3566-44AF-B246-0A4CB93392A0}"/>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11CBA094-779C-4E09-AE5C-212AFB853130}"/>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4720C064-CFA1-49A0-911B-08384442AD2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C508158F-41BC-425D-8EE3-4417B407950B}"/>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CA727CA-9786-4EAB-AED4-0D74BE48A2BC}"/>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6BD351A1-B660-4B85-967A-31268CF0A16D}"/>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536CCB1-A7E3-4ED9-ADD2-6A0E2AA3DC2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0F6DE525-03E1-4F78-B5FF-0E5275420F47}"/>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FC11429A-835E-47AB-9B19-7E288904854F}"/>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13B052A-4491-4802-90C9-928243B233F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673E76EC-93D5-4097-B7A7-96F3CC64D6FB}"/>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280021A2-4A87-4661-B100-C1444131CEF6}"/>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8F33E50C-AD01-45AF-91DD-63FB21EBB43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07EF7A15-B2EC-497B-9E25-B3721CF5A20F}"/>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C683383-2D4E-4FBD-B301-F81C0FB7875C}"/>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199DF83D-4CCD-479D-B0BD-854609B59242}"/>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547F44D3-18D7-420F-9A6F-F93166D8CE8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F351D00-613B-422C-8F9A-0F113F953033}"/>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EDA5A3D5-3B2F-4585-B98C-D52832190941}"/>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AB3041CF-6165-4371-B979-526C4C667A92}"/>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6D9F47F4-D6C6-4219-BC24-12108E8A5DDB}"/>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D33B1A07-1041-4F1B-8DBE-0E5EED4CF4EF}"/>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58B6620E-DBA7-43BA-9B2F-3B5B79035CF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32268AC5-D50E-413F-AE12-AE1D05593EF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A0E4F2E-F9E0-41E1-9723-D66DD32D3D7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C76D4FC8-2D16-453B-8996-0E8B4BB28AEE}"/>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FD982ABC-4CB5-4A3B-8E42-8797B4538BF4}"/>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7161ACD-E065-40E8-A3EC-38C89A02CFDD}"/>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7373C61A-BD20-42C8-A4B4-0C68638A3D5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2430E14-CACE-400C-A67B-8A9EB914468C}"/>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C848FF2-151E-46FD-91B2-5AC43706858A}"/>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1B325E90-E8DF-4D2F-9301-37AC0CEB1762}"/>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0F420D7-DADD-46E1-BDCA-4F1CD4014612}"/>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C5E901A3-EDF2-453C-8E19-AB1837A1B58E}"/>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8C444F48-05A9-4FA3-8881-EB7E56986756}"/>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D3D52FBB-9974-42B2-A91E-6980B817C462}"/>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33C019B4-4BE7-4B3F-9A30-D4BAC9AB5C1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C7D2995-8BFC-4257-ACE3-A51859957337}"/>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AC0D4C3-21D9-4001-87F3-5B02A569757D}"/>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C2ADC217-3C6C-4511-8C17-C83AF5A955B2}"/>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ECA8D81-D500-4621-A2ED-E1B1984FE20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C895F84D-7D57-42E8-8A0A-E9C5534A6EFB}"/>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DA7CDF04-DB9A-46CC-B9D0-FF5FC6DC7F0B}"/>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576D290A-1C90-4337-8033-488709035449}"/>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B58DF77-18AC-4B6C-98C7-9196745171A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5A7E505A-61F0-4B7C-8F3A-584BD1876854}"/>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18EBAA-CAAA-46D1-A7FB-297D2FFD77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5880882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1CD4759-C864-42C8-832E-9D8FB8201C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62F550B7-E485-4278-82BD-26BDA56708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0B6AD13E-12E7-4D3B-A96A-39033A6E8F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D466BBD5-8C62-4A2F-BD98-1222BFA25A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60250810-B991-4053-ACBE-2AA4B1DA99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6ABAFA51-2767-4B45-9692-2BAB704E61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6C1565FB-2D24-4CCF-80C6-3E46D3DBD307}"/>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F8D83C53-3C25-4B9A-AE60-37F475DEFEEF}"/>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0B80884-1770-44C1-B582-2F12DFFCC4C5}"/>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DEDCDFD-EF44-4073-B583-23CDE59B1A4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42A44BC6-847F-478B-885A-5B5B0DF089D5}"/>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8696B62A-469E-4F22-82FB-02500B6ADF1F}"/>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DFA5392-25F2-43C2-95B9-8119647A066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D50DAD6-4D9B-44DA-A5A1-87CAC1941354}"/>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7DE44BC-F26A-4176-9865-186E52BDB678}"/>
              </a:ext>
            </a:extLst>
          </p:cNvPr>
          <p:cNvPicPr>
            <a:picLocks xmlns:a="http://schemas.openxmlformats.org/drawingml/2006/main" noChangeAspect="1"/>
          </p:cNvPicPr>
          <p:nvPr/>
        </p:nvPicPr>
        <p:blipFill>
          <a:blip xmlns:r="http://schemas.openxmlformats.org/officeDocument/2006/relationships" xmlns:a="http://schemas.openxmlformats.org/drawingml/2006/main" r:embed="Rcb8d353ad6604ec1"/>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7C7A20A3-70B2-4771-9541-5F160B7BDDE6}"/>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512E5494-9B14-4AB3-885B-81B61C1BFD47}"/>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C2733101-FE4B-4AB1-B429-592B143B8A4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F40963F6-B38B-4344-8707-D86609CF3402}"/>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6DB1E63-1B2A-47FB-BDA6-81735535B033}"/>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7BB18A6A-3E63-407F-AF5B-DA4EE11F6BCF}"/>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0B8DD98C-6C62-4715-909E-25DF21FAEADC}"/>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B289337-E006-4DD1-85AC-FAA52CDEC932}"/>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E1543E33-F56B-4763-831F-167AFA0331A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3CDF9C4-F7B6-48CA-A531-D699CAF36903}"/>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5446A0C-82EA-48B1-BEBA-35E672DC659B}"/>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55F72D75-A47E-4FE4-B2FA-38578CF062F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695C167A-1C93-4101-B133-1F89FBC7C9C4}"/>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9E4A0CBD-E2B7-4F49-957F-AE1DF8E084FC}"/>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AECF6A7-D054-4AC1-9A81-98A177FB72FF}"/>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7229115-4663-458C-BFD3-0F2928DC761C}"/>
              </a:ext>
            </a:extLst>
          </p:cNvPr>
          <p:cNvPicPr>
            <a:picLocks xmlns:a="http://schemas.openxmlformats.org/drawingml/2006/main" noChangeAspect="1"/>
          </p:cNvPicPr>
          <p:nvPr/>
        </p:nvPicPr>
        <p:blipFill>
          <a:blip xmlns:r="http://schemas.openxmlformats.org/officeDocument/2006/relationships" xmlns:a="http://schemas.openxmlformats.org/drawingml/2006/main" r:embed="Re58e27b34cff4f71"/>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D668F33-AE7E-4790-BBFF-DED8BB64BEA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2AB0BAF1-96E4-409B-8893-C86981329D33}"/>
              </a:ext>
            </a:extLst>
          </p:cNvPr>
          <p:cNvPicPr>
            <a:picLocks xmlns:a="http://schemas.openxmlformats.org/drawingml/2006/main" noChangeAspect="1"/>
          </p:cNvPicPr>
          <p:nvPr/>
        </p:nvPicPr>
        <p:blipFill>
          <a:blip xmlns:r="http://schemas.openxmlformats.org/officeDocument/2006/relationships" xmlns:a="http://schemas.openxmlformats.org/drawingml/2006/main" r:embed="Rd29871789baf475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D3F9973D-F19D-45BA-AB7C-2BA73809FE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0568427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4253F3DA-A45E-4088-BDA2-4571CE6265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32F4060-F556-4913-9D77-D75A844528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FA8237D0-A13C-4C9E-B20B-3923E08D12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DAF0E8FF-E9CC-4E23-9650-E11AD36E56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101A5267-29A0-4DFD-9905-0CE85B0739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E93DB2B-5698-4454-9A9D-415D9A7CC2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D4076BC-F77B-44EA-A98D-3BCB2E93098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7703FF7E-2725-49F7-822F-FAAA78FEB16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10A2D40-B92D-413B-9F19-D7B4BDD10FA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9D27825E-6A5A-478C-8AC6-97F6DDD1163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47FCB59D-8A27-4F58-8DAF-31C85E6DEDE0}"/>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C977301-20FF-4542-B932-FCF924465EEA}"/>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86B2618-977F-445B-80DB-BD41FED6A44A}"/>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0CCF035-5277-45CD-B31C-C9B4D645523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78139E4-0B85-46BD-ADCA-3EA0AC4C7266}"/>
              </a:ext>
            </a:extLst>
          </p:cNvPr>
          <p:cNvPicPr>
            <a:picLocks xmlns:a="http://schemas.openxmlformats.org/drawingml/2006/main" noChangeAspect="1"/>
          </p:cNvPicPr>
          <p:nvPr/>
        </p:nvPicPr>
        <p:blipFill>
          <a:blip xmlns:r="http://schemas.openxmlformats.org/officeDocument/2006/relationships" xmlns:a="http://schemas.openxmlformats.org/drawingml/2006/main" r:embed="R5c5905b2be4e4d7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1A66DBD7-0D4C-4F26-9D70-E74E330AE81A}"/>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E04B4AD7-4E63-42ED-9AD6-E35C2D39B3DC}"/>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789CCD8-CD7B-4AFE-BA60-57E7A306D6BE}"/>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585BDE7-63E4-4E93-A442-866DAF01307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B9183092-5C18-4E8D-BFCD-CDD57D7FCE3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F5AFB2BF-B3AA-4A20-8555-BF5BDF0FC1AB}"/>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8DF16739-C319-4347-9D86-F34D5CEEAE5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61A0CC31-4F4E-4D23-BC3F-972934EFC78B}"/>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76479A29-4698-47BB-AFAD-3A9CA99F78F1}"/>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1127E8F9-46A5-4863-BA06-BE0924EAD0F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10BA0C87-469C-4232-AC32-3C01EF25CE1B}"/>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45DF2C0D-2FD7-49DB-BD29-E11FABC35456}"/>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8AC03B4-8DC1-4B68-8F4B-AB5BDB79DACE}"/>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0DA242F0-69F8-42FD-997E-85FE767FE573}"/>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B4263F33-38B1-4D7B-BB68-3B277FFE0BB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ABF8CF3F-91DF-4DFC-8ED1-140F42272E2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E3DD62F-2245-4E14-8D9F-9C7FF4DE34C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4A1943CA-0FE2-4B6C-8C8A-99E2C8A6E354}"/>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AD7739D2-BA4D-4306-B7A0-9C9B12B80DC8}"/>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85AE6991-1885-4929-9F07-8275E8EE7E0C}"/>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EE3438C5-A27B-4B00-A342-140B27AE5E56}"/>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CCCD291-1CA7-4C1A-9A1C-DF1F298F92B8}"/>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969EC114-8951-40BA-98FF-6695FC8CF2C5}"/>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53C9A8B7-2D76-469C-954D-F457F1C72F49}"/>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D7F00551-2E7E-43E6-9668-1D5E5C67392E}"/>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27B4403-7CD5-4414-B0D3-808E8A3B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815288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3C98F9FA-DA45-4657-959A-01AFD2F3A3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03098644-FD91-4E72-8B5D-521EA1301F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958E09AF-0859-4AE9-ACED-96B72BD2F8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578A61FD-8C49-48EE-BB80-854161E7B7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9561C836-B7A8-4363-8BD2-0A6F0B1A57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AB0192E6-B21A-424D-8807-C90A027994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16396455-26EB-4C04-BA68-2700D5BA7E40}"/>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3B192DA-39BA-48F2-BA23-C6469827DEF4}"/>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D9E6EF2-50C2-4C7C-A2F6-0C2DCE2D42D7}"/>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8753584-3AC4-464A-ABD5-81D6A6079E9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956F1BA-DBB7-4055-BB36-4028115E5B7A}"/>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E22E9A93-DCD6-4D45-9CF9-C8CE88E8272D}"/>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94C0161-8006-41B0-8363-FA45239FC488}"/>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897E613A-1310-4625-A1AE-7DEC3425C515}"/>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6C56F235-85C0-41AF-B58B-908FD4809CA1}"/>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F1233B1A-F453-4E8D-9A28-C9F1F7828F8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1B0D2D9C-BA73-4682-8FBF-E217527190B6}"/>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A6C6ECAB-083A-44D7-A5A5-5C387E946BF7}"/>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5D7EC6B0-01A8-49E7-805F-B67C9D220544}"/>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F5807EE-BACE-4FEF-90A4-44A52D4ACB23}"/>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C0E19C4F-30EA-4111-A511-81121D8F537A}"/>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58D78634-68D3-4568-A40D-E621ACC60693}"/>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A14C85C-CA8D-430E-BC26-CC071E5B0FA6}"/>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185B21A-039C-4580-A087-672DD1A55C5E}"/>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D9BAD8D4-592D-4454-B355-C7496CA09F9F}"/>
              </a:ext>
            </a:extLst>
          </p:cNvPr>
          <p:cNvPicPr>
            <a:picLocks xmlns:a="http://schemas.openxmlformats.org/drawingml/2006/main" noChangeAspect="1"/>
          </p:cNvPicPr>
          <p:nvPr/>
        </p:nvPicPr>
        <p:blipFill>
          <a:blip xmlns:r="http://schemas.openxmlformats.org/officeDocument/2006/relationships" xmlns:a="http://schemas.openxmlformats.org/drawingml/2006/main" r:embed="Re4d041cec979485b"/>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992BBB43-727C-46E2-8996-EDA6690B0DD0}"/>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11C7397-B583-4CFC-B1F0-9318283A513C}"/>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5E3C0FD4-53AE-4E2F-9ADA-6E940BACF13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B310969A-95A5-4F62-8CFC-4E73600BA2B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59A00AC4-452E-4858-AF1D-DD985B3DAF2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5836D87B-C912-490C-B438-61FA52EE2D69}"/>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A08161F0-3FA8-4ED9-98EE-874A0564EBC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1B2DCC3-9210-4987-8A0E-63D2510C79B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F14E6DA-6DA7-48C0-B0AD-1D49436B213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D707C7B2-D5B0-4DEF-870C-73CD068A6C85}"/>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2E8E312-2688-442B-BB25-DE2681DBBC6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0BD9F57F-D14D-42BE-A0CC-C85DAA0198B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77445C6-449C-4D9E-8D53-77FBC99F44A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954AD399-D20B-480C-AFE2-0BA33E282522}"/>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C24129C-926B-4564-837C-1EBD44093C0A}"/>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C2C55842-304A-4786-8733-EC6F6BBCC8C9}"/>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EB93F531-A2B6-4AF4-BD29-DC3FEAAC42CA}"/>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8EF874E-6694-4F5E-832D-A771751084E8}"/>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E4158E48-2386-4318-BB77-A3470524A786}"/>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9701FD97-EA90-4866-9FE6-DCAEF8D838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402921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36BD5B4-4B43-4490-9C1A-022B9A01A1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9C2F0641-9F75-459E-BA78-8109A87516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6E0E7FB0-2907-4601-87E8-CB204E52B9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9A0E125-D29D-469B-BC72-236BF03493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E1B98DC8-8562-41BA-B40B-18B1FD5499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173546D1-03CF-4000-AE55-48D4968CCE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EF89EE9B-C468-4C37-BB1D-8B4E754275B2}"/>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F8242141-4CFA-4115-A46E-34C12A6DB363}"/>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2EAC2243-AA5A-454A-A39C-EB969B965ECC}"/>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A6FBB3AD-7C08-4A31-8822-0BD9944B2CF5}"/>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993B5FED-BEC4-46FC-BC34-F060E2C89568}"/>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198BFA0-D53C-4B05-BE2A-0AE500C3E75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1B484F26-2E7A-4D0A-9709-B36B1E48BA29}"/>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F4CDF9A3-06CF-4DE6-8403-2D822AE9F5E7}"/>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D2ECF27D-96C8-49CB-81CB-10DDCC5C865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CC084283-3F14-43D6-8CD4-D01BF5BEE14C}"/>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0787B354-6C3A-41F5-ADA3-27E5FFBA1228}"/>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32D3DB1B-6EEB-4F5A-B374-77DC11DF5812}"/>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7A7F8B4-DDC2-4B25-8E13-97045E4A2B91}"/>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9CA20063-2034-4B8C-B519-14209F2B999F}"/>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AB77A71-D49D-4FE4-81BC-0F5B75B11AD1}"/>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9CD2AACD-CC0F-43F5-8AA3-F0E2172F968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FEC42D8B-E445-483E-9B5C-4A06485FAA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76411355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ECB5D545-2718-44A7-AFA2-E09EAE9AAF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1F2B867D-29AC-4321-8FF9-73B1C50736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886C4577-6280-4DE6-907C-6B4D8C1D45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9C3DB46-FFDD-4E75-BAEF-ED95D137EA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59E416C-A841-46F3-84DB-9AC9F32452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DD81A706-0526-478C-9BE4-30C4865191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ACD63BE-65C2-4B53-81BC-4ECE06501A4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A7D4676-964C-471D-A831-35E9FD1D1CBB}"/>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7FC012E-0744-4F1A-83ED-9F4FF0ECD8A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CC57913-1C85-49B1-A31B-9D5974570CB5}"/>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DB522F4-E895-47C3-BD31-FE9AA6DD42FD}"/>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A66F0F81-DCA2-4E6E-BA91-C76BDF5721FA}"/>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48527C1-CD93-47A6-92CE-204C7CE087B5}"/>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EDB30A3-B138-4721-B392-4A4FE556EF67}"/>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A84DC215-8D2D-4045-986F-45E48EC87AB2}"/>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6ED07AC-E5CA-42C7-AA33-FE2633E226B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F559DC8F-41BD-40AB-8492-5383A6EF84F7}"/>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C84C20CB-4019-48D1-83E2-3E78DB80BE6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22EFBE1-F0B0-49E7-A5D2-4DDB5D327203}"/>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5A11E693-B089-43E7-A458-695B97F5685F}"/>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A8AF9ED8-E7A1-48AD-8675-83596E0B718F}"/>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9569C4F-3772-4AEA-9B45-6A855F08D6E5}"/>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E96DFB1-5DD7-489B-9C02-2DEAD875E2F0}"/>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358AEAF5-0D90-4FFF-8054-C7DC315423EE}"/>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A60E11DF-FDFD-4929-AC56-C6A321617A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4290174"/>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534E0C8D-6F72-47BE-8140-6B98E0A78F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A156445F-0EA5-444A-806E-5EA86A9E43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76380D79-097E-4F02-BD9E-C72E0F34F3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0F2AA49-B0F8-41FE-9BE7-444B58BC53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A223CD4-1967-4B43-A824-6A4EAC3570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7023007C-C765-4BB0-BA2C-1B4D02A66C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3C387BA2-A9C1-4BA5-989B-7A572FF6A45C}"/>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0D70C13-4EA1-4404-A8E6-8BD87CF564FC}"/>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4F93B707-471F-4FCB-A917-5E688A2AD865}"/>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32D07A3B-4CA9-4888-8AF7-FED76541C2A6}"/>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1676FAE6-64D7-4211-9B55-3426BC879D10}"/>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E83ACE03-FE04-455A-90B6-240A9DB5987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C0F2A2B7-0B26-4215-8D59-36221709248A}"/>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DB57EBD2-A4D0-4A7F-99E6-13C0A17AD92E}"/>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E9C26502-90AF-4267-9BF5-4173048A8255}"/>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D3521F3-3B5F-4068-9B72-F783908A6E75}"/>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3B353B7B-E880-4D1E-8554-BE8831D2CDB7}"/>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18E9BDDA-90B2-4F32-8AF5-EABFB68C6398}"/>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981A88FD-AD90-416C-95C4-C143096054FB}"/>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D9E40F86-915F-4E2C-8E31-18F3DD9B6058}"/>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427A0596-88C7-4992-9403-BB159269C776}"/>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E3D66F31-2361-47B6-82E4-0A04EC07C1E8}"/>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02126759-3DC3-4061-A969-6912C0D262E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963B9FB0-6D26-44BA-82D1-8DFAB98F8B2E}"/>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801E5E5F-05F3-4A3A-907C-3D081AC0EBA5}"/>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83D60A1-0A80-4E12-ABD0-CB8174B55FA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393A8D7-18A0-4822-92FC-3B834CE6EBA4}"/>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12FDA9A8-BEA8-4889-895C-CFB00C01B7B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7D998B44-3F21-4D2E-9930-682129AAAC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48909991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C4957594-0424-4E4A-B011-A0D49502F6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C81B5A5B-3AB2-4E9D-855A-BEA81AB788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3E577596-5D04-45F9-8491-C48CBFCD2B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240409F3-2C63-43AE-BD60-726A177FDF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5FAE58BD-43F1-4523-816F-FBA3337D53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67AB0CF1-68B6-4DC0-8545-DC508EFE9D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E01EA42A-C1AC-49BD-8965-006908FAD8B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74F4DE2C-46BE-44C4-B6A7-71C6056D7FE6}"/>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2065933-A96E-4AE3-AE8A-60ED9DA6BFC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264DDB66-1E6E-4471-8503-AEC91EE2F95B}"/>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7885A1B-5B51-4D69-B121-312207CC808B}"/>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9DAE44E7-4936-47C5-BCDC-58CEA45D05B8}"/>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28EB681-D526-46ED-B1B3-A94967897254}"/>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E6F67187-26A5-48F6-BD81-79FD775C01D5}"/>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6E4CB6F1-AF7F-4759-968E-08AE99EA5F4E}"/>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AA4401B8-1DCF-4618-98E3-9624FB16A1C3}"/>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5B018E8-0E72-4150-BF0C-EA29307F1156}"/>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3E57279-63B0-4520-A770-E19DBFB74E9B}"/>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84BA71ED-2226-4497-806C-EA40572B6C8E}"/>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EB4AA3EC-F6D2-4CF9-AD84-6CB871D732F4}"/>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BE92D3A6-CBFE-40B5-B646-73D3994D5E51}"/>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B92C9F3-BDEA-4828-A554-3417A7AC9BF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2151AD1F-B9BE-43A9-A804-9318CB83ADCA}"/>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C8A7E904-8D80-4E3A-9496-855C51A76C60}"/>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46A3F1E5-BA6F-43F6-BACA-B4E0D42ECC23}"/>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81FC9D5-FAC1-48C6-BFD3-1B1A86665C8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B4CBFEF5-03F8-4EFE-84D0-4B56E62D68B1}"/>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AAFC66E2-9035-49C7-A70B-A4C33CC1CAC8}"/>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7F759068-8A55-4E08-AFA1-330B757E4737}"/>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6E71CD6-6316-44B8-990B-C4032A262483}"/>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29DD49E4-780A-4A41-972C-1A6C4F7A423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B1631922-2BC1-4071-B7FE-BB91CAC5090C}"/>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F3DFDC60-29FB-4B6C-9090-51F9B82D1224}"/>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E658ED9D-E39A-4EA9-86B4-2A859B8451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6447403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DC242043-1312-4969-8C9D-C7119CFC48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6AFA545D-8736-42CC-BBC9-77E92646C4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50A9213C-9643-45DF-8EA8-15CF1BECFC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018D189C-9395-4360-9BD7-57B227396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17B08C5F-4031-42DC-B2F8-6D1F738A72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EED7F0DB-4C0F-4388-B344-30500831AF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E4AD7954-C4D7-4670-9AA4-F52E571BB19B}"/>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9F0DEECD-3C70-4A46-BB37-EA230C3140B9}"/>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7ACB3DF4-FBE0-4B7E-BFAA-EE23386ACD30}"/>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3811C1E-DA95-46CC-B523-3BA8B38439F6}"/>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16A4997D-F0A4-4172-AA2D-5604BF083CD6}"/>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F77AE31F-950B-4C04-87D2-58B1DA0577E3}"/>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CF6B348-9815-4ABB-A844-62D09239B068}"/>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F4E1449A-B670-421E-A9D9-DF723BDE862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BB62DEDC-2D00-4612-982C-9CEE918E2F9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D8DA5D2D-E2E6-4F1B-B8E9-875767B82EC9}"/>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CA592AEB-DBB4-490F-A1D7-23345C627290}"/>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8E5843E0-E704-4FCF-8BB1-FD444B654848}"/>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456135B3-21A9-4C5B-A856-C7F8B77C07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6525605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B5814A07-EC73-4E9D-B551-5A81A8055E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B8D8BB60-4484-40B8-A74B-586814A309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7DB89213-B190-48A8-B9C6-ECEA08AB41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84EC6169-EAB5-4FEF-9D3F-9CA70E1364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CE7F3412-BDB7-4E83-B838-1DECE93FFA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278D8D44-4416-405F-8110-3F87DDE989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0B6A9F6D-147B-475E-A8BC-256081555114}"/>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ECA23B20-F9D4-489E-A253-38C74B061D5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CEC5D7A-C58D-4BC0-AAB7-21025B52B04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8F6605EF-797B-405F-A305-AF247D37715D}"/>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B7C3CF33-B68C-4983-81B3-0C02349907FA}"/>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97A541C6-0044-4BA4-815C-513996FFAACA}"/>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8A2850E9-5F1C-40B9-8FB7-CDD2BA76D1C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CE7B2832-BDF7-4DC9-B893-1B8D761944D1}"/>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43EE8199-7EAC-439A-9D01-C8ABF5BDA2FB}"/>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DC31013-1AD7-44BB-903F-AE40B776E7B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52055186-8718-42DE-B5F8-5FC73BBF3838}"/>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E2D8AC82-1726-4C32-8360-8EBBA637DFD6}"/>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E5E17711-CC5C-4398-B05B-EB31C3E7BB0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E1A70D40-FF7C-47EF-A446-F8B72886D94A}"/>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2D399A71-1F71-44DA-97DC-EF793137D365}"/>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A154734B-CFAE-483C-A3C2-77B6479832D1}"/>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C08D0E6C-1A02-4982-B868-448E1ACDCA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69093025"/>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EBCA26FE-9E42-4CC8-A440-30E1156924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358E4699-A4C2-42F3-862E-BC88A28C76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81D8A37B-B711-4B84-927F-E018AEEF32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9828DB18-50BA-4E4E-878D-F4DA930B88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3EE5AC40-66E7-4AE8-A0DD-580DB2FC75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C0AED22-8395-41A4-924E-F52460CD69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FB1EE6F-C661-46B8-968B-592C75992F0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600ADB82-3398-4982-9AD9-77897E4BCB7F}"/>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9096CD1B-55FB-4667-9C96-1DE1D415368D}"/>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E6A080C-2BAE-4CE8-9678-D67E0D9E6C0A}"/>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178A74B3-653E-435E-8EDB-85E79AC275A9}"/>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48DD0892-A758-42B9-9651-A7EAED1F72B2}"/>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1F13C2B3-AB2C-40C1-AEDB-4AEC23227707}"/>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8928DFB3-0920-4163-A4E7-EEF9D79295B7}"/>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5DB2DE0-CAA9-4FAC-9414-052C7B1179B8}"/>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029FBA44-2740-43F9-AF6A-8FEBF8E49B1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69708FA8-0814-4F87-8B60-F81592D6F8A8}"/>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8DEFBD21-E2DD-4493-BE83-F35C4C00A716}"/>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BABA485A-76A0-4E56-A5A0-58FC2DAAC60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F2325F29-DBC3-4F1F-B89D-0F141DF0FC4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D088051-9343-46C7-90D3-941832645737}"/>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C61BA38A-B054-4BAD-8871-2E2DE020F47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6D32121-5A0A-4A17-A543-EBB0256189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5953578"/>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521DB67A-754B-41A1-ABFF-35ADCA16D6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0A1F1CC7-EFB5-4F71-AE28-736885B983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95C0B29E-F190-4EBD-A545-3763DAC283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57BD3B4D-E2A5-4715-A75F-18C80EFDAD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CFE69135-2183-4382-B28B-BE8A46D67D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D23EBA8C-C81D-4CF0-BCAD-FD151ACAEA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2D258701-D34A-4C4B-AE24-C5A0D2A81713}"/>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EAA40C8-6FE9-4690-A1D0-AB955937F98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0E9D4DB-D162-4EB4-A304-A92CDC1BE4E6}"/>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FD5F548D-A490-4803-B503-1749D3FC144C}"/>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BE7D4A99-23F8-4F32-BA41-528C30F1070E}"/>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BB0D5350-330B-47B9-9C76-0900EB7685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AF09E4FA-AC85-470B-9BF6-F20A98842BBD}"/>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1B930721-3013-4B11-A966-8AC34659479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AEAC50CA-331F-4AA0-AC0F-E6C187C03C31}"/>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3448455B-8CC0-4194-B77D-B92407C2F1D5}"/>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15CADBF8-0070-4B97-B220-A151AE412CDA}"/>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6C59C5F7-12A7-4EB0-9416-E5C9458C7386}"/>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5DC09815-DC70-43D8-921C-95E4973353B2}"/>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515CA73F-2ED7-42DE-AEBB-2ADDD2AE2532}"/>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C6C448C-7DE9-4511-9738-97B80DB159D6}"/>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BBFAA2FC-B7E0-4A11-9C15-2912AD38F2B8}"/>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877BDA49-8028-4521-8100-8C8B3BA8B960}"/>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CA565CF9-09BC-43A7-BD57-8C452680910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35365466-3D0E-46D5-B422-DFA80A3C3DFE}"/>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A5B09747-3331-4C4B-92F1-569F80148D17}"/>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F792DA83-8E5D-4962-B429-7A33171472D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28543877-B5D5-4D38-8FDE-59DE1B6D8AC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DE23DB0-4531-4356-B1AF-70A64FE4C967}"/>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FF57E4A8-52AC-460C-9229-E23F17F18F57}"/>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3451482B-43E8-4EF0-A49B-DDE070B5BEA7}"/>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2D675462-D167-4C20-AC6E-22790B0C5243}"/>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435A6B17-5C3A-4AB8-AB55-FC8803C9577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6577B1DF-3E4F-4F72-8C50-3FE27228927C}"/>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AD0559D-B9C5-40C7-8B79-DE1200A8DEC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5CFB893F-5F71-4973-B85B-104D04123CED}"/>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D1F39529-DCF2-4332-837C-5A37E5451FD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DB14EFC1-9029-4080-AD9B-29CE5BBF8BF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5700D98F-33E2-4A34-8A93-34826342A93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BFCDCE44-017C-46AB-B7A5-FE53FCFD1FEA}"/>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CDED9863-15F7-4D90-9D6F-C1E90170151A}"/>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40B5DC0F-D8AB-4423-AC03-BD033A641E6C}"/>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0612EAB8-764C-4B74-8473-876615623D59}"/>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9203D761-FD7E-4C86-A2B6-42F1D075D207}"/>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7757E60-C984-4C8E-9629-9FE3D3B9D16D}"/>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AF7CDCC-6292-40FD-A9A5-1780BADD86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6357106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1D13A9A8-33E2-4EF4-8715-3EDB374874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ED91836C-D7F5-472E-B7B1-DFFB069E30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23C81325-9FB1-4C0F-B2C5-12D6EDB858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98DF8320-85D4-40A0-A8F1-C1CDFE786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25174DAC-68D2-40B9-90AF-5AA838262E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D03FE93F-66FC-4DBB-9A4F-E6F9C4A2A1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5D121772-6A37-44E4-BBCA-7AE874F019B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E0B3112-D561-4BD5-8456-BA1C8669C45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EF3C0C-752F-4797-AE3B-65779A360AB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860971BE-F4A1-401E-A5C4-BB99CD13152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79A2CAA-14B3-4E69-A474-474CAA22693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A2C1BF0-DF07-47C5-81ED-4199C89565C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050B0505-6E59-441D-9F3F-CDFDB6470AE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5889DFA9-BEA9-48D5-BA5E-FE73C76969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59FCBCB8-560C-49BD-857C-9AC8690371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C69B1498-31AB-4E88-8178-2266589D20C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BEB271F5-F148-44A9-A14E-41AB97E29D1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D4BFA5B4-C98C-4CC0-B450-F48261EE009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FD16A9B3-F32F-475E-A91C-097321898EB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3CF03948-B2C2-4A9E-9B9A-AB9B5D9D9D7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707408E8-C22F-4517-91F5-217AE86E44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329542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6A7E2061-A58D-419B-A688-A755785BFD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0C14F3F9-08BC-4474-9359-B843BAF880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A2C4EB83-DF3A-47B0-8374-3E588AF082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48F072D9-D3E9-4238-AB1D-B3CB592F52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60958C2F-E4A9-40CA-8938-2AB1A407F6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A9831058-F1B4-42CE-98E8-09F62744E2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176595B7-5F6F-4990-AAFD-CC373404CA8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E57CD3B-6259-479A-85E3-D30C1E95E7D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B52489FC-6EB8-49BE-B0D8-8C978D13DAE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A849739C-941D-462A-9281-98CEB671082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969D01-C54E-4867-B268-364150D3B67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C81A4C6-4FEC-4560-A9CD-1537BB6FB13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84944E16-3447-45AD-8F03-EC51DBE6DA1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6DA76F91-A8D1-4EB6-8923-9F1E6F1E4C7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ECE47B8E-3460-4667-B801-81D04C901DA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4F33A3F9-1814-4699-93BF-EB2A3A7AE43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CFA9DEE6-298C-4D85-8F83-C2CCAC97D58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A328F14A-0578-4531-BBEC-C3C72417D58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60444146-351B-4A9E-91CF-F3FCBF12A2B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19CF726A-8BF7-45BE-834D-A1CABFC757B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06C4800D-041D-418D-95B8-C03AFBE220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464537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F8C528BF-5CDD-47FC-A0B8-8B0224893B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B6955F78-2E36-4920-B181-88AF31BC1D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529B5DD6-BC4C-42FC-A8AF-BC4B6CC4B2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C5AD6FB-4E16-425C-B108-01EFD25E27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395C30F-2DB9-482F-97FD-562D6EE40A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04ACAB4D-C82B-46B3-AD4B-58EF25ADDF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89127C56-33CB-4B6C-A6A5-9D64959A812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84A27C1-4230-4DAF-B2CE-71646C32B9B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AE57E06-D0BF-489C-B86E-0102460C28F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809D3AF8-4073-42F1-A3B1-042A620AA4E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93E646F-029B-42DD-A199-1C8D18527B5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407C7F-C3E9-4208-9827-B549A65599E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2D232868-48AC-41FE-AF26-D96CCA2592E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94091D55-2CC8-4C40-9089-CB524617B61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1F005CD7-3876-4934-9B7B-643F2C753D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08F3D65C-5C90-486F-9D7D-EB468ECD70E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0B0AB678-38AD-4759-BC31-09DE19263AE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152B1D24-7F71-4BCD-B515-5EECCE375C9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CED71F5B-391C-4ABE-9BF4-AEA4636299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E93A92F3-9256-4905-96C7-495305693C0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CFDED61A-5A3C-4712-96B1-B3478CC75D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5501059"/>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096015B4-47C6-4785-9C38-B80ABC6060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FE989482-2F83-47D1-82E2-79B7374219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C13FBBBA-BD44-46BD-AFE6-837AAAD5B0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0203F233-9443-4259-A415-C5F2DE264E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3ED5AA79-F676-4DD8-B5EC-A070700073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9FBAAF0-2F98-49C4-84E6-697816F523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A9B65F99-4FB4-4720-A8A2-D5C72F7D598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2ED6A3F-B811-467C-B9B8-D70421F212D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B98A692B-1B34-41D7-8CE5-FDB27BECE12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D01A7531-4B47-436D-A2E0-8CF9111234F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7FAD1CC-F26A-4B86-8FAF-B7F7418F51A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4C1AF37-7EB8-4F40-A805-BCC65D6F3A5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09BD398D-4EEC-4771-835E-013FC9D4BFD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A85C972-B41D-4A79-B6CA-91A4B0F12D1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D75C75AC-F2C3-44E7-A028-C01901E16C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7D3A426C-2604-4B62-86BD-B784038EDF1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3FB2E4A2-D5E3-44B0-92CC-188A59D153B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286B9D06-E61A-40B3-934F-E36717DDEE4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9BE26128-DC14-43CC-AD63-D861DD4C3CE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D83D87F9-C3CB-4DD3-A790-B0E10498E15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A22883CC-C6AA-41BC-AD24-9109865DD1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4418366"/>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5512F6A0-E0AB-40FD-848F-4FAE53A4BF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64171950-6436-4B14-943B-F3F2066BF1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9ABA745-904A-428C-B810-2776F9DB1B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683B9D6-1465-4949-9E98-54E68B790A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5D772483-C7E4-4A94-A84B-6324735F7C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6004B78D-33E7-44A5-BD29-C38E3E1354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38A8E2B-0E85-4D65-8B9E-613989170C7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0FE8469-2E7D-4EE3-81BD-8ACB6BC6BD8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3388A4B3-0230-46D5-ACA5-6FF33D5968D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C5833F92-DC06-41C9-A683-67D06FA9034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D886B36-E098-49A9-9BDE-FB1A195EC78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9B449CC-C8F2-4ECB-910E-B2C067FF380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F4B83234-2E8F-42BF-BA7C-D46FEB55EE1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46D00D53-BA59-4309-85C5-A8485C4BB9E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B4C9F1DE-AB6A-4A8B-8ABA-B47EB688DEB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166FF6B0-2917-4595-80D8-94FE5BC3657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EB70CBDD-FE02-49DA-AACF-8CC2D1CFB61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9123A5CF-E3C7-495C-9A36-6A5A379195F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2A0616A5-A1F0-470A-921E-1660C5B9C8A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F8F3D3BD-9764-477C-800B-F2788123085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1BBDB34F-0541-4CDD-9C4F-2104DF4883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97002668"/>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65231EC4-DDD8-4BCE-B1EC-F4E66A9E3E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789C54F8-4EE3-4310-8A1C-B9DEB7C6BB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C6A2D6E0-9371-4255-89C2-623CDB0AE1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1B38F20-4150-4DA2-968D-C2D765F61A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13677436-C3BE-4E80-BCEE-44D7F60744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EC9B1F65-DA34-45D6-94E1-770DA49B38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66F783A3-9EFC-44B1-ABF9-EE3B95EF526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22EDCC5-1B5A-4D7E-B1CD-2D9A56B3817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C0A4DBAF-0E97-4DD8-9D73-A0A61F9F32A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DE390A7D-153A-47FF-BAAD-863296D64D9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9962735-CFDC-44D0-AF65-CF729222E8E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DC220EE-EA45-49AA-A187-04AFAFE82A9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1D21D69B-988C-48D2-8767-4809E81AFA4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CD687C38-D941-4665-BFBB-0A6D53A5912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4ABA41D-9D9A-41A0-B653-C6FCC402E1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6878F090-57D3-4547-9CEA-4BE3682A9F4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93623E99-0ADB-42FD-A9E5-BE00EF2A567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947CDC65-E677-4070-AAAF-B1F193B7BC5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DCADEEDF-95A9-4842-B7BB-2273F8985FB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631FC20C-354D-447A-A534-5C223790C66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F7023628-46A4-4FA3-BAB7-1D9EB63256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30546843"/>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DC8936B8-C0C9-4A4E-BBCE-B62A0A3577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F2CD9554-5F23-4CC5-A86F-7B9BCB848C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87920410-B0C8-4614-8C0C-2CCD3E56C2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7A2CE14E-2DBD-4851-A007-89715770A9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B86EED59-36D3-4C8D-BB67-E0419AD7F0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056B0426-7137-488E-A16B-B3BC949BE0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CDE3C671-0ADD-464D-8CDE-24693EFD057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491E7A-1A06-4095-83F1-F50C9017FBC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68A6A4A8-E226-4201-A65B-8A2A47C4325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423E62B8-010A-4765-87B7-23B9FC3D97F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00423FD-5499-4766-8861-DE304182247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C2D59BA-89E6-40EF-82E4-0F621CDCA04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27C3ECA1-5381-4C49-B223-BD38C8B235E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B89497AC-A825-434F-A48F-8BE4EEC6E4C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773DE72D-141B-4B54-A5B2-D3B01ECA9D7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0BEB440E-5072-4F98-B3EF-BE471120C0D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A4280D78-A77E-4504-8268-90B4A265FBB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E856EEB-9926-4B1A-992D-378B700D7AD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CE35E294-3F94-4CD3-9DCB-5B5C735C41D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6B0455D6-2E41-4158-85FC-76D2ECB7345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05B2387F-D8C0-4363-B0B9-607216A03F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93523235"/>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6278AC2B-CA40-4F69-AE7A-7847A2FE22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8AB00BBA-1642-4674-B985-8A3B0A5C66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E3300252-91E8-4D69-AFAE-1837486043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14AF8CE-B9DF-42DB-B26B-B9AF2CA0ED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E547C667-743F-4F73-803F-796970CD80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514032EC-754E-4224-8854-B2EC66A43B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3FB5B19C-F179-43B1-B6CA-FF418304BD7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87216BD-B189-4C25-B4C3-46FACAA221E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638BCCA9-DBAF-4990-970F-A3066A7BE99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FA678EC7-9932-4A33-9162-1918C67010F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BF36CE2-A239-44BF-84D1-30E2FADC649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84A2C46-BAF3-4B25-9763-33C2866E446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6566198B-3FFF-4100-89C5-A0F979A41C4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8DBD3840-013E-4875-9D90-5CA8BA4672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3855F8F3-11DF-4597-B942-FF2AE536DB2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09A645A3-2DD7-4529-ABC9-714708DBEB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AED4A08D-2E5A-4D08-A4D7-92720CB323F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BAAA4A3C-EE31-4920-A569-16CE1032D3D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0C14883-052B-4307-9AE9-71F1020CB3D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E5B1AF37-96B2-4E47-BDA4-C0645D7C7F8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063151DC-4C8E-47A2-9029-FB9AFE9048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8450782"/>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A81CDF06-73EC-4147-B721-9340E3D851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8BC51002-283E-4490-9439-4ED226E9BE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727440A2-3F58-4B3E-AAD1-3ED6A0024D8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3ABB25C-DEAC-4954-B42E-38BD848DEC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EEB6E824-113C-40A6-9A7A-3299DB4859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35B8B446-D663-4123-8D8C-062D8CFB72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7B0273FF-31BD-476A-BC0C-576C5808B90B}"/>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EAA68DD-83F6-44DF-8589-B52D179CAF7E}"/>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93458820-3BE4-41CF-94C8-079FC0C26337}"/>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A08700EB-3C31-4BC0-8C29-FCB8CA686460}"/>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07D6CC1C-1CEB-4C18-B4CF-6B475DE7AD7C}"/>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E92F9D19-D7D7-4E7F-92D7-8D95CB729D12}"/>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70BEDA7-3529-4494-ADC3-AAE182462C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336541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01D877EE-3706-4F2C-A31C-40511E5CB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EA569DE0-C6C5-48EE-BA80-FDAA528C2B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48A63151-6AD5-4EBD-B06D-5E9F0D371A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82FDB195-BCAD-49BA-905D-DA4A2DB1EA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BDEAC663-005C-44A6-B27B-DFB981722A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08DDA56-59A0-4F8A-AE24-4CA3757C5D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1DA3556A-58EF-4E0A-A8E2-84865405E486}"/>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6E22EAFE-7AA4-4348-9E2E-C0407B9CA589}"/>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14962A19-C271-4B7F-BDBA-573D15B52FA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6B700EE-8E40-42F7-A4A4-7F78F26E07F0}"/>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A9337A5A-83ED-404E-8D69-8C626FC1ED8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049FB0D8-A655-4D91-A1EF-701FDCDD63D9}"/>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E59541BF-2FFF-474C-839D-CF3C2684C314}"/>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82ACFEF9-9260-4D4E-8F61-F13BEA86A9B6}"/>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CB462F50-C0B5-4FB4-A131-DA21EE9C185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C90F7A64-B38A-4399-96CA-38083CF574CF}"/>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9C3D852F-E1E7-434E-80A2-F870A35CB4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845804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968C91C9-12FA-496A-AAE4-A8FA71C58E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40C02EAB-C558-4FC7-BFCF-FCB60CF90E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ADDFA424-A992-425F-984C-B5131CD183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0A63A406-0942-409F-A2E8-70CEC63A4A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8CDA5A2F-1D06-4F6E-AB33-DA50231B42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D7896382-935B-4D91-8D66-3267F5075C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5EDFB54-DD21-4465-963C-D71B5B8DF004}"/>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1829DA59-45A4-4313-9ED8-726A5DC4A1F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B90670D-A97B-4263-A424-EF98AE3A6608}"/>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883F09D-F8F8-489E-9665-57D9BFB8FF7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ED7B026-3A47-42C4-9054-AB89C85EE704}"/>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F09DE283-FE78-42F1-88C1-F0D79D36A2AF}"/>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4733157F-3F2D-43E2-A10A-6C774E550335}"/>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BEB5F6C6-B192-482D-B7AF-882512A86083}"/>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2E817EF-EAE8-4587-BFA3-C41CFF295BA1}"/>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7A423E7-85A8-47EF-9ABB-DBF838AFAF33}"/>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8CB8D083-4C8F-4EB0-8A5D-624BE3DCFBB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CA2614A-0E47-4A79-9C1D-7ABDACB0E4A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62539B5-113C-4008-BF72-747FE3044A9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60BA31-4EA1-4639-8C7C-74B8F61E267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D24F866-1CF1-4346-9FCC-8C7D9829AD1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4F8F288-6A5C-4162-A870-D022323D6A1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3238D0F-D420-4531-A7FF-7117895DD6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462068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30AE038D-3E8C-4F84-A916-D814F62CED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C2ABC7FE-9C50-4719-9CB7-729C45490D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D18E02D1-869B-4FB0-915C-C470582AD5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1A71C04C-B765-4EF3-AD07-B0D23F2487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D2B6CC16-1B22-4474-B8A4-9CCA0EE007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A35287EA-23C3-48BD-AF60-F7F7A53654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8445FBB-FC4F-449A-8F79-10E2DD95316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85CE47F-9764-408C-A6DD-7AEEF9A6D4BA}"/>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A950686C-5EB0-43F3-8DC2-FA6E49A62AD7}"/>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DD9A72D0-696D-4336-B3D6-EA8109D9523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86AD3F60-7DA3-44AB-AE3B-49C9BE21418D}"/>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B1D81F9E-7DB9-4933-9164-E5C6D2B86402}"/>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E327D33E-BC3B-427D-BF64-778B94171E1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5C9ADF30-A8F3-4B01-AFC7-2474F536176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CAF11276-3229-4559-9022-3865A41DB9AC}"/>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DA39964-FDA1-4F16-9474-EF07FDF60FBB}"/>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288540D7-71B3-457A-84C9-CC52631A8AD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B4C442E-2A0F-44EB-BE2F-9070F13347E2}"/>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DE8CDFA-03F8-478B-B60C-C359C6022EAC}"/>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6C9F5BA9-11F2-4BB2-9E65-A2391847236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DA8DF91C-96AF-4DC3-9C87-171D38F957D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42C5ABB-8623-4C3F-810C-415F72D65E50}"/>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6F555338-7706-4765-B0A4-5B6AAE89F8E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3442EBB1-7D5B-413A-8ED8-3ECB9547588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B7A854E7-9E3A-4E92-BE31-EEAC3EFFD5E7}"/>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5FB6502D-BE76-4DD3-8985-3B8701897C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66278962"/>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83DF3729-4681-451F-B3CE-5216865CBF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D05BE3B0-1041-455F-AF2B-F0C9EF8200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F30143C5-39AD-47E7-B990-123B30C804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0099FA44-5273-4936-8B25-E1FA8851A1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011A9342-174E-46D9-87F8-6D09114BD2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C83C8B5F-FA1A-44E1-9C1F-59CF619084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654E983C-882B-420D-A070-4B2AB9CE0A2A}"/>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9309ECC-7B4A-4D8E-BB12-0F83BE1FD74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4CD19787-48B2-4715-B26E-0E428537C5D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7D399560-2801-4067-915A-DA5F90883A5F}"/>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985CFAEF-33A3-4A7F-932B-F91B4A01CB01}"/>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AF783445-943C-45E7-AD1C-1333645C26EC}"/>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7562271-29F3-40B0-A705-8CA56EC2788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F659690E-FDCC-42AE-87FB-4102D1F7754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FFF15242-7043-449A-85F5-A5671245055E}"/>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ECDE245-27A6-4C09-B9EF-EE8C7E3D3E7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3E0ED9-F997-46F1-A19D-579CC6B83BE1}"/>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45B3FFD-8B64-45F4-8323-0AF47ECFACB7}"/>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02FCE5FD-991A-4FAA-BF38-36B66906C0F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B6DDAA7-4583-4B21-BF48-11F3E6CE5D54}"/>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DE4855FE-58A3-45A0-B7E8-9BD4FBD8EF3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0594C40-139B-4F1E-96EB-5AB6373960DC}"/>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FE3E52C-4A75-4976-A56E-97FD17E79221}"/>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E1EF250E-1CC7-49E1-9DAD-7DE1DABE536C}"/>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5E9C9D6C-9516-4E02-B90D-B7A87D1BD4F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0AEE340-142D-4325-B6FB-F8CFB2F4B4F2}"/>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069197E-CBDD-44CE-BC4F-A725609AA91F}"/>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C13C592F-CB2B-4B64-A83B-E7F7EFF5B0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96479469"/>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A76E1FF8-9168-4587-B530-5EE4BA9244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F19A6651-2D6C-4143-B708-2109BB66BC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4F582D7D-8895-4596-A211-6A8E0AB2C6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CE615EAE-C165-42E0-A087-36628DC45C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1FBD82FD-BE17-4551-8643-6BE9409970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BE2AC7C5-835A-4E1D-9AF3-86E9B8298A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E545CD73-A188-4862-8CBA-BAD07A7F8D9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B854E2F-9921-41D6-B6A6-C9CB1C4C9F27}"/>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09F7EA70-263B-4473-AA26-F984C966509D}"/>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5E5E2671-0500-408D-8D80-13C9E54D8BA9}"/>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ABF8C7E9-8E6E-43B8-A801-0716DD4B1BF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CD3DF970-78CD-43BF-B859-8F028ABAACFF}"/>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8143575-4CC2-487E-A172-35A6FEF367E7}"/>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3099F5E-907C-4C7E-ACAD-AF0D9621740A}"/>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A30787B-3885-4E8B-B19C-076066C02A05}"/>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F3A3E4F-0904-452F-A5B8-7B56A41E0BB4}"/>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3D244057-E9F3-4F2F-8B92-70CAF80E0C3C}"/>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FD78A94-5A51-474F-9C7C-7CD2F0268DCA}"/>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11C0E2B6-A2A6-4938-BB63-B982A49068F0}"/>
              </a:ext>
            </a:extLst>
          </p:cNvPr>
          <p:cNvPicPr>
            <a:picLocks xmlns:a="http://schemas.openxmlformats.org/drawingml/2006/main" noChangeAspect="1"/>
          </p:cNvPicPr>
          <p:nvPr/>
        </p:nvPicPr>
        <p:blipFill>
          <a:blip xmlns:r="http://schemas.openxmlformats.org/officeDocument/2006/relationships" xmlns:a="http://schemas.openxmlformats.org/drawingml/2006/main" r:embed="Rbce58286297d486b"/>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A701B1A-76D9-4EB6-BE1E-AADA18083718}"/>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5BF4B085-19F6-478D-870C-79C85914355C}"/>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0CFC881B-39C1-44EA-8E80-32D25E835D88}"/>
              </a:ext>
            </a:extLst>
          </p:cNvPr>
          <p:cNvPicPr>
            <a:picLocks xmlns:a="http://schemas.openxmlformats.org/drawingml/2006/main" noChangeAspect="1"/>
          </p:cNvPicPr>
          <p:nvPr/>
        </p:nvPicPr>
        <p:blipFill>
          <a:blip xmlns:r="http://schemas.openxmlformats.org/officeDocument/2006/relationships" xmlns:a="http://schemas.openxmlformats.org/drawingml/2006/main" r:embed="R6c34f4e8e9934ff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C107BA46-69B7-48FA-8339-AE18A3F0A83F}"/>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7A47231-D485-4D41-85F9-9B73D8D363C2}"/>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90B4D9E7-60CE-4FF2-93E6-1D62F04990E7}"/>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7650F87E-7FC0-495D-BF94-BB88B481F004}"/>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6DA7BBAB-CFD7-4F2A-BFE5-D5508582349A}"/>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5B8A373-5295-4B31-996C-A105263011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069402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2D8FE7E6-74F5-4DEE-94EC-FDCB0016C1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67E215E7-0292-4163-8F92-43BBC50E50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960A3E1C-36C2-4B11-813A-D6D02C61AD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115AE2CD-3B0F-4882-B9B1-632818939D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55959868-3EDC-4C9C-AF2F-69613150D8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467130F7-05E9-4339-9793-A23CD04779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142DE253-3117-478E-96A4-F92281474401}"/>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3ECFE36B-C102-432E-A4F2-2FF37C6CFD1E}"/>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B9B8678-4F91-4551-96A3-C03ECD22B0DC}"/>
              </a:ext>
            </a:extLst>
          </p:cNvPr>
          <p:cNvPicPr>
            <a:picLocks xmlns:a="http://schemas.openxmlformats.org/drawingml/2006/main" noChangeAspect="1"/>
          </p:cNvPicPr>
          <p:nvPr/>
        </p:nvPicPr>
        <p:blipFill>
          <a:blip xmlns:r="http://schemas.openxmlformats.org/officeDocument/2006/relationships" xmlns:a="http://schemas.openxmlformats.org/drawingml/2006/main" r:embed="R3655e53ce3e94810"/>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D5023121-D088-415A-A7EE-48FE64A4AC3E}"/>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BB575E6-4EA8-40E2-AAD2-30F934285537}"/>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81FA291-C55A-44D8-9395-9B9556DA8D2B}"/>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725F33EF-30C6-4653-AA6C-BF5569718F7C}"/>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C7C9F11-FD83-4C6B-B206-9E5CBB3CE1EB}"/>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EA79CDF1-6FAC-46EE-8CCD-8BFD673ABD8C}"/>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9796B266-E49A-40E0-B040-2BF7E1035944}"/>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DD06028-4FFE-47A2-B82F-9653D4C0EA93}"/>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A057619-FEC1-4579-BB7C-F1458BE5236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E35AEF4D-B6A1-428B-8E8C-242086A58D5A}"/>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A461DD25-BCBB-48A8-A967-BF68EE399C7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840819A2-B0D4-4888-B08C-6330F07549D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ED4967F7-EEC8-4DC5-B956-A9DB73AC6DCF}"/>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3BA94791-2B6C-40ED-8987-D7C20DD5432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C5A68EC8-CBF4-4BAE-AD6B-396DB0809424}"/>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9BE2F070-FC11-46CA-88F3-8FD617A62C0A}"/>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6F4E7FBE-78F0-4567-9D57-DA7FCED18F0B}"/>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B651729C-76A7-4AEC-848F-B8BB46FF7E8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6270FA45-0C7F-49E5-A712-A5FD7F0F947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28FD673A-B67D-4FB5-AE2C-E9777AB99B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5550272"/>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관련성을 확인하기">
            <a:extLst xmlns:a="http://schemas.openxmlformats.org/drawingml/2006/main">
              <a:ext uri="{FF2B5EF4-FFF2-40B4-BE49-F238E27FC236}">
                <a16:creationId xmlns:a16="http://schemas.microsoft.com/office/drawing/2014/main" id="{B71D8419-8920-4EFE-9AFA-EA3D68BABD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294A4159-0F72-4EFC-9B97-DC6063FF27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5E4E37C8-F952-467E-8922-04CF79981C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DE8D7D63-23C6-44B3-86EC-F2F803F224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발췌·번역 / 관련성 재구성">
            <a:extLst xmlns:a="http://schemas.openxmlformats.org/drawingml/2006/main">
              <a:ext uri="{FF2B5EF4-FFF2-40B4-BE49-F238E27FC236}">
                <a16:creationId xmlns:a16="http://schemas.microsoft.com/office/drawing/2014/main" id="{76FA528E-F0CF-4891-9247-29A606C23F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발췌·번역 / 관련성 재구성</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785439B3-9F5A-4E4D-B5C6-69446AD3D2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B258AEAB-037E-458B-9EEC-DFA5F6C70772}"/>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함께 제공된 정보 중">
            <a:extLst xmlns:a="http://schemas.openxmlformats.org/drawingml/2006/main">
              <a:ext uri="{FF2B5EF4-FFF2-40B4-BE49-F238E27FC236}">
                <a16:creationId xmlns:a16="http://schemas.microsoft.com/office/drawing/2014/main" id="{D8565601-AB12-4089-BDD9-A0C84712BFC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함께 제공된 정보 중</a:t>
            </a:r>
          </a:p>
        </p:txBody>
      </p:sp>
      <p:sp>
        <p:nvSpPr>
          <p:cNvPr id="9" name="">
            <a:extLst xmlns:a="http://schemas.openxmlformats.org/drawingml/2006/main">
              <a:ext uri="{FF2B5EF4-FFF2-40B4-BE49-F238E27FC236}">
                <a16:creationId xmlns:a16="http://schemas.microsoft.com/office/drawing/2014/main" id="{D8ABCE84-FE30-4722-AF3E-667A75D93B84}"/>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4A66B72-7530-4312-89EE-599F5D66EC47}"/>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E467AC14-6CD5-46D7-8D44-BB505950304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9B69B40C-5C8D-461D-A831-23737492901E}"/>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2B0A043A-11EE-41C4-A2BE-537E35F58285}"/>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08E1F11-6C1C-4416-8646-9BC187940106}"/>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직접 필요">
            <a:extLst xmlns:a="http://schemas.openxmlformats.org/drawingml/2006/main">
              <a:ext uri="{FF2B5EF4-FFF2-40B4-BE49-F238E27FC236}">
                <a16:creationId xmlns:a16="http://schemas.microsoft.com/office/drawing/2014/main" id="{FA59CD0E-4985-4B72-AD43-9406EF2BD760}"/>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직접 필요</a:t>
            </a:r>
          </a:p>
        </p:txBody>
      </p:sp>
      <p:sp>
        <p:nvSpPr>
          <p:cNvPr id="16" name="README.md">
            <a:extLst xmlns:a="http://schemas.openxmlformats.org/drawingml/2006/main">
              <a:ext uri="{FF2B5EF4-FFF2-40B4-BE49-F238E27FC236}">
                <a16:creationId xmlns:a16="http://schemas.microsoft.com/office/drawing/2014/main" id="{B19F8B6E-049C-49AE-8E33-635CD9D9643D}"/>
              </a:ext>
            </a:extLst>
          </p:cNvPr>
          <p:cNvSpPr>
            <a:spLocks xmlns:a="http://schemas.openxmlformats.org/drawingml/2006/main" noGrp="1"/>
          </p:cNvSpPr>
          <p:nvPr/>
        </p:nvSpPr>
        <p:spPr>
          <a:xfrm xmlns:a="http://schemas.openxmlformats.org/drawingml/2006/main">
            <a:off x="6038850" y="277177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README.md</a:t>
            </a:r>
          </a:p>
        </p:txBody>
      </p:sp>
      <p:sp>
        <p:nvSpPr>
          <p:cNvPr id="17" name="현재 Build 안내">
            <a:extLst xmlns:a="http://schemas.openxmlformats.org/drawingml/2006/main">
              <a:ext uri="{FF2B5EF4-FFF2-40B4-BE49-F238E27FC236}">
                <a16:creationId xmlns:a16="http://schemas.microsoft.com/office/drawing/2014/main" id="{82EAD11D-7EDF-4C6D-86D7-E505128D2564}"/>
              </a:ext>
            </a:extLst>
          </p:cNvPr>
          <p:cNvSpPr>
            <a:spLocks xmlns:a="http://schemas.openxmlformats.org/drawingml/2006/main" noGrp="1"/>
          </p:cNvSpPr>
          <p:nvPr/>
        </p:nvSpPr>
        <p:spPr>
          <a:xfrm xmlns:a="http://schemas.openxmlformats.org/drawingml/2006/main">
            <a:off x="8724900" y="2771775"/>
            <a:ext cx="2647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Build 안내</a:t>
            </a:r>
          </a:p>
        </p:txBody>
      </p:sp>
      <p:sp>
        <p:nvSpPr>
          <p:cNvPr id="18" name="pyproject.toml">
            <a:extLst xmlns:a="http://schemas.openxmlformats.org/drawingml/2006/main">
              <a:ext uri="{FF2B5EF4-FFF2-40B4-BE49-F238E27FC236}">
                <a16:creationId xmlns:a16="http://schemas.microsoft.com/office/drawing/2014/main" id="{0A10915A-4BCE-4EBD-B5FE-00403351BFCB}"/>
              </a:ext>
            </a:extLst>
          </p:cNvPr>
          <p:cNvSpPr>
            <a:spLocks xmlns:a="http://schemas.openxmlformats.org/drawingml/2006/main" noGrp="1"/>
          </p:cNvSpPr>
          <p:nvPr/>
        </p:nvSpPr>
        <p:spPr>
          <a:xfrm xmlns:a="http://schemas.openxmlformats.org/drawingml/2006/main">
            <a:off x="6038850" y="3181350"/>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pyproject.toml</a:t>
            </a:r>
          </a:p>
        </p:txBody>
      </p:sp>
      <p:sp>
        <p:nvSpPr>
          <p:cNvPr id="19" name="빌드 도구 · 고정 버전">
            <a:extLst xmlns:a="http://schemas.openxmlformats.org/drawingml/2006/main">
              <a:ext uri="{FF2B5EF4-FFF2-40B4-BE49-F238E27FC236}">
                <a16:creationId xmlns:a16="http://schemas.microsoft.com/office/drawing/2014/main" id="{058047A8-0F95-45D4-9C89-136EB28394DC}"/>
              </a:ext>
            </a:extLst>
          </p:cNvPr>
          <p:cNvSpPr>
            <a:spLocks xmlns:a="http://schemas.openxmlformats.org/drawingml/2006/main" noGrp="1"/>
          </p:cNvSpPr>
          <p:nvPr/>
        </p:nvSpPr>
        <p:spPr>
          <a:xfrm xmlns:a="http://schemas.openxmlformats.org/drawingml/2006/main">
            <a:off x="8724900" y="3181350"/>
            <a:ext cx="2647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빌드 도구 · 고정 버전</a:t>
            </a:r>
          </a:p>
        </p:txBody>
      </p:sp>
      <p:sp>
        <p:nvSpPr>
          <p:cNvPr id="20" name="">
            <a:extLst xmlns:a="http://schemas.openxmlformats.org/drawingml/2006/main">
              <a:ext uri="{FF2B5EF4-FFF2-40B4-BE49-F238E27FC236}">
                <a16:creationId xmlns:a16="http://schemas.microsoft.com/office/drawing/2014/main" id="{DB4BB29C-34DB-47CF-973D-FE76EB6CEEB1}"/>
              </a:ext>
            </a:extLst>
          </p:cNvPr>
          <p:cNvSpPr>
            <a:spLocks xmlns:a="http://schemas.openxmlformats.org/drawingml/2006/main" noGrp="1"/>
          </p:cNvSpPr>
          <p:nvPr/>
        </p:nvSpPr>
        <p:spPr>
          <a:xfrm xmlns:a="http://schemas.openxmlformats.org/drawingml/2006/main">
            <a:off x="5829300" y="3886200"/>
            <a:ext cx="5753100" cy="12382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21" name="정확하지만, 이번 수정에는 불필요">
            <a:extLst xmlns:a="http://schemas.openxmlformats.org/drawingml/2006/main">
              <a:ext uri="{FF2B5EF4-FFF2-40B4-BE49-F238E27FC236}">
                <a16:creationId xmlns:a16="http://schemas.microsoft.com/office/drawing/2014/main" id="{3343DDD8-F55A-40D4-BE56-275759BCC672}"/>
              </a:ext>
            </a:extLst>
          </p:cNvPr>
          <p:cNvSpPr>
            <a:spLocks xmlns:a="http://schemas.openxmlformats.org/drawingml/2006/main" noGrp="1"/>
          </p:cNvSpPr>
          <p:nvPr/>
        </p:nvSpPr>
        <p:spPr>
          <a:xfrm xmlns:a="http://schemas.openxmlformats.org/drawingml/2006/main">
            <a:off x="6038850" y="39814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2" name="crop · resize의 이미지 명세&#10;처리 순서 · 테스트 구조 · CLI 필드">
            <a:extLst xmlns:a="http://schemas.openxmlformats.org/drawingml/2006/main">
              <a:ext uri="{FF2B5EF4-FFF2-40B4-BE49-F238E27FC236}">
                <a16:creationId xmlns:a16="http://schemas.microsoft.com/office/drawing/2014/main" id="{A41F6285-4735-4258-BC4D-712FBED5355A}"/>
              </a:ext>
            </a:extLst>
          </p:cNvPr>
          <p:cNvSpPr>
            <a:spLocks xmlns:a="http://schemas.openxmlformats.org/drawingml/2006/main" noGrp="1"/>
          </p:cNvSpPr>
          <p:nvPr/>
        </p:nvSpPr>
        <p:spPr>
          <a:xfrm xmlns:a="http://schemas.openxmlformats.org/drawingml/2006/main">
            <a:off x="6038850" y="43910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3" name="필요한 Context는 이번 작업의 질문에 따라 달라진다">
            <a:extLst xmlns:a="http://schemas.openxmlformats.org/drawingml/2006/main">
              <a:ext uri="{FF2B5EF4-FFF2-40B4-BE49-F238E27FC236}">
                <a16:creationId xmlns:a16="http://schemas.microsoft.com/office/drawing/2014/main" id="{24831E65-C90A-4734-A550-DBD573269DDE}"/>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4" name="Legacy module connection">
            <a:extLst xmlns:a="http://schemas.openxmlformats.org/drawingml/2006/main">
              <a:ext uri="{FF2B5EF4-FFF2-40B4-BE49-F238E27FC236}">
                <a16:creationId xmlns:a16="http://schemas.microsoft.com/office/drawing/2014/main" id="{149E05E7-0ACA-49F3-975A-799019D8B2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7148823"/>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284AA6EF-AE4F-4598-88E4-A2CBEFBD3E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D28858BD-CABC-47C6-B3BE-F512D0EC52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76D6B83D-D53F-49A0-B1E9-EFFC5A5782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2839E0D-F9FD-4F3D-87CC-F2CD06D26B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D5F726F2-03A0-4A35-9051-1D89849231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7D355C7D-82FD-4518-A5BD-A895A0BA31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76BF85D0-2A95-4CDB-BD01-AB03B0DF3E34}"/>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C101443C-1449-421D-BCC9-A6B0E90548EE}"/>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297A94A7-636C-4FDE-841F-7BBB15A5798B}"/>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53CF686D-3676-4131-AA28-613134270F5F}"/>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60AC7F31-3CAF-4FD1-BD60-5E00C811A5FF}"/>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AA091A47-741E-4246-8148-0699236F2D90}"/>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2E5A5F12-2FD0-4F0C-96CE-A5E60C0D4E21}"/>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38D64013-A39D-40F8-BBCE-3FBAA6FF46CE}"/>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D48A115B-5D72-474F-816B-1F12A1DE3AE0}"/>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C9C84185-3BCB-4946-9359-698E226DB9F9}"/>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DB830008-D34A-419D-909A-3A6F7B03B658}"/>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8DAE3ED1-14EC-416A-936E-E671D52C47CE}"/>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1B748762-4CCB-4B68-89B7-465D4A7E32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81473"/>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768D1E06-73BD-4BA9-A5B1-7863BDDF0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027F8359-C698-4CE9-ACFC-EB110E9E21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75E9A847-184A-4CE7-AFC2-47B6556DBC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984D8B77-B956-4189-AD46-FEF15F61A7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000C9AAC-5346-4CA7-9BA2-D29D80DAE2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C0227DF1-41B5-495C-AFEB-A3B40A3C41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945E0D76-06FC-4A4E-A687-07EBEED12E9B}"/>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2D116DFD-7A6B-4166-A4A0-77E854006A68}"/>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48227EE4-2102-4949-9413-1220F395A2DE}"/>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9683FE7C-64D7-4C6D-A6FB-AF2EEC8A2D97}"/>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482E5E58-AB73-4607-8FBA-FD1D974DBC76}"/>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A3E18593-2E5C-45FF-BFB0-979A4A44DBCF}"/>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2CEDF5B6-D571-4123-92F5-75C9DD3BCF58}"/>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F0D8C4A-B6E1-40FB-97EB-E32C698F5DAF}"/>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6B2556A-C437-46E1-916C-C12A0060A8F0}"/>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D939F4E1-D6DC-4864-BD5F-D7A8CF0DBA9C}"/>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E58B3BE-20F2-4E17-8E77-092C50080E7B}"/>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84C89423-F586-4599-9D9A-10F9EF3840BC}"/>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2CD3196-C865-4858-B57D-496823C4E107}"/>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9542DD5-9571-4B32-A5FA-A1A151E28355}"/>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48745C7-6C32-470A-B1E7-E6FAE600CE8B}"/>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2F4F9DA-F662-43AA-9428-E9729B8E2A86}"/>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9184E51D-5BAE-441D-BC56-EF4183AC64DA}"/>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573F5042-3C04-498A-9D9B-C24FC0B03473}"/>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CD63710-32C7-4695-9A10-272341C37DC0}"/>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6E114A93-7948-4A1A-9F92-C395970DE486}"/>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331371EA-32FF-44FB-BE69-E11A3A6EC736}"/>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6BFB5D0C-9A0C-4AD1-A66A-F713B65E516D}"/>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C6482492-4193-42F1-9434-C83AA91D458C}"/>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2846FC99-316E-4754-A233-5E567A758D34}"/>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AD1F4DC5-D64E-48E5-8A72-FF1D6B3429FA}"/>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78AEEE0A-0D72-47B7-8B15-25CF4C7AB555}"/>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DA9AEFEA-C9A6-4827-BC5A-A99542DFB44E}"/>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A1C5722F-2935-41EB-828A-AA56BD12196D}"/>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13C90C09-9B00-4EBC-9BF0-AE7D282F2609}"/>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62E269DD-40D6-4605-A065-125E600FE290}"/>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6742B6D4-7089-4852-AF2B-8D5E01817C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35760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4F56E506-1A94-4901-AB88-66CCFE939F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1FDCFE6F-B2EC-455F-9DE8-971C2EC339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E0665EB9-372B-4337-9709-5CEB9F44BE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6EE7D8A-9122-4670-BC93-A55D4AAA05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6C638C95-A7E9-43DD-A01A-4DFBE0B6F3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3E1941F3-AC42-46AD-AC5A-5A7879A76C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B15C75EA-E110-4C37-A533-71CAC9804EBE}"/>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B889687F-BC4A-49E1-9514-3AAD47351A24}"/>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AA76B297-DB1A-48CF-ACD7-B1913278B2F4}"/>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F8C51F48-121B-4C58-A604-25F6457FC438}"/>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85ED1BB0-6636-454A-B41C-4CC7B9D600CC}"/>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4E4CD93-3D5A-4297-89E1-1B3C317D3AA2}"/>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68D0B7DD-9051-478B-8B25-079572834628}"/>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9F885C42-5870-499F-AD63-022BE08FE81E}"/>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7079AC05-69E4-4A3A-BE9F-CBC74A835349}"/>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C33D885-0A49-46DF-AA98-957CFC3BFAE4}"/>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37748C2F-9F68-4582-9FFF-D31F84DFB190}"/>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3DA5B579-F9AD-491F-831C-B95E0D0B1646}"/>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D5FD853B-C25C-46D6-82D3-0BA8B0B23051}"/>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21E5BB9A-A968-4A08-BE02-2A4447AFB8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8126263"/>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7CF605AF-09DD-4C19-9D2F-FA9D2CDA5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C78AD1E3-D6E0-49B8-8925-F4F48F1E25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096985D4-6351-4B17-8CEA-D3332E444F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DD6DC76B-FD11-4BE3-B314-F246B51B62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53E963CD-F03F-4890-AA26-2714C5F94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EFF7798B-D4B8-44B8-8975-F0E2CC84DB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3B6EF26E-D8CF-4530-9392-979C74529A3D}"/>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95FB17C8-7AE1-4A49-8602-7D36CE06997E}"/>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04D99F6E-1EF9-46B3-9307-F40E817F395D}"/>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B41151E6-5361-4CA3-A4C7-192A4F23C37C}"/>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A00C1944-5DCD-4918-BF3F-8F97DC30BC26}"/>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410DD64F-B692-47EA-95D0-E9571AC1771E}"/>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30ED4E0D-880A-401D-BA21-E80BAABD5E0F}"/>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9076861B-E2C7-456C-B994-C622DF575689}"/>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048C57A0-3A2E-4034-8076-DDB9A7EBB540}"/>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E4D5A421-BF38-4AAC-B813-719B47390740}"/>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B8DCB782-9A81-4250-BDFE-A842F7CE14DD}"/>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5651BB83-DA33-497F-833E-CA24EFFFB40F}"/>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34EF6133-4087-479B-B634-C782C195DF07}"/>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29E21C2A-A56F-4D95-96A4-4A8D0DB1C380}"/>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98EDD2A7-A27D-472B-BCA6-C48F2F28523E}"/>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D718CF91-C772-46F2-8171-3E7E89427E61}"/>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876F3B2F-3595-4380-8462-8F0FFDC0B6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080806"/>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0348B06B-AD61-41C6-95CB-2F7CA2B15F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05D8733F-F360-4CAB-8AA8-F75F10B378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B483DC26-10C4-4515-9E84-D54B2ACD4C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A004A831-98D0-4B39-B965-DE5A3800A2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504FD22D-57CF-4A81-9781-A3CCDD3F48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5261534B-9842-4DD3-9EC9-8B3D75629B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8A06D198-8D7A-4956-9734-184743049953}"/>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2B6E535A-3139-4642-B860-D68AE6044BFE}"/>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F079F4D5-A294-4668-A303-218D95BBCDEE}"/>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17152E61-8EB9-4BE3-82F8-123E2A2C7FE5}"/>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154B1BF2-6E30-4D2E-8AEF-C5E72D9CBD73}"/>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36D208D4-0855-47BD-B665-8C922FC8F7DA}"/>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B753CC8-36A6-4684-8D47-59C96121D398}"/>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3A746363-FDB4-41B1-B1BD-8AD0D137D52A}"/>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0C8AAE22-98D2-4C57-AD78-ADAAFE6DC079}"/>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1F10E131-BC1B-493F-BB92-57C1983F2C07}"/>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B15AA1CE-4002-4C8D-9D2F-0DDCFF185C2C}"/>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3E2031A9-1AC6-40A8-A61C-6972133771E6}"/>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FCCADB6D-CAE0-4503-99E6-3C898880D1AA}"/>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8FC14FA2-A538-4CF7-BFEA-692FEEC70556}"/>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235B90C0-0468-4039-9F6F-A606B905722E}"/>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B69F4AAF-8EB1-4F4D-A32C-3F51B98734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058221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7DE97331-5AF7-4446-BEE0-669DE50573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A2B4FDDE-D579-4FAF-9317-03D7677E8D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36CA6883-FB5F-4146-B767-94CCF7F80E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71257333-1138-42DA-B5D1-595CDC8D76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119FDD91-4420-4793-A970-A7AA010D4B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C10A4E6F-0D92-485B-8BDA-690D65D319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53CC7628-3BBE-4A25-8C60-A14D22A9B890}"/>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98AE2BF8-5A7A-44AF-98FF-62893F45435E}"/>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E2F0A6C8-92B4-4BE9-BA73-4DA6FE6DB4E4}"/>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EE3D9B4-13C2-4BCE-8DB6-1137544C67F5}"/>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0D79A654-1D02-4BB1-A122-2989ACF45575}"/>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7795CEB9-D8C3-4DA3-90C4-3218BA24216F}"/>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89999236-582C-458A-96A8-38F686D01294}"/>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BA9F7950-ABB4-4C8A-B83D-D4B97C25B7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8213924"/>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F2FD5EFC-0E07-498B-8309-5B2F4DCCBE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D9F9431A-615F-45F9-8959-3847B06D78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930EA252-42E1-422B-99F9-CDF3C0D6FA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6CFA456-CDD5-4A2B-BADD-3A99CDBA95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314EBE78-5C7B-400E-B2AB-1C095358E0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CADBDD4D-2A39-4340-8902-4D81935CB0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F94FC56B-540C-4657-9D7B-962C8D16CA11}"/>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0EC91FEE-83D4-4A12-B1E9-657BA9BE1C6C}"/>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B02D2F5-F5E8-4D65-BAD8-B73C089C3A61}"/>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2CEBA75F-D3D4-487E-84CE-3EFBD9909E97}"/>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C47A9CA7-1D45-4EC3-B6F9-AC885A99FD74}"/>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543B4E42-A86F-4E6D-A35C-0639068CD5C3}"/>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EF39C10A-E009-4103-8FB8-EAD114FCCC3E}"/>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AEAA02C3-40D2-4844-8A92-E3905556DFED}"/>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89957DD0-A65C-41F5-ACF6-00CF413B0846}"/>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7827FC14-DB37-45E3-BA5A-4EE14769C7FE}"/>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96608B2F-41A1-42F9-9E3D-9AC8F3A4F986}"/>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5F2F3EA6-87D6-477C-9181-4983CFA34D52}"/>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F43715E7-859E-48F9-A594-D80E192C4947}"/>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BBDE86D9-2562-479F-BCE1-DA970B877653}"/>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2D1D0447-0384-4905-B9FD-EE35C8AF1F5D}"/>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995F52C5-485F-4BCA-8774-839E8B63FEE6}"/>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3F1415DF-E30D-43EE-8626-1ED829E08CA0}"/>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36D32D24-BD35-46AC-934F-66C4A052A6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2694784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D4918265-CE6C-4F37-8398-E214420C5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B67CB192-6699-4CD4-AE83-890E7EE98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040F7C66-313E-407B-9912-2E0F6212F0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A3E2A951-A6D0-4E3D-9ACD-BA2DC53237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1DC6C289-B1FB-4290-A0C5-D4713EA9E0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11823E5D-C5C1-42EC-AD4C-F966F4ED88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14C8144D-A273-4834-BFAA-F0AEEC13FC56}"/>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322E103B-77E2-4CC6-A5DE-2EE4C8FDD2F4}"/>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05AB7A1-8765-45E9-A8FC-1EE5EC6E5B83}"/>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FCBE0736-4A3D-4BF4-8FD1-2B41E9C86AD9}"/>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00FF4282-E892-4047-ACEC-D3F3B3967B04}"/>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BED54277-35BC-47D0-A466-638B35460393}"/>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88C2BE96-F48D-4BDA-8803-9A65D8249B20}"/>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0800928D-76EB-4A3C-AC42-C2BEBB267AD2}"/>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81D9DA65-6DFC-43FE-8A31-743CDFB48E13}"/>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3A00F5BC-4440-4CD4-ADB7-9AC3446D49DB}"/>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8B8212B1-D809-487E-A404-FE25E91E9D2F}"/>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C1F90F94-28F7-4C55-9EF0-E7659A984080}"/>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3948CD64-F33E-41C7-88B4-58ED737BFEF1}"/>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B9D934BA-DEA6-41E5-B48D-C296913D2EBA}"/>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36BD8EC6-E901-48A2-8EAD-DB741A093F5B}"/>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09211B94-CE35-433F-ADD9-B80AC27C043B}"/>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7783AD1A-8468-45AB-B8B5-B4FAFB8481BE}"/>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3F2BDC69-C55F-4FF8-B23D-81FF49783C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55353526"/>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B5B2901C-A0CE-40F9-847D-8FDDB16C00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FA34D65F-B608-485D-9990-93F9EBD7A2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68DA7924-9EA9-47DB-8BF9-0A4F661580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E4EF8A1-1D71-4D35-AEBE-C4E7A391CA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E2452ECB-7A32-4057-BABD-82EC2722B5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ED65FEFC-C703-4679-AB51-EB6FFA1142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01130D02-FC39-4068-9C32-02E5E8D56FA6}"/>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70C979B1-3B9B-4F11-9682-2E6424754971}"/>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F4254BE7-0E3E-4694-940C-93BDF1E11895}"/>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ED7A8F0-4AC2-4938-ACC8-C0398DA5B244}"/>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7739B6A8-D7E6-4796-8358-1E8F632C7CC8}"/>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4BA4E32F-2F60-4932-9787-7FCF3E3D16BB}"/>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4FF42FE8-0B57-4884-91CE-0E69DB77C649}"/>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67C62A3C-6CA0-4B63-8BF0-E1DCE6919E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7686877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00AD8044-0BD6-4E88-B4FE-68E5464989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E9645CA4-FF7E-4F05-B797-632A34A622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D705B2E7-6CF0-499C-9F29-150D6278A1E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019AE0F1-3BDA-4FD5-BF3E-4E72D5C981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77ECA939-C066-4AA7-BF2B-4E112CB695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A437339F-0357-4386-A3D8-5E19024247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13665D52-5C32-4E4C-9B6F-8B3B80E5F98B}"/>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FDE82EF9-0EEA-404C-98D1-D1E706B8040B}"/>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BB4340F5-039F-4678-8A04-93E3E78760FA}"/>
              </a:ext>
            </a:extLst>
          </p:cNvPr>
          <p:cNvPicPr>
            <a:picLocks xmlns:a="http://schemas.openxmlformats.org/drawingml/2006/main" noChangeAspect="1"/>
          </p:cNvPicPr>
          <p:nvPr/>
        </p:nvPicPr>
        <p:blipFill>
          <a:blip xmlns:r="http://schemas.openxmlformats.org/officeDocument/2006/relationships" xmlns:a="http://schemas.openxmlformats.org/drawingml/2006/main" r:embed="R12757e4f4c2f49d8"/>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DA0E0B99-FC65-4AFD-9578-27393E56CAD8}"/>
              </a:ext>
            </a:extLst>
          </p:cNvPr>
          <p:cNvPicPr>
            <a:picLocks xmlns:a="http://schemas.openxmlformats.org/drawingml/2006/main" noChangeAspect="1"/>
          </p:cNvPicPr>
          <p:nvPr/>
        </p:nvPicPr>
        <p:blipFill>
          <a:blip xmlns:r="http://schemas.openxmlformats.org/officeDocument/2006/relationships" xmlns:a="http://schemas.openxmlformats.org/drawingml/2006/main" r:embed="R482201c1052b4503"/>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1D7C6D57-BC75-49FA-892F-12C0128EB8A5}"/>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6C397333-1E8E-4ED5-BFB8-3C5F190D8D69}"/>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8F70C739-FAE9-435D-A63F-0B94F59D56B7}"/>
              </a:ext>
            </a:extLst>
          </p:cNvPr>
          <p:cNvPicPr>
            <a:picLocks xmlns:a="http://schemas.openxmlformats.org/drawingml/2006/main" noChangeAspect="1"/>
          </p:cNvPicPr>
          <p:nvPr/>
        </p:nvPicPr>
        <p:blipFill>
          <a:blip xmlns:r="http://schemas.openxmlformats.org/officeDocument/2006/relationships" xmlns:a="http://schemas.openxmlformats.org/drawingml/2006/main" r:embed="R08c6e4916b8b4b2d"/>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ED9C6348-4E62-47E1-A1DD-5E42A8CE36C7}"/>
              </a:ext>
            </a:extLst>
          </p:cNvPr>
          <p:cNvPicPr>
            <a:picLocks xmlns:a="http://schemas.openxmlformats.org/drawingml/2006/main" noChangeAspect="1"/>
          </p:cNvPicPr>
          <p:nvPr/>
        </p:nvPicPr>
        <p:blipFill>
          <a:blip xmlns:r="http://schemas.openxmlformats.org/officeDocument/2006/relationships" xmlns:a="http://schemas.openxmlformats.org/drawingml/2006/main" r:embed="R02147f3461674784"/>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CF372604-B173-4A2F-8633-FF11BA01F90F}"/>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43ABAF7F-56E2-45C8-823D-E0AC54884D7B}"/>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77116AA0-DFD5-4808-854C-BAB982F40D8F}"/>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EF340322-9170-4353-BD4B-9BBADEB1257F}"/>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69FD5431-4A3D-458C-88A9-5C64D62E0E41}"/>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69414187-B1A9-4434-AD20-359BF7B05275}"/>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907F9EEB-471C-429E-943F-6317EF58C26C}"/>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4BEF2FF6-6E4F-4E2C-8B56-B44AE2DAE208}"/>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212A33D0-0FE0-47AB-B555-36AE7A095F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4524831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EC228E30-A8C2-424C-9BAA-DDA735E205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FDBA0674-2FD6-4325-B44B-068DEA035C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7B1695D2-C0A6-4DCF-BF47-8EBE816842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EB3C1A7D-3114-46DE-8CF6-A647B75DFA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A0505462-DB54-4350-BE73-655C6F3403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B56F5E10-6B91-4F09-96BA-07849B3397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9A36FF09-6E68-4A61-B14E-1C1C749D0082}"/>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7ECD0801-7CDF-4B8C-8885-6D04114C4D10}"/>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3A27792C-368C-44ED-8214-E2C3BAEDF150}"/>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829EB27-9CCD-4AE4-B4A9-9D0CB8A39EAF}"/>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7058F0F7-48EF-4034-AED4-6C77C2BF882B}"/>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29FC9E7F-BADE-4646-99BE-EF4BE0E0D5C1}"/>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75F44671-ED00-4E75-8424-8E2336B90130}"/>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DCEBB18F-1813-4059-B0D3-3051E7C20A86}"/>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FBB256EC-36A7-460E-86E7-EAA432A41C17}"/>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F3B0D909-9F1B-4F3F-AB99-701410DC2F6E}"/>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8C9877B3-C176-4E6D-97CD-BE76AD42A212}"/>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6B874139-E011-4E4E-8F64-69EFA05C999A}"/>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7E6BEB93-B3F1-4B53-A45F-D17BC7B09B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5181469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92E466EB-712F-44CE-B461-2D011B08B4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9D3CB29E-0B68-41B2-81BF-EE1D9A8B26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E9FDF9F6-D3D0-4A95-BE67-8F6E008353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9B0D52DB-AD89-42AB-8917-ED642FC1D0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E704E601-899D-47CB-86C4-8B80857E76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67C80DC5-4D3E-494C-885A-47943EC0DF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30466531-95B3-41A3-8B2D-A69004F9A0DC}"/>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48C3D884-24CD-408E-922C-992769F81D4E}"/>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7DF7618C-A98A-47F5-A073-47C963754B86}"/>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FD9478EB-4291-4DCF-BD52-E36672BF949D}"/>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D532E367-91CA-4596-8CAE-4A190CFDF552}"/>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651D8100-A6B9-4877-8E94-BE6F2D3897F2}"/>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BCE0E223-BD16-44A5-A6C2-F247A9DF3A01}"/>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509F8971-63E7-432A-AA94-867593710AA2}"/>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89CDAC40-36F5-4348-B83C-E8998F1F3734}"/>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D058CEAB-D58C-4DC0-97EB-ECC1BEFB98CD}"/>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24961736-37F8-4F94-BCA9-328F89E41226}"/>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F5A5AF12-75EB-40DC-9CD8-9774DB14F2AF}"/>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6A583E03-37CD-441E-B8C3-233F7E02F7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01724770"/>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1D204F6B-9857-4B41-AE4B-B849FA7C00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1A9C93BA-13B1-4A00-8CB0-74880C6E0E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DD5CD49F-3F6E-4620-BC95-B2B51C5C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B711FC9C-EA19-4352-83FD-C527BFD69B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1FDD4242-2BCF-44D0-A67C-2EDEF8F26C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CDAD5A52-E3EF-49AF-B078-8639E77817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B59BAE9E-8C69-4191-B164-9453E576969C}"/>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49B9841A-D280-4846-926B-6CDD1373E748}"/>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9241F459-1BE8-4617-BEE3-DCC395F34A79}"/>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6F15415-65C8-4A59-AB11-B01FB945603F}"/>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D5303FE2-5461-4486-B810-A50B7ED10188}"/>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1B48AB86-4E26-4BB4-9BC0-AC401CE2BF15}"/>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EB34B5DA-ABF4-4009-8FF8-63B3F5366B86}"/>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E9A72CAD-ACCA-40E2-AB66-8C7E4CA225F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1B331150-035A-43A5-BE56-6CB8337A8143}"/>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C08CE3AA-0544-4333-BAA9-66515B8FDC1E}"/>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61C3E7A5-4BA1-421F-9E7C-E466F1A72996}"/>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211F6372-6E39-405F-B7DD-C22516E887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91735476"/>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64588CFA-2466-4498-9F57-BB914F5885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23BA2F62-87AC-44A4-A95E-68B6BA8AE5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1539237C-A9E2-4EC7-99EC-5FAC856991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0A852FBA-F001-4301-B6D3-F6076E04E1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25672281-7C0C-4760-AECB-B89E3F374A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BCCFB417-12A3-4415-AA2C-5816C9F7CB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FC3F89BA-B76B-4D5D-BC70-AD30923EEA50}"/>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9DA197B0-30E7-4B41-92F4-5E88061660E6}"/>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5CDCF408-6990-4DFA-B98C-200E8AE74526}"/>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5FBE2B87-338E-4B5A-AE79-368BF6EE16A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180C805A-0F14-41C4-87E5-FE872E82F692}"/>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E3FEB20F-16C6-4B6F-AA92-82F143C29275}"/>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2FF4150E-74ED-409B-9CEE-A36FA8B15010}"/>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6D95073F-1D5E-4870-BDBD-045B6D866E0C}"/>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5F3E8027-63C4-4EC6-860C-A1716B1D0657}"/>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145A433B-BBF7-4F68-8AB1-BE5937B9AD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862961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CBE0F665-51E6-4F14-A8BC-4617E98B4F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8EEDBAEB-824A-4429-AE18-46B0F9BEE9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A072ED15-EBF0-4040-B67D-2BB45DED9C6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A38E219D-CA21-40EF-9DBE-668FED9B33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908508B5-23B5-425B-A17D-CF636DB1AA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DAE59573-9F76-4DDB-ABAF-955D7D366E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1C1C1179-2907-4DBA-80D8-FC78B643504F}"/>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318F0BB8-285E-4D99-A5BE-AECCEBF52185}"/>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904226F0-C9B8-45DF-9223-8F37B0DE331E}"/>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910D0F3-6615-4316-A128-7F83FA9450BB}"/>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C0A58DDA-7520-4373-AEA0-550880DFDECE}"/>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3584528A-F7C1-4B76-9939-9B34CA8A2B29}"/>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325D1A23-3CB3-4601-BAFE-2C0A48CFF668}"/>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3CA37B9E-E3F1-4D06-9CFD-C76B725F2628}"/>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A2A70D54-FC41-42FE-8A6E-0A9B319BF9B7}"/>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42479FFE-58B5-4F68-B6AB-1E2914F1BA4E}"/>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3C271C6F-8E1E-4CAA-AA1F-2E4D7358C5ED}"/>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8A7D92E4-41C5-49D0-99BB-9AD598E122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86665251"/>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283B8E49-D5A7-450B-8638-D1F5388B23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7A33D46C-15E3-4D4E-A65F-253C4451B2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70554D87-3534-44B0-8675-D8D4474D81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35843DD-3471-408C-9752-45F34B561E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39504288-3DBE-4D48-A0C8-8A7B3AC52F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BD24EF57-F268-4363-A6B5-7C6FE45C34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5AD680B8-FAC9-4C6F-A4CE-65712615C413}"/>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B87D3806-785B-4AB1-B4BD-D929012C4030}"/>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3CFE6C4D-56B5-499B-AFD7-CC181FA0E994}"/>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FA49FAE6-7078-47AB-8088-F4CBE7606C0C}"/>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B102E513-7EF7-4F9C-AF24-B5D299763826}"/>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6845DD4C-7E3A-4C70-8089-74FFB0E25B04}"/>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7F4C2ACC-E4A1-42E9-8B38-EB7A1F9AE24E}"/>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26171D58-4EB1-4AB5-8D88-EC2EF9737C12}"/>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0F3DCF5B-20D3-4565-B1B5-B530F34747F2}"/>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E9CCEAC4-3733-4FF7-BEE0-70A490B4F6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92022006"/>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B757E110-4048-43E4-9326-5EF20ACABA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09E47D2E-F972-47AB-A379-0C42B21581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CEF5A7CA-BA0F-435B-862C-25142107AC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9A96CAE0-E8EC-477B-864C-B7C8A54576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8DEADD0E-CD9F-49C6-8F87-685A30698D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A8AEB212-3E6E-48BB-83B7-7286ECB07D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9FB94C60-780B-4DB4-8ED7-B87B26574900}"/>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95CADABC-37ED-412D-ACF6-706358303A18}"/>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7381B643-DB41-45EF-8E80-F57DA3EC988A}"/>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A6137D76-5521-42F2-BC58-BF0AD1D10E6F}"/>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81119725-1D43-4186-A16B-3565AF42411C}"/>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4CB474CF-CC73-4B48-A355-540F0E652962}"/>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7FF94AB3-F2E6-4B0D-83F0-9A88E659BA00}"/>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96017AA2-F19A-4868-82BF-CA72CF76DC1D}"/>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947F4E92-1897-496B-8A19-7306F1A8C88C}"/>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3516592A-ADB9-4CAB-A977-55151F7638FB}"/>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1D323EB9-F874-4D88-96A7-A9C7CB014AB1}"/>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B52A2709-01C3-4DD5-B2CC-116D15650BF6}"/>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66AE9AAA-67F8-4973-8EA4-79DBE00D3F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443527237"/>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93191FAD-0048-4BA4-B9F7-5448DCA2F1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5BE17501-6EAA-4285-BED0-CE20E709B4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4D0F8772-CC41-450A-A3CB-F102E84143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C49D3D77-7DB6-4357-9539-06D9E950DA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DCB6F63F-FA09-45F3-A180-9526AAE3A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770F5FE3-C17A-4519-9571-02A19F21D0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2728208C-4D50-4C0A-A71C-8814395DB2DD}"/>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268AFAAD-DFB4-467A-80C0-3DD0C89F2086}"/>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5A67BD77-3DAC-4F95-B63D-7F30BA9DE73C}"/>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DDA8ED6E-1F5B-48DF-9EB3-2BCEC1EFB855}"/>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f2048845263d4cc7"/>
          </a:graphicData>
        </a:graphic>
      </p:graphicFrame>
      <p:sp>
        <p:nvSpPr>
          <p:cNvPr id="11" name="">
            <a:extLst xmlns:a="http://schemas.openxmlformats.org/drawingml/2006/main">
              <a:ext uri="{FF2B5EF4-FFF2-40B4-BE49-F238E27FC236}">
                <a16:creationId xmlns:a16="http://schemas.microsoft.com/office/drawing/2014/main" id="{790A2881-1F0F-44D9-A022-159081C6B2C1}"/>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C9647D30-341D-4F2B-9FA7-64987C33E5C0}"/>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9F82684-2220-4769-90F0-B42869247E33}"/>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F20497B1-2262-4C7D-AE83-8FA0FBF23C3E}"/>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1788DBCB-1FB8-40AD-A20D-7FB1662F09EC}"/>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3E23E672-F87B-4125-920F-1B8AD74A596D}"/>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06452B73-2392-46E0-B516-2E9C5F4B6EF1}"/>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205F7560-444C-40FC-AC77-377A50E48CE3}"/>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78A3E3D7-727C-42E7-932C-4572FE40C4F7}"/>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0C121637-B1C9-45D2-91A2-9E8E87561C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63232866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8D914655-27A5-4714-A52B-DDE098D372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340FF9F3-DE77-4D83-A35B-A02303F4C6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51F30C68-2B6C-46C8-9BDF-FFF8E0DA74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CA2E42A6-6C1C-4CAA-A8AD-2910D76F64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82621F7B-0B5D-42EB-9961-B00D449745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966F06C7-DF58-4475-8E83-003E64930C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EFFA86D7-0527-418A-AE34-BBD2C72709BB}"/>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0981ED52-839F-413D-B195-9AE01076C9F0}"/>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C4ADAF3F-8259-4EB9-A8E4-0E8B0B3FA648}"/>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B37CF086-9626-46A4-9361-06DF16E641C2}"/>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936C2D-AAC8-44F3-A487-BFD097788D86}"/>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E1B55533-3125-4E80-B913-EAFEEC89D65B}"/>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16AA5C7E-D66B-49C6-A131-A8DD4AB4FFD1}"/>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B1F6CFF0-B825-4492-A7BE-635374578843}"/>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1000D14-CC91-4999-A063-37963B1919E7}"/>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734F9766-0E9D-410B-A197-BBAE562B367C}"/>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0F6FB1BD-C391-46EE-A0C5-C05872E42B68}"/>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EC44A075-B5BF-40B6-9209-A95D5BEECB65}"/>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ECC3FF03-AB95-4C05-AB55-DE6DB6F700B8}"/>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C91E12D4-E59A-445A-97BE-F41C55F6D74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41CEF215-09D7-477C-A010-CDE5F54F7D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824486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92CA4411-34EF-4E6C-BB6E-A44B07E9AF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ED54C08E-18B8-4610-9C46-1DF5621B72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46B581A8-7958-4121-9101-BAD0E50C31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FD85273F-4E32-47D1-ADC5-C772740DAE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A74AF832-C20F-496A-8408-61A7C89278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DFD79B58-F708-472F-B9A2-B2C304AFAA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46AEC858-E313-4EAD-814A-F5068695BC10}"/>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E0A03DFC-7EBE-490C-8E29-4482E0909FDC}"/>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85921D8A-2155-4B6A-A9CD-BF268377F6E7}"/>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A804C722-286D-489E-82D0-B3326DE19106}"/>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3935983F-AEFD-4F6E-8873-DB59714E1DBA}"/>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2C6AA978-D55E-459D-8B32-1E11BF26557D}"/>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118984A5-B175-429B-A14C-64CE43A1B7A0}"/>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0FEE486C-281A-499F-BEEE-06EB44A95F43}"/>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AB414576-A419-4ED1-BDC6-CD4686E885B5}"/>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46D5FBD7-588F-4B48-98AB-D899520A85BF}"/>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586B216B-B748-4FAE-BD98-155171392932}"/>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2112416D-091F-4FA1-A4C6-94E44152C54E}"/>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7FF35C25-3415-4562-958E-ECA83306B0F3}"/>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39EDAC3-149F-4230-9443-119F01C0FDF7}"/>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120490D9-CF5B-435C-A90D-AC31328A772D}"/>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31C01BEF-B082-4564-B0E6-07ED872BFE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2801633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7E4FB47B-55D4-4635-AA7A-7EC92353C4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AF25689F-D22B-47A1-A18D-DD11DF27ED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A617D857-3227-4BEB-A778-D85E76689A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0A9B56A5-02F8-4C43-B7C6-B2BA818559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DC526A36-E7CA-4D27-A9DB-AE31FF0CE1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FF47F79A-C90E-4870-AB15-9DF21A774F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97770AF4-7A48-476E-B24F-60852C2E6A1A}"/>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4FB525E5-ECA4-40E8-A3DC-B5495F890DBD}"/>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AE4E9CE6-A565-4192-84CE-20A97CA39CCD}"/>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EF887725-F1AE-450B-9A4F-4E4C80B1754C}"/>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78F4C183-A555-4D77-B1E5-7BDBCC2E0E00}"/>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6B87161D-730F-43DD-8709-342E85CBEEA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7B5AB69A-A316-44E1-81A3-A29FA2148B74}"/>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74C08CC2-8787-4506-ABEB-61DE4273CFCD}"/>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9EF68502-B0F9-4FC5-986D-A1F641BEAC90}"/>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393A81CD-5B19-4F37-8C83-8FC06CBBC19B}"/>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E23B46F6-70D1-4F65-805B-947FED71C3CC}"/>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C1D34CF8-7C01-4507-B360-1FC93EE04913}"/>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2A9DAE6F-6ABE-42DB-8836-D73AB55A0F8D}"/>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4F4A68FB-007A-44A9-808D-E083D1EB1333}"/>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8378F9D1-D7E2-4896-B67E-C0BC398FFE63}"/>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186FCC18-79FE-4E0D-AD85-53FF2971FC69}"/>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7C190391-280D-4F9E-A214-703858A70333}"/>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8612634C-9871-4AF5-BB79-B859074B6E3F}"/>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4C346D13-E8F2-4711-A154-12A8076129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501393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80CD7D3B-CFBF-4D29-8B02-9BF59D6F2B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3B011C33-55B6-40DD-9982-1DEE3CAE35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354F253D-530B-4F05-AABA-236406D9C3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96B231C5-B662-4188-8B25-0622090615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A7D9D48A-0EED-4D8D-B7AA-E54C8A9B04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CA5FC59C-5AAF-4E47-8422-E3B1DA3BBA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3ED4CF24-CE04-4504-91C5-D139FA206FA7}"/>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B9E75A5A-B570-4B05-8CB5-80ADD48883DE}"/>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B1B9B178-190C-40AB-8A3E-FE1A08E842F6}"/>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875BBB7D-29AB-499A-8D40-94DF98ABD5D8}"/>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2DBB0EBB-EAEB-48AF-A2E8-55FE7DEC4232}"/>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B8E813E-3651-4515-9D2B-360F6D203F25}"/>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2D69F6DE-B60A-4F0D-B1F8-617FEB4AC8A1}"/>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847DA50A-0DE0-47A0-BCEC-2ABF642969CF}"/>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BC8C6376-359A-4155-8290-35F014296A78}"/>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D22194A5-87C4-4D72-8352-D20FDF6C7C2D}"/>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1782CBBF-F464-4C51-A3FF-71BF9D24D398}"/>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1153CD38-B837-43D6-B549-C027AC80A70D}"/>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16536458-C269-4566-9ECC-F294CFB83668}"/>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712C2DF9-E987-44AA-A1CE-BBF5D09F72F5}"/>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481878A9-FB0C-448C-BD74-31DBD774ACFC}"/>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B373EC9F-E6DB-440F-881C-56559F0ED540}"/>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41080633-A6D6-403D-8F6E-9AE55EA8DE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30899084"/>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BFAFE175-AE71-4336-A1C3-F89D964B11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381F8025-56F8-44EC-A080-A684C45415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E91442B4-E8E1-41A2-9564-2D79ECA2A6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880A4D4A-BC1F-4F35-9353-620A6D6D11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EF1BD7AC-7A8D-4A11-BE5E-FCDFF6072E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85C45F93-42D0-48F9-A3B7-2ACEAEC701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8E874684-7536-402E-AAD6-624E8999FCB0}"/>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FC1638EC-435A-46AC-8A0E-47D12560A6DA}"/>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B1C92410-6B30-4506-AB29-76ECB0CA210F}"/>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564DFE75-C4EE-4D3A-8E24-D6BAF9E835D8}"/>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0217ADA8-7D22-47B4-B300-52EE71065D78}"/>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BF3B7F54-3B20-4233-BBEF-494A0E1FEE0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8C1E31D1-CC3C-4338-BF2D-A66F4A2E0D5A}"/>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F36C14B2-6DAD-4EF0-9CF2-74125AFBBB81}"/>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119244D1-0C03-45FF-A0B3-6AAD5D0601ED}"/>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31901A01-353B-4A76-A6AA-E50BA81A3FB5}"/>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F6FCEF16-C083-46B8-8DBC-559B9845AB9F}"/>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8BCD9380-5A79-4440-B85B-ECB67EF9DA4D}"/>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54107177-0F34-428A-A973-C97DF6B2C351}"/>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0F82B4A4-B8ED-4C5D-A909-90368D995925}"/>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19ACEFF1-4C2D-46AC-A139-512ECC8F7642}"/>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219CFEA7-B0C1-474D-991C-82E7D1F9E251}"/>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3421F92F-4830-40E6-ADED-0C065F3101E3}"/>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5732B09F-B1D4-4709-B003-1A3F144CA1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4557761"/>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17EC6454-DE1F-45D4-B4DE-8C7AB82002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C560CD55-F037-47A1-A9BE-1FC29716A2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C881931C-390B-4FC7-9E7C-902CB50F18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9DB0E3B0-726D-4683-ACC4-C31CE45A1A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4EFAB8A7-E56E-4ADD-852D-1333D44613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C6D4A0D3-68B5-43B0-8E62-34DA907879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1D0EAAD3-145B-42B4-B004-49E6AC0F2E5A}"/>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23CED208-44C2-4F32-A67C-BFF355533731}"/>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86B8F6C6-84B8-4C7E-B41B-2E4C052BACDA}"/>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ED2EFA70-6F26-4201-BC0F-12E3F33865D9}"/>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17ED2DEC-1356-48AE-8750-86B85DBB4D6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4AC95E29-C51A-445D-A745-0AF0D0354F4D}"/>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60FDA0D-4FBD-4F0D-8E48-4DC780062832}"/>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578E6AB-8DFD-4E57-8243-BC1CFD065B69}"/>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D55E519B-BF2A-4483-A426-A66861EE4300}"/>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80E19864-38C1-4E96-B280-15A29AFEF3F6}"/>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8E1C450D-990D-4E40-BBEC-66B2772EB079}"/>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F5EBE1DA-8B1B-4541-B32A-8BAD6573AD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427092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AAAD23BC-4F90-48A7-8A8A-81D897E273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1E254FB6-CEFB-4895-BC16-A965654EDA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78E431E1-DA88-459A-ABBF-9BFCDA44D0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A788301C-0BB2-4545-9145-DB6913C71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C2104E8-A92C-43BC-8300-4C1A39D5F85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C8881D56-8D2B-4E69-9D69-EC3A2594B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B63B0E44-8379-4704-A0A7-7F4D970C25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B72216FD-913A-4482-AA48-A0B10DB93A84}"/>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693F3D17-CA07-4741-86F4-C0DE3D5DB56F}"/>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61FDF457-EBC7-4390-AE44-4F33952BDE0E}"/>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DDD7805D-D1B7-41BC-BC0A-5BF852459AE3}"/>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E92196C4-9C90-482C-A2FF-A663FA57E6F5}"/>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FB21FD74-6226-43B8-883C-B3AA4DC6CBD2}"/>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C89B6199-035E-4B94-882C-DEA4493A793C}"/>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A7DD4140-9B8A-4603-B650-F18BD929DAA1}"/>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9447BB0F-E88F-4CBA-A6ED-C105E4409523}"/>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7F2F6380-D610-4BFF-8E4B-3FDA21F6DAEC}"/>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EB59F550-C6EA-4684-A447-C902F21AB836}"/>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01615C33-4364-4661-AE79-15223696ACE8}"/>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8E1B5CF0-EAB1-41B0-8308-CC29924C9258}"/>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7746F30B-C3AF-494B-90E9-1B148DDF76F2}"/>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11B60362-B356-474F-A3F7-55E761E71ECB}"/>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4D52D5AF-D722-4A5B-9151-0E49ECE3A1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3954934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F981E158-89DB-41D4-81AD-8C050B0F91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295A6A6B-DD36-4815-81BA-7959E5B39C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7B10E7F9-6B06-468B-AEFA-8D4C4A2347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BAD6642B-2130-44D0-9C35-D3749AC21F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DF29FB5F-6C78-4AE1-823F-A58DF2AEC7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7B0B47AB-96B2-4104-8DCB-5DA24E1EC5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5D6389CE-ED43-41BD-8585-D2BFA06C7C85}"/>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2FE20D4E-9E87-4477-AC17-8635F9CE18C5}"/>
              </a:ext>
            </a:extLst>
          </p:cNvPr>
          <p:cNvPicPr>
            <a:picLocks xmlns:a="http://schemas.openxmlformats.org/drawingml/2006/main" noChangeAspect="1"/>
          </p:cNvPicPr>
          <p:nvPr/>
        </p:nvPicPr>
        <p:blipFill>
          <a:blip xmlns:r="http://schemas.openxmlformats.org/officeDocument/2006/relationships" xmlns:a="http://schemas.openxmlformats.org/drawingml/2006/main" r:embed="Re39869ddba414076"/>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2C166EBF-1091-4964-BE18-32CC0D4C4A27}"/>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8C487615-BAAD-426A-A17D-AE7849255D25}"/>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A36621D8-7934-432A-B0D2-C8C4DBD75EBC}"/>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E9B5B128-21CB-4CCE-AB6A-F32293ED1783}"/>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2676AFDD-00BA-4D34-B074-C2D6AA4702CC}"/>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3DF52229-E7C8-475F-8D62-2C7D7D0B94DC}"/>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712B2390-B608-4C44-87E3-A59ED7A5FE39}"/>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E5C23817-4A76-4FEB-A67A-AF32C78518D7}"/>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329D87B4-B618-47CE-BD9F-397D927F7649}"/>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E1D2293C-F958-48C7-BA8C-F93D11CDFAF8}"/>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543D6ECC-3CDE-49A4-9647-DD10479451C1}"/>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143D88C4-C889-4CC8-8D4B-EB3B1D1F6E7E}"/>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56765D28-B1FB-4F66-9474-AEFC61A60C2F}"/>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F9F0439F-1356-4657-8E41-0F1EA053B2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9051691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5BCBCBCF-CC24-4AD3-A66B-61EA9DAB4D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9D8F2191-B787-455D-868A-F822551474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EBE8DBDA-2978-4F8E-B948-382375F699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E5E76D7F-DE38-4B21-9CAD-2C2A9A768E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AFDE21AC-8D39-4292-B011-DDA98914AC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0E4AAD73-10F6-4180-A1EA-2B93ADE801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C4D211CA-1CDC-4D65-AC20-05C30803A6CD}"/>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D8E11D63-A98B-4D5B-9E9C-60D5C24FA7A3}"/>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4CFC5197-4AC2-4EF9-9FFD-3434A4AFA988}"/>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A1B2F7D2-614D-4140-9A35-6CEB5F9FDEDD}"/>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BE0E5BF4-C1E9-47CD-A709-AB191D7A7493}"/>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981A7C9E-F435-4AED-A157-E23B40BFE56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81810AC2-B001-4E01-A62C-FA77C6D29DD5}"/>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7783C848-28D0-43E9-A4EC-F9F5AB46F9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9343367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D3244E5C-64DD-4DEC-A71E-9EA6B04FC0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DD3D231E-D812-4178-9AAE-CB6CEEBA96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5F2B7AB5-8982-45C5-8BE5-8F1D604209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9FC694A8-1BFE-42EB-931E-9A00A98CA9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99C4616F-55EE-492F-9034-96D5FC49E5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72C8BC2F-FE51-4731-83EA-8AA5BA1FCB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8F2A6ECD-BD9F-44FC-B241-16FAF830900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374C5F09-833C-4011-8DAD-8D6D0467FC11}"/>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18E8CDC6-5609-42A5-9F22-819DF5CD65B1}"/>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0C0AD6AD-2657-48AA-949D-B61DAD5DD939}"/>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CBA3D143-CF25-4F4C-A191-856FFA497E3F}"/>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7F48819D-B213-4B5F-837A-EA6EED89CAC4}"/>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2A2BC49F-40DF-4EBD-BC6B-1D1413449E50}"/>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33F25B21-844C-49E2-827E-0DF26A4020CF}"/>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98AFA884-C051-4967-9AA4-073CBAF4BD00}"/>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2732E2E8-53CB-4EEB-9EE9-C997CEFDE523}"/>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0C7F5E1C-A2DB-4772-9F29-55C906929727}"/>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1F64A64E-B29D-4E63-9260-0326CEC279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1815524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B91AFBA6-3823-44E3-BBAD-B0C165CDB9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42D74D0D-B4A3-4FB2-83D3-F58ACA6451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E8692F54-6DA8-4594-B6AA-EB40828DC0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9C7D74E2-F589-4F76-97FA-0C73AB4CE9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B2E5D4ED-D5A7-4C1E-8A44-001CC9FB9C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C9AC493B-FD4E-4C58-98AA-B0269E9CE9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E3CD297E-C7A8-4280-AB98-84DE836FDC95}"/>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5C8A55F8-12A5-4F51-809D-58293646D1AE}"/>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697839E6-C5CF-49F6-9E02-0C668C9F2A18}"/>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6B908B5B-CD40-4A13-AD10-42FB66EB3F7D}"/>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29CF384-665C-4671-BE76-75551848DB3D}"/>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0F37ADE7-078D-4754-97FF-91731CC2A4BA}"/>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28AA90C3-3820-48F8-9DA2-0D32306FA6E7}"/>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C7F18642-C069-41B5-9B45-36EB6ADE0A7E}"/>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22AB0023-66FF-41AA-8A3E-86B2B69BA768}"/>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B7974684-200C-49D6-A908-BA97BE61B6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63953400"/>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C730F56-6CBE-448C-A908-B9A340BCD08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285E63E8-E6AF-4D0A-A41E-F7FF25C24FB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44D0140A-0301-4F10-9137-934E5F45A6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189E9E7C-80F5-40E7-AAD1-E878D65FBE45}"/>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C31E498-A6D2-4AB1-B67E-F8A96F066303}"/>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A9C04E2E-0834-4A22-AFA2-F42146ADB2F5}"/>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251DF65C-CD01-4409-B352-F96B18A49332}"/>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9DF73807-F2C2-4193-AC24-EF3FD3E609CF}"/>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70946CF-EECF-431E-B9F6-6635D98BC104}"/>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45C46EF3-651C-4DCE-B495-6BF88C7636E0}"/>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644FD739-2EFF-40D7-8E78-BDD93D7CC5D4}"/>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72D4F1DF-0000-421A-AEE0-B4703708AE9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BF9097B1-8DEB-4AB3-BB9C-823AA5296BE0}"/>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F9E7F9B3-99F8-4ABC-8E05-D2C53DCD136E}"/>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4A17FA52-AAF9-42FF-89CF-D91C4AFFE3CA}"/>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8F3D48D6-FDEE-42B7-B37B-C6F1CFF50929}"/>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83A6E00F-76B3-41D6-A5B0-42B1836D221F}"/>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B17DDBB7-3F9C-425E-9BB5-8EFA8699E73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2F5C2829-2C17-419D-A0A2-F39A9C51BAFB}"/>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7D263546-8F20-41FA-B260-4BBECD8E2223}"/>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890947B-6529-4BB0-A6DE-C9B5DCA4D72C}"/>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905D7F51-62C3-4F77-8702-64360651728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BB049BA-0899-410C-9E99-1721596EDB84}"/>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147CEF3B-8229-4C1D-9930-B645430C48F4}"/>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029049ED-C3C1-4871-9F51-AB07C52E13FB}"/>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1B05639E-064F-4E26-AA03-8896B7FA15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E18474FF-A1F0-4AD4-B5B4-DCF942C8FC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9942A578-837E-433C-8CD4-CEED686F9F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F839926E-E823-460C-9335-F402AB1E9F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578821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7C231CC2-E686-41D4-93E3-B1F8FBB8F2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77A98B71-AB1C-4C0A-88C3-7F42B3B820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E68E0419-F074-4193-9D95-B575A02565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FA6FA830-3565-4C55-BF30-12C98C76BD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33F5C80D-1A51-4086-97AA-B64E02DDEA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3082CF88-B768-4F59-9041-009DF7B7EF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5669E87E-6562-4FC8-A9DB-673525CBE2DB}"/>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D4318595-FEFE-47B4-B778-B1CC2771FB2C}"/>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54968858-F85C-4C4B-B077-FD4FEEF95EA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6DDC97A2-B9E0-4D76-8024-9F07D5D90D9A}"/>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393831B-720C-49E6-94F6-2E27782F9EF8}"/>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1CF012E9-4141-4A9D-8AE8-813876505D37}"/>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676798BD-1FEC-4BA5-86F0-DB347144750C}"/>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5FC6B9FC-E530-4C2A-907F-721C9A9AB315}"/>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5B40DA24-6B86-46E7-82EE-5F8682243C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98725213"/>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84356CFF-2077-475D-926E-436F3E5DC6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F9DBE3D6-057E-48D3-AE78-D52C6D0B29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C3AFD1F1-8922-4E9B-ADB8-27C13F409D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03374E70-FD56-48D9-A266-FAFC3D5B46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E5E7F066-BA8A-4864-B8D7-ACB7B98AD6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27ED65DE-54CC-4E09-BE8B-AF4B2BCA26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22DBC61A-795D-46B1-90F8-A53D1365DFD0}"/>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06BF9D28-B8DA-4A97-9B3C-BB77ECDA2233}"/>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3726942D-AC32-458B-B592-DF3070172B0E}"/>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1DEF9A91-7C8E-4588-8C37-F95177E9C960}"/>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660041FB-769F-4D27-B258-1E5AD1B6FE38}"/>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4BC6AC7-5001-4C4C-B872-377A066035FF}"/>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3C6E3126-F515-46BD-B46E-7600200787A7}"/>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E0C0637E-2242-4A63-8B73-A3AC932318B0}"/>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A8F39CE4-6F6B-4B8D-B2E8-C95AEDB9E5EF}"/>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7C4CB63F-1B6D-4827-9378-717BFE3C957B}"/>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2F175709-42BB-459D-B526-7AF1DDA122FD}"/>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572CAED4-23BE-4688-A436-CBB840CF62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5451222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DFAB7F3C-49AF-45CE-801E-046E163FDF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9884E391-4F22-41FC-A481-0BDEC29C4A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F5738CEE-2309-4A77-9EC8-AD8ADA5BDF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945DECD1-53FD-41EA-BF9E-09D1FCAE13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5768F696-3381-4EEF-96DA-4224D7F2DC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178B1455-E06D-4F5C-882D-21D36B2728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89FF98B1-8E14-48D1-84FD-90957419C669}"/>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CADE8E5C-A558-40F8-A3A0-0E98DAE90721}"/>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9D64ABC1-6180-4F57-874A-0AFFFBEDC19C}"/>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40521AB7-BB97-4666-AD54-4CBE32311170}"/>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CF53BF1D-C950-42CC-8A86-3CA5BD967298}"/>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4AA26827-6DDE-41A6-99E3-1FD21F014613}"/>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1F519C6C-A73B-4FEB-BDFA-AE17EE5FC2BE}"/>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6E5AC199-50BE-4E8A-A225-D2D488568D68}"/>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102B3DD6-C12C-4015-AFB4-806868217E22}"/>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45BCCE0A-8941-4B60-B440-519B9FFFD565}"/>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753539D2-5A6E-41D8-BDB4-B9013E9210CF}"/>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BD34B3F1-9D44-482E-A9C9-0AB7E010AEFE}"/>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FA788C4A-4E33-4D75-86EC-B40808C0CA50}"/>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285FE710-812F-4C62-B570-6B2C317F2F83}"/>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8A4AD008-C080-42D5-A52C-5E1E6B39DFE6}"/>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2DE62825-7C54-4062-8267-D9F0CC78E9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0277434"/>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DE385E15-D0DE-4AFB-8A31-975D7112F1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2B006F45-2E4D-4C04-8330-F93247FDCE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C50CB775-EC90-4389-90FB-D1E262831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278C1F50-5241-4AF8-8AFD-41EE61F2CF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52569013-E220-407A-A096-760E01A74C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BA1521B7-D96A-4F72-8869-B2F2257601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3845890D-1079-4382-9537-7C8B391941BD}"/>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C9AF0958-8309-48CA-8BD1-DBBB3058993E}"/>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8004C931-342E-415F-940B-B0BFF1FB5B39}"/>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73D4C15-E589-4CD8-BD12-A7C277D7CEA7}"/>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C3EA25CE-D621-444E-8E1F-90807321DC96}"/>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00012D65-ED60-4B0D-BA29-DE97532883C2}"/>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EEDA92E9-E5B0-47FA-8322-BC9A42910A17}"/>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79E5129B-C237-4F4B-BBD7-6CF2E38435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5815966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0A9F805C-0925-4DF6-919E-E01D81C7BC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C3ACA160-F33F-4879-82D4-B207B5CE74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58E2A96F-FFE2-4762-A076-E87038680F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AF0CBC46-0A3F-4E3A-9395-C9390662AC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E9C7B156-267A-4657-A059-F7797395F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1350BA38-2C22-44D5-AB03-5891047EEF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B62AB3A5-84ED-4723-95CB-30512CAFC5E4}"/>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15638384-34EF-42BF-B951-6F4A26231A0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BBF16489-CCCE-4539-9C69-F32D26ABAC4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55D8F911-8112-4F5B-96CE-025D79663FBE}"/>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26082B2D-6452-4C9F-92F9-9581F4CF2358}"/>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3BA4412C-1E2D-47B5-B576-822116B08CF8}"/>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662A4621-474C-4613-97F1-9CC637231592}"/>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FA0B43ED-E222-4424-B30F-B33AEB1529F2}"/>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0B666BFC-2702-4EFF-9A82-CFF30CAD4A3D}"/>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7882D5D8-99FB-4AC6-9F44-EBE0F136C9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26218495"/>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8B091EAB-2C13-49C4-A1ED-1AF03DD616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EDA5E036-9E3C-461C-8EC9-33D053E640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2B5C65F6-8F16-4F8A-9AEF-1BF2C16612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8428C181-B80B-4874-81D5-23D579A1CA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4052129C-EBE0-4C77-8BCA-F61CA34417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AD7A6F01-FD04-469E-B59C-E6C272C58D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5149DEFA-5E05-4B27-8175-0355527A3AF6}"/>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6BA8DD08-7088-44CC-8936-B07E966B6EE3}"/>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6D17DA05-CE51-4D98-A761-E0B749F97FB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46598E9-11DB-4177-9FA8-3F10218A9A08}"/>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8C4281B5-8E0A-407B-AAB8-99D508B4F4E9}"/>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5FC9DB3B-6ED8-4925-99EF-0AB311C4FE9F}"/>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F79CBC03-B1B1-4AAA-802A-FEAD9B57F093}"/>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72027684-484C-40CA-A17F-51E2F8644A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36372523"/>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3FB69BDF-9AED-4882-B53F-C37F55574E4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27CD1358-4992-4699-81EC-8653933303B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02E1942F-FD4B-4EBE-B2ED-DF3AFB08CE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1EDC9C58-946F-4037-B87A-4A421909C4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0E23D531-51E3-4844-8A31-6ACFA5F853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CEDF377A-C17C-48B0-AC7A-B328BD655E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2926824D-D80B-461D-A337-8E0511A869F6}"/>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FE138CE7-B3FF-49AC-93A5-6C3DC38A5CC7}"/>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891BD46E-525B-4DEF-AF83-820AD3762038}"/>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A3C1D60D-F8B3-411B-ABD3-F9545D2958E8}"/>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C362BFC2-CE8A-4F5A-9A9F-15BEAE78838A}"/>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107CB8AD-0CEB-4E4F-BB51-5164FF1AF90D}"/>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E16776E4-8068-46F9-9A09-AF304D0EB1C3}"/>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7437451F-A3B4-4F55-9BAA-2E6FB974A432}"/>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C8A9F771-21C7-4C99-B122-5A8222F8DC18}"/>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33F36191-B46B-4616-ABF2-FD4926414243}"/>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8EA80913-135C-42FF-8A6E-994D401328CC}"/>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3FBE75C5-8EA1-4629-A7ED-3CEFF21EFACD}"/>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A84DEECF-384B-4D6E-A503-92743CA1D306}"/>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7EDBFA6-9166-4970-8955-7ADE43D0B6F3}"/>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07D3FA6A-9E47-4EBB-82CB-CEE0E2FC74FB}"/>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CB02C571-3943-49E2-8365-B06151B44B56}"/>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6EE0794A-4D7E-40DB-9336-EC0528545D2B}"/>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1AF86CB7-160C-4771-A91E-C717B62081E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C02471F9-E057-4E51-892C-502E42A68C60}"/>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394BB86C-2178-4855-812A-A88876702837}"/>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EB7BAC89-8B4F-420A-8601-1BDB95803209}"/>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F7E2B98B-6ACA-435B-A476-F0B169AFB415}"/>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38C314DB-D6A3-4660-8FD6-3C0C9EDDB88E}"/>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8A03A748-9679-4199-BFF2-BDE6ED158BC4}"/>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411C9D34-D750-4A17-B5FA-738CC8EDFD72}"/>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428BC965-8B7E-4FB6-ADF0-D93571851E93}"/>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F7E9CF11-A6FF-44EE-895A-DCEC17348F86}"/>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2C2CE0FB-2EF3-4B88-AC42-2301BD2F08D7}"/>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C2FA8117-6669-416B-B1CE-CCB7BC51CF2A}"/>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21804A50-F74F-452C-A8CD-292E1C59EE61}"/>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DF918241-AA3B-4A89-BCBF-0A74CACE26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793736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C4CB3204-548E-4F1F-ADCC-EEB610CB0D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C9ADAA21-0FEB-4A3B-952F-28169D0827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0A86D605-DF77-43B4-A9A7-7410287E261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D747EABF-AF96-4CD5-8CF1-59575B88F2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726ACA36-297B-4BB2-B85C-F88752102B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6B511F14-2916-4D3C-9DD2-E1A14E81BC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5780174B-05C0-48E1-A3E5-F986D3F7C580}"/>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587C3D9F-6F15-43BA-B469-E383B563155C}"/>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40A5746E-F7CA-4721-A040-9571F19F8568}"/>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B1806C49-A227-42F1-9A46-82C4B839789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2AF6AE63-11C9-4F54-A1F5-09E64507E55A}"/>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0AC1E81D-9214-48B6-84E8-EDD820350141}"/>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8704AA4-D76F-41A8-A4A3-98502F272A80}"/>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7C8B1C5E-0C42-4A2C-89DD-962AAA65DC53}"/>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FB340156-6CE4-4B3F-A8DB-4CF10AE8B745}"/>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9719B7D2-5E16-4FB1-B8CC-09A2659F8E87}"/>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7D4BDAF-43C6-41AB-BAEF-0D904DB787A8}"/>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1B00E07-BF68-448B-89DF-9AD62CDB68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43928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1303B979-5C98-44DC-8635-012BF3D05E8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A09AF02E-EAB6-4E9B-9B02-B8B8EC61898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E9EDD1E0-B441-4D48-BC46-4FA7CDFC408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6FE56E5B-F2B9-47C2-937A-034F2B719E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EF08A762-1039-4E65-B3F8-CE8A5CC398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3F8AC1C4-9ADC-463E-B6E3-98CA9ABA54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2C0F1F0E-882F-433D-BF60-832A64577181}"/>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8030C34B-0FDF-4AA7-9EA3-0C8E2B6F6CA3}"/>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AB3B9C8D-05A4-47F1-9AC2-8E8B97017BB3}"/>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68C407EF-D73C-4B6F-8AEE-0CBF16CD5321}"/>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22A85FA0-0D49-4567-B1F9-4B9D812423E7}"/>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6C63048F-5890-4F64-86CA-FFF034F7A369}"/>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11040635-6F13-47AE-BC19-0CA6CB4D03CC}"/>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C4FDAF93-E98B-4659-AF60-C9E25E7F78A1}"/>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57ED4620-1958-4DCE-BB61-93722C198AE4}"/>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4F4CC4C0-F7D0-4B6E-86F1-B3C77F544026}"/>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C5A65D7A-6540-4056-B235-C332E3EA5085}"/>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44D2FC60-0BAE-461C-9D6E-10F63477609A}"/>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752D0C69-966C-4B6C-A723-C669150B9FCA}"/>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061B1B0F-1B49-41DE-B3D9-CD3733BF99BC}"/>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BD64F8CA-0C09-4300-AC15-273A45E1DFDD}"/>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A0262951-132D-4812-ABE2-9D0C65D33A9C}"/>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8E93D90-62A3-4769-95E8-F7F89384A5AC}"/>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EEBB4B7D-99B4-485E-A4B3-816788BA135F}"/>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5B0E0BC3-6D7F-43BE-AD88-BE51547FFC60}"/>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CC62AFAC-96D4-4AAA-8E37-42C7EFA2373F}"/>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D6D29F8E-D4E0-47E7-A5F7-3A2974516C84}"/>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6535AF96-C9B5-4103-94F5-D04684241D8C}"/>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4A2FD5F7-F181-46C7-81EE-A3D62E04AB57}"/>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6C0A140B-E575-4BA5-B06E-721D8F056686}"/>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7A0B2EEA-3FD2-4240-9B03-966329440C9F}"/>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B5CC5AD7-1807-479E-92B8-BAEA3F88AB9C}"/>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180DCF3A-9E64-4B79-AA06-C5C544D1AD33}"/>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14FAE265-417D-4DE8-8C79-08CA72D41E59}"/>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445DB2C0-5EA4-4673-B8B0-057211EB73C5}"/>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25A3E10B-BB31-4D73-B622-A4479C83B54A}"/>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36F256A2-6BBC-49A0-A066-CDC3D3D9A76F}"/>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747DCFD8-30C1-4E10-A60A-911885F2EBB4}"/>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C8C57AF8-FE2E-4ADF-A639-CDD8513C3D1F}"/>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AC50AD2-587A-4ECD-8D66-C621E8F954E4}"/>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55307C33-7907-4CFE-A29F-84D16E84B069}"/>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993FF768-F5C9-489D-9785-A32391E2988A}"/>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BF1F413D-DF41-4041-B28F-E8E1A7DBEC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4143312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CC479418-DE22-4395-A47B-B47BABA9FBF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7B5AA63D-8E5D-4E7C-AE0E-E713BB3C482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B7CC15A5-3F8B-4D1B-9DDC-806106E409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92E1F423-3D2A-4E78-8E72-116D2DD9A2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D7BD461-1AA7-4057-8862-22E1A575653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206E77D4-7395-462D-87C8-1249619516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287E9130-AFE6-4218-8EA3-248B9AB79A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41461038-7C50-4FB6-95B4-4123266AD0E5}"/>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1D6B34C3-C5EE-4CDC-B699-B637BD6D8D2A}"/>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906A6257-60E6-4739-9A7A-ADD77695CCF9}"/>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941D300-F56E-4921-8F47-40648F86E608}"/>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1BDF38A4-CB16-4F6E-A0A6-A69670D99F18}"/>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65B57CC5-A9A6-4145-AE04-504462A803B8}"/>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2C57E09-8B6C-4A07-A32B-31C611CDF1A9}"/>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E285A3BC-A6BC-451A-83EB-16AD7C2D0BFC}"/>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124D2D93-02E8-4FF0-B417-41CF5D8B4213}"/>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FDD1CBAF-ECAE-47BB-84AB-F91462FC001C}"/>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9A735316-2F97-4C89-B204-D42AFFD59B5A}"/>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447BE2BB-0987-49F3-8C3F-2DDABC51381B}"/>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A16C8B10-5AC4-47EA-BFB8-36798D89981E}"/>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9042CA9E-8E27-498B-AB61-ABB7A5230540}"/>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49C58A59-CADA-4738-89E7-0212F8C86AE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A1DC9007-32E2-4EBF-A489-4D9E659BD5CD}"/>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C4C69A9A-8F2D-4E28-9C96-71420EC35E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6026138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D8D77606-C150-49E2-A7E6-8D950C3D75E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76A1244A-0C76-402F-BE88-27304F89021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4A0964D8-EDB9-47DB-8CD3-9E2D3C8007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59652A1-6747-4FFF-B3C9-B338548DAF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A9F990F-EE4C-4BB1-AF69-4A1241CA8CB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975342FB-D804-4B86-83AC-65FA3EA0DA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44C4330F-6BC7-478A-AE66-33988EC380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A73CC8A8-FD3F-4F43-B13E-D275B0D18074}"/>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A08FF01D-9B37-47CE-9EF7-BA44E2A1525A}"/>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F027004D-19F2-488F-8E31-40780F385F2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20790354-9E60-481B-8E62-3237B1A7E10D}"/>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A4526836-208A-4BC5-BD9C-ED714DCD55A9}"/>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C30E6CF8-61C2-418F-AFC3-CAD1891284EB}"/>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B9153F2-1488-45D0-9B9D-8A0163CD9ECF}"/>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AC1B7316-1AC6-443E-BB12-6F08F4B8AA31}"/>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96F553CC-315A-4128-BEF2-FC8695BC7140}"/>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0D7D773A-21E1-4819-87A0-69CBB33F5AB5}"/>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563D2359-9066-47A7-9E95-D555262D4B6E}"/>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0BE9143E-99B9-4A21-A1A3-705EBCF588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9034369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A0911A99-4CD8-47F1-827C-0F7991FCDF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20EB91D6-859D-40BE-99FB-9B0A1E4E531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B5D095F4-9BD3-422B-99F9-CD669B946F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995BD443-F31D-40C7-8C15-9C40358B7E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DE7F149-58DE-44ED-A285-C566C636F25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C6AE2C4A-9ACD-4F3F-983B-5F0133158C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95880A7C-F9A0-461A-8D4B-B821905D25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B84429CD-49C9-4504-A687-77771DCDAA62}"/>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9557BC83-3201-4537-B802-A1B95514CE9D}"/>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FEAE838A-C3A1-425D-8A31-94C40B0C47C0}"/>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306902A5-4764-43D1-8885-96BF793D3B97}"/>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DF12CF93-8135-4BDA-B7D5-E44B48ACA6E7}"/>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F34D7039-F3FC-419D-BF90-DDB1EA98CC1D}"/>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FAC9F2D-6A69-4B4D-9620-DD3C2261B37D}"/>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75ED8DE3-B89D-4360-8C27-7672BA1B75D4}"/>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A6EBE8B6-5BC6-4801-93E5-8A722B4FB35C}"/>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668E369A-33CD-4600-A43F-7125D8F36143}"/>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1070E47-788D-411C-8204-04AE7BC544FF}"/>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C24FB495-414E-41ED-95FB-CE6EB1E5D2AE}"/>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1F13A16F-B48A-4210-B02D-B466CA19EC30}"/>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360D0DF3-6BCD-4A53-A336-0431E9E26BC1}"/>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4CE610CA-202C-4672-A615-F620E3A598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04619498"/>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3CA1D3D2-00DA-457E-965F-FE1E62D2B7F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EAC1912B-2B4B-4F41-9FC2-5BC1DB62149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607B5F93-CF78-4C18-B899-F3EC565758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3494B902-6CE4-4623-A761-DBB4A3506D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F554EE2-23D5-45B4-8C2B-13694D30CE7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74668795-7338-47BA-B022-974789B85E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142BBA40-4941-4AAD-B5B3-5794178D7F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44CA7871-2DBC-44CF-8253-371795F12F99}"/>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587DE063-E209-489C-895C-0EF84423C604}"/>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8FFE8969-BFDB-4C46-9FC5-0CAEA124A375}"/>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431AEA73-B59A-4430-BD89-1EFC864DE413}"/>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A10D90E6-5765-4456-8E85-FAF196A37B0B}"/>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9442A8F7-559D-4A2F-BC58-F89D51C2A8B9}"/>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A9668C67-018B-4FDA-9154-436116F6F688}"/>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8307EC09-E517-46D0-9986-0773AB81248C}"/>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A52DAD9E-D799-43F9-BEB8-5783E3F66A78}"/>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7732EFEE-A373-4DF2-AFEE-512907E7D9CC}"/>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DAB7520A-ABBF-49F0-83BE-E9346F47D809}"/>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04CC9615-F50F-4B56-A20A-9C55A5939CC1}"/>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46A3A94C-D209-4324-B4E6-8E12DED008EA}"/>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B886FFAF-D3C1-4F18-9A3C-D1CBE1A35614}"/>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03970388-C4A0-4CD0-B037-B8D1E8D163AD}"/>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B5C3C1C2-4726-43E2-AA8D-F8A41F837E94}"/>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B3061993-1815-4AD9-92F3-FFC696281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48329149"/>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90FF5BFB-0C89-4972-B194-C4F007E0C8F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38845570-014F-4B24-9641-C36F49C2CE4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B94587DF-6B81-4F21-A2A5-82CACD9199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D76DFDAE-D42D-48E8-90C0-85C4086962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18EA85D-E5C2-4236-8214-0A93FDD2DFA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4524943F-11FF-4D7F-9EB5-0393A51458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4D3413AD-B57D-4612-97A3-D667FCD6EA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F6C931A9-96CA-4906-B113-DAC820A7C656}"/>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10E226AC-AA23-48F4-BCE1-C0144609F4C0}"/>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C4431E42-5B50-4795-97D7-2E08820B23B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F6A2DCC1-D5E9-481A-B1AD-159E250612DF}"/>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8AD1D2F7-4937-42F6-9169-40FA7EFB1DA7}"/>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B2CFB563-A334-4CEB-9E53-4EA1EA4F47CB}"/>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18D77C7A-7C71-41E7-999C-C27327F73AD6}"/>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AD150EE5-F88D-48D7-ACCE-5CE5F5BC9D04}"/>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C3B386E9-BFDE-40C1-9FBD-6FDD166A156B}"/>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DC0F7DFC-A696-4C2D-8231-B989AF79E0FD}"/>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74840747-AF0D-4B09-A232-84BFD4184E71}"/>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D5C23099-F7E4-4DD8-B513-FABC348688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41736601"/>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0576E9E8-76C0-411A-A6C6-966DB3BDA1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6D475E85-1F48-41C3-998C-EA0BBEA2DE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D8F64714-BE78-4EAF-B9FC-E17F185009A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48397A56-B3D8-428F-80A9-7DCBD970F0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BC5709BF-5367-47BE-BB96-186833B598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6114574B-C4D2-476C-8F09-5695D65B0B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24A0BF96-1207-4F0A-A939-66543F44F697}"/>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DD8E88D9-E208-4CA6-84EC-DD8A1E45C7FC}"/>
              </a:ext>
            </a:extLst>
          </p:cNvPr>
          <p:cNvPicPr>
            <a:picLocks xmlns:a="http://schemas.openxmlformats.org/drawingml/2006/main" noChangeAspect="1"/>
          </p:cNvPicPr>
          <p:nvPr/>
        </p:nvPicPr>
        <p:blipFill>
          <a:blip xmlns:r="http://schemas.openxmlformats.org/officeDocument/2006/relationships" xmlns:a="http://schemas.openxmlformats.org/drawingml/2006/main" r:embed="Rc404ca18e1a049b0"/>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BA398EB6-B037-4D41-870E-E68E2391E93B}"/>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CB9B0448-CEAF-4E97-A0F6-6A072843AEA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B98563E0-7947-4E74-9BBB-6480BBE81AA3}"/>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AE35C3B9-21C5-4173-AEB1-1D6F03453651}"/>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5D9A93FB-F665-49F3-8A30-55808AB8DDCB}"/>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0587B511-0123-400D-9D54-67C217D394D0}"/>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AB5A0F9-07A2-4A85-AD97-CE97BA8FB5F0}"/>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C740CA3A-E826-4B47-A3D8-6F1030AAB52D}"/>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9DE5CA0-6E17-4345-9666-62AB5C000A38}"/>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5D654A88-7C08-4C7B-97B2-001FC0ED4334}"/>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F8AA25C1-8A77-4DD7-AC95-1955A625824D}"/>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7289390C-5EC8-4F55-9770-4A353676BED0}"/>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E378822E-D706-429D-A4FF-7582405E2AA3}"/>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77D296E3-2BA1-4701-AEBE-F0321F21B3FC}"/>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623EC1FF-F3E0-4D7E-BF05-2085660350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69612684"/>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B61FD655-CFD6-4C9C-927C-BF21D018169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BAD03E93-EA8E-4AAC-BC79-AE56F55664F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9E32F567-8CD5-4498-BB7D-FF74379DB8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CEFDB1BF-1F7E-4A94-B998-8DF164DF27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6823CC5D-9178-4173-89D1-D60685E173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FF308A13-A30F-4F62-BB0C-F4097BD736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7560D616-ED43-4FC3-811F-A841C7E55824}"/>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2A288085-E0B4-47C7-BB33-159F1987C4CE}"/>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34E3260-DADA-41A0-A520-16E34D46DD43}"/>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4433F7F1-0BFD-465E-AA62-B4294A9AA4E7}"/>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3BB1E2C0-618A-4D73-8C9C-11194ED0C5EB}"/>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2AA1004E-8CCD-48FE-8BF0-E71C0B336682}"/>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F5D4D2E0-5FA0-4C60-B6C5-905820534513}"/>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2A430BF3-E6C7-4561-9C7A-A10F6EE3A176}"/>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7F744813-94F5-45D0-A6D4-E48D5D67D05E}"/>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31D70C45-B855-4012-A5A8-11BB3CF05533}"/>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D7D3CA7F-9BC0-4E23-AE16-7D3E8573122F}"/>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FE705A06-587F-48BF-8FDE-705B8635CADF}"/>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5995A33F-B70F-4586-9DDB-2BCD0356A03F}"/>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460D7671-6EAB-4DE1-95D5-1E81D2C2C114}"/>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29180B26-45CC-4336-BD0F-E0725BDFD900}"/>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F45E6B25-C0C2-428F-888B-02D49C7DDE0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BB2B63BB-1A77-4523-940A-6BECA0741642}"/>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251B732-9E8E-4C84-AF7B-5DE038B72646}"/>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365BCC90-1FAE-4F57-8DC3-D26DD5C7A91F}"/>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A53ED5E9-6DE4-490D-A89B-FBFAAE8C501E}"/>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B5A24C25-9FDF-4307-9E2B-81D9FE819D93}"/>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07C1811C-C463-45AB-A348-D6328047745F}"/>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84F19081-0557-4389-BEF9-A60E3CF65A0A}"/>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22725966-4350-499D-8CC5-CF6D0548A4CF}"/>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6C312257-7604-4AD2-9DC2-163A3BA97342}"/>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E29D5D48-65F4-48F1-AD53-10A759180E7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231C186B-527C-49F8-9815-0C9F7A8B34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0795992"/>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25B94DD7-0773-470E-AE34-46D00543DF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A39C74EB-E41E-4235-8E7B-4A96BEAE7A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DA3A6305-50A7-4A14-B971-16C0B2B477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7C85073A-C5B7-45F9-A28A-415796863D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634780B8-79F6-487A-8232-F0642DB59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57EE2FDD-5A07-4F9D-8804-48CB23D1F5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4C129AFF-CF41-427D-A960-4EBBA3779C35}"/>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68B14950-5F33-43BF-A9C1-EBB67A044F11}"/>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BD3C9D5C-E918-4C38-A078-71B82CFECF39}"/>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1FC349D1-C583-47C2-B0CD-E638164DD1E8}"/>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B3C40085-830D-44E8-97C5-9B72F387A7B8}"/>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308275F-545D-4472-B7FC-0CA412D49122}"/>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9B4CA987-E59F-4B3C-B3E3-92D24CE9DC2E}"/>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CB249AD0-93D3-4B54-B91C-1A363E264E48}"/>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38776056-5D2F-44E3-A083-BD0CA46AADB8}"/>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BC6C3DBB-D25C-4A53-A761-C58DE7A05427}"/>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8606039-1E28-4D0F-89DB-BD6C39A735F5}"/>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14C295CF-8BE6-4808-A19B-0F55C1FA3CA7}"/>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6E0F57EC-0597-4EAE-BA25-C98C4E8A4185}"/>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0DE21524-793F-4E52-B90E-B402BCB6AD82}"/>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062DCF31-0B56-40B4-9ADE-29EBACEBA55B}"/>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73E4A77-E7A5-4DE0-8FFE-F81ABCF82B13}"/>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D26414F2-676A-49E0-A553-CA94D0C886F7}"/>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364C6703-BB98-4EDE-A169-C6E7FEF9EBAA}"/>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0FEFEEC6-FA1D-4B0E-9B71-F5E1ACB380E6}"/>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0EE6FE76-2B1C-4D0F-82F7-59ECD6500661}"/>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1C65932-05E0-4EC5-9655-B39F9092B6E9}"/>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265E7879-AD55-43EF-B3D8-C152CD794E23}"/>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4041CF09-52CC-45BC-9543-F7B9BB5900D6}"/>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AD99DECC-CD0E-447F-AFE4-38589833D005}"/>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99D3D4A-6292-491F-BDEC-2DF7A4909DE3}"/>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AC8CFB6B-6F63-4932-8963-80701362465D}"/>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6F0CD775-BA6A-46CC-BC2D-630206C19B9D}"/>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A41611AB-9063-4345-AB35-923C79D3A9F5}"/>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14177669-7BBA-48AB-AD5E-6424D3C6896B}"/>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4CAAD4A-3DBC-48CD-A513-FA2D51B41DA3}"/>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723592AE-4906-4139-AFFE-8215F6753E95}"/>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C760F949-0C61-4CD7-817C-5E6E2F3CA271}"/>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75C0361B-2649-46FE-90A7-8410641053B3}"/>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23F00E7-AE65-4750-96DA-5B55E44D397D}"/>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FF976FA9-043D-4507-9E82-EB2D8DC3085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1F3D58EF-A6B0-4E60-8AC8-E4629C16D442}"/>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B942868C-7A8F-468A-85F0-638681B52C1D}"/>
              </a:ext>
            </a:extLst>
          </p:cNvPr>
          <p:cNvPicPr>
            <a:picLocks xmlns:a="http://schemas.openxmlformats.org/drawingml/2006/main" noChangeAspect="1"/>
          </p:cNvPicPr>
          <p:nvPr/>
        </p:nvPicPr>
        <p:blipFill>
          <a:blip xmlns:r="http://schemas.openxmlformats.org/officeDocument/2006/relationships" xmlns:a="http://schemas.openxmlformats.org/drawingml/2006/main" r:embed="R210551b3b51e4ee9"/>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97E76E0A-1669-4F1A-A871-3F6319BBDE0E}"/>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9BC10512-830D-4C44-8A49-BF6F5012C9E4}"/>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8DC6B4EA-6381-47CA-AE7D-3D0264B2BBDD}"/>
              </a:ext>
            </a:extLst>
          </p:cNvPr>
          <p:cNvPicPr>
            <a:picLocks xmlns:a="http://schemas.openxmlformats.org/drawingml/2006/main" noChangeAspect="1"/>
          </p:cNvPicPr>
          <p:nvPr/>
        </p:nvPicPr>
        <p:blipFill>
          <a:blip xmlns:r="http://schemas.openxmlformats.org/officeDocument/2006/relationships" xmlns:a="http://schemas.openxmlformats.org/drawingml/2006/main" r:embed="R33d8f4d1144144b3"/>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3E596D05-C8E8-48C4-920A-159307BC3958}"/>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C30EDAEA-0166-4488-9E53-0E7C21652E43}"/>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B98CB8F0-A22B-49CC-A3F7-75AC605E9CD6}"/>
              </a:ext>
            </a:extLst>
          </p:cNvPr>
          <p:cNvPicPr>
            <a:picLocks xmlns:a="http://schemas.openxmlformats.org/drawingml/2006/main" noChangeAspect="1"/>
          </p:cNvPicPr>
          <p:nvPr/>
        </p:nvPicPr>
        <p:blipFill>
          <a:blip xmlns:r="http://schemas.openxmlformats.org/officeDocument/2006/relationships" xmlns:a="http://schemas.openxmlformats.org/drawingml/2006/main" r:embed="R7b9fff51155349eb"/>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B83577D8-4E0D-4D76-85AF-15F862B4DFB8}"/>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C1687142-A9AD-4045-A481-5E264CA8D798}"/>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19CBAB08-5835-4501-864E-B82A96E308BE}"/>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CB62D511-2DF8-4AF7-BEC8-F8E10398CB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87696943"/>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F1582EDA-B895-4B3A-BDA3-58DAE099733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76DE6FF2-0428-4828-A309-9EC1729EC7D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DC2D7A51-8517-4E1B-9CBC-702CCB6D01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9EF77671-8E34-4228-A8AC-CBBCDC8B14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9F98DA7D-5CBB-4388-8F0E-CD26B55328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859E2C70-8011-4B38-B892-794DDC34CC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F1D243AA-C9A2-4268-BE9D-342D216BBB48}"/>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95E15312-53D1-4FDA-8773-8290C9D485EB}"/>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6DA976AC-7306-42DC-A403-0CE5365C26A9}"/>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7C2AA9C6-BC17-40C1-8C8B-BEA557534346}"/>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D21DE47-DCFE-4AE7-9CB8-BF43DE762A4A}"/>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ED3244E4-FB2A-4705-87E6-83662960BD5A}"/>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D359B63A-4B78-426A-A6C9-737BF7D60783}"/>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29BC6372-D5EB-4D01-8FB4-61884C85413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D816438D-A6A6-41F0-AFB1-E06DF4C1DE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407511734"/>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92917945-3E62-4372-AEC7-6B2637DAB39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EB75D2C9-F742-421B-87C9-90A0F3C36F4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BA72A28A-1D67-46B8-BD11-B8DC70812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76C7ED43-60C6-479F-BC74-377897B025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28BAA73-97E9-4A10-AA8F-E6E182FFDD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0EC7286F-B996-411B-885B-47AE8BE977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CA4CC31A-39E4-4744-8B14-37AD71AA01F7}"/>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A78474CD-34E3-4445-98DE-5D273B7747F0}"/>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ABD0F6DF-1233-4707-B89D-F9882A02E10F}"/>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5D204EF4-CCDD-4B94-AFE0-687F88969D35}"/>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C96B3FAD-68EE-4137-9F10-66A7470780ED}"/>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C13C08B9-FEFF-4B7A-810D-52F3DECA0F81}"/>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F8B9CD16-59DB-4238-A0B7-85D3D392CD2E}"/>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8DAC5ECA-2883-4CF8-AA73-84D4D53C94E7}"/>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2DE243F1-6B89-4EC9-A94E-75A9183462E4}"/>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6973FEB4-1631-4D0B-AE1E-9A62A79DAFFF}"/>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B607CFE1-8D69-44B2-BB77-CE87A89BC229}"/>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8CCAAC72-FA23-4103-BA2D-6D76832FF764}"/>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3D5D00A2-6091-4C9C-A8E5-13143C763E17}"/>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1FC4F24B-B5B4-4E7E-9FD8-0D667A130AD7}"/>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B664C959-4191-4290-9CD1-486DFB66F31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CEAD4770-587A-4213-97EF-7021C6A5AF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6206747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3A04CC39-E637-4B03-90E1-7F5FBEB241D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ECE9BB8B-6BE5-449A-AC28-8FCF62EAF0E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4AB065DE-E3AB-41F8-9A50-93CF18532D6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BC6B7B12-91E4-4EA8-AF15-D63AE7E3F2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49CB7E53-B6AC-46A5-BA19-BADA5672A7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38E6ECF1-589C-49EE-91A1-0DBEC9BD2F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C43B3A36-FFB3-44D8-98D7-BCA6CD3ABFBF}"/>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D9B1A537-F3E7-4B8A-B8B3-63B1A674A464}"/>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F2DF4C27-0205-47BE-B9AB-4817A3456B3E}"/>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EBA458B8-DBAB-4905-853A-67EBD15D2666}"/>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811C41EC-ECF7-4866-8DD3-94312B27FEDC}"/>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EFDA5D5D-6ED6-48E7-AB1C-2D38740E36B8}"/>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B36F80BB-B415-4661-BA22-58C534799038}"/>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77F7A21B-3357-4627-8766-D477B1486D11}"/>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E8597EE4-63B6-477C-ADBB-0FBBA5C010DA}"/>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ABE03C1D-AB5E-4BF8-B493-70BA4C076EF9}"/>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F1661429-4AE6-4051-B3E0-1DB9FF8A10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6568526"/>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BC9261C2-322A-46A6-B255-F6593DA098C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81AE501E-8C67-4CE7-9D31-106E2053972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13869D61-57F5-4B2F-A2FD-5CFEAD5DA0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A788845A-DD56-454A-96AF-9801136B92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B59E5189-20C7-46B2-9278-817EDE499D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B6A2B6E3-293C-43AA-8877-6C1D107EA1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81A1E452-F248-45C0-8ABC-51E065A5E00E}"/>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2C2E3241-BAE5-41B6-86B1-E60596580E1C}"/>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B69FB48-4D05-49FC-ACAF-7A64542AEA03}"/>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835E144-0B37-4DB3-AFAC-3129492905A5}"/>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1FC7CDEF-F80C-4387-A554-BDCEEEDA8810}"/>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C064ABE7-E17A-42CC-99ED-962297B53FB2}"/>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B9276538-B2D9-46B9-BE2C-78104B7FB8BD}"/>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781D8F8-ADDB-4429-9D7E-B433C04608A8}"/>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FEFE5E08-958A-475D-844D-1C25AC0102EC}"/>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3720A3B0-823E-4D34-91DD-4A294448E71F}"/>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EC0BB28A-B656-4344-81D9-46B0B898F510}"/>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0429E520-B013-468F-9402-A1012C88ED90}"/>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93A58AF-43D8-47AA-BC9A-1C001E416920}"/>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726027F7-A39F-4F9D-BF23-EC7E8816896A}"/>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A6D2113C-0BDC-44FF-83FF-164110898781}"/>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43CBBAFA-F9AB-40B8-9FBE-5EB8AF23FBC4}"/>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4DC82E37-1DBD-42B3-857B-CD286D5EE660}"/>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E033871-C347-4790-8639-4244DB0FF0B8}"/>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29B93B7C-8C22-4E92-93EF-A65FF21167AF}"/>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2CC4B7A9-8EAF-4D1B-A11C-7F91D5E9F64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610C636E-F2A2-4E94-90A7-CC474E486F7B}"/>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80CEE289-F305-4767-A9CD-82E8AAC876F9}"/>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E612A77-A3BC-406C-B977-58CCF8B8C590}"/>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D931DC24-D769-494B-B9C7-D90CC7875792}"/>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8F07B5E4-2375-4A1E-9437-6CC3C370EAE5}"/>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2ABEB3A0-2334-4C06-8AE8-7A772AADCE4A}"/>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3ECF0D19-81FC-4449-9592-77663D5FBA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9107984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243EF3E8-51C2-4BA4-AD01-1C9E6900CCE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A5FAE10A-546A-4A2D-9F37-3E68E1E76D5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622BE793-CB21-4779-9D10-49C7A78AF4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195A75BE-5759-45DB-96ED-64639C8DE3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DC93A9A7-6A50-447B-9F3A-66BB4D8093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C55E6A3D-9521-4698-B2FF-9CDBEC21DF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DC77A394-CCB1-49E2-A7FA-80A914E1CE03}"/>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C7370C27-E444-4E08-AABA-5318D116812F}"/>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0F0964F2-BE0C-4757-A9DE-68B991A6F214}"/>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D57C25DC-91A0-4EB0-B987-19BB4C4EB2DB}"/>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6D3796C8-F828-4B7C-B57A-359175EF8158}"/>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60F523FC-5A7E-4DDD-BAB8-009D3C278246}"/>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7E466A3D-4553-4786-A1FF-C62357A3BD28}"/>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867DC7B-0C21-41B7-B159-3E957BFBF363}"/>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5DF30BEB-5580-49FA-94EB-04661D521A9E}"/>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4CA42A11-2216-4EE1-9F6D-B41633949CA5}"/>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4D3A6DAD-9443-4C75-AD92-3E1DBBF0E5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1499586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1ACB420E-8D6A-491A-824F-646DF7291A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1A2D3192-4C13-47FF-8399-71D899861E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1449B258-7977-4A5E-85FA-4094E1E029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D4C7D643-C4A4-4F9E-ACC1-FDA36C3E1D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8205537E-B04D-43E2-A8E5-96933E782C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1A93453B-0D09-4874-83B9-C5C69C705F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2DB5637E-1674-41DD-B493-767610BF1E8D}"/>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EB902D5D-A274-4AC6-AC45-492F4D68F5EF}"/>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8C1C65B-23A1-4CD0-B5FE-2C2F79DA67EA}"/>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5CB0E8CB-7715-4B8A-873E-73309B24178B}"/>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9523550C-1E3C-491A-AE9B-F5E493C58B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454139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2026-10-21T14:44:11.8100000Z</dcterms:created>
  <dcterms:modified xsi:type="dcterms:W3CDTF">2026-10-21T14:44:11.8100000Z</dcterms:modified>
</coreProperties>
</file>