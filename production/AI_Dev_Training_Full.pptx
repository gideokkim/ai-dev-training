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29466730a824351" /><Relationship Type="http://schemas.openxmlformats.org/officeDocument/2006/relationships/extended-properties" Target="/docProps/app.xml" Id="R0ee155483f104f00" /><Relationship Type="http://schemas.openxmlformats.org/officeDocument/2006/relationships/officeDocument" Target="/ppt/presentation.xml" Id="R68deeafd11e543cd" /></Relationships>
</file>

<file path=ppt/presentation.xml><?xml version="1.0" encoding="utf-8"?>
<p:presentation xmlns:p="http://schemas.openxmlformats.org/presentationml/2006/main">
  <p:sldMasterIdLst>
    <p:sldMasterId xmlns:r="http://schemas.openxmlformats.org/officeDocument/2006/relationships" id="2147483648" r:id="R2360cc94a6214d5a"/>
  </p:sldMasterIdLst>
  <p:notesMasterIdLst>
    <p:notesMasterId xmlns:r="http://schemas.openxmlformats.org/officeDocument/2006/relationships" r:id="Ref1a0fdc82124498"/>
  </p:notesMasterIdLst>
  <p:sldIdLst>
    <p:sldId xmlns:r="http://schemas.openxmlformats.org/officeDocument/2006/relationships" id="256" r:id="Rbca8d0ac844e4f8c"/>
    <p:sldId xmlns:r="http://schemas.openxmlformats.org/officeDocument/2006/relationships" id="257" r:id="R9ae6246ce4c140b1"/>
    <p:sldId xmlns:r="http://schemas.openxmlformats.org/officeDocument/2006/relationships" id="258" r:id="R97a3c5061e7d4e57"/>
    <p:sldId xmlns:r="http://schemas.openxmlformats.org/officeDocument/2006/relationships" id="259" r:id="R3838e193869746de"/>
    <p:sldId xmlns:r="http://schemas.openxmlformats.org/officeDocument/2006/relationships" id="260" r:id="Rfd6e99c0a2234c7b"/>
    <p:sldId xmlns:r="http://schemas.openxmlformats.org/officeDocument/2006/relationships" id="261" r:id="R0f1ea07cab714350"/>
    <p:sldId xmlns:r="http://schemas.openxmlformats.org/officeDocument/2006/relationships" id="262" r:id="R0ccb9de8b83e441c"/>
    <p:sldId xmlns:r="http://schemas.openxmlformats.org/officeDocument/2006/relationships" id="263" r:id="Rf6f6e50a84d84250"/>
    <p:sldId xmlns:r="http://schemas.openxmlformats.org/officeDocument/2006/relationships" id="264" r:id="R6162131c39ba4048"/>
    <p:sldId xmlns:r="http://schemas.openxmlformats.org/officeDocument/2006/relationships" id="265" r:id="R5547483006ca4f2b"/>
    <p:sldId xmlns:r="http://schemas.openxmlformats.org/officeDocument/2006/relationships" id="266" r:id="R637288b461584e1e"/>
    <p:sldId xmlns:r="http://schemas.openxmlformats.org/officeDocument/2006/relationships" id="267" r:id="R594c2d1db3af4587"/>
    <p:sldId xmlns:r="http://schemas.openxmlformats.org/officeDocument/2006/relationships" id="268" r:id="R837234b615da4b71"/>
    <p:sldId xmlns:r="http://schemas.openxmlformats.org/officeDocument/2006/relationships" id="269" r:id="Rfd7f9ec2ff6e4fba"/>
    <p:sldId xmlns:r="http://schemas.openxmlformats.org/officeDocument/2006/relationships" id="270" r:id="R718edf0cab9a434c"/>
    <p:sldId xmlns:r="http://schemas.openxmlformats.org/officeDocument/2006/relationships" id="271" r:id="R2415e03c68314db3"/>
    <p:sldId xmlns:r="http://schemas.openxmlformats.org/officeDocument/2006/relationships" id="272" r:id="R5a5126191c2041fd"/>
    <p:sldId xmlns:r="http://schemas.openxmlformats.org/officeDocument/2006/relationships" id="273" r:id="R916900f3d4284ce4"/>
    <p:sldId xmlns:r="http://schemas.openxmlformats.org/officeDocument/2006/relationships" id="274" r:id="R6571b38c95374fa8"/>
    <p:sldId xmlns:r="http://schemas.openxmlformats.org/officeDocument/2006/relationships" id="275" r:id="Rbb8b9b2ec99b432d"/>
    <p:sldId xmlns:r="http://schemas.openxmlformats.org/officeDocument/2006/relationships" id="276" r:id="R758383cf39c646d9"/>
    <p:sldId xmlns:r="http://schemas.openxmlformats.org/officeDocument/2006/relationships" id="277" r:id="R2af27e894aa446ea"/>
    <p:sldId xmlns:r="http://schemas.openxmlformats.org/officeDocument/2006/relationships" id="278" r:id="R1f1d52b3a9e94808"/>
    <p:sldId xmlns:r="http://schemas.openxmlformats.org/officeDocument/2006/relationships" id="279" r:id="Rd8871002bbed4bab"/>
    <p:sldId xmlns:r="http://schemas.openxmlformats.org/officeDocument/2006/relationships" id="280" r:id="R5db24a36e9674265"/>
    <p:sldId xmlns:r="http://schemas.openxmlformats.org/officeDocument/2006/relationships" id="281" r:id="R409d407138f74a1c"/>
    <p:sldId xmlns:r="http://schemas.openxmlformats.org/officeDocument/2006/relationships" id="282" r:id="R850a2d4e6b4c4b85"/>
    <p:sldId xmlns:r="http://schemas.openxmlformats.org/officeDocument/2006/relationships" id="283" r:id="Ra4db38f1b7624d96"/>
    <p:sldId xmlns:r="http://schemas.openxmlformats.org/officeDocument/2006/relationships" id="284" r:id="R7e75e2f6f54447da"/>
    <p:sldId xmlns:r="http://schemas.openxmlformats.org/officeDocument/2006/relationships" id="285" r:id="R1587d96accff4df9"/>
    <p:sldId xmlns:r="http://schemas.openxmlformats.org/officeDocument/2006/relationships" id="286" r:id="Rab3bb2ed464043d7"/>
    <p:sldId xmlns:r="http://schemas.openxmlformats.org/officeDocument/2006/relationships" id="287" r:id="R48381a84ddf741b7"/>
    <p:sldId xmlns:r="http://schemas.openxmlformats.org/officeDocument/2006/relationships" id="288" r:id="Rd8482bb4dba74375"/>
    <p:sldId xmlns:r="http://schemas.openxmlformats.org/officeDocument/2006/relationships" id="289" r:id="Rd07d28695df446e5"/>
    <p:sldId xmlns:r="http://schemas.openxmlformats.org/officeDocument/2006/relationships" id="290" r:id="Rf3e777b01a8d4a77"/>
    <p:sldId xmlns:r="http://schemas.openxmlformats.org/officeDocument/2006/relationships" id="291" r:id="R93cdc2c9dfc545ad"/>
    <p:sldId xmlns:r="http://schemas.openxmlformats.org/officeDocument/2006/relationships" id="292" r:id="R5d2f8900462b4428"/>
    <p:sldId xmlns:r="http://schemas.openxmlformats.org/officeDocument/2006/relationships" id="293" r:id="Rdddcbc84a3b44d84"/>
    <p:sldId xmlns:r="http://schemas.openxmlformats.org/officeDocument/2006/relationships" id="294" r:id="Rdba95b3415ec42ab"/>
    <p:sldId xmlns:r="http://schemas.openxmlformats.org/officeDocument/2006/relationships" id="295" r:id="Rc08741eab6244a9a"/>
    <p:sldId xmlns:r="http://schemas.openxmlformats.org/officeDocument/2006/relationships" id="296" r:id="Rea1d4045f775461d"/>
    <p:sldId xmlns:r="http://schemas.openxmlformats.org/officeDocument/2006/relationships" id="297" r:id="Rb9925f4d943a4de4"/>
    <p:sldId xmlns:r="http://schemas.openxmlformats.org/officeDocument/2006/relationships" id="298" r:id="R44d935c8fd5a4ccc"/>
    <p:sldId xmlns:r="http://schemas.openxmlformats.org/officeDocument/2006/relationships" id="299" r:id="Raf73e9efecb74d61"/>
    <p:sldId xmlns:r="http://schemas.openxmlformats.org/officeDocument/2006/relationships" id="300" r:id="R14c847154b834d14"/>
    <p:sldId xmlns:r="http://schemas.openxmlformats.org/officeDocument/2006/relationships" id="301" r:id="Rb27953bee365428c"/>
    <p:sldId xmlns:r="http://schemas.openxmlformats.org/officeDocument/2006/relationships" id="302" r:id="Ra36d3a6be1634eae"/>
    <p:sldId xmlns:r="http://schemas.openxmlformats.org/officeDocument/2006/relationships" id="303" r:id="R3ee5bbc530b648a9"/>
    <p:sldId xmlns:r="http://schemas.openxmlformats.org/officeDocument/2006/relationships" id="304" r:id="R406d4655002b4f87"/>
    <p:sldId xmlns:r="http://schemas.openxmlformats.org/officeDocument/2006/relationships" id="305" r:id="R969385c93f59437c"/>
    <p:sldId xmlns:r="http://schemas.openxmlformats.org/officeDocument/2006/relationships" id="306" r:id="R75293f161d1d401d"/>
    <p:sldId xmlns:r="http://schemas.openxmlformats.org/officeDocument/2006/relationships" id="307" r:id="Rbab80c61d4c74102"/>
    <p:sldId xmlns:r="http://schemas.openxmlformats.org/officeDocument/2006/relationships" id="308" r:id="R2a837546b5a7498e"/>
    <p:sldId xmlns:r="http://schemas.openxmlformats.org/officeDocument/2006/relationships" id="309" r:id="R5efc4acb65b94c2e"/>
    <p:sldId xmlns:r="http://schemas.openxmlformats.org/officeDocument/2006/relationships" id="310" r:id="Rd5915403bbe3416a"/>
    <p:sldId xmlns:r="http://schemas.openxmlformats.org/officeDocument/2006/relationships" id="311" r:id="R1eee00215a804f2e"/>
    <p:sldId xmlns:r="http://schemas.openxmlformats.org/officeDocument/2006/relationships" id="312" r:id="R3beea0f849014a92"/>
    <p:sldId xmlns:r="http://schemas.openxmlformats.org/officeDocument/2006/relationships" id="313" r:id="R6151d03762f34b3d"/>
    <p:sldId xmlns:r="http://schemas.openxmlformats.org/officeDocument/2006/relationships" id="314" r:id="R02e1b871eabf45aa"/>
    <p:sldId xmlns:r="http://schemas.openxmlformats.org/officeDocument/2006/relationships" id="315" r:id="Rf173b258769d4788"/>
    <p:sldId xmlns:r="http://schemas.openxmlformats.org/officeDocument/2006/relationships" id="316" r:id="R435d0aff5b9143db"/>
    <p:sldId xmlns:r="http://schemas.openxmlformats.org/officeDocument/2006/relationships" id="317" r:id="R97cc603e2c3146ea"/>
    <p:sldId xmlns:r="http://schemas.openxmlformats.org/officeDocument/2006/relationships" id="318" r:id="R70512d27a3f54ea6"/>
    <p:sldId xmlns:r="http://schemas.openxmlformats.org/officeDocument/2006/relationships" id="319" r:id="Rc78406ff55fe4635"/>
    <p:sldId xmlns:r="http://schemas.openxmlformats.org/officeDocument/2006/relationships" id="320" r:id="R44a5f628c81140d0"/>
    <p:sldId xmlns:r="http://schemas.openxmlformats.org/officeDocument/2006/relationships" id="321" r:id="R4b7d1516d8b04803"/>
    <p:sldId xmlns:r="http://schemas.openxmlformats.org/officeDocument/2006/relationships" id="322" r:id="R425e427055ae417f"/>
    <p:sldId xmlns:r="http://schemas.openxmlformats.org/officeDocument/2006/relationships" id="323" r:id="R3d9830adcd7a4e59"/>
    <p:sldId xmlns:r="http://schemas.openxmlformats.org/officeDocument/2006/relationships" id="324" r:id="R18eb69271a29410e"/>
    <p:sldId xmlns:r="http://schemas.openxmlformats.org/officeDocument/2006/relationships" id="325" r:id="R870e2a1aeeb74e7f"/>
    <p:sldId xmlns:r="http://schemas.openxmlformats.org/officeDocument/2006/relationships" id="326" r:id="R61912d77b8bf4ea2"/>
    <p:sldId xmlns:r="http://schemas.openxmlformats.org/officeDocument/2006/relationships" id="327" r:id="Ra5dd0df0004d4aea"/>
    <p:sldId xmlns:r="http://schemas.openxmlformats.org/officeDocument/2006/relationships" id="328" r:id="R3df6d6dd10594d49"/>
    <p:sldId xmlns:r="http://schemas.openxmlformats.org/officeDocument/2006/relationships" id="329" r:id="R59c07e8bede14859"/>
    <p:sldId xmlns:r="http://schemas.openxmlformats.org/officeDocument/2006/relationships" id="330" r:id="R854cf3fecdc44ad9"/>
    <p:sldId xmlns:r="http://schemas.openxmlformats.org/officeDocument/2006/relationships" id="331" r:id="Ra00b918d5fca418b"/>
    <p:sldId xmlns:r="http://schemas.openxmlformats.org/officeDocument/2006/relationships" id="332" r:id="Re9f47400d9f343d8"/>
    <p:sldId xmlns:r="http://schemas.openxmlformats.org/officeDocument/2006/relationships" id="333" r:id="R7009404720aa4a73"/>
    <p:sldId xmlns:r="http://schemas.openxmlformats.org/officeDocument/2006/relationships" id="334" r:id="Rc1e2fdf533c94645"/>
    <p:sldId xmlns:r="http://schemas.openxmlformats.org/officeDocument/2006/relationships" id="335" r:id="Rc354182e3ddf44f9"/>
    <p:sldId xmlns:r="http://schemas.openxmlformats.org/officeDocument/2006/relationships" id="336" r:id="Ra2c77c06cd9c4f86"/>
    <p:sldId xmlns:r="http://schemas.openxmlformats.org/officeDocument/2006/relationships" id="337" r:id="R71203dccbd474073"/>
    <p:sldId xmlns:r="http://schemas.openxmlformats.org/officeDocument/2006/relationships" id="338" r:id="Raa3214e644384c2a"/>
    <p:sldId xmlns:r="http://schemas.openxmlformats.org/officeDocument/2006/relationships" id="339" r:id="Ref3c11024f094f8d"/>
    <p:sldId xmlns:r="http://schemas.openxmlformats.org/officeDocument/2006/relationships" id="340" r:id="R77f060a984124493"/>
    <p:sldId xmlns:r="http://schemas.openxmlformats.org/officeDocument/2006/relationships" id="341" r:id="R2b0da5b191274931"/>
    <p:sldId xmlns:r="http://schemas.openxmlformats.org/officeDocument/2006/relationships" id="342" r:id="Rb4dde563c9564708"/>
    <p:sldId xmlns:r="http://schemas.openxmlformats.org/officeDocument/2006/relationships" id="343" r:id="R14c806c5ead143d0"/>
    <p:sldId xmlns:r="http://schemas.openxmlformats.org/officeDocument/2006/relationships" id="344" r:id="R18dfc0c80c2b4a20"/>
    <p:sldId xmlns:r="http://schemas.openxmlformats.org/officeDocument/2006/relationships" id="345" r:id="R6e4c6162096244df"/>
    <p:sldId xmlns:r="http://schemas.openxmlformats.org/officeDocument/2006/relationships" id="346" r:id="R601c35e11cd64a97"/>
    <p:sldId xmlns:r="http://schemas.openxmlformats.org/officeDocument/2006/relationships" id="347" r:id="Ree8f06e45f0d4abf"/>
    <p:sldId xmlns:r="http://schemas.openxmlformats.org/officeDocument/2006/relationships" id="348" r:id="R8d00d6ac0b344bf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d148166a21f49c0" /><Relationship Type="http://schemas.openxmlformats.org/officeDocument/2006/relationships/slideMaster" Target="/ppt/slideMasters/slideMaster1.xml" Id="R2360cc94a6214d5a" /><Relationship Type="http://schemas.openxmlformats.org/officeDocument/2006/relationships/notesMaster" Target="/ppt/notesMasters/notesMaster1.xml" Id="Ref1a0fdc82124498" /><Relationship Type="http://schemas.openxmlformats.org/officeDocument/2006/relationships/presProps" Target="/ppt/presProps.xml" Id="R4a88b97af7c74a86" /><Relationship Type="http://schemas.openxmlformats.org/officeDocument/2006/relationships/tableStyles" Target="/ppt/tableStyles.xml" Id="R6dfaeaa91e064898" /><Relationship Type="http://schemas.openxmlformats.org/officeDocument/2006/relationships/slide" Target="/ppt/slides/slide1.xml" Id="Rbca8d0ac844e4f8c" /><Relationship Type="http://schemas.openxmlformats.org/officeDocument/2006/relationships/slide" Target="/ppt/slides/slide2.xml" Id="R9ae6246ce4c140b1" /><Relationship Type="http://schemas.openxmlformats.org/officeDocument/2006/relationships/slide" Target="/ppt/slides/slide3.xml" Id="R97a3c5061e7d4e57" /><Relationship Type="http://schemas.openxmlformats.org/officeDocument/2006/relationships/slide" Target="/ppt/slides/slide4.xml" Id="R3838e193869746de" /><Relationship Type="http://schemas.openxmlformats.org/officeDocument/2006/relationships/slide" Target="/ppt/slides/slide5.xml" Id="Rfd6e99c0a2234c7b" /><Relationship Type="http://schemas.openxmlformats.org/officeDocument/2006/relationships/slide" Target="/ppt/slides/slide6.xml" Id="R0f1ea07cab714350" /><Relationship Type="http://schemas.openxmlformats.org/officeDocument/2006/relationships/slide" Target="/ppt/slides/slide7.xml" Id="R0ccb9de8b83e441c" /><Relationship Type="http://schemas.openxmlformats.org/officeDocument/2006/relationships/slide" Target="/ppt/slides/slide8.xml" Id="Rf6f6e50a84d84250" /><Relationship Type="http://schemas.openxmlformats.org/officeDocument/2006/relationships/slide" Target="/ppt/slides/slide9.xml" Id="R6162131c39ba4048" /><Relationship Type="http://schemas.openxmlformats.org/officeDocument/2006/relationships/slide" Target="/ppt/slides/slide10.xml" Id="R5547483006ca4f2b" /><Relationship Type="http://schemas.openxmlformats.org/officeDocument/2006/relationships/slide" Target="/ppt/slides/slide11.xml" Id="R637288b461584e1e" /><Relationship Type="http://schemas.openxmlformats.org/officeDocument/2006/relationships/slide" Target="/ppt/slides/slide12.xml" Id="R594c2d1db3af4587" /><Relationship Type="http://schemas.openxmlformats.org/officeDocument/2006/relationships/slide" Target="/ppt/slides/slide13.xml" Id="R837234b615da4b71" /><Relationship Type="http://schemas.openxmlformats.org/officeDocument/2006/relationships/slide" Target="/ppt/slides/slide14.xml" Id="Rfd7f9ec2ff6e4fba" /><Relationship Type="http://schemas.openxmlformats.org/officeDocument/2006/relationships/slide" Target="/ppt/slides/slide15.xml" Id="R718edf0cab9a434c" /><Relationship Type="http://schemas.openxmlformats.org/officeDocument/2006/relationships/slide" Target="/ppt/slides/slide16.xml" Id="R2415e03c68314db3" /><Relationship Type="http://schemas.openxmlformats.org/officeDocument/2006/relationships/slide" Target="/ppt/slides/slide17.xml" Id="R5a5126191c2041fd" /><Relationship Type="http://schemas.openxmlformats.org/officeDocument/2006/relationships/slide" Target="/ppt/slides/slide18.xml" Id="R916900f3d4284ce4" /><Relationship Type="http://schemas.openxmlformats.org/officeDocument/2006/relationships/slide" Target="/ppt/slides/slide19.xml" Id="R6571b38c95374fa8" /><Relationship Type="http://schemas.openxmlformats.org/officeDocument/2006/relationships/slide" Target="/ppt/slides/slide20.xml" Id="Rbb8b9b2ec99b432d" /><Relationship Type="http://schemas.openxmlformats.org/officeDocument/2006/relationships/slide" Target="/ppt/slides/slide21.xml" Id="R758383cf39c646d9" /><Relationship Type="http://schemas.openxmlformats.org/officeDocument/2006/relationships/slide" Target="/ppt/slides/slide22.xml" Id="R2af27e894aa446ea" /><Relationship Type="http://schemas.openxmlformats.org/officeDocument/2006/relationships/slide" Target="/ppt/slides/slide23.xml" Id="R1f1d52b3a9e94808" /><Relationship Type="http://schemas.openxmlformats.org/officeDocument/2006/relationships/slide" Target="/ppt/slides/slide24.xml" Id="Rd8871002bbed4bab" /><Relationship Type="http://schemas.openxmlformats.org/officeDocument/2006/relationships/slide" Target="/ppt/slides/slide25.xml" Id="R5db24a36e9674265" /><Relationship Type="http://schemas.openxmlformats.org/officeDocument/2006/relationships/slide" Target="/ppt/slides/slide26.xml" Id="R409d407138f74a1c" /><Relationship Type="http://schemas.openxmlformats.org/officeDocument/2006/relationships/slide" Target="/ppt/slides/slide27.xml" Id="R850a2d4e6b4c4b85" /><Relationship Type="http://schemas.openxmlformats.org/officeDocument/2006/relationships/slide" Target="/ppt/slides/slide28.xml" Id="Ra4db38f1b7624d96" /><Relationship Type="http://schemas.openxmlformats.org/officeDocument/2006/relationships/slide" Target="/ppt/slides/slide29.xml" Id="R7e75e2f6f54447da" /><Relationship Type="http://schemas.openxmlformats.org/officeDocument/2006/relationships/slide" Target="/ppt/slides/slide30.xml" Id="R1587d96accff4df9" /><Relationship Type="http://schemas.openxmlformats.org/officeDocument/2006/relationships/slide" Target="/ppt/slides/slide31.xml" Id="Rab3bb2ed464043d7" /><Relationship Type="http://schemas.openxmlformats.org/officeDocument/2006/relationships/slide" Target="/ppt/slides/slide32.xml" Id="R48381a84ddf741b7" /><Relationship Type="http://schemas.openxmlformats.org/officeDocument/2006/relationships/slide" Target="/ppt/slides/slide33.xml" Id="Rd8482bb4dba74375" /><Relationship Type="http://schemas.openxmlformats.org/officeDocument/2006/relationships/slide" Target="/ppt/slides/slide34.xml" Id="Rd07d28695df446e5" /><Relationship Type="http://schemas.openxmlformats.org/officeDocument/2006/relationships/slide" Target="/ppt/slides/slide35.xml" Id="Rf3e777b01a8d4a77" /><Relationship Type="http://schemas.openxmlformats.org/officeDocument/2006/relationships/slide" Target="/ppt/slides/slide36.xml" Id="R93cdc2c9dfc545ad" /><Relationship Type="http://schemas.openxmlformats.org/officeDocument/2006/relationships/slide" Target="/ppt/slides/slide37.xml" Id="R5d2f8900462b4428" /><Relationship Type="http://schemas.openxmlformats.org/officeDocument/2006/relationships/slide" Target="/ppt/slides/slide38.xml" Id="Rdddcbc84a3b44d84" /><Relationship Type="http://schemas.openxmlformats.org/officeDocument/2006/relationships/slide" Target="/ppt/slides/slide39.xml" Id="Rdba95b3415ec42ab" /><Relationship Type="http://schemas.openxmlformats.org/officeDocument/2006/relationships/slide" Target="/ppt/slides/slide40.xml" Id="Rc08741eab6244a9a" /><Relationship Type="http://schemas.openxmlformats.org/officeDocument/2006/relationships/slide" Target="/ppt/slides/slide41.xml" Id="Rea1d4045f775461d" /><Relationship Type="http://schemas.openxmlformats.org/officeDocument/2006/relationships/slide" Target="/ppt/slides/slide42.xml" Id="Rb9925f4d943a4de4" /><Relationship Type="http://schemas.openxmlformats.org/officeDocument/2006/relationships/slide" Target="/ppt/slides/slide43.xml" Id="R44d935c8fd5a4ccc" /><Relationship Type="http://schemas.openxmlformats.org/officeDocument/2006/relationships/slide" Target="/ppt/slides/slide44.xml" Id="Raf73e9efecb74d61" /><Relationship Type="http://schemas.openxmlformats.org/officeDocument/2006/relationships/slide" Target="/ppt/slides/slide45.xml" Id="R14c847154b834d14" /><Relationship Type="http://schemas.openxmlformats.org/officeDocument/2006/relationships/slide" Target="/ppt/slides/slide46.xml" Id="Rb27953bee365428c" /><Relationship Type="http://schemas.openxmlformats.org/officeDocument/2006/relationships/slide" Target="/ppt/slides/slide47.xml" Id="Ra36d3a6be1634eae" /><Relationship Type="http://schemas.openxmlformats.org/officeDocument/2006/relationships/slide" Target="/ppt/slides/slide48.xml" Id="R3ee5bbc530b648a9" /><Relationship Type="http://schemas.openxmlformats.org/officeDocument/2006/relationships/slide" Target="/ppt/slides/slide49.xml" Id="R406d4655002b4f87" /><Relationship Type="http://schemas.openxmlformats.org/officeDocument/2006/relationships/slide" Target="/ppt/slides/slide50.xml" Id="R969385c93f59437c" /><Relationship Type="http://schemas.openxmlformats.org/officeDocument/2006/relationships/slide" Target="/ppt/slides/slide51.xml" Id="R75293f161d1d401d" /><Relationship Type="http://schemas.openxmlformats.org/officeDocument/2006/relationships/slide" Target="/ppt/slides/slide52.xml" Id="Rbab80c61d4c74102" /><Relationship Type="http://schemas.openxmlformats.org/officeDocument/2006/relationships/slide" Target="/ppt/slides/slide53.xml" Id="R2a837546b5a7498e" /><Relationship Type="http://schemas.openxmlformats.org/officeDocument/2006/relationships/slide" Target="/ppt/slides/slide54.xml" Id="R5efc4acb65b94c2e" /><Relationship Type="http://schemas.openxmlformats.org/officeDocument/2006/relationships/slide" Target="/ppt/slides/slide55.xml" Id="Rd5915403bbe3416a" /><Relationship Type="http://schemas.openxmlformats.org/officeDocument/2006/relationships/slide" Target="/ppt/slides/slide56.xml" Id="R1eee00215a804f2e" /><Relationship Type="http://schemas.openxmlformats.org/officeDocument/2006/relationships/slide" Target="/ppt/slides/slide57.xml" Id="R3beea0f849014a92" /><Relationship Type="http://schemas.openxmlformats.org/officeDocument/2006/relationships/slide" Target="/ppt/slides/slide58.xml" Id="R6151d03762f34b3d" /><Relationship Type="http://schemas.openxmlformats.org/officeDocument/2006/relationships/slide" Target="/ppt/slides/slide59.xml" Id="R02e1b871eabf45aa" /><Relationship Type="http://schemas.openxmlformats.org/officeDocument/2006/relationships/slide" Target="/ppt/slides/slide60.xml" Id="Rf173b258769d4788" /><Relationship Type="http://schemas.openxmlformats.org/officeDocument/2006/relationships/slide" Target="/ppt/slides/slide61.xml" Id="R435d0aff5b9143db" /><Relationship Type="http://schemas.openxmlformats.org/officeDocument/2006/relationships/slide" Target="/ppt/slides/slide62.xml" Id="R97cc603e2c3146ea" /><Relationship Type="http://schemas.openxmlformats.org/officeDocument/2006/relationships/slide" Target="/ppt/slides/slide63.xml" Id="R70512d27a3f54ea6" /><Relationship Type="http://schemas.openxmlformats.org/officeDocument/2006/relationships/slide" Target="/ppt/slides/slide64.xml" Id="Rc78406ff55fe4635" /><Relationship Type="http://schemas.openxmlformats.org/officeDocument/2006/relationships/slide" Target="/ppt/slides/slide65.xml" Id="R44a5f628c81140d0" /><Relationship Type="http://schemas.openxmlformats.org/officeDocument/2006/relationships/slide" Target="/ppt/slides/slide66.xml" Id="R4b7d1516d8b04803" /><Relationship Type="http://schemas.openxmlformats.org/officeDocument/2006/relationships/slide" Target="/ppt/slides/slide67.xml" Id="R425e427055ae417f" /><Relationship Type="http://schemas.openxmlformats.org/officeDocument/2006/relationships/slide" Target="/ppt/slides/slide68.xml" Id="R3d9830adcd7a4e59" /><Relationship Type="http://schemas.openxmlformats.org/officeDocument/2006/relationships/slide" Target="/ppt/slides/slide69.xml" Id="R18eb69271a29410e" /><Relationship Type="http://schemas.openxmlformats.org/officeDocument/2006/relationships/slide" Target="/ppt/slides/slide70.xml" Id="R870e2a1aeeb74e7f" /><Relationship Type="http://schemas.openxmlformats.org/officeDocument/2006/relationships/slide" Target="/ppt/slides/slide71.xml" Id="R61912d77b8bf4ea2" /><Relationship Type="http://schemas.openxmlformats.org/officeDocument/2006/relationships/slide" Target="/ppt/slides/slide72.xml" Id="Ra5dd0df0004d4aea" /><Relationship Type="http://schemas.openxmlformats.org/officeDocument/2006/relationships/slide" Target="/ppt/slides/slide73.xml" Id="R3df6d6dd10594d49" /><Relationship Type="http://schemas.openxmlformats.org/officeDocument/2006/relationships/slide" Target="/ppt/slides/slide74.xml" Id="R59c07e8bede14859" /><Relationship Type="http://schemas.openxmlformats.org/officeDocument/2006/relationships/slide" Target="/ppt/slides/slide75.xml" Id="R854cf3fecdc44ad9" /><Relationship Type="http://schemas.openxmlformats.org/officeDocument/2006/relationships/slide" Target="/ppt/slides/slide76.xml" Id="Ra00b918d5fca418b" /><Relationship Type="http://schemas.openxmlformats.org/officeDocument/2006/relationships/slide" Target="/ppt/slides/slide77.xml" Id="Re9f47400d9f343d8" /><Relationship Type="http://schemas.openxmlformats.org/officeDocument/2006/relationships/slide" Target="/ppt/slides/slide78.xml" Id="R7009404720aa4a73" /><Relationship Type="http://schemas.openxmlformats.org/officeDocument/2006/relationships/slide" Target="/ppt/slides/slide79.xml" Id="Rc1e2fdf533c94645" /><Relationship Type="http://schemas.openxmlformats.org/officeDocument/2006/relationships/slide" Target="/ppt/slides/slide80.xml" Id="Rc354182e3ddf44f9" /><Relationship Type="http://schemas.openxmlformats.org/officeDocument/2006/relationships/slide" Target="/ppt/slides/slide81.xml" Id="Ra2c77c06cd9c4f86" /><Relationship Type="http://schemas.openxmlformats.org/officeDocument/2006/relationships/slide" Target="/ppt/slides/slide82.xml" Id="R71203dccbd474073" /><Relationship Type="http://schemas.openxmlformats.org/officeDocument/2006/relationships/slide" Target="/ppt/slides/slide83.xml" Id="Raa3214e644384c2a" /><Relationship Type="http://schemas.openxmlformats.org/officeDocument/2006/relationships/slide" Target="/ppt/slides/slide84.xml" Id="Ref3c11024f094f8d" /><Relationship Type="http://schemas.openxmlformats.org/officeDocument/2006/relationships/slide" Target="/ppt/slides/slide85.xml" Id="R77f060a984124493" /><Relationship Type="http://schemas.openxmlformats.org/officeDocument/2006/relationships/slide" Target="/ppt/slides/slide86.xml" Id="R2b0da5b191274931" /><Relationship Type="http://schemas.openxmlformats.org/officeDocument/2006/relationships/slide" Target="/ppt/slides/slide87.xml" Id="Rb4dde563c9564708" /><Relationship Type="http://schemas.openxmlformats.org/officeDocument/2006/relationships/slide" Target="/ppt/slides/slide88.xml" Id="R14c806c5ead143d0" /><Relationship Type="http://schemas.openxmlformats.org/officeDocument/2006/relationships/slide" Target="/ppt/slides/slide89.xml" Id="R18dfc0c80c2b4a20" /><Relationship Type="http://schemas.openxmlformats.org/officeDocument/2006/relationships/slide" Target="/ppt/slides/slide90.xml" Id="R6e4c6162096244df" /><Relationship Type="http://schemas.openxmlformats.org/officeDocument/2006/relationships/slide" Target="/ppt/slides/slide91.xml" Id="R601c35e11cd64a97" /><Relationship Type="http://schemas.openxmlformats.org/officeDocument/2006/relationships/slide" Target="/ppt/slides/slide92.xml" Id="Ree8f06e45f0d4abf" /><Relationship Type="http://schemas.openxmlformats.org/officeDocument/2006/relationships/slide" Target="/ppt/slides/slide93.xml" Id="R8d00d6ac0b344bf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749781b96cc47b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5a8dbf48504603" /><Relationship Type="http://schemas.openxmlformats.org/officeDocument/2006/relationships/notesMaster" Target="/ppt/notesMasters/notesMaster1.xml" Id="R4906b2b538804246" /></Relationships>
</file>

<file path=ppt/notesSlides/_rels/notesSlide2.xml.rels>&#65279;<?xml version="1.0" encoding="utf-8"?><Relationships xmlns="http://schemas.openxmlformats.org/package/2006/relationships"><Relationship Type="http://schemas.openxmlformats.org/officeDocument/2006/relationships/slide" Target="/ppt/slides/slide2.xml" Id="R7f12dbfa472c4d73" /><Relationship Type="http://schemas.openxmlformats.org/officeDocument/2006/relationships/notesMaster" Target="/ppt/notesMasters/notesMaster1.xml" Id="R5e895311105e44b2" /></Relationships>
</file>

<file path=ppt/notesSlides/_rels/notesSlide3.xml.rels>&#65279;<?xml version="1.0" encoding="utf-8"?><Relationships xmlns="http://schemas.openxmlformats.org/package/2006/relationships"><Relationship Type="http://schemas.openxmlformats.org/officeDocument/2006/relationships/slide" Target="/ppt/slides/slide3.xml" Id="Rb592a6e1baa14293" /><Relationship Type="http://schemas.openxmlformats.org/officeDocument/2006/relationships/notesMaster" Target="/ppt/notesMasters/notesMaster1.xml" Id="Rb87b2c69ff784653" /></Relationships>
</file>

<file path=ppt/notesSlides/_rels/notesSlide4.xml.rels>&#65279;<?xml version="1.0" encoding="utf-8"?><Relationships xmlns="http://schemas.openxmlformats.org/package/2006/relationships"><Relationship Type="http://schemas.openxmlformats.org/officeDocument/2006/relationships/slide" Target="/ppt/slides/slide4.xml" Id="Rbfc2c33f8f684588" /><Relationship Type="http://schemas.openxmlformats.org/officeDocument/2006/relationships/notesMaster" Target="/ppt/notesMasters/notesMaster1.xml" Id="R96002ea3c0574501" /></Relationships>
</file>

<file path=ppt/notesSlides/_rels/notesSlide5.xml.rels>&#65279;<?xml version="1.0" encoding="utf-8"?><Relationships xmlns="http://schemas.openxmlformats.org/package/2006/relationships"><Relationship Type="http://schemas.openxmlformats.org/officeDocument/2006/relationships/slide" Target="/ppt/slides/slide5.xml" Id="Rcf711d9bbbfd4861" /><Relationship Type="http://schemas.openxmlformats.org/officeDocument/2006/relationships/notesMaster" Target="/ppt/notesMasters/notesMaster1.xml" Id="Rb1e0814f70174088" /></Relationships>
</file>

<file path=ppt/notesSlides/_rels/notesSlide6.xml.rels>&#65279;<?xml version="1.0" encoding="utf-8"?><Relationships xmlns="http://schemas.openxmlformats.org/package/2006/relationships"><Relationship Type="http://schemas.openxmlformats.org/officeDocument/2006/relationships/slide" Target="/ppt/slides/slide6.xml" Id="Rd2404070d431482f" /><Relationship Type="http://schemas.openxmlformats.org/officeDocument/2006/relationships/notesMaster" Target="/ppt/notesMasters/notesMaster1.xml" Id="R61a2c0b5b0004556" /></Relationships>
</file>

<file path=ppt/notesSlides/_rels/notesSlide7.xml.rels>&#65279;<?xml version="1.0" encoding="utf-8"?><Relationships xmlns="http://schemas.openxmlformats.org/package/2006/relationships"><Relationship Type="http://schemas.openxmlformats.org/officeDocument/2006/relationships/slide" Target="/ppt/slides/slide7.xml" Id="R27e04bc5d83f42c5" /><Relationship Type="http://schemas.openxmlformats.org/officeDocument/2006/relationships/notesMaster" Target="/ppt/notesMasters/notesMaster1.xml" Id="R90a7fb561bcd4597" /></Relationships>
</file>

<file path=ppt/notesSlides/_rels/notesSlide8.xml.rels>&#65279;<?xml version="1.0" encoding="utf-8"?><Relationships xmlns="http://schemas.openxmlformats.org/package/2006/relationships"><Relationship Type="http://schemas.openxmlformats.org/officeDocument/2006/relationships/slide" Target="/ppt/slides/slide8.xml" Id="R800d969606494b15" /><Relationship Type="http://schemas.openxmlformats.org/officeDocument/2006/relationships/notesMaster" Target="/ppt/notesMasters/notesMaster1.xml" Id="R1dc1772657b54f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5c7e8788b2e7434a" /><Relationship Type="http://schemas.openxmlformats.org/officeDocument/2006/relationships/notesMaster" Target="/ppt/notesMasters/notesMaster1.xml" Id="R2116dd5c37b14cb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b85b25004f14c65" /><Relationship Type="http://schemas.openxmlformats.org/officeDocument/2006/relationships/notesMaster" Target="/ppt/notesMasters/notesMaster1.xml" Id="Ra93beea0e115463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7c888307b0140db" /><Relationship Type="http://schemas.openxmlformats.org/officeDocument/2006/relationships/notesMaster" Target="/ppt/notesMasters/notesMaster1.xml" Id="Ra77f5da96a2548d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cc8c5d153e34bf7" /><Relationship Type="http://schemas.openxmlformats.org/officeDocument/2006/relationships/notesMaster" Target="/ppt/notesMasters/notesMaster1.xml" Id="R6d9e9833f831495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047aedbdf214efd" /><Relationship Type="http://schemas.openxmlformats.org/officeDocument/2006/relationships/notesMaster" Target="/ppt/notesMasters/notesMaster1.xml" Id="R7425d1c5faf9490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f80b1c852754bfe" /><Relationship Type="http://schemas.openxmlformats.org/officeDocument/2006/relationships/notesMaster" Target="/ppt/notesMasters/notesMaster1.xml" Id="R0276d7839773444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57c1ba2218a457f" /><Relationship Type="http://schemas.openxmlformats.org/officeDocument/2006/relationships/notesMaster" Target="/ppt/notesMasters/notesMaster1.xml" Id="R498bdc9c250b461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b11049e5e9a459f" /><Relationship Type="http://schemas.openxmlformats.org/officeDocument/2006/relationships/notesMaster" Target="/ppt/notesMasters/notesMaster1.xml" Id="R300d511bd03c4f6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6fd93944b464d40" /><Relationship Type="http://schemas.openxmlformats.org/officeDocument/2006/relationships/notesMaster" Target="/ppt/notesMasters/notesMaster1.xml" Id="Rdf1e00ce4e03424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70c8222e52043df" /><Relationship Type="http://schemas.openxmlformats.org/officeDocument/2006/relationships/notesMaster" Target="/ppt/notesMasters/notesMaster1.xml" Id="R99313df00f58442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c6b4d89f2e9430e" /><Relationship Type="http://schemas.openxmlformats.org/officeDocument/2006/relationships/notesMaster" Target="/ppt/notesMasters/notesMaster1.xml" Id="Rd330e84603364bc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46783af1b984c53" /><Relationship Type="http://schemas.openxmlformats.org/officeDocument/2006/relationships/notesMaster" Target="/ppt/notesMasters/notesMaster1.xml" Id="R13eed022b368476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1c1ceeef5054731" /><Relationship Type="http://schemas.openxmlformats.org/officeDocument/2006/relationships/notesMaster" Target="/ppt/notesMasters/notesMaster1.xml" Id="R130ad5706fde428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4f887c08eca43a9" /><Relationship Type="http://schemas.openxmlformats.org/officeDocument/2006/relationships/notesMaster" Target="/ppt/notesMasters/notesMaster1.xml" Id="R75c5c4a0c89641f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c5455ee535c46d3" /><Relationship Type="http://schemas.openxmlformats.org/officeDocument/2006/relationships/notesMaster" Target="/ppt/notesMasters/notesMaster1.xml" Id="Rcf54f922915f4a6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e77a7ef47c947c2" /><Relationship Type="http://schemas.openxmlformats.org/officeDocument/2006/relationships/notesMaster" Target="/ppt/notesMasters/notesMaster1.xml" Id="Rbc3bb6cdbc1e4b7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3728caeddc849ed" /><Relationship Type="http://schemas.openxmlformats.org/officeDocument/2006/relationships/notesMaster" Target="/ppt/notesMasters/notesMaster1.xml" Id="Rd59d4d3ff74f48f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914a68e9e1346b1" /><Relationship Type="http://schemas.openxmlformats.org/officeDocument/2006/relationships/notesMaster" Target="/ppt/notesMasters/notesMaster1.xml" Id="R3b5d9d8dc0634fc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c78c6a5f6714659" /><Relationship Type="http://schemas.openxmlformats.org/officeDocument/2006/relationships/notesMaster" Target="/ppt/notesMasters/notesMaster1.xml" Id="R82b7a55a7994455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10f470b27f743ca" /><Relationship Type="http://schemas.openxmlformats.org/officeDocument/2006/relationships/notesMaster" Target="/ppt/notesMasters/notesMaster1.xml" Id="Re300e638b1ed4fe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2c6efe910894398" /><Relationship Type="http://schemas.openxmlformats.org/officeDocument/2006/relationships/notesMaster" Target="/ppt/notesMasters/notesMaster1.xml" Id="R46d1a74197d547b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40c138c9fa342ba" /><Relationship Type="http://schemas.openxmlformats.org/officeDocument/2006/relationships/notesMaster" Target="/ppt/notesMasters/notesMaster1.xml" Id="R1b08993960b54b1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9ff8d0acd434c8a" /><Relationship Type="http://schemas.openxmlformats.org/officeDocument/2006/relationships/notesMaster" Target="/ppt/notesMasters/notesMaster1.xml" Id="R5a5f53a374c644c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6042d9188194886" /><Relationship Type="http://schemas.openxmlformats.org/officeDocument/2006/relationships/notesMaster" Target="/ppt/notesMasters/notesMaster1.xml" Id="Rc8a419d97c7f4c1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1a49d93f83c4f24" /><Relationship Type="http://schemas.openxmlformats.org/officeDocument/2006/relationships/notesMaster" Target="/ppt/notesMasters/notesMaster1.xml" Id="Rc38e34538a2a4e6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1f4482ac8014ad7" /><Relationship Type="http://schemas.openxmlformats.org/officeDocument/2006/relationships/notesMaster" Target="/ppt/notesMasters/notesMaster1.xml" Id="Ra34eeea0d63f41a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fee6803c5064bc4" /><Relationship Type="http://schemas.openxmlformats.org/officeDocument/2006/relationships/notesMaster" Target="/ppt/notesMasters/notesMaster1.xml" Id="R73597efd0588495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b409795700641f0" /><Relationship Type="http://schemas.openxmlformats.org/officeDocument/2006/relationships/notesMaster" Target="/ppt/notesMasters/notesMaster1.xml" Id="R4abe1701deac4db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9379dac61564a4b" /><Relationship Type="http://schemas.openxmlformats.org/officeDocument/2006/relationships/notesMaster" Target="/ppt/notesMasters/notesMaster1.xml" Id="R631872cd37e94b7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92490700e5b4810" /><Relationship Type="http://schemas.openxmlformats.org/officeDocument/2006/relationships/notesMaster" Target="/ppt/notesMasters/notesMaster1.xml" Id="Reb3c6d0b97e7463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1cf17610cf341bc" /><Relationship Type="http://schemas.openxmlformats.org/officeDocument/2006/relationships/notesMaster" Target="/ppt/notesMasters/notesMaster1.xml" Id="R6045602697a5442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c9ae1eeda45d414a" /><Relationship Type="http://schemas.openxmlformats.org/officeDocument/2006/relationships/notesMaster" Target="/ppt/notesMasters/notesMaster1.xml" Id="Rd9119c78ff7346b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fd41b64805084c5f" /><Relationship Type="http://schemas.openxmlformats.org/officeDocument/2006/relationships/notesMaster" Target="/ppt/notesMasters/notesMaster1.xml" Id="R85e5f8070124498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1049727d785440e" /><Relationship Type="http://schemas.openxmlformats.org/officeDocument/2006/relationships/notesMaster" Target="/ppt/notesMasters/notesMaster1.xml" Id="R755c2d06da21411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dfeaa75425f4342" /><Relationship Type="http://schemas.openxmlformats.org/officeDocument/2006/relationships/notesMaster" Target="/ppt/notesMasters/notesMaster1.xml" Id="R588848b7680a4da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bbc8367a7354769" /><Relationship Type="http://schemas.openxmlformats.org/officeDocument/2006/relationships/notesMaster" Target="/ppt/notesMasters/notesMaster1.xml" Id="R55311bfad6244b30"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76e1897bcec4f4a" /><Relationship Type="http://schemas.openxmlformats.org/officeDocument/2006/relationships/notesMaster" Target="/ppt/notesMasters/notesMaster1.xml" Id="Rd3fef7a1e9b4423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de33ba1970b4031" /><Relationship Type="http://schemas.openxmlformats.org/officeDocument/2006/relationships/notesMaster" Target="/ppt/notesMasters/notesMaster1.xml" Id="R98946bbd6c654c05"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6c3c9a58e03e47c1" /><Relationship Type="http://schemas.openxmlformats.org/officeDocument/2006/relationships/notesMaster" Target="/ppt/notesMasters/notesMaster1.xml" Id="Ra25a13742eee438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002204f1f54400e" /><Relationship Type="http://schemas.openxmlformats.org/officeDocument/2006/relationships/notesMaster" Target="/ppt/notesMasters/notesMaster1.xml" Id="Ref40dd4e116547f9"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72a61c22d1d42be" /><Relationship Type="http://schemas.openxmlformats.org/officeDocument/2006/relationships/notesMaster" Target="/ppt/notesMasters/notesMaster1.xml" Id="R84974a27830e4bd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08fafab9ec0647a8" /><Relationship Type="http://schemas.openxmlformats.org/officeDocument/2006/relationships/notesMaster" Target="/ppt/notesMasters/notesMaster1.xml" Id="Rc3cf786b0d4b4584"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610d5cd5e1f4806" /><Relationship Type="http://schemas.openxmlformats.org/officeDocument/2006/relationships/notesMaster" Target="/ppt/notesMasters/notesMaster1.xml" Id="Rec0b74cb67994bfe"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b2d2f94d41dc4a4b" /><Relationship Type="http://schemas.openxmlformats.org/officeDocument/2006/relationships/notesMaster" Target="/ppt/notesMasters/notesMaster1.xml" Id="R3468fd36e77b402e"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4ed25ca95a854ae4" /><Relationship Type="http://schemas.openxmlformats.org/officeDocument/2006/relationships/notesMaster" Target="/ppt/notesMasters/notesMaster1.xml" Id="R6e33883c51db414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e2c31cd084b465a" /><Relationship Type="http://schemas.openxmlformats.org/officeDocument/2006/relationships/notesMaster" Target="/ppt/notesMasters/notesMaster1.xml" Id="R7e688ab8ac9e4c2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1861277d4f34c19" /><Relationship Type="http://schemas.openxmlformats.org/officeDocument/2006/relationships/notesMaster" Target="/ppt/notesMasters/notesMaster1.xml" Id="R0e47922e13974fa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5e70378770664f43" /><Relationship Type="http://schemas.openxmlformats.org/officeDocument/2006/relationships/notesMaster" Target="/ppt/notesMasters/notesMaster1.xml" Id="Rd2d165b6a900427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114716799ca64d21" /><Relationship Type="http://schemas.openxmlformats.org/officeDocument/2006/relationships/notesMaster" Target="/ppt/notesMasters/notesMaster1.xml" Id="Rd5e6476503b14f2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3a26709c0f724f38" /><Relationship Type="http://schemas.openxmlformats.org/officeDocument/2006/relationships/notesMaster" Target="/ppt/notesMasters/notesMaster1.xml" Id="Rd9c82c0dc3264d59"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4b26088109054f40" /><Relationship Type="http://schemas.openxmlformats.org/officeDocument/2006/relationships/notesMaster" Target="/ppt/notesMasters/notesMaster1.xml" Id="R039f0d588f3a42aa"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8ca4659daec74624" /><Relationship Type="http://schemas.openxmlformats.org/officeDocument/2006/relationships/notesMaster" Target="/ppt/notesMasters/notesMaster1.xml" Id="Rd8798d09e8b84da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6d044f0212c145f6" /><Relationship Type="http://schemas.openxmlformats.org/officeDocument/2006/relationships/notesMaster" Target="/ppt/notesMasters/notesMaster1.xml" Id="R3eb41bd2271b4e4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9edc9eb8c224f9d" /><Relationship Type="http://schemas.openxmlformats.org/officeDocument/2006/relationships/notesMaster" Target="/ppt/notesMasters/notesMaster1.xml" Id="R62f1fe25414c4501"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ff7bee99ae64696" /><Relationship Type="http://schemas.openxmlformats.org/officeDocument/2006/relationships/notesMaster" Target="/ppt/notesMasters/notesMaster1.xml" Id="R7a2b557dbf8c4c4f"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5d5567e1adb04162" /><Relationship Type="http://schemas.openxmlformats.org/officeDocument/2006/relationships/notesMaster" Target="/ppt/notesMasters/notesMaster1.xml" Id="Redc1e4c653114f62"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2b9f8c0920734876" /><Relationship Type="http://schemas.openxmlformats.org/officeDocument/2006/relationships/notesMaster" Target="/ppt/notesMasters/notesMaster1.xml" Id="Rab58d12671724ef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d1f08993fdd4408f" /><Relationship Type="http://schemas.openxmlformats.org/officeDocument/2006/relationships/notesMaster" Target="/ppt/notesMasters/notesMaster1.xml" Id="R20ade1d4130e4bf4"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38e536889392417a" /><Relationship Type="http://schemas.openxmlformats.org/officeDocument/2006/relationships/notesMaster" Target="/ppt/notesMasters/notesMaster1.xml" Id="R90a29a13bf6945a4"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9996a733cb254c6c" /><Relationship Type="http://schemas.openxmlformats.org/officeDocument/2006/relationships/notesMaster" Target="/ppt/notesMasters/notesMaster1.xml" Id="R1693e75b20494796"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26d04cce4e274c82" /><Relationship Type="http://schemas.openxmlformats.org/officeDocument/2006/relationships/notesMaster" Target="/ppt/notesMasters/notesMaster1.xml" Id="Rc5681767aba444c1"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732760222df34a3e" /><Relationship Type="http://schemas.openxmlformats.org/officeDocument/2006/relationships/notesMaster" Target="/ppt/notesMasters/notesMaster1.xml" Id="Rbbd14beb429f449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04b642c9ebda4eeb" /><Relationship Type="http://schemas.openxmlformats.org/officeDocument/2006/relationships/notesMaster" Target="/ppt/notesMasters/notesMaster1.xml" Id="R2edfb25e48714263"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4c18a03802a946b0" /><Relationship Type="http://schemas.openxmlformats.org/officeDocument/2006/relationships/notesMaster" Target="/ppt/notesMasters/notesMaster1.xml" Id="R20a47c00efec4683"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98e845be85e42f8" /><Relationship Type="http://schemas.openxmlformats.org/officeDocument/2006/relationships/notesMaster" Target="/ppt/notesMasters/notesMaster1.xml" Id="Rfa32f811205b4088"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2259cc116f234a32" /><Relationship Type="http://schemas.openxmlformats.org/officeDocument/2006/relationships/notesMaster" Target="/ppt/notesMasters/notesMaster1.xml" Id="R9b99cc457d164464"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5a27e1af237d4bb1" /><Relationship Type="http://schemas.openxmlformats.org/officeDocument/2006/relationships/notesMaster" Target="/ppt/notesMasters/notesMaster1.xml" Id="R9365d31938c344b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df5187b2cd204bf1" /><Relationship Type="http://schemas.openxmlformats.org/officeDocument/2006/relationships/notesMaster" Target="/ppt/notesMasters/notesMaster1.xml" Id="R962cf03f09354ded"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8709c595aa91431e" /><Relationship Type="http://schemas.openxmlformats.org/officeDocument/2006/relationships/notesMaster" Target="/ppt/notesMasters/notesMaster1.xml" Id="Rdbd612566cdf4e1f"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fa247cbc1c184b25" /><Relationship Type="http://schemas.openxmlformats.org/officeDocument/2006/relationships/notesMaster" Target="/ppt/notesMasters/notesMaster1.xml" Id="Rbd6e45e941534cbf"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ac7c184ca5d94d8d" /><Relationship Type="http://schemas.openxmlformats.org/officeDocument/2006/relationships/notesMaster" Target="/ppt/notesMasters/notesMaster1.xml" Id="R896f377b704d4a77"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ff96053002744bd3" /><Relationship Type="http://schemas.openxmlformats.org/officeDocument/2006/relationships/notesMaster" Target="/ppt/notesMasters/notesMaster1.xml" Id="R496a887acf1d449b"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1819b8f2845e4b4f" /><Relationship Type="http://schemas.openxmlformats.org/officeDocument/2006/relationships/notesMaster" Target="/ppt/notesMasters/notesMaster1.xml" Id="R6935d71add404858"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40ac10a35a8d4f7f" /><Relationship Type="http://schemas.openxmlformats.org/officeDocument/2006/relationships/notesMaster" Target="/ppt/notesMasters/notesMaster1.xml" Id="Rc6ebe71397e9490c"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7020bb26fa214349" /><Relationship Type="http://schemas.openxmlformats.org/officeDocument/2006/relationships/notesMaster" Target="/ppt/notesMasters/notesMaster1.xml" Id="R148e58f7139a4b1d"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9b03f94b075b4274" /><Relationship Type="http://schemas.openxmlformats.org/officeDocument/2006/relationships/notesMaster" Target="/ppt/notesMasters/notesMaster1.xml" Id="R9f3c293ad3a2439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88335b90829245f3" /><Relationship Type="http://schemas.openxmlformats.org/officeDocument/2006/relationships/notesMaster" Target="/ppt/notesMasters/notesMaster1.xml" Id="R077a7b813d174fe3"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0c2328c3faae4cbd" /><Relationship Type="http://schemas.openxmlformats.org/officeDocument/2006/relationships/notesMaster" Target="/ppt/notesMasters/notesMaster1.xml" Id="R661f334bf75b473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b48606b3f363421a" /><Relationship Type="http://schemas.openxmlformats.org/officeDocument/2006/relationships/notesMaster" Target="/ppt/notesMasters/notesMaster1.xml" Id="Rbf8c714b36914d05"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34e315bc1a4149f1" /><Relationship Type="http://schemas.openxmlformats.org/officeDocument/2006/relationships/notesMaster" Target="/ppt/notesMasters/notesMaster1.xml" Id="R9a03ceb828da4e9f"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fe85662c164643c8" /><Relationship Type="http://schemas.openxmlformats.org/officeDocument/2006/relationships/notesMaster" Target="/ppt/notesMasters/notesMaster1.xml" Id="Rf42fe2cda8d944e1"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b000b614c0a34173" /><Relationship Type="http://schemas.openxmlformats.org/officeDocument/2006/relationships/notesMaster" Target="/ppt/notesMasters/notesMaster1.xml" Id="R7fe0f9b684064d63"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abc6c96f4dce4c36" /><Relationship Type="http://schemas.openxmlformats.org/officeDocument/2006/relationships/notesMaster" Target="/ppt/notesMasters/notesMaster1.xml" Id="R422f8ff99cab4507"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ac7b6df2c449462c" /><Relationship Type="http://schemas.openxmlformats.org/officeDocument/2006/relationships/notesMaster" Target="/ppt/notesMasters/notesMaster1.xml" Id="Re92d1fb423154f48"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97ed59d76f014979" /><Relationship Type="http://schemas.openxmlformats.org/officeDocument/2006/relationships/notesMaster" Target="/ppt/notesMasters/notesMaster1.xml" Id="R43ca362eaa54494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절차의 유지 위치를 선택한다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절차의 유지 위치를 선택한다</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Task별 목표·제약·허용 범위는 요청에 남기고 반복 절차를 프로젝트가 유지할 단위로 옮기는 선택을 검토한다. 이 사례의 구현 후보는 Repository Skill이다.</a:t>
            </a:r>
          </a:p>
          <a:p xmlns:a="http://schemas.openxmlformats.org/drawingml/2006/main">
            <a:r>
              <a:t/>
            </a:r>
          </a:p>
          <a:p xmlns:a="http://schemas.openxmlformats.org/drawingml/2006/main">
            <a:r>
              <a:t>Opening Question: “Task마다 달라지는 요청과 함께 고칠 절차를 어떻게 나눌까?”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함수·변경 범위·보존 조건처럼 Task마다 달라지는 부분을 짚는다.</a:t>
            </a:r>
          </a:p>
          <a:p xmlns:a="http://schemas.openxmlformats.org/drawingml/2006/main">
            <a:r>
              <a:t>2. (1:30–3:00) 기준선·조사·변경 판단·검증·비교·보고를 함께 고칠 방법으로 묶고 SKILL.md 후보를 제시한다.</a:t>
            </a:r>
          </a:p>
          <a:p xmlns:a="http://schemas.openxmlformats.org/drawingml/2006/main">
            <a:r>
              <a:t>3. (3:00–4:00) DEC-0017의 선택과 대상 제품 표면 확인을 구분하고 다음 실제 기록으로 넘어간다.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 DEC-0062는 기존 관찰·측정 조건과 효과 미입증 경계를 유지한다.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Task마다 달라지는 요청 → 프로젝트가 재사용할 절차. SKILL.md는 구현 후보로만 제시하고 실행 성공은 다음 장에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구조가 실제 기록에서는 어떻게 발견되고 호출됐는지 확인하겠습니다.”</a:t>
            </a:r>
          </a:p>
          <a:p xmlns:a="http://schemas.openxmlformats.org/drawingml/2006/main">
            <a:r>
              <a:t/>
            </a:r>
          </a:p>
          <a:p xmlns:a="http://schemas.openxmlformats.org/drawingml/2006/main">
            <a:r>
              <a:t>Time Management: Lecture4분: 현재 요청1.5, 유지할 방법1.5, 선택 범위/전환1.</a:t>
            </a:r>
          </a:p>
          <a:p xmlns:a="http://schemas.openxmlformats.org/drawingml/2006/main">
            <a:r>
              <a:t/>
            </a:r>
          </a:p>
          <a:p xmlns:a="http://schemas.openxmlformats.org/drawingml/2006/main">
            <a:r>
              <a:t>Fallback: LOCAL STATIC ARTIFACT — production/ACT_3.pptx / S53, production/preview/act3/S53.png 및 production/preview/full/S53.png.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Skill의 발견과 본문 포함을 확인했다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Skill의 발견과 본문 포함을 확인했다</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TRIAL-008의 CLI 목록에서 이름과 설명을 발견하고, 밝기 통계 작업 목표와 함께 명시 호출했으며, 실행 trace에 경로와 전체 본문이 포함된 것을 확인했다. 별도 load UI 이벤트는 없었다.</a:t>
            </a:r>
          </a:p>
          <a:p xmlns:a="http://schemas.openxmlformats.org/drawingml/2006/main">
            <a:r>
              <a:t/>
            </a:r>
          </a:p>
          <a:p xmlns:a="http://schemas.openxmlformats.org/drawingml/2006/main">
            <a:r>
              <a:t>Opening Question: “반복 방법을 담은 Skill이 이번 작업에 포함됐다는 것을 무엇으로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크기 변경·정규화 다음에도 재사용할 수 있는 밝기 통계(image_statistics)의 시간/할당량 조사라는 목적을 소개한다. 새로 실행한 Task가 아니다.</a:t>
            </a:r>
          </a:p>
          <a:p xmlns:a="http://schemas.openxmlformats.org/drawingml/2006/main">
            <a:r>
              <a:t>2. (1:00–2:30) /skills 목록의 이름·잘린 설명과 명시적 $graypipe-performance 호출을 설명한다. 목록에는 파일 경로가 없었다.</a:t>
            </a:r>
          </a:p>
          <a:p xmlns:a="http://schemas.openxmlformats.org/drawingml/2006/main">
            <a:r>
              <a:t>3. (2:30–4:00) 실행 trace에 이름·경로·전체 Skill 본문이 포함된 관찰을 짚는다. 별도 UI load 이벤트나 모든 지침 준수의 증명으로 표현하지 않는다.</a:t>
            </a:r>
          </a:p>
          <a:p xmlns:a="http://schemas.openxmlformats.org/drawingml/2006/main">
            <a:r>
              <a:t>4. (4:00–5:00) CLI0.154.0, 성공한 계정/모델 실행의 범위와 현재 Desktop/암묵 호출 미검증을 말한다.</a:t>
            </a:r>
          </a:p>
          <a:p xmlns:a="http://schemas.openxmlformats.org/drawingml/2006/main">
            <a:r>
              <a:t/>
            </a:r>
          </a:p>
          <a:p xmlns:a="http://schemas.openxmlformats.org/drawingml/2006/main">
            <a:r>
              <a:t>Evidence / Source: TRIAL-008, DEC-0017, BEAT-021. Codex CLI 0.154.0, 명시적 호출, disposable workspace. 시각 자료는 기록의 재구성이다. DEC-0062 원문/관찰 대조: plan/DEMO_MATRIX.md TRIAL-008 Skill Discovery/Invocation/Load Evidence/Verification 및 Prompt Responsibility Shift; STATE-04:.agents/skills/graypipe-performance/SKILL.md. 경로는 selector가 아니라 실행 trace에서 확인됐다.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 DEC-0062는 기존 관찰·측정 조건과 효과 미입증 경계를 유지한다.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세 관찰 행: /skills의 이름·설명 / 명시 호출+밝기 통계 목표 / 실행 trace의 경로·본문. 기록 요약임을 표시한다. 현재 제품이나 Demo repository를 실행하지 않는다. Live/Hybrid는 대상 표면·계정·권한·fallback 확인 전 비활성이다.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“본문이 포함됐다는 사실과, 지침에 대응하는 작업 기록을 다음 장에서 구분해 보겠습니다.”</a:t>
            </a:r>
          </a:p>
          <a:p xmlns:a="http://schemas.openxmlformats.org/drawingml/2006/main">
            <a:r>
              <a:t/>
            </a:r>
          </a:p>
          <a:p xmlns:a="http://schemas.openxmlformats.org/drawingml/2006/main">
            <a:r>
              <a:t>Time Management: Demo5분(정적 기록 기본): 목적1, 발견·호출1.5, 본문 근거1.5, 범위/전환1. 실제 Live/Hybrid는 활성화 전 미검증.</a:t>
            </a:r>
          </a:p>
          <a:p xmlns:a="http://schemas.openxmlformats.org/drawingml/2006/main">
            <a:r>
              <a:t/>
            </a:r>
          </a:p>
          <a:p xmlns:a="http://schemas.openxmlformats.org/drawingml/2006/main">
            <a:r>
              <a:t>Fallback: LOCAL STATIC ARTIFACT — production/ACT_3.pptx / S54, production/preview/act3/S54.png 및 production/preview/full/S54.png.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Skill의 지침과 관찰된 작업을 대응한다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Skill의 지침과 관찰된 작업을 대응한다</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요청이 담던 공통 절차를 TRIAL-008은 명시 호출한 Skill에 두었다. 기준선·계획·같은 조건의 검증 지침과 보존된 관찰 기록을 대응하되 Skill 단독 인과성을 주장하지 않는다.</a:t>
            </a:r>
          </a:p>
          <a:p xmlns:a="http://schemas.openxmlformats.org/drawingml/2006/main">
            <a:r>
              <a:t/>
            </a:r>
          </a:p>
          <a:p xmlns:a="http://schemas.openxmlformats.org/drawingml/2006/main">
            <a:r>
              <a:t>Opening Question: “Skill에 적힌 절차와 실제로 기록된 작업은 어떻게 대응됐을까?”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normalize와 밝기 통계는 다른 Task이며 성능 우열 비교가 아님을 밝힌다. TRIAL-007은 긴 요청, TRIAL-008은 Task 목표·6항목 보존·변경 범위+Skill 호출이었다.</a:t>
            </a:r>
          </a:p>
          <a:p xmlns:a="http://schemas.openxmlformats.org/drawingml/2006/main">
            <a:r>
              <a:t>2. (1:00–3:00 / Demo) 기준선/계획/동일 조건 검증의 실제 Skill 발췌와 보존된 관찰 요약을 행별로 대응한다. 실제 CLI 화면이나 원문 실행 로그가 아닌 표임을 밝힌다.</a:t>
            </a:r>
          </a:p>
          <a:p xmlns:a="http://schemas.openxmlformats.org/drawingml/2006/main">
            <a:r>
              <a:t>3. (3:00–5:00 / Case) 본문 포함과 각 작업 관찰이 서로 다른 근거임을 짚는다. visible plan은 Skill의 when-task/interface-calls-for 조건과 실제 요청에 맞는 범위다.</a:t>
            </a:r>
          </a:p>
          <a:p xmlns:a="http://schemas.openxmlformats.org/drawingml/2006/main">
            <a:r>
              <a:t>4. (5:00–6:00 / Case) 절차의 책임 이동을 회수하고 모든 지침 준수·단독 인과성·토큰 절약·속도 향상으로 확대하지 않는다.</a:t>
            </a:r>
          </a:p>
          <a:p xmlns:a="http://schemas.openxmlformats.org/drawingml/2006/main">
            <a:r>
              <a:t/>
            </a:r>
          </a:p>
          <a:p xmlns:a="http://schemas.openxmlformats.org/drawingml/2006/main">
            <a:r>
              <a:t>Evidence / Source: TRIAL-007/008, DEC-0017, BEAT-021. 관찰된 CLI 기록을 요약한 비교. DEC-0062 원문/관찰 대조: plan/DEMO_MATRIX.md TRIAL-008 Skill Discovery/Invocation/Load Evidence/Verification 및 Prompt Responsibility Shift; STATE-04:.agents/skills/graypipe-performance/SKILL.md. 경로는 selector가 아니라 실행 trace에서 확인됐다. 발췌의 전체 조건: State a concise plan before making edits when the task or working interface calls for a visible plan. / Repeat the same benchmark with the same input and settings, check its correctness guard, run a suitable user-facing smoke check when relevant, inspect git diff --check, and review the final diff for scope and unintended changes. 표는 생략부호가 있는 원문 발췌와 관찰 요약이며 raw log가 아니다.</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 DEC-0062는 기존 관찰·측정 조건과 효과 미입증 경계를 유지한다.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Native 두 열 표: Skill 원문 세 발췌 ↔ TRIAL-008 기준선/계획/검증 관찰 요약. 다른 목표·Task 제약과 책임 이동을 상하 문구로 유지한다. 현재 제품이나 Demo repository를 실행하지 않는다. Live/Hybrid는 대상 표면·계정·권한·fallback 확인 전 비활성이다.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“재사용할 지침을 정했어도, 어떤 구현이 맞는지는 이번 근거로 판단해야 합니다.”</a:t>
            </a:r>
          </a:p>
          <a:p xmlns:a="http://schemas.openxmlformats.org/drawingml/2006/main">
            <a:r>
              <a:t/>
            </a:r>
          </a:p>
          <a:p xmlns:a="http://schemas.openxmlformats.org/drawingml/2006/main">
            <a:r>
              <a:t>Time Management: Demo3분 + Case3분. 요청 구조1, 원문/관찰 대응2, 근거 구분2, 한계/전환1.</a:t>
            </a:r>
          </a:p>
          <a:p xmlns:a="http://schemas.openxmlformats.org/drawingml/2006/main">
            <a:r>
              <a:t/>
            </a:r>
          </a:p>
          <a:p xmlns:a="http://schemas.openxmlformats.org/drawingml/2006/main">
            <a:r>
              <a:t>Fallback: LOCAL STATIC ARTIFACT — production/ACT_3.pptx / S55, production/preview/act3/S55.png 및 production/preview/full/S55.png.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“Skill에 고정할 방법과 이번 Task에서 정할 답은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Skill에 둔 재현 가능한 기준선·검증·비교·변경 보류 방법을 가리킨다. 원문 Establish a reproducible baseline before editing.의 뜻을 보존한다.</a:t>
            </a:r>
          </a:p>
          <a:p xmlns:a="http://schemas.openxmlformats.org/drawingml/2006/main">
            <a:r>
              <a:t>2. (1:00–2:00) 알고리즘·실제 측정값·trade-off는 이번 Task에서 정할 답임을 설명한다.</a:t>
            </a:r>
          </a:p>
          <a:p xmlns:a="http://schemas.openxmlformats.org/drawingml/2006/main">
            <a:r>
              <a:t>3. (2:00–3:00) no-change 문장을 읽고 변경이 정당화되지 않으면 보류도 유효한 판단임을 말한 뒤 후보 선택으로 넘어간다.</a:t>
            </a:r>
          </a:p>
          <a:p xmlns:a="http://schemas.openxmlformats.org/drawingml/2006/main">
            <a:r>
              <a:t/>
            </a:r>
          </a:p>
          <a:p xmlns:a="http://schemas.openxmlformats.org/drawingml/2006/main">
            <a:r>
              <a:t>Evidence / Source: TRIAL-008, `graypipe-performance` Skill, DEC-0017, BEAT-022. OBSERVED_PRODUCT / TEACHING_MODEL. 보존 원문: Establish a reproducible baseline before editing. / A measured result that does not justify a change is a valid no-change conclusion.</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 DEC-0062는 기존 관찰·측정 조건과 효과 미입증 경계를 유지한다.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Skill에 둘 방법과 이번에 정할 답을 두 패널로 대조한다. no-change 지침 원문을 별도로 발췌한다.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방법1, 이번 판단1, no-change/전환1.</a:t>
            </a:r>
          </a:p>
          <a:p xmlns:a="http://schemas.openxmlformats.org/drawingml/2006/main">
            <a:r>
              <a:t/>
            </a:r>
          </a:p>
          <a:p xmlns:a="http://schemas.openxmlformats.org/drawingml/2006/main">
            <a:r>
              <a:t>Fallback: LOCAL STATIC ARTIFACT — production/ACT_3.pptx / S56, production/preview/act3/S56.png 및 production/preview/full/S56.png.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후보는 시간·할당량·동작을 함께 보고 고른다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후보는 시간·할당량·동작을 함께 보고 고른다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“메모리를 적게 쓰는 후보라면 곧바로 선택해도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통계의 후보 선택 단계이며 다음 장의 제품 상태 전후 benchmark와 별도임을 밝힌다.</a:t>
            </a:r>
          </a:p>
          <a:p xmlns:a="http://schemas.openxmlformats.org/drawingml/2006/main">
            <a:r>
              <a:t>2. (1:00–3:00) 같은 결과6항목을 지킨 두 후보의 시간/할당량 trade-off를 정성적으로 비교한다. 수동 순회는 낮은 할당량만으로 선택하지 않았다.</a:t>
            </a:r>
          </a:p>
          <a:p xmlns:a="http://schemas.openxmlformats.org/drawingml/2006/main">
            <a:r>
              <a:t>3. (3:00–4:00) 행 단위 built-in reduction 후보를 선택한 근거를 말하되 알고리즘 구현 설명으로 확장하지 않는다.</a:t>
            </a:r>
          </a:p>
          <a:p xmlns:a="http://schemas.openxmlformats.org/drawingml/2006/main">
            <a:r>
              <a:t>4. (4:00–5:00) 합성 입력·환경 범위와 Skill이 정답을 공급한 것이 아님을 유지한다.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S58의 formal state benchmark와 섞지 않는다. Skill이 algorithm이나 결과를 만들었다고 하지 않는다. DEC-0062는 기존 관찰·측정 조건과 효과 미입증 경계를 유지한다.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후보 두 행의 정성 비교와 같은 결과6항목 확인. 정확한 후보 수치는 추가하지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“후보 선택 기록을 남기고, 실제 제품 상태에 반영한 변경을 별도의 기준에서 확인하겠습니다.”</a:t>
            </a:r>
          </a:p>
          <a:p xmlns:a="http://schemas.openxmlformats.org/drawingml/2006/main">
            <a:r>
              <a:t/>
            </a:r>
          </a:p>
          <a:p xmlns:a="http://schemas.openxmlformats.org/drawingml/2006/main">
            <a:r>
              <a:t>Time Management: Case5분: 단계/범위1, 두 후보2, 선택1,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변경을 같은 조건에서 검증했다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변경을 같은 조건에서 검증했다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코드 변경의 동작과 성능을 어떤 근거로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후보 비교와 정식 STATE-04 기준에서 반영한 제품 변경의 측정을 구분한다.</a:t>
            </a:r>
          </a:p>
          <a:p xmlns:a="http://schemas.openxmlformats.org/drawingml/2006/main">
            <a:r>
              <a:t>2. (1:00–2:30) 기존0축 native chart의 중앙값15.468→10.769ms/call을 동일 입력·상태별7회 측정으로 설명한다.</a:t>
            </a:r>
          </a:p>
          <a:p xmlns:a="http://schemas.openxmlformats.org/drawingml/2006/main">
            <a:r>
              <a:t>3. (2:30–3:30) 별도 tracemalloc 호출의6,675,804→380bytes와 임시 평탄화 리스트 제거를 연결하되 RSS나 전체 메모리 절감으로 확대하지 않는다.</a:t>
            </a:r>
          </a:p>
          <a:p xmlns:a="http://schemas.openxmlformats.org/drawingml/2006/main">
            <a:r>
              <a:t>4. (3:30–5:00) 함수 테스트1/1, 전체11/11, CLI, 입력·결과6항목 확인과 기록된 범위를 설명한다. Harness/Skill 단독 원인이 아니라 코드 변경 결과다.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 DEC-0062는 기존 관찰·측정 조건과 효과 미입증 경계를 유지한다.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native 실행시간 chart와 Python 할당 피크·검증 행을 유지하고 제목/요약을 한국어 판단 중심으로 정렬한다.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측정 단계1, 실행시간1.5, 할당량1, 동작 확인·한계·전환1.5.</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독립 조사를 나누면 무엇이 달라질까?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독립 조사를 나누면 무엇이 달라질까?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“한 Agent에 모인 조사 중 서로 기다리지 않아도 되는 부분은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화면은 실제 Demo가 아닌 C++ Vision 독립 조사 가정임을 먼저 밝힌다. Subagent는 역할별로 필요한 Context를 나눠 조사하는 방식으로 설명한다.</a:t>
            </a:r>
          </a:p>
          <a:p xmlns:a="http://schemas.openxmlformats.org/drawingml/2006/main">
            <a:r>
              <a:t>2. (1:00–3:00 / Demo) 성능 경로·빌드·테스트 조사가 서로 기다리지 않아도 된다는 가정과 주 Agent의 결과 통합을 연결한다. 결과 형식·전달 지점·책임, 조정·중복·Context 전달·통합 비용을 설명한다.</a:t>
            </a:r>
          </a:p>
          <a:p xmlns:a="http://schemas.openxmlformats.org/drawingml/2006/main">
            <a:r>
              <a:t>3. (3:00–4:00 / Q&amp;A) 어떤 조사들이 실제로 독립적인지 선택 질문을 받는다. 답변은 강제하지 않고 무질문이면 독립성 확인을 회수한다.</a:t>
            </a:r>
          </a:p>
          <a:p xmlns:a="http://schemas.openxmlformats.org/drawingml/2006/main">
            <a:r>
              <a:t/>
            </a:r>
          </a:p>
          <a:p xmlns:a="http://schemas.openxmlformats.org/drawingml/2006/main">
            <a:r>
              <a:t>Evidence / Source: TEACHING_MODEL / CONCEPTUAL — 기존 S60의 C++ 독립 조사 가정과 BEAT-023–025 / INV-MATURITY-007. DEC-0018의 실제 보류 판단은 S60으로 옮겨 유지한다. 새 Subagent 실행은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a:t>
            </a:r>
          </a:p>
          <a:p xmlns:a="http://schemas.openxmlformats.org/drawingml/2006/main">
            <a:r>
              <a:t/>
            </a:r>
          </a:p>
          <a:p xmlns:a="http://schemas.openxmlformats.org/drawingml/2006/main">
            <a:r>
              <a:t>Beginner Explanation: 역할별 Agent가 필요한 Context로 독립 조사를 맡고 주 Agent가 결과를 모으는 방식을 가정해 본다.</a:t>
            </a:r>
          </a:p>
          <a:p xmlns:a="http://schemas.openxmlformats.org/drawingml/2006/main">
            <a:r>
              <a:t/>
            </a:r>
          </a:p>
          <a:p xmlns:a="http://schemas.openxmlformats.org/drawingml/2006/main">
            <a:r>
              <a:t>Advanced Insight: Context 격리·역할 독립성이 주는 가치와 조정·중복 조사·Context 전달·결과 통합 비용을 함께 판단한다. 병렬 이득은 측정하지 않았다.</a:t>
            </a:r>
          </a:p>
          <a:p xmlns:a="http://schemas.openxmlformats.org/drawingml/2006/main">
            <a:r>
              <a:t/>
            </a:r>
          </a:p>
          <a:p xmlns:a="http://schemas.openxmlformats.org/drawingml/2006/main">
            <a:r>
              <a:t>C++ Vision Bridge: CONTEXTUAL — 기존 C++ 성능 경로·빌드 환경·테스트 구조의 독립 조사 가정이다. 실제 C++ 구현이나 Subagent 실행은 아니다.</a:t>
            </a:r>
          </a:p>
          <a:p xmlns:a="http://schemas.openxmlformats.org/drawingml/2006/main">
            <a:r>
              <a:t/>
            </a:r>
          </a:p>
          <a:p xmlns:a="http://schemas.openxmlformats.org/drawingml/2006/main">
            <a:r>
              <a:t>Demo Operation: 정적 기본 경로 — 명시적 CONCEPTUAL C++ 성능/빌드/테스트 독립 조사 세 패널 → 주 Agent의 통합·최종 검토. 미측정 이득을 표시하지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가정) → Q&amp;A1분. 실제 실행·병렬 이득 측정·Live 사용법을 추가하지 않는다.</a:t>
            </a:r>
          </a:p>
          <a:p xmlns:a="http://schemas.openxmlformats.org/drawingml/2006/main">
            <a:r>
              <a:t/>
            </a:r>
          </a:p>
          <a:p xmlns:a="http://schemas.openxmlformats.org/drawingml/2006/main">
            <a:r>
              <a:t>Fallback: LOCAL STATIC ARTIFACT — production/ACT_3.pptx / S59, production/preview/act3/S59.png 및 production/preview/full/S59.png.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이번 작업은 나눌 근거가 충분했을까?</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이번 작업은 나눌 근거가 충분했을까?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“밝기 통계 작업의 조사·변경·검증을 실제로 독립시킬 수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앞 장의 독립성·필요 Context·전달 형식·통합 책임 기준을 회수한다.</a:t>
            </a:r>
          </a:p>
          <a:p xmlns:a="http://schemas.openxmlformats.org/drawingml/2006/main">
            <a:r>
              <a:t>2. (1:00–3:00 / Demo) 현재 작업의 조사→변경→검증이 같은 성능 경로와 명세를 공유하고 앞 결과에 의존함을 도식으로 설명한다. DEC-0018 판단을 읽는 정적 visual이며 Agent 실행이 아니다.</a:t>
            </a:r>
          </a:p>
          <a:p xmlns:a="http://schemas.openxmlformats.org/drawingml/2006/main">
            <a:r>
              <a:t>3. (3:00–4:00 / Q&amp;A) 현재 추가하지 않았다는 결론과 일반적으로 불필요하다는 주장을 구분한다. 질문이 없으면 조정·중복·전달·통합 비용을 짧게 회수한다.</a:t>
            </a:r>
          </a:p>
          <a:p xmlns:a="http://schemas.openxmlformats.org/drawingml/2006/main">
            <a:r>
              <a:t/>
            </a:r>
          </a:p>
          <a:p xmlns:a="http://schemas.openxmlformats.org/drawingml/2006/main">
            <a:r>
              <a:t>Evidence / Source: DEC-0018, STATE-04/STATE-04-PERF 작업 복잡도 점검, BEAT-023–025. 기존 S59의 실제 추가하지 않음 판단을 보존한다. OBSERVED_PRODUCT / TEACHING_MODEL;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a:t>
            </a:r>
          </a:p>
          <a:p xmlns:a="http://schemas.openxmlformats.org/drawingml/2006/main">
            <a:r>
              <a:t/>
            </a:r>
          </a:p>
          <a:p xmlns:a="http://schemas.openxmlformats.org/drawingml/2006/main">
            <a:r>
              <a:t>Beginner Explanation: 앞 조사 결과가 있어야 다음 변경과 검증이 가능한 작업에서는 나누는 비용도 검토한다.</a:t>
            </a:r>
          </a:p>
          <a:p xmlns:a="http://schemas.openxmlformats.org/drawingml/2006/main">
            <a:r>
              <a:t/>
            </a:r>
          </a:p>
          <a:p xmlns:a="http://schemas.openxmlformats.org/drawingml/2006/main">
            <a:r>
              <a:t>Advanced Insight: NOT JUSTIFIED YET는 현재 Task의 판단이다. 일반적인 기능 가치나 사용할 수 없음에 대한 결론이 아니다.</a:t>
            </a:r>
          </a:p>
          <a:p xmlns:a="http://schemas.openxmlformats.org/drawingml/2006/main">
            <a:r>
              <a:t/>
            </a:r>
          </a:p>
          <a:p xmlns:a="http://schemas.openxmlformats.org/drawingml/2006/main">
            <a:r>
              <a:t>C++ Vision Bridge: S59의 C++ 가정과 현재 Python Task를 같은 관찰로 섞지 않는다.</a:t>
            </a:r>
          </a:p>
          <a:p xmlns:a="http://schemas.openxmlformats.org/drawingml/2006/main">
            <a:r>
              <a:t/>
            </a:r>
          </a:p>
          <a:p xmlns:a="http://schemas.openxmlformats.org/drawingml/2006/main">
            <a:r>
              <a:t>Demo Operation: 정적 기본 경로 — 조사→변경→검증의 의존 관계와 독립성/Context/통합 비용, 현재 추가하지 않았다는 판단을 분리한다.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 → Demo2분(VISUAL 현재 판단) → Q&amp;A1분.</a:t>
            </a:r>
          </a:p>
          <a:p xmlns:a="http://schemas.openxmlformats.org/drawingml/2006/main">
            <a:r>
              <a:t/>
            </a:r>
          </a:p>
          <a:p xmlns:a="http://schemas.openxmlformats.org/drawingml/2006/main">
            <a:r>
              <a:t>Fallback: 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387a636c1ee4ec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8ba2639ca2f4eb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c2133c579a4420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84d96564a98438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71b58e4a9ec41c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adb5198c81d4f9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4808CCC-F40A-414A-B3B4-9673B835FD2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E13CBCF-0C42-4420-B999-22AD31A07DF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241C659-5801-4063-AB1B-88EF3F4FAB6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5719BF-05A4-4F3C-B0FE-6CE9DC0B4B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AF3E381-22A8-4414-A903-964BE229011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38484FD-2C60-42E1-9BAD-571B11AFC20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71756D6-DCE9-4A48-A3CD-45302582AB7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D85AF9A-A44D-4733-BCA8-8CAA4D7AC44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859DBD2-7BC4-46E7-8214-9C04CB7C1F1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2200A54-4EFD-4094-A973-0A2E8AE5CEA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07fcd436be14c4e" /><Relationship Type="http://schemas.openxmlformats.org/officeDocument/2006/relationships/slideLayout" Target="/ppt/slideLayouts/slideLayout1.xml" Id="R6b3e57e864944cab" /><Relationship Type="http://schemas.openxmlformats.org/officeDocument/2006/relationships/slideLayout" Target="/ppt/slideLayouts/slideLayout2.xml" Id="R241cb4eebea64d40" /><Relationship Type="http://schemas.openxmlformats.org/officeDocument/2006/relationships/slideLayout" Target="/ppt/slideLayouts/slideLayout3.xml" Id="R40476a99e58d47ce" /><Relationship Type="http://schemas.openxmlformats.org/officeDocument/2006/relationships/slideLayout" Target="/ppt/slideLayouts/slideLayout4.xml" Id="R2d26bd50495d408e" /><Relationship Type="http://schemas.openxmlformats.org/officeDocument/2006/relationships/slideLayout" Target="/ppt/slideLayouts/slideLayout5.xml" Id="Rca17658035e4408b" /><Relationship Type="http://schemas.openxmlformats.org/officeDocument/2006/relationships/slideLayout" Target="/ppt/slideLayouts/slideLayout6.xml" Id="Re47ea774b28343f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b3e57e864944cab"/>
    <p:sldLayoutId xmlns:r="http://schemas.openxmlformats.org/officeDocument/2006/relationships" id="2147483650" r:id="R241cb4eebea64d40"/>
    <p:sldLayoutId xmlns:r="http://schemas.openxmlformats.org/officeDocument/2006/relationships" id="2147483651" r:id="R40476a99e58d47ce"/>
    <p:sldLayoutId xmlns:r="http://schemas.openxmlformats.org/officeDocument/2006/relationships" id="2147483652" r:id="R2d26bd50495d408e"/>
    <p:sldLayoutId xmlns:r="http://schemas.openxmlformats.org/officeDocument/2006/relationships" id="2147483653" r:id="Rca17658035e4408b"/>
    <p:sldLayoutId xmlns:r="http://schemas.openxmlformats.org/officeDocument/2006/relationships" id="2147483654" r:id="Re47ea774b28343f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808ff98482544e2" /><Relationship Type="http://schemas.openxmlformats.org/officeDocument/2006/relationships/image" Target="/ppt/media/image.png" Id="R2ad57c2915d447b8" /><Relationship Type="http://schemas.openxmlformats.org/officeDocument/2006/relationships/notesSlide" Target="/ppt/notesSlides/notesSlide1.xml" Id="Rf9d79404335040e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c6403a4dbf14b57" /><Relationship Type="http://schemas.openxmlformats.org/officeDocument/2006/relationships/notesSlide" Target="/ppt/notesSlides/notesSlide2.xml" Id="Re01cff50ca9744a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598b4cd9019403c" /><Relationship Type="http://schemas.openxmlformats.org/officeDocument/2006/relationships/notesSlide" Target="/ppt/notesSlides/notesSlide3.xml" Id="R57124cb384c94fa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1f9ec10c60d4a4f" /><Relationship Type="http://schemas.openxmlformats.org/officeDocument/2006/relationships/image" Target="/ppt/media/image2.png" Id="R4f6f7dd5cd0243e3" /><Relationship Type="http://schemas.openxmlformats.org/officeDocument/2006/relationships/notesSlide" Target="/ppt/notesSlides/notesSlide4.xml" Id="R1b34f8ca0d8b46f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107065e09874def" /><Relationship Type="http://schemas.openxmlformats.org/officeDocument/2006/relationships/notesSlide" Target="/ppt/notesSlides/notesSlide5.xml" Id="Rea32630a0bbf4ef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9a6288c2fb546a2" /><Relationship Type="http://schemas.openxmlformats.org/officeDocument/2006/relationships/notesSlide" Target="/ppt/notesSlides/notesSlide6.xml" Id="R278be0c96cdb4b0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bdebc6475d1498f" /><Relationship Type="http://schemas.openxmlformats.org/officeDocument/2006/relationships/image" Target="/ppt/media/image3.png" Id="Rf6fa16b3091d40fc" /><Relationship Type="http://schemas.openxmlformats.org/officeDocument/2006/relationships/notesSlide" Target="/ppt/notesSlides/notesSlide7.xml" Id="R8d9d605ebfd74aa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3ca1a884d70424e" /><Relationship Type="http://schemas.openxmlformats.org/officeDocument/2006/relationships/notesSlide" Target="/ppt/notesSlides/notesSlide8.xml" Id="R48867ee015374f4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5178e79c0994e31" /><Relationship Type="http://schemas.openxmlformats.org/officeDocument/2006/relationships/image" Target="/ppt/media/image4.png" Id="R7a3be07e1e764ca7" /><Relationship Type="http://schemas.openxmlformats.org/officeDocument/2006/relationships/image" Target="/ppt/media/image5.png" Id="R0bcd1b9ef1444ff1" /><Relationship Type="http://schemas.openxmlformats.org/officeDocument/2006/relationships/image" Target="/ppt/media/image6.png" Id="Rc36c644dfa7b4276" /><Relationship Type="http://schemas.openxmlformats.org/officeDocument/2006/relationships/notesSlide" Target="/ppt/notesSlides/notesSlide9.xml" Id="Rc87b6a4a0a04421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f9b1bb50e734928" /><Relationship Type="http://schemas.openxmlformats.org/officeDocument/2006/relationships/notesSlide" Target="/ppt/notesSlides/notesSlide10.xml" Id="R871dd1c57e4c4c0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e454cdf996841ef" /><Relationship Type="http://schemas.openxmlformats.org/officeDocument/2006/relationships/image" Target="/ppt/media/image7.png" Id="R7926ae8ec25f42f4" /><Relationship Type="http://schemas.openxmlformats.org/officeDocument/2006/relationships/image" Target="/ppt/media/image8.png" Id="Rfdb745cd38ef46db" /><Relationship Type="http://schemas.openxmlformats.org/officeDocument/2006/relationships/image" Target="/ppt/media/image9.png" Id="Raf5f8038182a4180" /><Relationship Type="http://schemas.openxmlformats.org/officeDocument/2006/relationships/notesSlide" Target="/ppt/notesSlides/notesSlide11.xml" Id="Rb33b9b148cdb4d1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9857af3331042ab" /><Relationship Type="http://schemas.openxmlformats.org/officeDocument/2006/relationships/image" Target="/ppt/media/image10.png" Id="R596f9330692740af" /><Relationship Type="http://schemas.openxmlformats.org/officeDocument/2006/relationships/notesSlide" Target="/ppt/notesSlides/notesSlide12.xml" Id="R90a9aa0725de49a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513fe85876348b4" /><Relationship Type="http://schemas.openxmlformats.org/officeDocument/2006/relationships/image" Target="/ppt/media/image11.png" Id="Rdc20e257d4484b6c" /><Relationship Type="http://schemas.openxmlformats.org/officeDocument/2006/relationships/notesSlide" Target="/ppt/notesSlides/notesSlide13.xml" Id="R3c14b7b0968841e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af269dddd9c4e03" /><Relationship Type="http://schemas.openxmlformats.org/officeDocument/2006/relationships/notesSlide" Target="/ppt/notesSlides/notesSlide14.xml" Id="R727f5ed6147f409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d656d9572034b93" /><Relationship Type="http://schemas.openxmlformats.org/officeDocument/2006/relationships/notesSlide" Target="/ppt/notesSlides/notesSlide15.xml" Id="Raa4a8fe4fec241c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7deb01bb6b94671" /><Relationship Type="http://schemas.openxmlformats.org/officeDocument/2006/relationships/notesSlide" Target="/ppt/notesSlides/notesSlide16.xml" Id="Rda38f3938139403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eb57a772acf446d" /><Relationship Type="http://schemas.openxmlformats.org/officeDocument/2006/relationships/notesSlide" Target="/ppt/notesSlides/notesSlide17.xml" Id="R98e3d650f0f64e2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bbf0d226f1f4e7e" /><Relationship Type="http://schemas.openxmlformats.org/officeDocument/2006/relationships/notesSlide" Target="/ppt/notesSlides/notesSlide18.xml" Id="R25301c97471b4a7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4083705838144c9" /><Relationship Type="http://schemas.openxmlformats.org/officeDocument/2006/relationships/notesSlide" Target="/ppt/notesSlides/notesSlide19.xml" Id="Recde5c4cb0dd457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06c03ee29f34e28" /><Relationship Type="http://schemas.openxmlformats.org/officeDocument/2006/relationships/notesSlide" Target="/ppt/notesSlides/notesSlide20.xml" Id="R7244453a12ca47c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669cdba23ab4f32" /><Relationship Type="http://schemas.openxmlformats.org/officeDocument/2006/relationships/notesSlide" Target="/ppt/notesSlides/notesSlide21.xml" Id="R535ee81e55c8460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adf113a648b429e" /><Relationship Type="http://schemas.openxmlformats.org/officeDocument/2006/relationships/notesSlide" Target="/ppt/notesSlides/notesSlide22.xml" Id="Rcb4e1f95934b49c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44cac01b62144eb" /><Relationship Type="http://schemas.openxmlformats.org/officeDocument/2006/relationships/notesSlide" Target="/ppt/notesSlides/notesSlide23.xml" Id="R32d7d0a3f1e849a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51043a1cf3c4251" /><Relationship Type="http://schemas.openxmlformats.org/officeDocument/2006/relationships/notesSlide" Target="/ppt/notesSlides/notesSlide24.xml" Id="R6e53b31a0e69458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667fb7b137b44fb" /><Relationship Type="http://schemas.openxmlformats.org/officeDocument/2006/relationships/notesSlide" Target="/ppt/notesSlides/notesSlide25.xml" Id="R62fd5e05f3084a6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a1549d70f534693" /><Relationship Type="http://schemas.openxmlformats.org/officeDocument/2006/relationships/notesSlide" Target="/ppt/notesSlides/notesSlide26.xml" Id="Rf5b06ab7ca8741e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0226fe3debf4b89" /><Relationship Type="http://schemas.openxmlformats.org/officeDocument/2006/relationships/notesSlide" Target="/ppt/notesSlides/notesSlide27.xml" Id="Rafc4f004331146c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1bae916100c48d5" /><Relationship Type="http://schemas.openxmlformats.org/officeDocument/2006/relationships/notesSlide" Target="/ppt/notesSlides/notesSlide28.xml" Id="R8b09d782a3fb42b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1a27ef232d342d4" /><Relationship Type="http://schemas.openxmlformats.org/officeDocument/2006/relationships/notesSlide" Target="/ppt/notesSlides/notesSlide29.xml" Id="R5f47e25c70a047f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b2213e746924652" /><Relationship Type="http://schemas.openxmlformats.org/officeDocument/2006/relationships/notesSlide" Target="/ppt/notesSlides/notesSlide30.xml" Id="R659d5b3d09824d9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f4d5319f1994fcc" /><Relationship Type="http://schemas.openxmlformats.org/officeDocument/2006/relationships/notesSlide" Target="/ppt/notesSlides/notesSlide31.xml" Id="Rdc9a325456f2458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2e79c222a864f35" /><Relationship Type="http://schemas.openxmlformats.org/officeDocument/2006/relationships/notesSlide" Target="/ppt/notesSlides/notesSlide32.xml" Id="Ra84c8071d182461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aa7f7253e8294560" /><Relationship Type="http://schemas.openxmlformats.org/officeDocument/2006/relationships/notesSlide" Target="/ppt/notesSlides/notesSlide33.xml" Id="R6ce4a55452b04d3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bc6218acc65b495d" /><Relationship Type="http://schemas.openxmlformats.org/officeDocument/2006/relationships/notesSlide" Target="/ppt/notesSlides/notesSlide34.xml" Id="Rfcb1b50e0f3c45e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13569835cf44d85" /><Relationship Type="http://schemas.openxmlformats.org/officeDocument/2006/relationships/image" Target="/ppt/media/image12.png" Id="Raa4d156349b74a69" /><Relationship Type="http://schemas.openxmlformats.org/officeDocument/2006/relationships/image" Target="/ppt/media/image13.png" Id="Rdbf2039f796c4e89" /><Relationship Type="http://schemas.openxmlformats.org/officeDocument/2006/relationships/notesSlide" Target="/ppt/notesSlides/notesSlide35.xml" Id="R82dc896ed50e4a3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6419441c82954758" /><Relationship Type="http://schemas.openxmlformats.org/officeDocument/2006/relationships/image" Target="/ppt/media/image14.png" Id="Rc7cd17ab13734217" /><Relationship Type="http://schemas.openxmlformats.org/officeDocument/2006/relationships/notesSlide" Target="/ppt/notesSlides/notesSlide36.xml" Id="R45602c23484d498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611009b9530748b4" /><Relationship Type="http://schemas.openxmlformats.org/officeDocument/2006/relationships/notesSlide" Target="/ppt/notesSlides/notesSlide37.xml" Id="R48cda055a74d480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341e775736dc40a3" /><Relationship Type="http://schemas.openxmlformats.org/officeDocument/2006/relationships/notesSlide" Target="/ppt/notesSlides/notesSlide38.xml" Id="Rcd312eb1af2340c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cb4b1028f0434c51" /><Relationship Type="http://schemas.openxmlformats.org/officeDocument/2006/relationships/notesSlide" Target="/ppt/notesSlides/notesSlide39.xml" Id="Re85c74efb82945a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d664a84ed734a8f" /><Relationship Type="http://schemas.openxmlformats.org/officeDocument/2006/relationships/notesSlide" Target="/ppt/notesSlides/notesSlide40.xml" Id="R89b09bb5ee4445d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3cabf09eec424518" /><Relationship Type="http://schemas.openxmlformats.org/officeDocument/2006/relationships/notesSlide" Target="/ppt/notesSlides/notesSlide41.xml" Id="Rf08aa4830ef5426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2883a4e1ff144c0a" /><Relationship Type="http://schemas.openxmlformats.org/officeDocument/2006/relationships/notesSlide" Target="/ppt/notesSlides/notesSlide42.xml" Id="R19d4bdee06c2452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2e34aaeb31c34b09" /><Relationship Type="http://schemas.openxmlformats.org/officeDocument/2006/relationships/notesSlide" Target="/ppt/notesSlides/notesSlide43.xml" Id="Rf24664f939a34f0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ebf633918113445a" /><Relationship Type="http://schemas.openxmlformats.org/officeDocument/2006/relationships/notesSlide" Target="/ppt/notesSlides/notesSlide44.xml" Id="R69afe4636c43415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3ea3dd7188d4666" /><Relationship Type="http://schemas.openxmlformats.org/officeDocument/2006/relationships/notesSlide" Target="/ppt/notesSlides/notesSlide45.xml" Id="Rec4d2b3a162b4b69"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26239d74380948e0" /><Relationship Type="http://schemas.openxmlformats.org/officeDocument/2006/relationships/notesSlide" Target="/ppt/notesSlides/notesSlide46.xml" Id="R70bd5d00cc1c4d1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66c1e536659f43f1" /><Relationship Type="http://schemas.openxmlformats.org/officeDocument/2006/relationships/notesSlide" Target="/ppt/notesSlides/notesSlide47.xml" Id="R7aa7ce42980f40c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341e73f769a843dc" /><Relationship Type="http://schemas.openxmlformats.org/officeDocument/2006/relationships/notesSlide" Target="/ppt/notesSlides/notesSlide48.xml" Id="R88c50e92c60d499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3e7cd7d63fc54c5c" /><Relationship Type="http://schemas.openxmlformats.org/officeDocument/2006/relationships/notesSlide" Target="/ppt/notesSlides/notesSlide49.xml" Id="R49a5082c69864c4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b56ea57efc204cde" /><Relationship Type="http://schemas.openxmlformats.org/officeDocument/2006/relationships/image" Target="/ppt/media/image15.png" Id="R7ffb538eb02e4d15" /><Relationship Type="http://schemas.openxmlformats.org/officeDocument/2006/relationships/image" Target="/ppt/media/image16.png" Id="R69ae40382d2a4390" /><Relationship Type="http://schemas.openxmlformats.org/officeDocument/2006/relationships/notesSlide" Target="/ppt/notesSlides/notesSlide50.xml" Id="R4af1276d4ce4421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e08ce19c06964d79" /><Relationship Type="http://schemas.openxmlformats.org/officeDocument/2006/relationships/notesSlide" Target="/ppt/notesSlides/notesSlide51.xml" Id="R0d2ad0cb224a472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e1be9f12afb64bdd" /><Relationship Type="http://schemas.openxmlformats.org/officeDocument/2006/relationships/notesSlide" Target="/ppt/notesSlides/notesSlide52.xml" Id="R65f3a5daeee5403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46d21a34c40c47f0" /><Relationship Type="http://schemas.openxmlformats.org/officeDocument/2006/relationships/notesSlide" Target="/ppt/notesSlides/notesSlide53.xml" Id="R32c98bb0af17469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675586b302434044" /><Relationship Type="http://schemas.openxmlformats.org/officeDocument/2006/relationships/notesSlide" Target="/ppt/notesSlides/notesSlide54.xml" Id="R52399fc099b84b34"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b3d72cbf0984435f" /><Relationship Type="http://schemas.openxmlformats.org/officeDocument/2006/relationships/notesSlide" Target="/ppt/notesSlides/notesSlide55.xml" Id="R2a7d52ab10a143a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9a02562909254862" /><Relationship Type="http://schemas.openxmlformats.org/officeDocument/2006/relationships/notesSlide" Target="/ppt/notesSlides/notesSlide56.xml" Id="R6922da9a5c1841d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e9e3a880153c41f7" /><Relationship Type="http://schemas.openxmlformats.org/officeDocument/2006/relationships/notesSlide" Target="/ppt/notesSlides/notesSlide57.xml" Id="Rbec701796a164065"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14a110daa49b4a78" /><Relationship Type="http://schemas.openxmlformats.org/officeDocument/2006/relationships/chart" Target="/ppt/slides/charts/chart1.xml" Id="Rbdf1312103d14ebf" /><Relationship Type="http://schemas.openxmlformats.org/officeDocument/2006/relationships/notesSlide" Target="/ppt/notesSlides/notesSlide58.xml" Id="R8a1b47e7c9a249c2"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b5dea8dc6d6e41b7" /><Relationship Type="http://schemas.openxmlformats.org/officeDocument/2006/relationships/notesSlide" Target="/ppt/notesSlides/notesSlide59.xml" Id="Rd784f481c7584bbe"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3d035606fc9a4487" /><Relationship Type="http://schemas.openxmlformats.org/officeDocument/2006/relationships/notesSlide" Target="/ppt/notesSlides/notesSlide60.xml" Id="R1c953ecbed76429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1795ea25a84d4f95" /><Relationship Type="http://schemas.openxmlformats.org/officeDocument/2006/relationships/notesSlide" Target="/ppt/notesSlides/notesSlide61.xml" Id="R9db058b9a13b4b8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58e2f882e9ee4856" /><Relationship Type="http://schemas.openxmlformats.org/officeDocument/2006/relationships/notesSlide" Target="/ppt/notesSlides/notesSlide62.xml" Id="R2b79df372c2e4895"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314a675b2a4d4521" /><Relationship Type="http://schemas.openxmlformats.org/officeDocument/2006/relationships/notesSlide" Target="/ppt/notesSlides/notesSlide63.xml" Id="R2703eff7f49a47ff"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3d55e93f8fa1405b" /><Relationship Type="http://schemas.openxmlformats.org/officeDocument/2006/relationships/notesSlide" Target="/ppt/notesSlides/notesSlide64.xml" Id="R597b68249cf94a0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df47617a24074483" /><Relationship Type="http://schemas.openxmlformats.org/officeDocument/2006/relationships/notesSlide" Target="/ppt/notesSlides/notesSlide65.xml" Id="R907629b250f14cf6"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ae346cfa9bc5488c" /><Relationship Type="http://schemas.openxmlformats.org/officeDocument/2006/relationships/image" Target="/ppt/media/image17.png" Id="R5dc6fbe86ce745cc" /><Relationship Type="http://schemas.openxmlformats.org/officeDocument/2006/relationships/notesSlide" Target="/ppt/notesSlides/notesSlide66.xml" Id="R93ff97adb7d947d3"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f0f9a86fa01e4aec" /><Relationship Type="http://schemas.openxmlformats.org/officeDocument/2006/relationships/notesSlide" Target="/ppt/notesSlides/notesSlide67.xml" Id="R5e52130c78fb4de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3b0792222ee7401e" /><Relationship Type="http://schemas.openxmlformats.org/officeDocument/2006/relationships/notesSlide" Target="/ppt/notesSlides/notesSlide68.xml" Id="Ra96a524314f048a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02a1d44e863e44c8" /><Relationship Type="http://schemas.openxmlformats.org/officeDocument/2006/relationships/notesSlide" Target="/ppt/notesSlides/notesSlide69.xml" Id="R415296adfe424ad9"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d7c34e6445a74572" /><Relationship Type="http://schemas.openxmlformats.org/officeDocument/2006/relationships/notesSlide" Target="/ppt/notesSlides/notesSlide70.xml" Id="R15c9976190f143dc"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8b8021740b7b46f4" /><Relationship Type="http://schemas.openxmlformats.org/officeDocument/2006/relationships/notesSlide" Target="/ppt/notesSlides/notesSlide71.xml" Id="R8862125780f540a7"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4c6ead2bc0c54948" /><Relationship Type="http://schemas.openxmlformats.org/officeDocument/2006/relationships/notesSlide" Target="/ppt/notesSlides/notesSlide72.xml" Id="R87dc6200166c4e1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07dae04ce1854265" /><Relationship Type="http://schemas.openxmlformats.org/officeDocument/2006/relationships/notesSlide" Target="/ppt/notesSlides/notesSlide73.xml" Id="Rece42eeab1d94f9f"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cb4e63467be94493" /><Relationship Type="http://schemas.openxmlformats.org/officeDocument/2006/relationships/notesSlide" Target="/ppt/notesSlides/notesSlide74.xml" Id="R8ba63177d8bb4e14"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3f3c8fca074d4c1b" /><Relationship Type="http://schemas.openxmlformats.org/officeDocument/2006/relationships/notesSlide" Target="/ppt/notesSlides/notesSlide75.xml" Id="Rf3baf8f051ce44d4"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2f483599bd4442ef" /><Relationship Type="http://schemas.openxmlformats.org/officeDocument/2006/relationships/notesSlide" Target="/ppt/notesSlides/notesSlide76.xml" Id="R6193d844346442f5"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f90233362244400d" /><Relationship Type="http://schemas.openxmlformats.org/officeDocument/2006/relationships/notesSlide" Target="/ppt/notesSlides/notesSlide77.xml" Id="R099b07c8f800411b"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82f28cf538e1416b" /><Relationship Type="http://schemas.openxmlformats.org/officeDocument/2006/relationships/notesSlide" Target="/ppt/notesSlides/notesSlide78.xml" Id="R9a5c7da99b0f40ac"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7ef7fc1d9601404f" /><Relationship Type="http://schemas.openxmlformats.org/officeDocument/2006/relationships/notesSlide" Target="/ppt/notesSlides/notesSlide79.xml" Id="Rb3b116884b704c1d"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7f4fd1ecf6524337" /><Relationship Type="http://schemas.openxmlformats.org/officeDocument/2006/relationships/notesSlide" Target="/ppt/notesSlides/notesSlide80.xml" Id="Rb056397d25b44267"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dba2f88e402b48ac" /><Relationship Type="http://schemas.openxmlformats.org/officeDocument/2006/relationships/notesSlide" Target="/ppt/notesSlides/notesSlide81.xml" Id="Rc0c1aebf775c4aad"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671571eadb55477e" /><Relationship Type="http://schemas.openxmlformats.org/officeDocument/2006/relationships/notesSlide" Target="/ppt/notesSlides/notesSlide82.xml" Id="R20c16c314aec4803"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8d23c39decbe43a1" /><Relationship Type="http://schemas.openxmlformats.org/officeDocument/2006/relationships/notesSlide" Target="/ppt/notesSlides/notesSlide83.xml" Id="R320757ed2c364207"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4891885dd03d4f4c" /><Relationship Type="http://schemas.openxmlformats.org/officeDocument/2006/relationships/notesSlide" Target="/ppt/notesSlides/notesSlide84.xml" Id="R10276875e622434a"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ca02c02c4d12496d" /><Relationship Type="http://schemas.openxmlformats.org/officeDocument/2006/relationships/image" Target="/ppt/media/image18.png" Id="R9fd6594f14f64a33" /><Relationship Type="http://schemas.openxmlformats.org/officeDocument/2006/relationships/notesSlide" Target="/ppt/notesSlides/notesSlide85.xml" Id="R01965214b08a47ed"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3a76a0b474894875" /><Relationship Type="http://schemas.openxmlformats.org/officeDocument/2006/relationships/notesSlide" Target="/ppt/notesSlides/notesSlide86.xml" Id="Rb6685ab595184b3d"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872bb234cca74097" /><Relationship Type="http://schemas.openxmlformats.org/officeDocument/2006/relationships/image" Target="/ppt/media/image19.png" Id="R34bce160fac24dcd" /><Relationship Type="http://schemas.openxmlformats.org/officeDocument/2006/relationships/image" Target="/ppt/media/image20.png" Id="Ra9838391a7b14757" /><Relationship Type="http://schemas.openxmlformats.org/officeDocument/2006/relationships/image" Target="/ppt/media/image21.png" Id="R94bbd59abccf47c9" /><Relationship Type="http://schemas.openxmlformats.org/officeDocument/2006/relationships/notesSlide" Target="/ppt/notesSlides/notesSlide87.xml" Id="Reb1d723150b747fb"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f388064c035d4b76" /><Relationship Type="http://schemas.openxmlformats.org/officeDocument/2006/relationships/notesSlide" Target="/ppt/notesSlides/notesSlide88.xml" Id="R1d640a01dc1f4480"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0f9bb5c780a64fb8" /><Relationship Type="http://schemas.openxmlformats.org/officeDocument/2006/relationships/notesSlide" Target="/ppt/notesSlides/notesSlide89.xml" Id="R9965464c58b04218"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d97efadc548c4540" /><Relationship Type="http://schemas.openxmlformats.org/officeDocument/2006/relationships/notesSlide" Target="/ppt/notesSlides/notesSlide90.xml" Id="R943399d8f4e94faf"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ac4805b47a3d44c6" /><Relationship Type="http://schemas.openxmlformats.org/officeDocument/2006/relationships/notesSlide" Target="/ppt/notesSlides/notesSlide91.xml" Id="R2a313df8562042d9"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a94bd48abf5d46e9" /><Relationship Type="http://schemas.openxmlformats.org/officeDocument/2006/relationships/notesSlide" Target="/ppt/notesSlides/notesSlide92.xml" Id="R0151c5972cf74408"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33f4d1cf52944b93" /><Relationship Type="http://schemas.openxmlformats.org/officeDocument/2006/relationships/notesSlide" Target="/ppt/notesSlides/notesSlide93.xml" Id="Rf67fd14a9f474dd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5803330D-D78E-4187-A97B-892A41305C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0102D569-89BC-4D25-A3BF-EAB4A3E641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0DE069D2-2A94-4A3C-81DE-AFFF02EFA5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050CB6E0-6ED0-4FFD-9FB6-70FEA86D6A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298FDDE1-A9D5-4A9A-B5E3-80299A11A9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F9F9694B-CC18-4B82-B229-D65A520318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6EBC452F-39F3-438E-A12D-39ADBD2F8579}"/>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C17AB05B-8B96-4396-B9CE-6CE73A696C8B}"/>
              </a:ext>
            </a:extLst>
          </p:cNvPr>
          <p:cNvPicPr>
            <a:picLocks xmlns:a="http://schemas.openxmlformats.org/drawingml/2006/main" noChangeAspect="1"/>
          </p:cNvPicPr>
          <p:nvPr/>
        </p:nvPicPr>
        <p:blipFill>
          <a:blip xmlns:r="http://schemas.openxmlformats.org/officeDocument/2006/relationships" xmlns:a="http://schemas.openxmlformats.org/drawingml/2006/main" r:embed="R2ad57c2915d447b8"/>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5A333A0B-8569-443F-B104-2A629624052D}"/>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B6624CD6-6F4B-4E8B-9BBA-4B8A15839E36}"/>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D901A8BF-1064-4F95-8869-DCC3597D2414}"/>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FE537915-C2D7-4100-9754-1995CC340D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1619534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85E11FA2-8380-40CE-A897-40A7265F30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F13C19A3-48AD-4BA5-A7ED-E7601449DC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B85B42BA-9FAD-4FF5-844C-DBD81265FE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C168BD02-F058-491D-B2B3-4136CB2AFB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BD639FD9-09EA-408A-A752-6EAE0D44FE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698E5DF4-277E-4892-83F1-36519DE038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378176CE-FFD3-4CC6-8398-8026D699C21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1B2385B5-483C-4ACB-A454-0ED297846CA8}"/>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8E2703-0261-4483-BDF3-AFCA083A3CAF}"/>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64304D6D-0257-4202-A359-4789CBD3D7FA}"/>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76F13D8-F2CB-468E-AAAD-73EED36BD1C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AF33163B-0E85-4689-9DD8-263072F1BDED}"/>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4D1A8363-DF50-4515-9AB3-108EC39FE322}"/>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FA3A19BA-D6FB-4BDB-94B2-88F3A92DC128}"/>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9521A394-D1AA-4ADD-AF17-3364CCFCADE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DA9A49A-EDD3-4B44-8A4A-85B9EF2CE8C5}"/>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1ED3E537-9946-4060-A2E5-37EE0DC5D0DC}"/>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0CF7709-3F76-4105-8213-84171DEEA079}"/>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05BCD50A-B145-477F-AAE8-5C938D61672D}"/>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24D4DA44-88B5-44F8-B103-8A9ACF3EA326}"/>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98380B4-D3AC-499E-96F2-F57C0CBF6644}"/>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04834A6-235C-4AA0-AEA5-0C750407148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BF9A0BD3-7B94-4702-9B75-168E9D770B1D}"/>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0F96B3B6-8C1C-413F-B8BE-26620497691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8F4D3984-D952-4BBE-A322-AAD348CACBEF}"/>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09CFAB52-B4F6-460E-BEE6-8500789A1BB3}"/>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FD491C38-5B7A-4872-9A76-E72151484EF7}"/>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2205A1E0-989C-4B96-BD6E-745EBB5CEBD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B03BBC76-D977-45F5-8C83-C81F071ABF9F}"/>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2E0D443-BBE8-4088-A07C-E1AD598C7D96}"/>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744BEE46-4F83-4F42-B56D-D0D49ADA3590}"/>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8FF15BB3-363E-4C1E-83D0-5686E2ECD491}"/>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E963FD76-88EF-498B-AA03-552D95C92EC2}"/>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B2759263-BA92-4097-BB8B-7DBB555757EE}"/>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14CB1D38-8DE5-4984-B4CC-F249CEDA6D15}"/>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7A7D1A69-1200-4A0A-AC24-F161CF5D0470}"/>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67370D8A-40C0-4EDC-844A-02684156766A}"/>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9895BFD2-EF88-498A-B895-D95DA6EE07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1146608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1E3EBB16-79CF-4494-A2A7-E7DCCF3400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CD756CCD-CA3F-459F-8226-6785226D55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F168319B-56F6-4D39-8F25-8BE1774006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569410D6-80BE-48A6-A250-3D0D360283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1DB6E64E-46B0-4BA4-8567-B73773756A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79EBFEB6-F7FD-4DB8-BEA3-DCCD2A1C15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C1A5B004-1A61-4A12-A1E1-376AEFF998EA}"/>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3B7435B6-E7B0-4112-A283-588B1D8B2265}"/>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20F921A4-D52E-40E5-9ACC-802C22F9A4F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BDB075A6-E649-49D4-A2E9-911417C8FD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E18255CD-B960-4D0A-ADD3-8CCCBB23065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C88E3E90-AFFD-41CF-B08F-FB4AF2FBF1EC}"/>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15C4E5A0-E228-4C97-A677-AC04E38A18EB}"/>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BCA3CA7-D74C-4CFC-AFF1-3F018A75D7F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781D5B32-B042-4E5C-BE8C-D534C4476256}"/>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AF0628C6-024D-4DAC-BE41-469702134E0C}"/>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5906F10E-E829-4AAD-8E20-BBFB222AF0D9}"/>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7AC10D76-8111-42E4-847E-9115595E3EE4}"/>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979EE2DF-140D-45F9-8714-FC0D153283B2}"/>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3AEDF111-B801-4545-AD3B-7833CB4A7FA5}"/>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A0656116-4EDD-473B-9C8D-1939F41ADA06}"/>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D556679B-709D-4695-A921-9D19292439D6}"/>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7BCE64EF-20A0-409E-946E-FE1B32E2D983}"/>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B34D2635-D242-4B24-B340-DA25742EDDB6}"/>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F44F1FA3-DEFD-4E77-AAB1-92AD645938FD}"/>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78A98425-AF2C-43F4-979E-05AFC719B553}"/>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BD6EA78F-7A67-4AD8-9B41-D021B54AA8E7}"/>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88CCEA62-A67C-474D-97CF-C736AA6F5C3C}"/>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59325116-9281-41F4-B64C-1973186480F5}"/>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0555FC07-1250-4C2F-87C2-09C3FB017A67}"/>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D10BCCF1-FA46-4362-80AC-52607578028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A3D625E3-DE1E-4E8A-A33F-5509E87E6FEB}"/>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0CACADE5-77A5-4BE3-A140-17A9767D46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222382310"/>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5A5C82F6-9006-40EB-9429-09C7CB2680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DB486009-7C93-4539-A075-4512EB1DF3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E19B8B41-4B4A-4B7B-97DF-5E4C6864C9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2C3A60DB-56F8-43E8-8BBD-B434664F4C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46AA80AE-E2C6-49EC-AF9C-B307E8A524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01F99D98-4AD5-47E4-8D02-900B25EA1E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607C4ECF-6D2D-41CB-A6E9-4536B69D2BD2}"/>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11CC48B-17BC-451B-AE4C-57F33F1EA93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FF0D9E57-721A-4028-B977-82433F7D2D8A}"/>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CCAF4C34-7ECB-4BE9-A817-B4C2C55E680B}"/>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1E021A85-745E-4807-9FE8-3C9425F70634}"/>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EE52BDD2-26F2-4507-B411-81A68A0D96A7}"/>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19223FAF-7C9C-4346-ADDE-22142D3D265A}"/>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E3672F8C-7B7A-4BA8-A211-FBBC75FB3D38}"/>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B9312FFA-A1A6-4936-AA21-21C8AAE99F4D}"/>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68C4918-BF14-41CF-B650-357B035C5F51}"/>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88F7C59C-190B-4BA9-AD77-887CB5ABBDF6}"/>
              </a:ext>
            </a:extLst>
          </p:cNvPr>
          <p:cNvPicPr>
            <a:picLocks xmlns:a="http://schemas.openxmlformats.org/drawingml/2006/main" noChangeAspect="1"/>
          </p:cNvPicPr>
          <p:nvPr/>
        </p:nvPicPr>
        <p:blipFill>
          <a:blip xmlns:r="http://schemas.openxmlformats.org/officeDocument/2006/relationships" xmlns:a="http://schemas.openxmlformats.org/drawingml/2006/main" r:embed="R4f6f7dd5cd0243e3"/>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32B21E8B-381D-46D0-967B-E4A0DF2CC90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C8D99C4F-7FFE-433B-AF1D-75FC835F39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69244039"/>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21484871-7F45-42DF-A87A-D4703237A1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D6300057-01A7-472A-8682-DCE0C334EB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94186ADE-1E04-4F9C-8A0A-57A910745B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467A1A59-64AB-4149-9208-24B3581952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4F020B76-DF70-4528-B89F-59B25AA89C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B78DF3BA-8C86-4DFE-9AB3-79C7DC23E5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E70F0354-7F3C-4BC2-929A-B8A3ACF0E3DE}"/>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47111D2D-8BA2-4C63-B4D3-FB3416CEA812}"/>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F50FAE53-A044-468D-9650-A8AE2F8CFD3D}"/>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94802041-A361-42D8-A3C7-C89A756872CC}"/>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4896B4A2-66D5-4722-80F5-02C90F197551}"/>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CDA74433-1DA8-49E9-912D-14CFAC01F363}"/>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CF46583F-E2E5-4B9F-A5EB-985C251E5316}"/>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84E16CAC-95BA-4374-8E96-CB15D58545B4}"/>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B92476B1-5AE6-409B-815E-CDCDD21DBD35}"/>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055F87F9-8AAE-42ED-A28D-18E2FF7AC198}"/>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380499FA-582A-477E-9860-BC40A9D30784}"/>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9FE8DBC7-8C6A-47F7-90C0-109355F15D27}"/>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53BDB0AA-EBC2-40B3-8F6A-C20A015F8BF0}"/>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492EA32B-B885-43C0-90BA-9C8CBEABCCFF}"/>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EA91EC50-334E-4EFA-A80C-7CFE208B0ED8}"/>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5C2856FC-D54C-4AB8-B545-86733A2881E1}"/>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B9B7DBB8-6E2A-459F-ACE0-C42AE2D63D11}"/>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7106F4FF-7FB6-4150-BF28-E346A89D5933}"/>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D2A3F8F6-946A-4311-945E-DB7E84F1FA44}"/>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5635FBB6-DBE2-430F-8DE9-96AD325CFB84}"/>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1091B9BB-2C32-419C-9F53-B6ECFA186920}"/>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64806D31-3544-4ACA-A052-2F8EEA8AB5B0}"/>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D0B7A9AB-7DAB-4FC5-9220-96BBDF6FF7BA}"/>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E4AAFCFE-EBE1-4D06-A250-9F5603EF1D01}"/>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23A5E517-9015-4766-A14F-833AC1E4ED0C}"/>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3220EEF2-56FC-4F17-BF5B-4CC263EB14CB}"/>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14EDCFFB-B88C-4982-85D4-413DD968A597}"/>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D56071F1-FE9F-40D6-9C8E-58AF9BAB3A76}"/>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920985D4-201D-482C-9632-1CB014938EB6}"/>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BA13AC00-03A7-40AC-A966-95EEE41A564F}"/>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64EEC311-C7D7-4CE9-B770-30F3CCE1E36F}"/>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F7A57B12-8A78-4667-A1EA-AB19B8AC9327}"/>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C4CC4131-29AA-4EBB-890A-9B760CE7EC06}"/>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294989CA-E556-4EFD-A000-7D2DF8C3FAF3}"/>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E37B0AD4-C3DE-4630-BCB2-51508DD86A9F}"/>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1F04DF16-A0F6-4C49-92D3-0A8F2C5F26EB}"/>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5D0C448B-210F-4321-BAAF-AAFEC0894405}"/>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3B70AED7-AB15-4F5A-B178-F853DEC240A1}"/>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07B185A2-F6C6-44DF-87F4-7F388F176B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3675974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A9D35A99-F074-4247-B7A9-ADC6988645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E1F80B23-A026-43F0-AD8B-78C037F0E4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C0F1F54F-A3A8-4D08-96FA-F3BC3BA075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DD5F215F-31FC-4ECD-87D1-B8044E58E1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271182B6-8A7A-4596-BB87-AB36C880F7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D6A9D643-9791-404C-904C-3C972A856A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C3574587-030B-43C2-A4AC-A6758EE0B61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DFAC9AF8-4D1F-46B6-BDBD-3ED99C0C7AB9}"/>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23760DF9-A1D2-47BF-9761-8E58AACC354B}"/>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205147AF-E809-4F9A-BCBD-A47C4CA0584C}"/>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0CF53BD9-DE88-4C34-A474-CC81CF47D503}"/>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6FA2039A-A9A2-4EE0-9791-D8F2EC73DB75}"/>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EA0256F8-EF01-481B-B10C-1F3A19B3DA21}"/>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4289288E-932E-4B33-AE40-7E60CC64A05E}"/>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C0A00DA0-26C2-413A-8CBE-0342EAE994E0}"/>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E7CEF50E-B036-4BA7-885D-79EF7B1361E7}"/>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71DA66D2-9EE9-490B-B19F-F1F9550557BD}"/>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FFEBF5DE-1997-471B-A121-C5B619CCC19D}"/>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E2316B79-71F2-47CF-B991-B0E6D7EC7881}"/>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4AAEC395-F107-4827-A704-56C6A9780A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5497852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28B5B790-FB87-4E14-A4C6-F127612728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10055498-C04F-4871-8805-D30ED3A43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2F45AEF7-F418-4FCD-9F93-5B50F573371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1BA2B828-90D3-408C-8DF7-2B934298E5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799C7439-5B5C-43A2-A54D-C320AAAD72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759D1856-6F8F-4941-8A17-F106B78E17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64E3FAA4-541C-4036-8DF2-AB8CB0CBAB8A}"/>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26846CDE-00C5-4D2D-96AB-A230B1A2063A}"/>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5ECC8E8F-AF13-49E6-966D-16A3DB18BA16}"/>
              </a:ext>
            </a:extLst>
          </p:cNvPr>
          <p:cNvPicPr>
            <a:picLocks xmlns:a="http://schemas.openxmlformats.org/drawingml/2006/main" noChangeAspect="1"/>
          </p:cNvPicPr>
          <p:nvPr/>
        </p:nvPicPr>
        <p:blipFill>
          <a:blip xmlns:r="http://schemas.openxmlformats.org/officeDocument/2006/relationships" xmlns:a="http://schemas.openxmlformats.org/drawingml/2006/main" r:embed="Rf6fa16b3091d40fc"/>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27CFCD77-7EE0-4FE5-8E42-D3AD4582BF5C}"/>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E2398B14-1DFD-4ABF-BE3A-9CBAB8516A7E}"/>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4815A526-E076-4489-A6B4-06550B7EE98E}"/>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1C4D6408-B751-4CE4-9051-9B4D810C5B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5347875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116336C7-D8B8-46CA-9075-6AB4741544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0868501B-3998-481D-8152-1436414D86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0B30C6D5-00BA-4D62-B211-F1E2C2808D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7D8F85A1-8890-427D-B799-357499CB79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0C6D4A34-8437-4A21-A4F6-8695EA4021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7D83A62E-FE5E-4A27-8C32-2AEA8FC362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B5CDC6EA-42B8-40F5-84EF-D74D53DACAC4}"/>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B09BDEAE-6F5C-4CDA-9760-CCC6DFFB080C}"/>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F63BAD8D-A209-47FB-A44E-8C3DBAFAA7E3}"/>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C1B677E6-01BE-450C-8ACB-58CDC4040243}"/>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C6CBEAFC-37DC-4F05-8029-198F89F217FC}"/>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FFDB46B8-D449-4C44-961E-0BD0877AF7D5}"/>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0D966626-5653-4629-B9B6-F2071DFF609F}"/>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0633FC00-04C9-4C37-89BD-46B107EDF0C8}"/>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199844D8-1E6C-4E13-B21F-E4AB65B6A91D}"/>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C11F66F9-9875-4FEB-A6F8-BB014EDCE0E5}"/>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1339DE39-9E3B-4955-9238-19B9229EDC8F}"/>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5BC11028-A351-4CA0-A3AE-3164C43F115A}"/>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9C7F691C-4906-46FE-9E6A-747D74E3CF8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D092DC5F-B5ED-40B7-ADF3-8C95A67B4EE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63910F4-B163-4528-8050-3F94F827946D}"/>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F589E738-7CD9-4804-9C30-10A661737D1C}"/>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4ADE3223-10D3-4988-A86E-C096893FE404}"/>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DE935977-11AD-4D47-AABA-96DCFCB7276D}"/>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7D716FA-EB21-4B4A-9F4F-C2BBFA486509}"/>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2D6089CD-4571-407B-9361-336BF3AA75E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0E0409DD-90B5-4283-A310-E80CE9993E6B}"/>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44C66643-2BCD-4873-976D-699B8745D7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54741636"/>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C788C843-5819-4F88-9613-E1F4DAC2B1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022808E5-3C83-4427-AB36-FA47612EE0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E52AD213-2F3F-43E1-96F8-F9E519C784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EC0158E2-67C8-4F26-A5BF-1B19F1A6F4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4C02A466-4275-45AE-8671-CC127D3FB0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14ECAB1B-65A5-49FB-A71B-CDECE9B436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32CE41DA-31EF-4EAC-A797-CACF68A495E7}"/>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8A9C2178-761A-4E82-BC44-FB0F6F4D70CA}"/>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77938E24-B771-4BD7-A4B0-B9A983D24523}"/>
              </a:ext>
            </a:extLst>
          </p:cNvPr>
          <p:cNvPicPr>
            <a:picLocks xmlns:a="http://schemas.openxmlformats.org/drawingml/2006/main" noChangeAspect="1"/>
          </p:cNvPicPr>
          <p:nvPr/>
        </p:nvPicPr>
        <p:blipFill>
          <a:blip xmlns:r="http://schemas.openxmlformats.org/officeDocument/2006/relationships" xmlns:a="http://schemas.openxmlformats.org/drawingml/2006/main" r:embed="R7a3be07e1e764ca7"/>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38635A7-98DC-4FD5-836A-DDC5413ABF21}"/>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362416EC-0E48-445B-9458-E5F07EB47877}"/>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8FE17BA-18FD-4F1A-8625-027D622DE512}"/>
              </a:ext>
            </a:extLst>
          </p:cNvPr>
          <p:cNvPicPr>
            <a:picLocks xmlns:a="http://schemas.openxmlformats.org/drawingml/2006/main" noChangeAspect="1"/>
          </p:cNvPicPr>
          <p:nvPr/>
        </p:nvPicPr>
        <p:blipFill>
          <a:blip xmlns:r="http://schemas.openxmlformats.org/officeDocument/2006/relationships" xmlns:a="http://schemas.openxmlformats.org/drawingml/2006/main" r:embed="R0bcd1b9ef1444ff1"/>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C1621A46-9AF4-4C14-92A6-A66CD61CBB6E}"/>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97F83BEF-3363-401E-A594-8590DE4441E4}"/>
              </a:ext>
            </a:extLst>
          </p:cNvPr>
          <p:cNvPicPr>
            <a:picLocks xmlns:a="http://schemas.openxmlformats.org/drawingml/2006/main" noChangeAspect="1"/>
          </p:cNvPicPr>
          <p:nvPr/>
        </p:nvPicPr>
        <p:blipFill>
          <a:blip xmlns:r="http://schemas.openxmlformats.org/officeDocument/2006/relationships" xmlns:a="http://schemas.openxmlformats.org/drawingml/2006/main" r:embed="Rc36c644dfa7b4276"/>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AAD81E25-16E8-4B05-A55B-48A9A79A669F}"/>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FCAEF468-7014-4C6C-B79A-425951ADADEE}"/>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BB283AD1-EA75-447A-B9C7-F570603BC5C6}"/>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4EAB9ED6-B163-4907-812F-8074FA8497B4}"/>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EEB60C61-B566-447E-907F-14CBCCDC2B68}"/>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34F7CE02-6729-47D8-9268-472E5D636C35}"/>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A248E489-D075-42C2-97EF-0FE0E1623C50}"/>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B8304DF7-3F04-4621-A2C9-648F6AD88C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46970337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422F0210-F682-4563-BC2A-4F9B4E3B95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341E25E8-9FE6-46AD-975F-6969230757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F6A5963E-F34B-49B1-B1D2-2441A0E3FF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73ACCAF5-CFDB-4994-9B33-6400C297CA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C7D6BEC4-3091-4FFA-9056-B6B7843444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0770D18E-E882-4576-80A1-FE86C4F585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5ACA5110-47D1-4081-96F3-7E803F86F363}"/>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31361567-278F-43D5-BF68-4CDE7868F229}"/>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94EAA1F3-42CF-478C-A352-81B5FC8EE504}"/>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9CE64C7B-C0B6-4741-BAF6-5C2AE781F9A0}"/>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0599CB71-C17D-4356-9E75-3E86251A45A8}"/>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D91A1D8C-0E0D-4238-AEFF-064FB295FEB1}"/>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D1B3D925-5F71-4F17-8CFA-CCA02147A548}"/>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2F51BE7-F54E-4881-8966-29D2DD937559}"/>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1B462DB8-1E14-4CF8-86A4-A9F21DD1D5DB}"/>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76BAEE13-EB59-4570-A473-49E81948D0BB}"/>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FB428876-A807-4A94-991A-C8FE1BB42CE0}"/>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8A5F496B-C32D-4010-94BC-EFBAC94DEDB8}"/>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5A5EDDC-4C3D-4033-8E90-5E90CC8FE434}"/>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5797BC03-29AD-42A7-A272-18A2110B7D45}"/>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1D009FDA-A455-45D7-813B-28E30B49BE95}"/>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AA2598FF-9D19-43A1-91D6-96EA6869537E}"/>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0036C5A2-60DC-4F2F-B75F-4DCFD2D5445B}"/>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C2033CE9-80B1-4506-9790-9DEE304D7D02}"/>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45E6DB0E-5EEF-48B9-866A-4C60901CAFE1}"/>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FB8A7175-1B30-4AA8-AA3A-572FB58EF33F}"/>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1F5919EB-7185-44AE-87F7-074757DA475F}"/>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6E947262-0741-4142-AC33-9E7C0A121020}"/>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BF5D514-AB7D-491E-980D-CDF2A94CD6DF}"/>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03E8EC8A-61DF-4DCE-8C72-8511E3B63553}"/>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A80CA1D3-D958-4008-A3CA-DF28AF4BF4B5}"/>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CE8F8A7D-FB36-425B-A679-E7741B77E68D}"/>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AB4E7479-822D-4002-A078-ABAB081A98CA}"/>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A5C09317-FCEB-4C0B-AD2B-CBCC43A05BD9}"/>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AFC48AA6-D12C-49FD-BD5C-7AF325B7C781}"/>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684F50D5-61BD-4197-BCFB-8B38C2B99115}"/>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6F9F288E-760F-402C-8407-50EE12FACFFF}"/>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5488A8A1-9287-442F-B4C3-EE2AB2302E81}"/>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C49415A1-87B9-4373-980B-6E76E2C630B3}"/>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92B86C66-3D9D-4DFD-B4A2-A98BE80B7B4D}"/>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A4FFD7A5-862B-4FDD-8AF3-011F829CEE18}"/>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4BF2E7CA-8235-43D2-A18E-428156FBAE5E}"/>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A0B56531-8397-4077-9C6E-61F9349C54F6}"/>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B96E041D-E0D5-4067-A396-41094F0F20AB}"/>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FC90AD76-2557-4C2D-ACFF-12C444CF4A29}"/>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32F61EBB-1B42-4F9B-87E8-ABF4FE22C490}"/>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DDEE04F-ACEB-4041-BA36-CA6063455B49}"/>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BD34D1CA-1820-47A7-9096-4EE7F527CB13}"/>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3652877F-53B4-4C95-B6FA-72F166EFD788}"/>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349BCD79-D257-4624-8A97-5432DC8A9443}"/>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736A7CE5-D44F-4F04-917D-FC3506400CE9}"/>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E8F330DA-0E33-4EB0-9E96-4BF50AA659DA}"/>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24B88A83-3696-4684-8A4A-2680080F5611}"/>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F383B95A-8216-4FAF-A166-620E3DC3D594}"/>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D46F5EAF-EC5F-4557-A037-3380D75579AE}"/>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FFBAC5B4-0E7A-41DC-A78E-8AEB43364982}"/>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257A1FE4-C552-46CC-9A0D-23EA31EA3A59}"/>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986C48BE-AE52-44DB-8089-833ABE6A565D}"/>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7E8107C5-1658-4715-BF3F-CEFC62050116}"/>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20325CCB-DB0C-4824-A52C-4B001F3BABFC}"/>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AE0325D4-A72B-475D-9664-7796D2E822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8185117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A235F638-DEC8-4775-85FF-13D264A6CC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922301D6-D90E-4F5B-AFA9-43D05B3B15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ED381FD2-FFCB-4A4B-B65D-4E1CCF74E6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B24CF6A0-570C-4B93-8BD0-FD6F8D3E37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BB6B4938-E007-43E4-8A1B-BB254220F4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FBC2139D-B094-48CA-8682-E18B4D5E06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4F0432DC-096A-4FBE-9B06-9FFF5137B897}"/>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B69E1711-6A97-4564-88A2-9447727C3728}"/>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47CCD6DE-E3AE-4A2C-8AE1-DEC653C6B207}"/>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A02DFA43-D154-42AD-A7FB-4BA8C02CB1FE}"/>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70340AF4-842F-4F47-8E37-C6BB7ECC7C1D}"/>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6C1E41D3-D730-4AE5-A280-0A592E6BFF33}"/>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98B20176-DBAB-463B-9E07-8F26ACE65FF8}"/>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6B903C2-DF44-4268-82B3-0D4CFE1940CF}"/>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3B3069F5-A96C-4B7E-BCA3-3B8E7E85CF23}"/>
              </a:ext>
            </a:extLst>
          </p:cNvPr>
          <p:cNvPicPr>
            <a:picLocks xmlns:a="http://schemas.openxmlformats.org/drawingml/2006/main" noChangeAspect="1"/>
          </p:cNvPicPr>
          <p:nvPr/>
        </p:nvPicPr>
        <p:blipFill>
          <a:blip xmlns:r="http://schemas.openxmlformats.org/officeDocument/2006/relationships" xmlns:a="http://schemas.openxmlformats.org/drawingml/2006/main" r:embed="R7926ae8ec25f42f4"/>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E53365BF-B080-43AB-9EF2-99A75CC20BB3}"/>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B775A3F5-F67B-4253-8705-EAAB8AF292F0}"/>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3BA89F0A-C92B-4B8F-A37A-236AF3781509}"/>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E114DDD8-0B7C-4700-99C0-B032413A6950}"/>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2247B3F-BE0E-4382-B8CB-D26A29BD43D6}"/>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D6327EDF-35D0-4863-AA99-AAFF4855E481}"/>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8CB689D-8663-4BC1-B1B6-670BA499FE31}"/>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AAE91060-EC5A-4413-A516-CEE88F02EE4D}"/>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C6248EA9-377B-4AF7-BA6A-D4A3B2A1D71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19042AB1-9402-49F5-8FC0-9CC318AE390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A7AFCCD5-8334-4DF7-A9B1-AFEE104380D9}"/>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AE13926C-86BE-4401-ADF3-21696F24FF94}"/>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528D2484-28A3-4213-9835-92EC99D3D8B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E33DF6B-E03F-4D8F-B4F5-941197FE7C00}"/>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8BE5F40A-BB6C-421D-9024-6DD160A92A09}"/>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4FD4AA4D-6504-4244-90C1-D6955F813BCE}"/>
              </a:ext>
            </a:extLst>
          </p:cNvPr>
          <p:cNvPicPr>
            <a:picLocks xmlns:a="http://schemas.openxmlformats.org/drawingml/2006/main" noChangeAspect="1"/>
          </p:cNvPicPr>
          <p:nvPr/>
        </p:nvPicPr>
        <p:blipFill>
          <a:blip xmlns:r="http://schemas.openxmlformats.org/officeDocument/2006/relationships" xmlns:a="http://schemas.openxmlformats.org/drawingml/2006/main" r:embed="Rfdb745cd38ef46db"/>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C538C527-65E1-47D7-8971-116F6AB251FC}"/>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8DE76220-072D-45B8-B88D-FBCCA966813D}"/>
              </a:ext>
            </a:extLst>
          </p:cNvPr>
          <p:cNvPicPr>
            <a:picLocks xmlns:a="http://schemas.openxmlformats.org/drawingml/2006/main" noChangeAspect="1"/>
          </p:cNvPicPr>
          <p:nvPr/>
        </p:nvPicPr>
        <p:blipFill>
          <a:blip xmlns:r="http://schemas.openxmlformats.org/officeDocument/2006/relationships" xmlns:a="http://schemas.openxmlformats.org/drawingml/2006/main" r:embed="Raf5f8038182a4180"/>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C67A836F-D177-4778-B074-E699467A63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1910502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A7885EB5-8A96-4778-8259-753B97FD7F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8919FEF9-F829-46AE-8BB9-74108F8BD3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717E9DEA-9FEC-4BCF-B07F-0947325F6B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ED62F5C3-E3C7-484D-9B4C-C305A32E70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0C7CD167-A33F-4899-8F21-80725F0517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3E5E5D2C-96B1-4C47-9287-B6C4F7D987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EB3E8A07-D88A-446F-BA3C-ADB3E92A2612}"/>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0E600E4F-BE72-446C-9631-CBB593BEE048}"/>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C29878F-DCB2-4D6C-B98F-BD09A35D4B1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EF09824E-C9C7-478C-A6B5-913A412EC226}"/>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1E548687-D337-4ECA-BA1D-72B8C055418C}"/>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DA1E78-CC9D-4286-A184-F86D36A7A3A5}"/>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60AF2A0A-F0C4-45F9-820E-8D4FCA6CD07D}"/>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EBC34F5-ADEB-4AD5-9E7F-40F4E0A0EA67}"/>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B03A1A4-71EF-459A-AD10-0D67BB34840F}"/>
              </a:ext>
            </a:extLst>
          </p:cNvPr>
          <p:cNvPicPr>
            <a:picLocks xmlns:a="http://schemas.openxmlformats.org/drawingml/2006/main" noChangeAspect="1"/>
          </p:cNvPicPr>
          <p:nvPr/>
        </p:nvPicPr>
        <p:blipFill>
          <a:blip xmlns:r="http://schemas.openxmlformats.org/officeDocument/2006/relationships" xmlns:a="http://schemas.openxmlformats.org/drawingml/2006/main" r:embed="R596f9330692740af"/>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8318DACE-6E49-432B-B1C7-FB565A55F57B}"/>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900B081E-2F1F-4D49-8574-A7FBDFDE4D9E}"/>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B41E2E52-1B95-42DF-90CB-A87A26E799B0}"/>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6D767F23-76AB-424C-8E3F-4E38EBF18049}"/>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40D5EEFD-42C4-40BB-B02B-29AA404DBE7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9E3FE0B3-566A-4CBD-880F-E9A73E2152C4}"/>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4AF8334-58E9-442B-B301-86E9B00F24E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7FF88B7A-6445-4668-A23E-AE744534C952}"/>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516E7FFC-FF8B-4CB9-9EA4-CBAD90EA5414}"/>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8EA9E387-7DCB-41CC-8DB3-97A7FB6B1552}"/>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A74FE586-84E3-4892-8166-81BEFC9A493F}"/>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811372F2-C483-40A4-BB43-FD94885D12D2}"/>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87C6D5E0-4642-49AD-9EA3-D6F3CBB15E0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87699A6A-0C12-4A9D-86DA-1A18E6523BF7}"/>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DD3D8DA3-E3AD-4842-9607-3A1139F76F41}"/>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9A31FD80-9C18-4808-B879-3FCF1135119D}"/>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6DBCADC3-79BB-46C1-A2CF-4BAAB486957C}"/>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90EFC7C4-6C24-4BA7-9222-87503E97151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2B5442C1-8DB8-4B80-A6C5-A2A8A20DCCB2}"/>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E3E48824-29A9-499A-99DD-1E3E11285A73}"/>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EEA76E27-B6F0-40D0-92CE-3AA266904DB2}"/>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F9146ACC-ABE4-46C1-9266-CEBB5CE8FE81}"/>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F517F6DA-A509-4EFC-8AF4-DCDD29787C10}"/>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A1B3559F-B834-479D-8888-90A8B9EE759F}"/>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C1515F18-6BB6-474F-8AF6-F4243CB3BF62}"/>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1FEF7BB0-F28F-471E-8F76-C46A21115B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0978500"/>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83CDD72F-2237-462C-9BC4-5F27B6311B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B1E0B9D2-B53D-42CA-8CDD-54F5031A3C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BC20A7BE-E343-4217-9B6B-59F40CBE1E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FA612A0F-F039-4082-9252-221FB8CB63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0F95F02C-3C8A-4E0D-BB79-F722B67EFE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159A90C9-8D38-4C48-ACF9-25A8FCFA1B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18AC3A26-7AE8-4A9C-8DDE-49F36B04A34A}"/>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8C6AC2AD-1298-4A5C-97B6-685A2C8F69C5}"/>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AA3903FA-EDC8-45FA-8457-6EB92B148BF4}"/>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EB69E2D-7CD6-48E1-BC30-40D6EBE5BE9E}"/>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9D512C3B-86B4-4028-B5AF-D5D0B50BCDDC}"/>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FC02AF40-48F8-4EFB-9200-9417F87C9EAE}"/>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AC3D07EA-0C7B-4950-8964-F22D514231A0}"/>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1000F6DF-BC2B-4345-BCF3-1B6CD089EBC4}"/>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71186AD-0E78-4F3E-9309-6882188B257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7C503168-F052-432F-931D-33FA641D643E}"/>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2CF34DC8-5177-4AFB-B3F2-6607301B03BE}"/>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154F982A-63CB-4B1F-A0A3-4D31A56786B0}"/>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2A81B26C-3670-4551-8533-5F083CD1B07A}"/>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4C550453-BFAB-47AA-9160-93A738C3130D}"/>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28D9DEC2-303C-4940-AD47-B74AD898319C}"/>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9564F3D8-8698-432C-B412-4487B2A8D92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93458C6-A066-410F-BD80-BD4CDF6C5FE9}"/>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DD961880-BD8B-480E-B858-CB620244C13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541A437B-89BE-4D3D-A593-20724EE4344D}"/>
              </a:ext>
            </a:extLst>
          </p:cNvPr>
          <p:cNvPicPr>
            <a:picLocks xmlns:a="http://schemas.openxmlformats.org/drawingml/2006/main" noChangeAspect="1"/>
          </p:cNvPicPr>
          <p:nvPr/>
        </p:nvPicPr>
        <p:blipFill>
          <a:blip xmlns:r="http://schemas.openxmlformats.org/officeDocument/2006/relationships" xmlns:a="http://schemas.openxmlformats.org/drawingml/2006/main" r:embed="Rdc20e257d4484b6c"/>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61F1169-68CF-49EF-85D2-3B4037B5AD6B}"/>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69A68EDB-F8DB-4418-8CEC-1EB4232AFA2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E951635A-3561-4BEF-AAEA-DDF92E38CF5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73613A95-89A4-42D5-86EB-3B409EE1E3C5}"/>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8F7FCEA4-FD7D-4530-80D9-7FFC5EFA3423}"/>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5479D2DB-D68F-46AC-867C-1B0A9886CD6C}"/>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3A6133DD-82EE-49CA-B3F8-7FB431E921BD}"/>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AAAE0978-2BBB-4B1E-9045-2B9433B6180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EC356A90-2F2C-4E08-B0A3-3D91F6DBDCA4}"/>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17C78160-5FEF-4654-BF67-695DD44E5774}"/>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48BD2F75-0E01-4777-87C7-A6B7C318867D}"/>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F272831F-873E-424E-9CA7-921ABB2DF08F}"/>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0B9D6A17-2D3D-4C19-80B2-BD3B9AAD42E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AA39EB57-B0A5-44EF-88A6-853F3F124B33}"/>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CC77EA68-0CA5-45D2-BEFD-1058BE241E41}"/>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8C507232-2F7F-44C2-84E3-FAC1955C11D1}"/>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5EAF1240-E4C9-4295-9226-AD0AF8ACD058}"/>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84E03129-A078-41BC-8849-85DAA975307E}"/>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5502365E-017E-4212-8B17-8F3915624D19}"/>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D1E1AE74-6846-4AC6-8F75-4A508E68FE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94547290"/>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6F17FD51-F0CA-4945-AD52-B1DD97D9AB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96795D0C-428E-4C3D-B8AD-F80CB09888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4F60E420-E1E9-46AA-9F6A-E7A40A8389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D7A79FD1-B87B-42D1-8D6E-46D591B95C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ABEAFC83-7C2C-4830-8BD5-9EE58B01D5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50FDE6DA-FEA0-4687-A2CA-AEAE044757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1518FC55-BBC2-43CB-AA84-39088CE809F4}"/>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007FBD05-5171-48A2-8A28-332DA2835CF9}"/>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9CD6731-6D8C-4479-986A-20275A312A4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07A33FB8-B34A-46FB-8E37-9DD5FAF240AA}"/>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2C5FC210-1CA5-46D0-B03D-E25417FFD82C}"/>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8C3EA1D5-9A8B-4433-A416-485CA238BED2}"/>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615A0F96-6433-4D47-A990-FF9B4CB19C8A}"/>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4197FF6C-8FBD-44EF-BCC6-7E6E23395573}"/>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8A82E231-1692-40F2-ADC1-94A428314EB6}"/>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36128797-11A8-4971-9A64-7B044261AE48}"/>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78B90A6E-2F59-454C-BCEE-A965894D017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A2EEE4FA-DE81-411A-9E42-AD8D06CDC7B8}"/>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0AC0C9EA-1120-40DD-BFA1-5804AA423D13}"/>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E727D746-E25F-426A-B519-F84E6F122E3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9F630780-C492-4BCD-9B10-BC1FE95582A2}"/>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28F61938-0803-41D4-AE3E-945E1C70B971}"/>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59E8DCA7-DAC9-4335-8034-3817475D75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65481649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C5125736-2EC4-4F7F-904C-341971D3B6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A7747620-800E-4B54-8C11-7D7432B85B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8683F501-90D0-4925-928B-24FB398797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709BAB9D-6371-4F02-97A6-F24F1A1043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F335841E-F9A6-4E12-88F3-33F055784D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B0B98A39-DC24-46FD-AB9F-D5FE75E9C1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025FFAE6-C20A-4D1A-894C-0AB599305210}"/>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BC5959E3-BB74-4B7E-899B-78D471485A11}"/>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F0F83A4B-BB91-4279-8207-27BE79A954B0}"/>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E121D741-1CF0-4C81-852F-B0F0748CCD8A}"/>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A7BE8AA9-98C3-4433-980E-8A99728923B6}"/>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924078C0-3EDE-401E-A4CF-1EEEF39BCB37}"/>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CDD13060-A460-431B-BAF9-1237B9FFFB4F}"/>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61873D2A-4FBD-4881-89DC-76CA0E0C1937}"/>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5C0DFB8E-0FD4-445D-A87C-FD3D5F145B38}"/>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741C472-A435-40C5-96DB-DA770DFBD28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C17A30C2-76B0-4B59-9003-62230DD0398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1F730015-90B6-4745-809B-E55A40C3905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57F2CCA6-DCEB-4623-A655-F72A9E0AAE7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C53C50B-6E4D-403E-80C0-7EDA1A5D0E5C}"/>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A6FFB71D-9E8F-4875-9949-9F01DF575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213D2C8F-4C25-400C-B387-1BE10C63EA7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221BF024-28A8-4CC5-97B7-217EA19B3AF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F6D443E-5FEC-4F11-9E7B-55C9273D567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EB13D7D6-45D2-43E0-A6F1-D1DABBE9C7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02530879"/>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E5D82E4A-4FD8-4A98-8A8F-806C749898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457F7A36-8CCF-453B-87BA-38C8698A4F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A1572BDF-F5B2-48E7-A5DA-D92C66ADD6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E9B5CDBC-3F6C-43B6-999A-A75DD1DAD2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6E8D86B2-FA43-4D73-BA9B-48EFD53434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94656D20-11EC-4C18-BEAF-10FE805171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7E842726-2F37-47FF-BD90-8B6A627CF6E8}"/>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5EE3E388-522D-4333-BD53-74A4FF0FF7AF}"/>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5163F35C-CE5C-47B3-9C90-CF9C0A2ED67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B49F8FF6-E6E8-4B8E-90DD-585950C65DA3}"/>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C03EDCB8-F529-4EFC-9690-E6186806CE9A}"/>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1F0CB145-3091-40CC-B147-6C30ECA94A07}"/>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B3D608E4-0932-4218-8813-4BA50A568086}"/>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14B7C607-862E-45F8-97D6-40EDDE9B96B8}"/>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7D7D49B9-4A55-4984-A23F-DDF7348EF05F}"/>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281DB985-33B0-40C1-BB23-E7818CDA850A}"/>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C85C7BAE-A78B-43DE-B3D8-76DB314D794A}"/>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BDF14CA8-8720-4E9B-BB3E-7C35A3C42DE8}"/>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AD5DA530-77C0-4CD7-BDBC-2E3315B3FE04}"/>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3A384D0-7B54-4FCE-8DAE-B82855012A83}"/>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1D6A6689-E95C-4972-8908-F4C491D9A40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D47FB916-6A46-4EC7-A951-C942D1493D53}"/>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5811A615-2315-48CF-AF7D-D2CCBA0352BF}"/>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01C45D18-3619-49E3-8D8C-28F278B98B9F}"/>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91D70245-206D-461C-94FB-A026875AA929}"/>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0489709F-6D09-4E08-B4FE-EFE54AB256F3}"/>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29FE5132-A2FF-4F82-A4D4-34ED738D5F8D}"/>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1FA54984-C0D2-418C-AC4B-3C35DF5C7BD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CAE1540-7B88-443E-ADEC-E02CD3F0A6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015767471"/>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534963F0-59C7-4F2B-A5C1-582A520060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670FA0AA-083E-4EAA-AD03-43F6E86CAC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D569B81C-647F-4F08-A9A7-88AFC97D9A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82A3E9DA-2C66-4C19-8913-8FAFB70F19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5C3E04E8-589F-4937-AFB5-E198BE4B7A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A4F55DA3-7FB5-4807-9DD3-36E7FCD643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4E488765-9F28-4A84-87FC-BD9CB2D79FD0}"/>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C7D17088-1521-4433-A5E0-DDFD29DB4B1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819271B5-0AE7-4D5D-A3F0-8A2C56360326}"/>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01DFE9E8-BA32-4962-AAA0-82332DA6F0CD}"/>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EEADF780-DE63-49A0-A7F6-1FFA60CDD222}"/>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53E86834-29D8-4DA1-AF9D-3C01BE1CDF2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A55449E9-2B4F-4761-A1AC-26115F1D97D7}"/>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C1A294D3-70F5-4716-A769-781972A37AC1}"/>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55BA54D7-07D2-4239-B3BF-630723238930}"/>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A481C8F5-CE74-4CB3-A84A-40D430752441}"/>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2F9EF9F6-2D71-4AA2-BFB6-B298FF2E6550}"/>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79F42071-1CC3-44A8-8ABB-F68D35413E08}"/>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D8AA836-A158-4E1B-AD3D-0B8703C02D67}"/>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DE365209-89C9-44A2-B5A6-3A66B342E2C6}"/>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DA4406F8-F232-4F54-97A4-0D87D11CD8E7}"/>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651BBE9-F3FB-4615-8EBA-CD9BA8A0FC4E}"/>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22A1AB20-7BC3-4824-89AF-4918B276F295}"/>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64534187-BC79-4190-B4D0-25D7A22FC028}"/>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46017B3F-DB34-4286-AC26-0683E93072DE}"/>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BD275F46-87D0-4D82-8784-0DB053E16C44}"/>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AE27B269-166F-4748-A798-C2E3B22B0564}"/>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9DFC3C42-10A9-4392-9DC3-7365AF357F61}"/>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A8FA5D22-D115-4CE0-98E1-1DE5EC45136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059DB90A-0D4F-45EA-B4F6-2C3EDB844774}"/>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E6A03907-9A7A-4286-AF5F-A3ED19E92CD4}"/>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C7B02EBE-C111-429C-BDB9-9F511394DAA4}"/>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22AA8BF2-F65F-4C9A-A3AC-778C935FC5DF}"/>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DFA26931-48AA-4A82-B0C8-5679AC6569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64175098"/>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893E86B4-21F2-4025-956B-65A463E5C1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F6F1627B-4FE8-4BA6-AD16-C904408EB7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16C35D79-57B7-4B58-AE54-E4BBD5B2BD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5202DB38-0354-4935-8322-79C578564A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46B906A4-0725-4CE5-B2EA-4712D998CB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E5BA9378-120F-4840-B697-982EE0D7BF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56FCAA32-9332-47C8-BA3F-B2E00D96BB56}"/>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6E79EF6B-C86F-496A-840C-02722C21644A}"/>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632C0F31-E97C-4608-B141-D441792FCB9F}"/>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86E1C5E-9A51-44E0-B7F5-D1F125E3D73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29BFDB9-3546-4485-87E5-2545F1572500}"/>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8A8DEE1E-C483-4709-9F42-83C7FC786D8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9FDFA983-206D-4754-B5B5-3B4E9B243014}"/>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0D49659C-0A8A-40E5-9C90-C77E670F503C}"/>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BDE6B675-40E1-47B4-ACDB-44903B8193E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AB170942-419C-4F10-85C5-B5D88E9732C0}"/>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BDF1E781-C587-4D75-8B3E-C71A72842CA3}"/>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EBD4C109-5A19-48CA-A487-33A89075FB69}"/>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C33FB109-08C5-4F78-BDD9-355A326662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8243510"/>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69CAABA6-D93A-496D-A2DD-3909DB24ED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40EDBC24-E993-4EB2-9668-206DB22C73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D51604EC-EB8E-4391-9348-32A2FF60BD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685C987A-A84A-48A3-84F5-397A2AFA04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3505ED6E-D128-4F64-8B0B-92B75AADB4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889F1F4C-BC0F-4ADA-9064-5A02C69CC3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FABD415C-E786-4C6D-A50B-3450028828AE}"/>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2FDBDB3F-B53B-4F1F-8EB5-9DC1810099E0}"/>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50AA20EF-F586-4377-9190-4C668B3163AF}"/>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90B6FF5-5101-4741-8C7C-D837F0654F6E}"/>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D7D51490-68FA-45AF-8B91-9A52E08CD720}"/>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9D673A8-2433-4F8C-BDC8-CBE61E7324C6}"/>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A88E30A1-3AFE-4C7F-8BAA-5098DF57D566}"/>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4793FD78-1436-4677-B220-03355FB63697}"/>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8910C4A7-2B24-4A8C-8EF8-F6B20415B0E2}"/>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F3B78E09-F2D5-4718-AC4A-2CD637EADBB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2C03A439-0B94-4C64-88DE-24D725F9AC40}"/>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FFF11909-1271-4FC3-8F5D-EC993DE298A5}"/>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3A8652C7-1B18-486F-86F9-A7B24466BD1B}"/>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0AFFFC7C-42F7-408C-9C50-3BEF2F81B24B}"/>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8328D463-6B66-4CF8-A0FD-8A79B313690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9C8174B4-256E-42C9-A9CE-D52C49F087DD}"/>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36EC5F53-4794-4149-8B7F-4DB9766E41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54458970"/>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09DD881E-929D-4DF8-996F-CAFA884844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B51367F3-866A-4350-ACC4-E6F4EB9D0E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452DC983-10E1-498F-9BCA-CBEA6122A3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6E7C0986-57FF-48A5-84A6-65CDB3362E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F8097E55-9F48-430D-A794-7694521FA5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329654C7-613F-4B8D-A906-A50E74C490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647CF49A-E637-44F8-ADF2-4EFF6C7E3C0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69BCF62E-27C7-425C-B7B4-3554191C0C7A}"/>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F72F5DED-578D-4AFA-BF86-73B00F2AE7E8}"/>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3325114E-9BC6-4F94-A1EA-7416F3983453}"/>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205C93CC-0C36-4940-80C5-C93A725E0B15}"/>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ADEF8FD8-9307-46FF-81B7-528B32E29BB9}"/>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F051FF40-4548-497F-9D3B-1903675BF269}"/>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6C25DD7F-94A1-4E34-A596-44FB7F698243}"/>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E39E11B3-D15F-4B87-A2D7-5240EA203146}"/>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EDE79612-1680-40C9-ABA3-D4BADBAF4876}"/>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27755B19-4E62-4240-9D03-D2DE296C0AA1}"/>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4DBBF062-A3EE-4479-BFE2-87EF7E5BE705}"/>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FE668726-8E03-4589-B44E-849E632E3D4F}"/>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62BE6C40-58DE-4480-BC79-60F53766743D}"/>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E2FB3D41-9D41-4962-A387-92470087C0B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A4642F82-C340-418C-AC54-C68BFD72DB2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6FC969D-F9F8-4CFF-B227-8D0499F467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058316002"/>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4637F348-F4A3-4B85-855F-4D8B5C4CAC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A8B8CFA3-40B7-4C2C-8634-39D84A5F25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871B3E86-A0D8-4F5D-B7D9-016151CD57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848C553D-AB10-4BAE-B437-6DBD24A610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5319D11E-0649-411C-AA1A-5948316136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EEF87D8E-3C24-48AA-943C-B68FF224F3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48BF85A4-2FCE-4CB5-8272-50E332B21DEA}"/>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626FB876-E418-43C1-B3AC-8335091E72B0}"/>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55A762E-4975-4568-BA86-5870EBA2E211}"/>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9DD31E62-437B-447E-A303-CAECB8E15C96}"/>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8959917A-07D1-4A50-8454-F76B0E7CB781}"/>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2E6DB180-A04D-45C7-81BD-EDDD4DB7969E}"/>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7E6314D0-A133-47D4-B3A7-A2613E59968C}"/>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30C83EBF-A1C8-4DAA-96E6-D20D60C614EA}"/>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5B66EF76-BF0B-4EFA-BADD-71962E4CB2FD}"/>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2D210B5-B0FE-4551-BC7D-BF2704817C42}"/>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8BF1AC26-B6C5-4F8D-8CAD-81E0E91786D4}"/>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4D8D20F7-7C4E-4A53-9844-6591F662CED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863DEADF-8CA1-4038-872F-05FA700832D3}"/>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F60B14FB-D782-4836-AD97-819D0E078BCD}"/>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382161D8-4E8A-460B-8FB0-98B435A4C5FC}"/>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3039EADB-DC13-4040-B1C8-55E6BC764291}"/>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E8491E01-5093-4186-8CCC-85F739AAAEB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252C58C9-30D4-4D73-B5E7-C6F62CEB53F1}"/>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404523D3-1DA6-4818-8AE4-C3B159CCC35F}"/>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37132710-1E0F-476C-9331-8C3E6B811406}"/>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7663DC9F-1A06-4151-B781-B801EC85304F}"/>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3DA6A22A-572F-4B8F-9DD8-8901947C6575}"/>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5588DD7C-7316-4DBA-8BA2-B1D87A13799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0E87CE9-6740-4A40-88D2-2B1A84807189}"/>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EF39012D-ADEC-4135-B592-8B06F3E181D0}"/>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33198B8E-C019-40BD-860C-E71427E55D7D}"/>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43CC6D68-BD32-4DC2-8658-AEDF60B0FCC9}"/>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518459A2-564B-4E5A-8AAD-2E992051BB7E}"/>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91445609-652E-40D6-AF69-FC1C650D595B}"/>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A3BAAC0D-1688-429A-857A-761C032952CF}"/>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B53CC200-79DA-4814-9E9F-64A2F171B20E}"/>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FAC4642-47ED-489D-9CC8-0ACCE2B29206}"/>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9213B3C1-7D6E-4AC5-BA8F-D846D6FC0C89}"/>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7AF3F629-A900-45A5-81C9-F06EFFE51274}"/>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4B108896-2C79-4F8A-9A0A-47EC7248EAA9}"/>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5E55C73C-D52E-4971-B31F-4C96FCD8A51B}"/>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96E4FC29-E498-4B80-9327-46D56180BC5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A1A18037-CB88-473C-A847-C992A716F13C}"/>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AAF8F2A6-4095-49CB-A6E8-8DB04FA0E009}"/>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8CF0FD0D-D116-422A-873A-78235C0224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00122804"/>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51C4AA5C-875D-4A2E-A2F2-218EC0E4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08BC774E-E99F-4578-AC28-76FCEEEF8A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3393B6DF-F839-43AD-9D94-399E3087BE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09B682D9-2943-494F-8CF7-507F16861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CFFFC469-F96B-45A5-AEBF-455306BD8E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0AFF15C0-D051-4036-A828-AD464E0C77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0874D82C-1DAF-41F7-AC58-94F419F7EA9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3DF9AB0-49C3-47D1-835B-5518D51C07D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1A8F0B86-1448-4C24-ADDE-A9B0C5BEB5C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5C7E34C2-FEAE-47AD-B0C6-5B98DD7336C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1FF5D73-63D4-4072-AAEB-3B94B7472E8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7CF6EAA-974D-4093-8AAE-429C9F017C5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6937E1CF-17FB-42EE-B213-520B8F4AB52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E15FE6DB-0A2C-414B-A337-919B9AF0C25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418A6EBF-D606-4F01-BA4A-D3BC7442825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141E89D7-B714-41C2-8D2B-F58BDD55254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10CB68CE-22CE-44A4-938D-28F0CBCEC6F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69168E35-81FE-48A5-8D57-2D6D9510937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0BE2AE0D-EC4A-4B08-972B-6E2AE0188DE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B82FA455-FCC3-464C-B287-840BDC91199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34624E61-A1B9-4D86-ACA6-2F69071B10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84984001"/>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6A21032A-E4A8-4CE6-AA2A-81DCA07372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A4C36BFF-5556-4AB9-AF5C-18615DDC81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C097C3D0-D5B9-4F33-8DFF-3E48A2C257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DA655DCA-A6EB-4B35-95F8-7451175A2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EAED1248-F9A9-4FDD-9A7D-CA9231A402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664B72AC-C739-4CAC-9119-BD0015337A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EE5734B1-DBF7-4D81-82C5-04F12F94632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C166235-E0DF-4BC1-B023-EA411FCED5D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83014E71-78C9-4B26-8DDB-1C0E31FD662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AB4157AF-64BB-4907-AB62-0E093CA2ADC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10AED1C-7065-42A9-A9A8-F5F548B0593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0DC5B36-B7BE-4043-98D5-6D18D398C50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6C2539BB-AA02-4DF6-B60D-68C4B3FEB47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D76B88D9-5359-4E53-BACD-A1E1F0E756D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38874282-EE23-4DA4-BBC3-CD11B1FB4BD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B5D5816-7656-4AA5-9045-428BE1873D5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62AA0BF9-A085-43AF-AD97-4DB9451B71E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3E30B29C-BE2F-4620-9749-266671E9DFD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1CA1F6D5-9051-41F1-BE57-650DA99263E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044AC001-B879-4E75-8DAF-4BA628B2D9A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28CEA48E-B890-46D5-85E2-B61403ED71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99025632"/>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C9E4D4E8-4916-444A-A86B-B5FDA8D166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14273CB2-0130-4E75-80C9-8CC1BB9704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4450E740-CF7B-460C-9FF8-52DA81CF6E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41339A25-42FB-4740-B405-60F5CCFCDC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D5AF45E5-DD71-4561-91B2-723BE332F5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BB3538EA-F6FD-48C3-97C9-E7580A5C41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BFF85838-875C-4B86-B2F8-1575CE224A9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195E666-2E7B-4551-A5F0-2FF8965106A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C98FAAC-913C-4573-AF4C-B8B044E08E1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C7FF67B1-96FE-4B39-B2E4-693650D51F5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BC1B54B-7E9A-43BA-9DAA-A5B1F087CFA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58E3B11-4662-4516-8616-737666D5CD0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0BC03A17-3C2A-423F-B737-DE94225A338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4BDAEFB3-C1EC-469E-A4FB-F392BD222BE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B88116CB-954D-46D3-892E-2768EB9374B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1EB71C84-92AA-4E8E-BC9E-345B74641CB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999EC173-CED4-401C-B2C0-8B38AD82131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1DCAF11F-074E-421C-A6E1-C668DC3B66F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B65411B6-3DD3-450D-839F-F2A39F2DF14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3BA24AA7-F0A1-481B-BB75-90010AB1192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5DE55385-EF37-4EEB-A9FA-C543AD6407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1668651"/>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0461C416-43A6-4F50-9271-728EEA00DE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2FAD4955-226B-4412-BBC1-61F189F55A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F063AD35-680E-4513-BAB9-5894FBB466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D806174F-E4FD-4DF2-A358-455137D05E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9109D7E7-9D1B-4FE8-A933-7AC56BCD8B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654B7042-913B-42A8-B05C-28E4F901FF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B1742CFD-216D-457F-8AAB-39B2AA49BB0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DA2B912-1901-49D9-9CDF-54E05F264A0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D898822D-E804-4416-A915-E3CCCF92AB0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32EF3AB3-608D-4CC1-977C-DD2FF09C74C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1D7D392-66F3-4FB1-A9DF-0C673A3F87A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2271EB5-F55B-4307-AE85-3516AD349EB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7424E58E-FB1D-4887-B559-C163452EF02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3670C4D3-91A7-4305-9950-EB5FCAD8EC7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CAD5253E-AE81-45B2-A8CE-92060C738F1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F419C09-5F89-4978-B1C2-236E9F1770B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C01874E1-7234-4A7B-B558-55C0C353CDE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5FE9468-E8E5-4851-B12D-B26954CBDB0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95CB9607-59ED-4E76-B4C4-F08DC0C700C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865BC86D-30DC-4967-8DA5-247F35233D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93BD1D0F-0241-4982-9050-399E15BAFA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14584861"/>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1644524C-C023-47F1-92D3-0E48B9AA7C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2D02DECC-DFB2-43F5-9FA1-739E7F5553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8435ED09-21FA-41AD-9059-107C25007F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FA38DF96-B93B-404C-854D-67003F217E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A0CFB96C-B28B-4AF7-A200-5694A968A3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64FD7B77-4164-4872-8573-E5D8BBEEDC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3EAF948E-E2D2-48CA-AE0F-61DA901447E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54C95CF-A884-4756-B5FF-5DC40824D46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85830E74-8C7E-4002-972C-5D248750B77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A3C9FA3B-0596-4282-84C9-888000244E3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57E2730-BEA2-49F6-8DE0-E5D21E55DDA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950A00D-E390-45E4-9A89-169FC2C6F69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38D46075-9AFD-4D2D-B6D5-E70C1279C60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3156E60F-DC5B-45E3-84D7-D4FB31C428C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B1AFBE15-8CDD-41B4-9A35-4874B2DE2DE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752E473E-9B58-41E0-89E0-09E37839E57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66C06585-194B-4360-8EF4-4218FE77109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95DAF553-3DB5-433E-B4C5-9CCA12D4AA7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9AD10BC3-38BE-4CDB-A62D-1EB5CB7C10F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0F0F646E-8E29-4A22-ADC5-7168ABB9D91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F3D5F2F6-D753-4B0C-837D-2A917FFA76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12188985"/>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B4AE5897-F5CE-4922-AB40-6B0BE96DC1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69327E5D-3F8D-4716-9927-90FB48F502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0C3E171F-1386-491E-AF4D-B5586EF619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C5C85BDB-C241-4109-BA3F-BEEFFCA80C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B586714D-979C-43A7-9EF0-AFEF6AEE03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529C142D-FD3C-4BE1-B5FC-3571C79BD3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CEC663D6-9F46-4FCF-AA5E-6E865D6547F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CB08C56-130D-4692-835D-3EA1BE8B3F3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C01173C7-F181-421E-B363-B394517EF7A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5FA1E1C5-3627-4035-90EF-6D963AE31FA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6F589F0-6C5F-4FBF-9EB0-DC64CB3A305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D598778-CAD4-4120-89C9-AA76EAE71E1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04BAA833-9C61-421D-9E4D-01822DF34A1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052EAD9F-6BC4-48A1-B42B-032E0B5EAA1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5A397FD0-56DB-4CDE-B521-44C096AD401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9D474E06-D023-4455-831F-7340E3F7209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F8405F82-4A28-466F-9B47-6782ECE206C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BABCB809-C56D-4DB3-9077-875E1DCC79F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5CF1E362-5FDD-4146-8BFC-53FF47854FA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F7C77381-8956-4BF7-9D52-2539E870E20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63EAF3EB-14C1-429E-8DC4-CDE7BA23EB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9066931"/>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FE04DE90-3BBD-4B61-B152-BE45787E25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F9845279-CC80-45D7-AF43-983BD5B7E2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D4B513EE-1BF8-40BC-A90E-E4762936CB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B1F619AF-A947-4DB2-ACF6-559BD13333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D290869A-E8A8-4FEB-A394-7D49A72CA4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4668BAE0-E777-45E2-B77C-BA650A4C12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62D64466-0E90-44C9-802B-BF9BD39D103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4E4F425-8E56-4D0D-B9DB-724C145A7A0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E1B8A71B-2ED5-4B5A-BA45-6BB1F703686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4646026-B2ED-4026-BEA5-B439419487F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3F986D5-7B6B-41E2-9416-418168B5BD1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D6FAFBC-BB3C-494A-BEEA-EA9B3C51DF7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B29CD964-E1C7-453F-B00C-E1AB50C256F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E132235F-F655-4A4D-9B3B-3F95174183B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A7E3A0D4-DB03-420B-B3DE-46B312EF914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241E981A-B41B-42DE-B35E-66FE803C26F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670F8148-CCA2-484F-8760-504C6C1A746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EA83F1D8-47FF-4D7D-858F-29920BB52EF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7DDF69BB-5CC0-497F-A1F8-3DFC6F5ED2E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B4B129C2-FF8F-4C8A-8F57-27DFFC34C3D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E44C599F-CC59-4961-A62E-ABF80CCB15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01017171"/>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A3E89E1E-277B-4857-9563-54067BD4A3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F6F24BDD-0CE1-4BDC-9C78-1EB2805A7B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35573B81-EA42-4276-AD0D-122B2FB451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E3F1AAF6-2290-4684-894C-F257BAC34B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0B1E3859-A2EC-4510-B67D-2BEA2121B4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FE469622-5CFB-42F5-AB78-6297B05D9A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6EB6FC2E-575F-4799-93F9-8861118A4B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EFB6A36-ED0D-4832-BC46-13F41ABBE37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A606F60A-1EDC-4E88-969C-F05BD669C13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18C4D07D-342D-4BB9-8F25-B35126BA912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B59C596-78DD-40FB-8C73-DBC41AFC770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7367FEF-3867-4EDE-8F95-FF975B0D443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2ACABCBA-5466-401A-91D8-2F6F1288CD9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EBD75C90-3987-4521-B3D4-004D318685D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9C42AB74-737E-45DF-A50D-AF1DB9E506D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0D9F7CDF-DCD1-4029-9143-EA9E3B8BF8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80406029-86CC-4520-923F-3EFC4062D64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E7E32549-3EA4-4064-8C27-CD4C54E17BF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9F1053F-8A01-4042-BC55-D0838E0742F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147BEC18-121C-45B1-9C77-64D8DF3CEAF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6331DD00-42F6-499E-9A1A-610A48531E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69287160"/>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AAE66BB6-849D-45CA-BA6F-C6000EA0EB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05EFA718-246A-4202-ADC0-3F11B4AFE0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672C242D-A507-4C83-B387-B8E7010ABC0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36E5E38D-E201-49B1-A263-8E5AC2138F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00A5893C-6A73-4C94-88FF-1D3F50AF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45F09C88-B1C5-4D0F-92C1-A939F467C3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B6E661C0-8553-4F68-A74F-421A7DDAB29D}"/>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3888463A-4B71-4487-B70D-E16872484360}"/>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6CF159CB-7090-48C7-A3A9-75E011763BC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1730BE5B-8A4D-4118-BF13-0C2E5C7B340B}"/>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BE8694DD-D194-405B-BEEB-C511D1CC3039}"/>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9F366D18-7AEC-4736-8DB2-A7988FF89B4B}"/>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84052994-506C-438F-A321-9165CF4339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18040589"/>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DF335250-F8CE-481D-B99C-ED942A91C4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0AE2FD67-7E0F-44A5-9B71-7A6460B574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CD7F2078-6E7B-4439-9298-6724CC9CFA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11F78030-9542-499F-9C44-066CF5854F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E9F7A99D-E1FB-4D6D-B79A-358049D00B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6702BDC9-67BE-4D20-904B-CA10D43FFD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C45CFFD4-37CB-4913-B0B8-FB3E0B366955}"/>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D54EDA68-11E2-4067-9376-78C02AD681FF}"/>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82C9D690-C3F1-48D3-8E24-AFB09832FF53}"/>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09F3A829-0FCB-4768-B81C-0F49A4F19212}"/>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555A5094-CAF9-42CF-84CC-653BCAF52288}"/>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0AAD5F82-600B-4E9B-984A-AC5825441B4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656201EB-B46D-47F3-940D-FCACAB88632B}"/>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9A9891FB-B8B8-42D9-94E2-ED63B0441485}"/>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96F157F1-78E8-4F1F-B77A-2F9A0BA07DFA}"/>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CA8A1919-85B6-459A-9C1B-470D3600355B}"/>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A22CDB9A-E114-4091-A077-2B21DBA542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35251072"/>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6A785553-9A5C-4CAC-BD35-A2508401B0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943F728E-302B-4287-BEE0-75AEECB0F4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2B2A4DE8-311E-43D9-9BC7-74FAE2B00B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8742166F-76CD-4421-A78A-4C2A8EBD55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415A9325-A780-4B56-9754-A03D143EC0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8157F596-452D-4828-AB7E-CE0414CB2A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EFC12E20-92A0-4EDC-A4C9-02C0A3494B42}"/>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182F0B7-95E3-4B0E-9853-F8EDC6A33F64}"/>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C32F6BA3-224A-44D6-9DBD-EB5F676E51AD}"/>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0E029530-74EE-42C9-8B20-BC81F2D87583}"/>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69CB87E-0312-425F-B9B1-6B47CBF56ACE}"/>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72DD3673-BA37-4F36-8DA2-8A5BFF67CA6C}"/>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388445F1-6562-4EF5-B60A-AD13A2319F70}"/>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C857818E-5FC5-4E09-95C0-73B7524C225D}"/>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6314645-3A5A-401D-8372-7859622C2113}"/>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EBFEBD6-2E97-4266-A952-AB23195592D1}"/>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F6F7225A-A152-4481-80A6-7097C9B32E55}"/>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C4D3CA1A-645B-47F3-AFCA-0317D9E41E5B}"/>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06334D0F-8129-463E-A721-1F56231F8575}"/>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A854FC8-FC25-48C4-B5A6-64167AEA647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1A191DC-3D82-43C8-AFFA-D362BF5CE4A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A6F2C79B-CF57-4373-9467-5715B24F8B31}"/>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8BF95B5E-B495-4C99-AFD8-C038DDD91D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67265869"/>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1706844F-D58C-4CE8-A7D3-0C41B870B8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4DA8ED27-F123-47DD-A5FD-94C92524DC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3E5D64E5-3823-4643-8654-50199053F6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50E4DAB7-C23C-4793-9FF7-0B04A940D6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732B907F-3C37-4069-8E22-B6F802B2CF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31563A08-723F-491F-8D2C-820ACB677D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F7541D39-62AF-4057-8B25-3A8D7DB5BBFB}"/>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8975A89F-5E44-4E94-B555-AEE09250E8CB}"/>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3ABDC6AA-223A-4088-9717-21B3B3483B3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355E401E-50F1-4551-9A8E-668C0D2F925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95A4E6E6-DD67-431C-85D3-14F400549579}"/>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7A1C8333-DE87-48C4-832B-8F54BABC37EF}"/>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CE94D712-5365-41D9-899B-87E1D748C929}"/>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BCFE5145-0137-4D69-B376-DE30C0039B0D}"/>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40EAC1D8-37A1-45C8-860A-9693C1771DA8}"/>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8B389E37-45A1-43E8-A7A4-B3763E466689}"/>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8AC7ED09-87CE-48F1-9923-B73A710CF49B}"/>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31AFD69-7C14-4EBD-9D8B-8E1E85FB626B}"/>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19F896F2-BED6-48F1-9F34-F2D418114744}"/>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ED0E1EDB-F159-492B-8CFE-C7D495574DBA}"/>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B5E34786-E185-4653-A2A3-E64B7B5BB2C1}"/>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35D0AEDA-F056-4FDE-ADD0-7009D6B064F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DB9C9F31-A027-4BA1-AD56-3DA34550CFC6}"/>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90A87E2A-C892-463A-8DCC-F426D5314A04}"/>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03ACCE2A-E991-4741-B508-3CD8C088E648}"/>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A7672757-56F7-4988-B006-C66EEFD9D8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05674827"/>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25E8AFB-EE31-44FC-B8CD-B975C6EE4F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6822ABBD-A363-44F0-A168-0C60A3E0BA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ED1EA2EC-4D08-4153-93D3-C2F40D30EA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AED08F1C-22C3-47E2-A9D8-E9BB1B6EA1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F2148C80-24E6-454A-B5EC-F69851B23F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B93BD7A4-4517-4525-BBBC-4A78ADFAD5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94D1F45A-32FC-46D8-822B-D00F37DBD58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9462287D-94D8-4005-9296-F0DF607A9051}"/>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5FB63C8E-D623-4C7E-971C-00CA9A550C3D}"/>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4A6F2E44-F24F-49E7-9256-4B5EBC25A38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F706304B-2F62-49A9-A946-CD8549B5DCF6}"/>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2FA5E8D4-2A23-4B61-B2F0-C2A94A16F35E}"/>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7A8FD12D-5E10-48AE-A194-ED5BD2E6EC54}"/>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5CDCA7C8-5628-4193-AB7B-CAC3B52AFDFB}"/>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45FE227E-4645-417F-B21C-4F3953641E19}"/>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1044C209-4292-4A5D-9ECB-770F66772913}"/>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E8DAB6C3-C34A-43DC-9903-D65D68C07A63}"/>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5071F1F8-CBBA-4841-9E78-09DDF1659887}"/>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113334A7-B50C-4B8F-B88A-4C29B0D88829}"/>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6A29CB8F-5F08-42C9-9A83-2BE5CDD05CB2}"/>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AF8038FA-BB03-4E21-8474-1A8200DC4982}"/>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16A3C640-0EC5-4C26-9466-46420EDEA66A}"/>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3A08B564-2E28-4CAD-A1EA-E9770F0F5439}"/>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D002467-967D-468C-B0DF-F30E11B5784E}"/>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C5611F24-2BAB-4AE8-8E2F-68E7C3437D52}"/>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15B8BD4B-009A-4C77-9F84-9DFA854BC594}"/>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C26961F6-4765-46B7-85DF-6F1ABCD89B63}"/>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65AA282D-34B0-4E78-B3E9-4B6E400D9B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52114600"/>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69B75DBD-3B8E-4EC2-9529-ACD286F3E3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D985E3B2-9AA2-433E-AAAA-2848E0CC85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E8507699-0871-44ED-BC71-51A7C6639A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0BFFE1AD-C62E-4FB7-9255-3BB536A80D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6896310C-3626-40C7-8572-A503686828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AB907324-923A-4477-BC19-914D2208EE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484AF74E-C8C5-480C-AF34-0DDF1C680BE0}"/>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67A6EC64-0B79-487A-9342-BFB4B43BE121}"/>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A4B781A6-B5A8-44CC-8B61-8066E9908E79}"/>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32A383B7-0984-44BD-AED8-FB59238E08C4}"/>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88D92B3-D4CB-4D0B-B35C-56F7868A35E4}"/>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6FBC18F0-A3AA-443E-A45A-1B6B7C02B90C}"/>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68AFBF36-C298-443A-B9CB-94215F72696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224F29-3402-48B2-B5FE-F7BFC06CA7AD}"/>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078628F6-9261-4753-B2AE-30EC312E39A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B57A3382-7471-454E-99B3-064F725B206B}"/>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B19543A1-1543-43F9-9C68-4CB9B46CE390}"/>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686BAA2-4262-4759-925A-171FD852D4E2}"/>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4E4D6D2A-3B80-4102-8CA3-D57778CAED2A}"/>
              </a:ext>
            </a:extLst>
          </p:cNvPr>
          <p:cNvPicPr>
            <a:picLocks xmlns:a="http://schemas.openxmlformats.org/drawingml/2006/main" noChangeAspect="1"/>
          </p:cNvPicPr>
          <p:nvPr/>
        </p:nvPicPr>
        <p:blipFill>
          <a:blip xmlns:r="http://schemas.openxmlformats.org/officeDocument/2006/relationships" xmlns:a="http://schemas.openxmlformats.org/drawingml/2006/main" r:embed="Raa4d156349b74a69"/>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7DDE7D84-BA61-4D3F-94C3-40C3EEF466A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206E027D-6611-45D2-927B-295C1928FCE9}"/>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EF852EE-E495-4FF8-8EC8-B44B3B9EB9BC}"/>
              </a:ext>
            </a:extLst>
          </p:cNvPr>
          <p:cNvPicPr>
            <a:picLocks xmlns:a="http://schemas.openxmlformats.org/drawingml/2006/main" noChangeAspect="1"/>
          </p:cNvPicPr>
          <p:nvPr/>
        </p:nvPicPr>
        <p:blipFill>
          <a:blip xmlns:r="http://schemas.openxmlformats.org/officeDocument/2006/relationships" xmlns:a="http://schemas.openxmlformats.org/drawingml/2006/main" r:embed="Rdbf2039f796c4e89"/>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3380A2F8-FB90-40B0-B732-C13084B2DCAA}"/>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F56C78A4-BA87-4134-AB96-01028A28B684}"/>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0DB20BE-065C-4576-B16D-78DD3949B33D}"/>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F1C524C8-8421-4C51-A5EB-BC02732A728D}"/>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0440B9FD-6E57-4B68-9798-74AF1A7535AA}"/>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89AAA6FD-2C93-4969-8DEA-14334D84BF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05214520"/>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4B7E2E0B-5880-4518-8897-71A66C32B6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155C101E-D1B0-4BA2-8A8A-34BB817C87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D29243FD-4704-40F8-9089-65D7858648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E0BD8655-CE6F-412D-BE37-96F6D8557F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DA22CB00-EF33-46C9-BF70-2868468EAA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1287997A-CDEA-43F4-86D2-FAB8665F79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5D59327E-230A-4B03-934D-FB24F90DF6E6}"/>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E44163BB-DA93-4163-8FEE-643DA237CC9A}"/>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F64FAD93-7CBD-42A5-B340-FA005D2EA6D1}"/>
              </a:ext>
            </a:extLst>
          </p:cNvPr>
          <p:cNvPicPr>
            <a:picLocks xmlns:a="http://schemas.openxmlformats.org/drawingml/2006/main" noChangeAspect="1"/>
          </p:cNvPicPr>
          <p:nvPr/>
        </p:nvPicPr>
        <p:blipFill>
          <a:blip xmlns:r="http://schemas.openxmlformats.org/officeDocument/2006/relationships" xmlns:a="http://schemas.openxmlformats.org/drawingml/2006/main" r:embed="Rc7cd17ab13734217"/>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652EB599-C271-49ED-84C9-92C5DAE1E743}"/>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3C9D80E7-5ED9-4A5E-80B6-F6803960ABD8}"/>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1A58B617-E99D-49A8-841E-041D1EC5B65E}"/>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5C541588-0503-4F78-A21D-2AD8CEE4417A}"/>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2D9B5973-F41B-480E-900D-2494537B7B2B}"/>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47A89277-3BCD-461C-80A9-F7C85E8E5E57}"/>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D6CC12F0-6C1D-4EB0-8926-0B593F055198}"/>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0DFD708F-E58A-44A2-AE07-AE9C85D9C085}"/>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621C0D06-7EDE-4FEC-9F75-0C4DEF31CF28}"/>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A166A992-1159-4E8A-8BB8-70785E98D6EC}"/>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7C0FB303-ABF0-4578-BA95-18E59FC57B2D}"/>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4F83359E-268E-4E47-B9A5-58E666F14F89}"/>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9AF24F99-4B59-43CC-9981-C9BEFDF1FCA3}"/>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0732CF07-0667-4437-8FF1-ECEF6F823AD1}"/>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2616449-7CE9-4F11-874E-FF959F1046C0}"/>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3775CD53-7F5A-41FA-933C-BD5D55434517}"/>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5D81C745-E5E7-47C3-B88E-1E612CFD9D0F}"/>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D4E1493E-EA25-46CF-A347-5BE7BCE003DD}"/>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54A79824-0BA4-4A24-A181-6195D6CFCA52}"/>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9B58361-19F4-4E35-9B52-E9DF66D6F8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208024"/>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1769222E-C197-412E-84F4-211EE09287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231A315B-B1A8-4743-AF19-A6BF0106EA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72F5E674-65B2-44A6-8036-34DEA2195F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6C0945FD-0582-4FEA-AF04-C9A4DA4F72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5FC8515F-D0F9-452C-95C9-4C154D6E3F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868EF494-C416-4748-A9DE-D215EAA352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1E3F69B8-C63F-4249-AC02-FA5F15DED244}"/>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2F57CC57-DD4D-4A25-BE7E-243F375E4548}"/>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00EC25A9-7B29-4256-A5B2-762BC800F35E}"/>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1C50832-EE3E-42C8-A414-917BE727FAFB}"/>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B24D130F-902C-4649-9493-506C9758B2B7}"/>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3505E527-EDB8-4227-9020-3861C3335E5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9E224604-98FF-4BAD-9A3C-992D1BD53D44}"/>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368576A-8315-4E02-A3BC-EF075878F558}"/>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ED3A4382-D0C1-41C8-9332-8841EF0BFE28}"/>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37DEE9-078A-461E-8675-E6FD7EC78B5B}"/>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AA35C453-F01B-4BEA-84DC-BC776039FFA6}"/>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56E43A46-2932-426C-B622-11D03932E6E4}"/>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A37724C9-E7AD-44B2-B398-D43AE96C2436}"/>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4503E168-609D-4A0C-82F8-AE3E7FB8CB4E}"/>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EF183B3C-C936-4285-B042-88F7AB9B1BB8}"/>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97DA748E-1BDE-4C26-9625-D797FD29A5EC}"/>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49DD7737-3BBA-43F2-82DC-371A412F01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36352945"/>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68C8E3F4-0688-4E40-984E-C0D520089F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DBF86742-BB4A-41E5-9EDD-AA9E9A6D73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FDA375E7-C516-4EEF-95AF-60D8D8914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4D87494E-60EC-431A-A7A9-5481901819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721CFAD7-F869-45A5-9B4D-BE3966669A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A1108D95-0F32-4D2B-BF3C-9A15ADA654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0EAABD03-4083-47DC-AA05-A9CA192C8A1B}"/>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CDD6A27D-3E4D-477A-879E-73F361099C60}"/>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B7663A41-F4CD-453A-8045-D2F1380F058E}"/>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87B3D41C-C601-4A93-B366-ACE4B86229E5}"/>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7F59CB9D-B01F-4C3D-9E88-55EE0876A397}"/>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8722275B-2769-4190-BA0B-87088C14E43D}"/>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5EB73D8F-55A5-4562-9462-713A4D89A37A}"/>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D424B692-8F63-49E9-BE73-B0A76714D8E5}"/>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E70F4A77-004A-40C3-9E4E-C5A931871133}"/>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760005F5-B7FA-4B1F-8A6B-4B2E0DD4FFBF}"/>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945BFD99-BEBB-4FC6-A2C9-1EFCA2F73DF1}"/>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DCD75F40-DE9D-4ACA-8E5D-DBCE4C782A60}"/>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50935648-3F9F-44EF-BD56-B34D2D652648}"/>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15BC864A-3052-4A81-8710-BFF15F05D660}"/>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31C8180-9489-44A2-BB74-59C897F62B43}"/>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BF75B943-3B5B-403D-B376-AC895F1ACEF9}"/>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E9977346-9292-492D-9B34-AF32614B827E}"/>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9FB810ED-0F3E-4BB4-B465-9968A41CFFD3}"/>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5C28245A-4D08-4C75-A0BD-88052F623431}"/>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FEFE2939-0265-4F85-BB67-F3DEA1748FAE}"/>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81BC9F92-1D2A-4978-A8D5-C1AABBE8B093}"/>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870DA8C2-8065-43D4-B1EC-82F3C0769F93}"/>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9E8D10D-FE72-4AEC-B2F0-180A77E0636A}"/>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47633542-74ED-4ABD-B7B1-FE71FF15C374}"/>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5ABE7261-1150-4877-8061-A202DB48ADBB}"/>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87EF8623-7FF7-4028-BF44-C72DC1B5DA46}"/>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D8FE4482-1254-4724-8A97-A83B4FB21825}"/>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793D46A2-DC90-47BC-AD8F-895E95714E65}"/>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278C0C31-1AB1-4707-B222-37BF376878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64B0F0B0-E0B0-4E90-A1A6-47F000E2B80F}"/>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D9A776F7-01B0-4416-9AA0-4ACE201750FD}"/>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71EDF346-21A7-4174-841A-CE0AA2706C96}"/>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2FE75B9C-F97B-42A1-8E31-D40FC416108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25C989B-EBF7-4149-8E9A-EBBA8761DA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0952096"/>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81BAE925-33E1-408D-8AC9-09D367EE58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1A4F1621-420D-462C-9307-5C8A34971A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F48117B3-ED0A-43DB-BC5A-57BA5B071C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CDF38CA-68CE-487B-AD98-89FCD0E2AE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2FE583D4-A2CF-4F40-9AA2-9B0C6F2DDB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E06A9FB1-EBA5-443E-981C-A063FC1222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5611AC9E-2E57-4722-8DD0-F5D7BA3C1481}"/>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BB7091EE-8A17-4775-B895-110D2070CC91}"/>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B8A3D637-B3A9-406B-8BFF-C4009A1DF926}"/>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82D89DE7-7174-4EB4-AF58-F19542E1BD0B}"/>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A766C864-EEA6-4FA9-A58C-9F13EF322386}"/>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F8DC011F-F41B-417F-9B1C-B4D404B2E8A1}"/>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5B335A6-FCAB-4E52-9B92-C68DB5C9009C}"/>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AB538176-A4AD-44DF-8A06-5DCC1C03998A}"/>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578C3AE-EA51-4127-A82C-2B9B7B48C459}"/>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B30D399E-E365-49B8-9FCE-EB7E59CD3832}"/>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DC5D67C6-4A8D-462A-A4FD-8B9F4B4A7A53}"/>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4FBAB416-A5B9-4F84-89A0-3AEC04FA3F27}"/>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B6D1DC9-8D27-490E-8AA8-1D6D2BCB3A9A}"/>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95929302-484B-484F-AF59-27B3F4BC1BE4}"/>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371512BE-C2A0-43EF-8298-2ACE365191D3}"/>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02985A8-397D-447F-A216-8815B4C01295}"/>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40EC7FBC-E05D-4BA8-ADBF-57113DF71A7D}"/>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1108D3D8-9AEE-4318-B6DD-D6B089D9B511}"/>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AF98FFBE-9AFC-488B-B15F-F2A9735D9A09}"/>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854831E0-B19F-40C2-8A52-4DF74E559793}"/>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311BBF61-13CA-49D9-809C-4D667BA2C927}"/>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09546A4D-B9EC-445D-AE16-D12409C25D9E}"/>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88601F4C-DED0-407B-8089-3FA79B5F42D9}"/>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2012A37A-4371-4204-8853-F9A21A3E545E}"/>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EDE472D8-DD9D-4A02-8457-EF418D12A3A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9D035F37-52B8-4EC2-8A43-BB2DD0E00C7A}"/>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DA2E13E6-61BB-4760-A6AC-52CAAC219C73}"/>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5112907D-0981-41E3-B9A7-13876B9112F5}"/>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6D5E373C-7230-4668-9B8E-FA5AB40ACBFD}"/>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47D46864-E7D3-470C-B8F3-402684AB38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12418888"/>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6230D5A3-3695-42B5-A48B-85371B8A3E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C7B7CB43-5CF7-49C4-8171-B36B5AD8D7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10BA6326-0E8A-4594-9149-A11AE95EA73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D8BD04F8-5328-426B-B009-7B9CB3D45D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3367E28A-A7BA-4B09-8CDE-F37EA0225F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CCD255A2-312E-4D3A-8686-41FE63E37F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5597DA5C-5FD4-46C9-8794-CF078398680E}"/>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DD0180D2-5294-479F-9096-70C7D627633B}"/>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E81C7A55-F4A0-4D77-AEB6-BD30BD6CD26F}"/>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CD3E261C-2458-4EBD-99E7-DE3BE7C2ACEE}"/>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5420E69F-922C-400B-9B07-5334A01E71A1}"/>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DF46519-B256-4A22-BD13-BA5A6568EA7E}"/>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002C5F3B-01ED-4F23-B798-C0B8974BFCBD}"/>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26226166-BF31-4D65-B0B0-F14913DDA82F}"/>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E141BFDA-AE20-4AEE-90DE-18755F828238}"/>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D8C4BCB1-B7CE-4AB3-B5D5-0E7DF5816126}"/>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7A19D59A-B178-4BFB-88F8-1B83AD4CBB5F}"/>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331D0766-8CE1-40BC-9354-84E772EC229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0F5F2882-0F10-405B-8C05-CFB239DF046A}"/>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E6F5658D-0551-41B5-B0E6-99E0017B0494}"/>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124D9540-768D-4420-A3C6-110FBF282F42}"/>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1FF8F86E-C2BC-4F7B-9606-BA01DF0FE2DC}"/>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74E9CB24-991F-4920-BA0A-8C05174FE229}"/>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10A080A8-41A8-4B60-B150-28E354C0F77C}"/>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2C2A5497-C4BB-4D9D-845D-0551AEE14EC5}"/>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B7D75AD8-52FB-4134-8108-8A6AB08AD934}"/>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3B014864-9223-4C1F-9CE3-CA9C7765127A}"/>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A46CFD93-75F5-4BDC-8600-99CD68C3D7BF}"/>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9471E13A-2906-4D15-B209-AD1E3529958F}"/>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7E6B48AE-14B5-4EDE-A60A-A9B9940A5430}"/>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A8F3DDBF-9399-419C-8E50-ECB7263ADE15}"/>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A8727804-A0A2-4D85-BFCE-45FFB45FA5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6702740"/>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42B07FA4-BF38-4F73-8466-10A3D9B047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036520D7-A8E7-42F8-AFD2-D7220BE86B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92556C66-39E3-45E4-BE29-0A2B199341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2A3086CD-AEE2-4359-BC89-43670BD16A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58F46482-189D-40ED-B80B-BDE1680817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4C0FE98D-F63D-4825-B68A-8D72D0310C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682E87C3-37B2-4992-87C5-2DE5074A837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10001364-575F-4B05-B33E-7FC99A170A36}"/>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854A6C5-F5DB-4270-95E3-B93AB7F27CF0}"/>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2317A26B-F2E2-47B1-8F90-BF10A1B7A7F4}"/>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39B85251-F07D-47E6-BA24-FED70284C160}"/>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8CAAB012-DBC1-4199-A062-0177F30CB833}"/>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4FBC9E8B-520E-4F66-97AC-D9B923F2821A}"/>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213440B9-D960-44E5-AFFE-90C8DB7E03F2}"/>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EC1C8AD9-BCC1-4484-AD7B-549890B59F97}"/>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C3435112-EBA4-4C02-A743-DC5F07A801D6}"/>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EA6FB658-FE62-4DBE-BD68-5802B7BEA767}"/>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7D3ADD81-2B59-4135-A1EB-B1B3F288265B}"/>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1D9CCDEF-30A1-4213-B38C-B9FA7FE1D422}"/>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3B8ECCE-712C-46DD-A4F4-488F0EE67B7B}"/>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A0179E29-123F-48F2-8D94-31B790685BBB}"/>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D9B8A256-B74A-48CF-ADA0-09209B1E66C3}"/>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1FF14B6E-1C02-4607-ACA3-8B7038DDAF27}"/>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1459CD35-0CF2-4BAB-9969-0EB6CF5F91DB}"/>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16BB07AD-A0F3-4E17-8983-5E8DF8424C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70192243"/>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7F5DB897-3BBE-4C7F-BEDF-2BCCC21DB0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FA349947-7EFF-42BA-B3D3-0E94096BCE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AFA82BBD-3ACB-4E09-99CA-D88DB098D7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DC22BE53-0AEC-492C-8159-9BBD819DAA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D08A5A6D-9BCA-453C-A834-AEB68D0AC2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77C6EF04-B7D2-40A4-B941-57704DCCC7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172797B4-B9A6-475E-97E5-37046920761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8EABCDC2-3AC7-426F-B68D-C2252787C607}"/>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E8E6668C-B80E-4C5B-82E0-A5D26EB417C9}"/>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8EFA48C9-DD52-4DF4-9DB2-4F560F8FD269}"/>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3127E5AB-D633-4F65-99BE-B6B46AA2E271}"/>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1AFAE57B-96F8-44E4-B4A4-5C6D5F341B1A}"/>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E9519B5A-0817-41EB-8807-383C73B445DC}"/>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66912272-3FBA-4F2A-8E1F-F030CBC5C6A4}"/>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D979985A-BA13-45FE-8BFC-1E196EB05A71}"/>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C393A315-FEB5-4921-A4F0-2DC0B3ADE340}"/>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1D8A440-E1B9-49B5-ACBC-9239D35370A0}"/>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EF9E2B39-D1F5-4C72-9A9B-2AC2CCCCE640}"/>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D8B5E103-B89E-4A98-BBAD-9F613758C7F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035E5A16-CDEF-4DD2-B6B1-7BE11307CAEE}"/>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CB38FA05-7172-4CEB-8FA4-440D8EC7B17C}"/>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DB194FA1-B9DB-422D-A74F-D9D942858D87}"/>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CA316489-2668-4F4C-9D39-3B53C9B78007}"/>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9F63A320-74C9-490A-8FD6-2A6E4E353F11}"/>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81536BA1-D325-433C-9A60-4D0BBE267506}"/>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9ABA249E-4C3F-42CE-8CFD-77680DCB0DBF}"/>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F95C9773-D367-4290-A7E8-A63A36589BB8}"/>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64AED96-5950-488F-87C6-E741E3C24269}"/>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CF411E6-8793-4E5D-9990-739F0CC7E166}"/>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4AD5B356-AE18-47A8-89D8-CA9445FF8635}"/>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0DA9195F-F80E-4D8F-9DB2-6BA2F057DF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0480188"/>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D372C406-5598-4E34-BF40-58F1248270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0F3B8E5B-0B4B-495B-A848-0CBC78FD0C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42533544-0F52-4C2F-91B5-DAB2EDF16C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F3CCBF83-9E8C-46A7-A61F-48DA6F7F28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A9F700BB-0453-466C-8835-4B8C6E7E22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5D8899DF-586C-4048-973B-1C88B1CF2D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3838D9A9-8071-4118-B2E5-E1329BD928AF}"/>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2832CE4F-4207-410D-AB2F-417CAF605AA4}"/>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250D40F2-78CB-4DC9-92D6-3412B76C8140}"/>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7010C2DA-D7FA-4D5D-9162-80DAAF635C65}"/>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A6CFEF4F-D30B-46F1-8355-F755C7B9ACC0}"/>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65F7D4CB-4D48-4BF8-856A-0680EBDBACE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6D5223C4-7FD4-45A1-9539-07E4384BE4FC}"/>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B3CFF3F4-F209-42EC-92EC-44009EAC2FB5}"/>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22AE1717-F0B4-42D4-BB9B-BAEEDE43C80C}"/>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CAFB5B9F-968F-4379-9AEE-A55B7C5689EC}"/>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38D233C-72EA-4E86-B178-0F0E72A4AA9A}"/>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08822A4-7893-4EAE-AD96-E21E42780987}"/>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025AE822-7454-44B0-BD4B-8ED3E55DBD18}"/>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D9B865E9-4496-4B74-87F7-446456DB1DFD}"/>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E39D267D-4FFF-48F6-9AEC-563B5326A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C50788D-BB95-4B14-B720-F683FEBF7D9E}"/>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5C89DE1-E001-43CD-A6B2-26C384DD8797}"/>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8A43814E-9160-4047-9330-0B831DE1E7A3}"/>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D8DD6B64-E6B9-485B-AC4F-14E52189009F}"/>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05BB19B4-64DC-43BE-B397-09B965D02AA7}"/>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84FF45C9-2515-4C1F-8A1B-4D573BAB9F11}"/>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3444A0F0-1759-4AF6-9C0F-F7833D610CBB}"/>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262B53D-29B6-4497-AF4D-7EC8BC8603FD}"/>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47D7EA12-03F8-45A2-B158-DFF5697660C7}"/>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787794B6-EAE3-497F-8271-F23F55E754E1}"/>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40560448-7812-496E-93D9-8632A87E95FA}"/>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3C6392F-9F3F-4E6B-B845-3FA1E3DCB59B}"/>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1F0F31D3-29A3-4EF3-A2C0-1A97ADC870C5}"/>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80F97D7F-0F3D-45B6-8AB3-F059204EEFA2}"/>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01712900-AFB8-4321-A7A9-12A366FF0636}"/>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52DFC2ED-9ABF-4F79-8ABC-6A9EB98E373F}"/>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6D0D6261-4075-47D0-B02A-3801B1E40901}"/>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28215E7B-7F8C-407A-8A5E-B25748EB90FB}"/>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A09199DC-2996-45BF-946B-61BEABD25B47}"/>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EA72A7B8-E4D3-4FBF-8BA6-CFAF56BFCC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44504729"/>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0B379750-A4D7-496C-B9C0-80C56E7301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94CDD567-A3DA-4305-958F-74441DAA4B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55023C74-0399-4B3C-954A-6A04CCA58F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0F80FDA1-2A22-4E39-AA1E-57C77A92CB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526C4235-083B-499A-8BB1-346B651883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4A3AA6D6-7599-432B-9CDD-1924DEEC02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FFF44881-D577-4EA8-9F7C-33C82CC5F229}"/>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D553BF-9008-4E0F-9F17-85ACEF9AF6A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1B3C1563-60B9-4664-8EC1-9CD00372D0EA}"/>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E1A7875F-0194-488F-BFF0-4986C94D9616}"/>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DE6A2C59-6156-455A-8FD3-4971A5E84D9A}"/>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0A2BE114-05EE-4411-AF59-F525F7850C1D}"/>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6C9A6170-F4F5-40ED-B7BD-855E16E56F25}"/>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30CAEAA-3979-4DD4-8DE5-9575F0567EAA}"/>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19118FB-CDCE-4A6D-8EF6-59B73F629D17}"/>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8DAA019C-04A0-4F33-B8BF-F683712BE39B}"/>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AB1799FB-3FB5-4B98-BC80-96EEC7FB77C7}"/>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E28F199E-18D3-4049-A400-618E671AE489}"/>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4966834E-D869-4961-AB1E-C6BF118912BF}"/>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4EBD28FF-6A1C-4B39-AE07-7A4A4C77A1C7}"/>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66CAE98-7421-4CEE-A596-AFDC1E83B8B2}"/>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607103D9-0A47-409B-8C1C-599BEABF5EF0}"/>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2A10039F-93EE-4101-AB08-F693D23C0B3D}"/>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C453792B-554D-4127-A883-3FD6189C34C5}"/>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76FA1C99-D5C8-40A3-A74D-5F3DA92874E0}"/>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19C96399-77BC-4EC6-9366-5DF02C8B2344}"/>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489B3CAE-84C5-4F70-8A75-C0D5FB7F9BC5}"/>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3ECF6EEB-38A2-4D36-B8EA-A35F37998B37}"/>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9FB34185-5CC9-4391-88C8-C99C825550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46428014"/>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C921FF2F-4F5C-4779-9ED9-FFC527649B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76656C02-56EF-4F45-8B75-00188BE987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F3F43837-9A04-4488-9315-A39584C167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C777B0A5-1798-4E84-B51F-94825A4069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F29C6D86-0C7A-4545-91F2-FF4360F355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25B18612-63C7-4EBC-925D-2798AEF94B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42197E0F-54C1-4B86-A1B0-20CFA643390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844C6EBC-A6C0-40DC-B9F7-0EE9BACA2DFD}"/>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7BA8EB80-A40D-401F-AE1E-A28DB1083D85}"/>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2D02CD22-88DE-469D-9453-CE3C993164F8}"/>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AA8563F3-5912-4447-98F4-D4E1BF7F0EA3}"/>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E37E2927-9B18-4107-9800-7DDAFF514661}"/>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142733D8-6C35-4335-96FE-7F33B6BBAA35}"/>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AA4B828-B291-463B-BBBD-524C34F47BCB}"/>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29DBEE49-67A3-47C0-BF75-208C4F8DB9D6}"/>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9D6D7D32-FB53-4623-BF01-99C3DACD51BD}"/>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4FF0B4D3-B65C-497F-B05E-0E9C1E01D307}"/>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6DCE242F-9562-454D-86BB-7762714526C8}"/>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52E8A02-D95A-4792-A3DD-5D9D207F6DAB}"/>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FB36A490-8D0F-496A-938D-889721D7E76D}"/>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42A5BCA4-61B4-45DF-8C7F-CCEAC290EE0B}"/>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DF636E14-4193-4E7E-A162-F5304525170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B8297AF4-FF47-4BD0-BB78-A93521729773}"/>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0514F0AA-E713-425F-A754-C7CDB34BC2DA}"/>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2AE45CDD-7C79-44F2-B801-2261AC2FF919}"/>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91CB8B5A-86FA-488D-9FF8-833A4FF5E53B}"/>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59C51798-6718-4237-81DF-24E354AC940F}"/>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D8CFF4CA-9978-4402-AAB2-89EFED50DB02}"/>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511844CD-4995-4AA5-90D1-FFF20EBDAD80}"/>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BF183FB6-D9ED-4EEC-96E0-2179DF3FC0C2}"/>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921E4982-654E-422A-9C37-D5CAF28105ED}"/>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25FF26A5-1C16-4E6E-A087-70EDC662E25E}"/>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711DF21-EF42-483C-9661-2C67F94FD512}"/>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1E0ED73D-55F9-4E3C-804D-8A3B67DBE7D6}"/>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7288F10-1D5A-4026-9078-9F121596CAD0}"/>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3F43168E-B52B-4938-B7F7-C63771515242}"/>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DA2E196E-8C24-4577-91F1-2AC1663E63DB}"/>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7A072AC-18E9-4146-89B1-57597603AC05}"/>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0ECD9FAB-4453-40CD-A842-5AB876A0665F}"/>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BE0C1B6-0F4D-439F-BA3A-8ED1BA89A593}"/>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6626F182-4108-496F-9F22-3B1F47E0B27F}"/>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7F86478-E4DD-4623-AA1F-C5626B90943B}"/>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B78EC24D-E2F7-431A-8644-09816B62AD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31062533"/>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B24F9EC4-7318-47BC-A5EE-790D8F1245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8402E516-DF40-47CC-87B5-FE15658410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A0D25CB6-6C20-417B-BE0A-801F75D9B4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9529AA03-5AD1-4D13-993F-63C24A7E37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590552FD-6655-45C1-BB97-EB88D32245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F97DA849-DD7D-4E37-A262-BF6BDAF6EE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B67D424B-CB89-4021-B652-C9B43566D3B9}"/>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220FB961-1333-4EA2-B7A6-CA42647EDC3B}"/>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D14482F1-CAC2-4987-9542-691C95CC8BFF}"/>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E5A0F1C6-9A72-4E44-91E3-AA310FAF7DEF}"/>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2CD2B84B-0EFD-404D-9808-E33970511A76}"/>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82A0842E-EE35-44F5-B77E-7281E1D1DCC9}"/>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9B15506F-F80A-4FC7-8EE6-32120251B547}"/>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3A3AC63F-9B99-490C-9DD4-DF1B7DBBD812}"/>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14EB4D2B-DF12-4077-9F2E-A4D714751199}"/>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1903B5C1-7502-47E4-B944-AAA4E9E6EA9B}"/>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113C6507-0A89-4DA6-83A7-6945F243CB32}"/>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9B5C53DC-CCC5-419E-BA30-D73CBBBA198E}"/>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9326CCCF-3B12-4719-BFA1-C5CB903C0B7F}"/>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DBFF306A-E2EB-43D9-BB07-218DA87D7697}"/>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A7110FA7-EC3B-4217-96EE-B7C92BD9C22D}"/>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80A06B3D-6B9B-4E17-9AB6-D0E4041D7126}"/>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E39F7EB6-153B-4111-A416-393983D4A397}"/>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83ED9233-DEF0-4229-94E0-482A9754A3CF}"/>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3FD46AA7-95FA-4A31-920C-C14ECAD8BC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71017119"/>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54CB86C7-F0D9-4964-A20C-731555FBE2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C62EF3C9-D9C8-4FE0-8659-E58448B3C6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0E47AC3D-C6A5-452A-B335-BD3F2D6407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E4362538-02A5-464C-913E-33FA0C5C17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7FE3F560-107A-4221-B70C-DCFABEE48B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CE7634E5-0462-4D60-A4DE-A66363AA6E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323F1E7A-9CB8-4F90-A4FE-FED76B464D4E}"/>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0F7AD5D6-5A4B-46EF-BAF3-A5A72D5F3402}"/>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5E61421C-0324-415A-858F-8CC0BFC5040C}"/>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130244E7-C27A-4F63-96F2-5F28C1620FFC}"/>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19E79ECA-59AA-482B-AA13-52F99A88CF2B}"/>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D2F73429-7F2B-445E-AC4B-57BB52C97880}"/>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79C14503-6190-41F9-A378-AB87C412DF69}"/>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23A36EE1-C3EA-4763-A5E3-FBD2C9D103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4775810"/>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6FF9F27-CD15-425E-BE6A-6BD99B1755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2B606C84-BC98-49D2-BB38-20528FE084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DC06308C-4298-4AB8-B87F-AC1AD7D8BE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3A787A0C-6574-44C6-9DEA-F855DE9B84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C670C48D-2023-4040-86DF-2D0123786A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026D2193-81AC-4CF8-ADD9-1CE375BE2E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2E82425A-D755-4C1B-9BC9-B35CC6559382}"/>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0E04BB8C-D6BD-4BE9-9245-CB7AA28BBCF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F99026E0-948B-4F76-BD6A-9C0243A37195}"/>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232982F9-E8AF-492E-B0BE-823D15FF5A35}"/>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0B77850B-EC91-44BE-A67A-18D28FB260BC}"/>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DD521D94-141B-414D-A98D-866001FF4476}"/>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4C4C76B3-EA78-4AB8-B865-5C34ED9CEB09}"/>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3227CDF1-7618-4D79-9972-8BD0B5C67C5C}"/>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F89EC0BA-E812-4009-9372-37A0F643B237}"/>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731EE7D0-0163-4EA9-BF97-7025AC8234FE}"/>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DD55DBD2-1ECB-4188-80C2-B0402A816911}"/>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AE6A522B-A4ED-4BBB-BE0B-3CE4944087D8}"/>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399DDE9B-478C-4DAC-9639-D6221A6BD11C}"/>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3326E66C-75F2-4186-9BD2-A77787208F1E}"/>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2AA74995-C54C-4EFB-AE51-8CF59072DE72}"/>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CE063FD3-1100-4654-AA46-4CDC9FBEA50C}"/>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5C43D5A9-8492-49EA-A121-5DAA28F01F0E}"/>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3B4D611F-B95A-49AA-A7ED-AA5D3BA25950}"/>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9AAF72DB-F239-404D-A1C4-50AAC24ECCBC}"/>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51176BC1-5878-414F-9A9B-956F9C3B92A2}"/>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BCB90416-11B9-48DD-B8B0-53D6F631DA92}"/>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D7DF7DD8-FA80-4CEE-85B1-29BD22788B1C}"/>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3BE7ECCE-9124-4076-BA0A-829CB85F7633}"/>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70F3DC10-C967-449A-86D1-59D3549235F3}"/>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5B006C3F-5D8B-4C38-AC32-73142101A10D}"/>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93C8A79C-F5EE-4E39-B472-FD094DB4D0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38786621"/>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5FF87F0A-11F0-4296-981C-4CEAF2578E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A6CE0C46-1136-4686-832C-25B065F5C4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C17B1DEB-12D0-4670-9C07-CC43554437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DF04D7BE-EAA9-4094-8DC8-9EAF139FAC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CBB872F3-4583-4DE1-BA90-0A8C863F32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B16A8021-0CAA-4D2D-8912-3A1E2BFD5A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A22E0F79-F914-453E-87BA-63ABD9D44190}"/>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13039A72-18C8-488C-98A7-D4E506D61E54}"/>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2FF661AF-C15D-4DA4-90AD-8B1F753E36A7}"/>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38B6FEA3-5201-491C-8D90-3A3E83914FF0}"/>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BCA289AF-F4A3-4A1E-8E53-67E248B9E86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80CB1435-CC7D-4BDF-B034-13F879B72D8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398AD105-1CD8-4E26-B349-6ABCB9E1DEBA}"/>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5C9435D4-76BB-40EA-9546-BB27BCDA02A3}"/>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DE5EEFD0-02ED-47F1-A6C7-82228EE1462C}"/>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C7A6C3B7-CBBC-406A-A466-2DCB96983E94}"/>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77D06B13-3BEA-4A05-BA18-C9BB79A450B1}"/>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1725B207-894E-4D97-BE4F-FDF2A3DCEB1F}"/>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49A8A27E-25BA-4C4B-A6FD-30933B339236}"/>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69F9E59C-4E82-44A0-818F-1F4AD57A7279}"/>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94966EA3-666A-481F-BFFF-3E46D1DD91BD}"/>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DFBD588A-EBFA-4A74-BD0B-CDF532D119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27783506"/>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A6FFEA7B-9939-43F1-A75D-861C3E2E9A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E398D2ED-2EAF-48E3-82D1-FD5795EB36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DB8D87B5-D9FF-444D-8C0B-AA292B88A8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3A8AB6F8-F4CE-4B11-8F0A-8102983D66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1DE4E65A-6A32-4E2A-947E-3F36EDBE85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A000B6D3-1DC3-4976-8238-3C6F1D9A7F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DAD7308A-712E-44B3-9264-5E4037408C7F}"/>
              </a:ext>
            </a:extLst>
          </p:cNvPr>
          <p:cNvPicPr>
            <a:picLocks xmlns:a="http://schemas.openxmlformats.org/drawingml/2006/main" noChangeAspect="1"/>
          </p:cNvPicPr>
          <p:nvPr/>
        </p:nvPicPr>
        <p:blipFill>
          <a:blip xmlns:r="http://schemas.openxmlformats.org/officeDocument/2006/relationships" xmlns:a="http://schemas.openxmlformats.org/drawingml/2006/main" r:embed="R7ffb538eb02e4d15"/>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79BA0F5F-36D9-4F1A-BB4C-8017FFC1E616}"/>
              </a:ext>
            </a:extLst>
          </p:cNvPr>
          <p:cNvPicPr>
            <a:picLocks xmlns:a="http://schemas.openxmlformats.org/drawingml/2006/main" noChangeAspect="1"/>
          </p:cNvPicPr>
          <p:nvPr/>
        </p:nvPicPr>
        <p:blipFill>
          <a:blip xmlns:r="http://schemas.openxmlformats.org/officeDocument/2006/relationships" xmlns:a="http://schemas.openxmlformats.org/drawingml/2006/main" r:embed="R69ae40382d2a4390"/>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6C44C22F-6252-46CC-9B1E-4A486F5EBAA0}"/>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5208B91A-B5AE-4864-9945-C57C50E01C6A}"/>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2BDBCC14-DF78-4220-81A9-967E5532A44D}"/>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575F337B-0FFE-4E33-92A6-D66FC459E550}"/>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E8E44CBF-7BFD-4A65-A4C6-043D86031A7C}"/>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8333F81A-18A2-4052-8CED-5F0C21993321}"/>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4EF8873-7AA9-4FB0-9CCC-A27D606AD796}"/>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669E31CD-C840-4BAC-8145-3B5A06A27EA6}"/>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2608D9E8-CDC8-4225-914B-4AD28F5A7AE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7E6DAD53-AC5C-40F7-A962-6B47406BB23A}"/>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B0472B14-E77C-4C7F-9A65-0F2FB43C5ADF}"/>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C185518-93AC-4E55-B145-3E18904AA30D}"/>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1CF3BCE0-158F-4B8C-9ED6-D94995C34C7F}"/>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D16155DD-06CD-430B-BDC0-C2BD4C61A8E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16B9BAA0-B46F-4303-9336-320A67D95ED4}"/>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23F2D181-29D5-4A3F-BC6D-46C8304ECDCA}"/>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6038EB6D-9F2F-4BDD-9F0B-E6DB97D1DFCA}"/>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3D9EF200-4708-43E3-9B2E-D537ADD843CC}"/>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A691FB88-45BA-4B02-8726-B17630029685}"/>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9492022A-17A5-4A23-A6AB-778076FA4322}"/>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6289045C-CDCC-4BD0-B9CB-4D62AEE7DD59}"/>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60FEF307-8C4A-44A3-91CC-012E0027298C}"/>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1DAE06F4-1616-41AE-BDD8-0AC2284D7DDE}"/>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743FF6B4-AB1E-4CD5-BBF3-39CCCB2F0073}"/>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7F72FB4B-92D6-4EE9-8FC6-4D01339BE434}"/>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C7CDC3C1-557E-405E-A361-FB8252B1B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371614036"/>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51FC5628-7B3F-4EC6-BBDE-7F9B7EEC0A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6B66FD02-8C7D-47AE-B97F-99CDAEBE9A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085E7355-33DD-4011-BD3B-8737DF5C0C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C1321909-5354-48FE-87CB-493C824214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5BAC725A-C6A1-4656-8103-00D69020A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A0D6BDA2-79D3-4D05-A2EB-3C0BB74FDB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DE69ADE6-AF91-4372-A952-24D773BE0498}"/>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E0A379C4-C6D8-4AE9-B619-D1BE29324B76}"/>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CF28A2F4-DD44-41EA-B54D-973BF30AEB50}"/>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DBA88C74-2102-4005-A47F-1888487F9467}"/>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D80E9574-8F5F-4E57-BA93-E8E222BF2981}"/>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47A8F6EE-EC3B-4776-9B0D-7757B71EF285}"/>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45A39B7C-1788-42BB-B5D3-A2099474995C}"/>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3B5241A2-721E-4978-9E2A-C02277ED3FC4}"/>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C8C7B752-B476-42A4-B6DA-7A4BBF848F5C}"/>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A9377CA1-D116-4059-8568-F943F039EC4B}"/>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2C9DFB3-CF15-4806-B114-5DCCB7BBCCBD}"/>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4851C71-677A-47CA-8A58-D1A509F12CE6}"/>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C9989802-4090-4E24-8D84-9E28B03804E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1C760418-7D44-4E9D-80DE-4C393CC696A1}"/>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B313C8EE-577E-4FA1-A922-0494537EC605}"/>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8365891D-F74D-4B22-8AED-4385B5381A5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09C439EF-A6C1-4530-A6FD-D14035E802C8}"/>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825CED32-6B0B-430A-9380-9C390BDE0C79}"/>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15072BBE-2787-49AF-B999-9ED6A76BADD6}"/>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F43B33E7-7522-4494-B78F-BE4DC04146C3}"/>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60021CDC-408C-4F0D-A490-C33FA48909D7}"/>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DD8F2EE0-8142-47F1-B51F-791249D98BF6}"/>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55FA6136-4C7B-440D-8947-DDFF7352A4FE}"/>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BBF03AF9-48F3-4D62-A8F0-3BA09C08BE83}"/>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EEAE6AB1-65BF-4AB5-99C4-4A840D4F10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FBC5FBA0-3BC1-4EC1-9120-52DB97EDC932}"/>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1BCB375-1068-4732-A511-5F813A90E03B}"/>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FE5B34A2-5B2C-46AD-9C28-C773FB52955F}"/>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3A38965A-C51D-4384-9B91-399951623A5B}"/>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AE5642DD-A387-446C-90ED-29CB75FCCF76}"/>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26ABF584-1456-425B-9F46-64110BE93BA4}"/>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A2C77C70-0A13-4A99-A448-916B28F9C7C4}"/>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35877918-65EF-4A1D-87A6-7F0DD8CAEB1A}"/>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F1E6C272-788D-40AD-878E-7A149138E4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28309960"/>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4115BF36-66A0-4B10-8D16-E32AFC51F0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4BF777B7-AE8A-4EBF-9B3C-A6CF9E61B5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24CD9A03-01A8-4DC6-9B5A-22C5C738D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33848BC3-47D3-44AE-B83F-F923496F72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F85E6622-5828-4FB5-9523-8C80F1D2FF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250C42DA-3441-412D-87F4-BA9B9A6C54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BEE25523-C22C-49FC-A986-7891AE392B73}"/>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AD64AEED-D0BE-440D-A3CB-281A55983539}"/>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3D80D5E-E341-47A1-B6B3-8E32EF139B2C}"/>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748EE47E-1941-40C2-B64B-5BE9590C6A4C}"/>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8F27479-D881-413F-9671-5FCA1247C2D4}"/>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2B193E30-08AB-4290-B750-E295ACCF3FF9}"/>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DBABF38B-53BC-4F4A-BCA6-AC6A722B569B}"/>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74635E6E-B40A-42FD-AB7B-1F38A5EE1CE8}"/>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D7F223D7-EFB9-466A-8F26-8D0D5C170ABB}"/>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065231A6-91C6-4B10-BD13-E33D8F90D94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950D1609-DCB6-4C6B-8C2E-9707F21E6984}"/>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88608CA9-99B1-491A-BE2A-73231EEE45C5}"/>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12AB502E-3397-4C17-A1F6-F2588A243D5A}"/>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304FCF32-8E91-4B19-940D-7C6AEA76848D}"/>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69D1B4E7-D236-45FD-9F4C-D08214751DCC}"/>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8A514FD6-1EE1-4403-8ED9-2194FA4CE8F5}"/>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5B0CD825-6742-4A62-874F-94D1AB4C67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36323696"/>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Skill은 재사용할 방법의 한 가지 구현">
            <a:extLst xmlns:a="http://schemas.openxmlformats.org/drawingml/2006/main">
              <a:ext uri="{FF2B5EF4-FFF2-40B4-BE49-F238E27FC236}">
                <a16:creationId xmlns:a16="http://schemas.microsoft.com/office/drawing/2014/main" id="{BC709EA7-7700-4CB2-AC76-A6AB5CE7F2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Skill은 재사용할 방법의 한 가지 구현</a:t>
            </a:r>
          </a:p>
        </p:txBody>
      </p:sp>
      <p:sp>
        <p:nvSpPr>
          <p:cNvPr id="2" name="S53">
            <a:extLst xmlns:a="http://schemas.openxmlformats.org/drawingml/2006/main">
              <a:ext uri="{FF2B5EF4-FFF2-40B4-BE49-F238E27FC236}">
                <a16:creationId xmlns:a16="http://schemas.microsoft.com/office/drawing/2014/main" id="{AF348E62-B63A-4BFC-9A80-701D70B27B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의 유지 위치를 선택한다">
            <a:extLst xmlns:a="http://schemas.openxmlformats.org/drawingml/2006/main">
              <a:ext uri="{FF2B5EF4-FFF2-40B4-BE49-F238E27FC236}">
                <a16:creationId xmlns:a16="http://schemas.microsoft.com/office/drawing/2014/main" id="{CC4C7A78-05DA-4871-B477-98DEAD3086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절차의 유지 위치를 선택한다</a:t>
            </a:r>
          </a:p>
        </p:txBody>
      </p:sp>
      <p:sp>
        <p:nvSpPr>
          <p:cNvPr id="4" name="">
            <a:extLst xmlns:a="http://schemas.openxmlformats.org/drawingml/2006/main">
              <a:ext uri="{FF2B5EF4-FFF2-40B4-BE49-F238E27FC236}">
                <a16:creationId xmlns:a16="http://schemas.microsoft.com/office/drawing/2014/main" id="{2F99119D-A136-47A4-BD9C-6E80E4EBD4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Repository-owned performance Skill을 선택한 설계 후보">
            <a:extLst xmlns:a="http://schemas.openxmlformats.org/drawingml/2006/main">
              <a:ext uri="{FF2B5EF4-FFF2-40B4-BE49-F238E27FC236}">
                <a16:creationId xmlns:a16="http://schemas.microsoft.com/office/drawing/2014/main" id="{3C7585AC-16A5-4B01-918A-4A6D7F9AB3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Repository-owned performance Skill을 선택한 설계 후보</a:t>
            </a:r>
          </a:p>
        </p:txBody>
      </p:sp>
      <p:sp>
        <p:nvSpPr>
          <p:cNvPr id="6" name="성공 결과를 미리 제시하지 않음 · 현재 제품 표면·계정·호출 경로는 별도 확인 필요">
            <a:extLst xmlns:a="http://schemas.openxmlformats.org/drawingml/2006/main">
              <a:ext uri="{FF2B5EF4-FFF2-40B4-BE49-F238E27FC236}">
                <a16:creationId xmlns:a16="http://schemas.microsoft.com/office/drawing/2014/main" id="{5C8144D5-EEF7-474C-8C0B-98E5AF3E66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성공 결과를 미리 제시하지 않음 · 현재 제품 표면·계정·호출 경로는 별도 확인 필요</a:t>
            </a:r>
          </a:p>
        </p:txBody>
      </p:sp>
      <p:sp>
        <p:nvSpPr>
          <p:cNvPr id="7" name="Task마다 달라질 부분과, 함께 고칠 방법을 나눈다">
            <a:extLst xmlns:a="http://schemas.openxmlformats.org/drawingml/2006/main">
              <a:ext uri="{FF2B5EF4-FFF2-40B4-BE49-F238E27FC236}">
                <a16:creationId xmlns:a16="http://schemas.microsoft.com/office/drawing/2014/main" id="{DF4AEC3B-0F3B-4CC4-9874-8485CC7265CC}"/>
              </a:ext>
            </a:extLst>
          </p:cNvPr>
          <p:cNvSpPr>
            <a:spLocks xmlns:a="http://schemas.openxmlformats.org/drawingml/2006/main" noGrp="1"/>
          </p:cNvSpPr>
          <p:nvPr/>
        </p:nvSpPr>
        <p:spPr>
          <a:xfrm xmlns:a="http://schemas.openxmlformats.org/drawingml/2006/main">
            <a:off x="609600" y="16954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Task마다 달라질 부분과, 함께 고칠 방법을 나눈다</a:t>
            </a:r>
          </a:p>
        </p:txBody>
      </p:sp>
      <p:sp>
        <p:nvSpPr>
          <p:cNvPr id="8" name="">
            <a:extLst xmlns:a="http://schemas.openxmlformats.org/drawingml/2006/main">
              <a:ext uri="{FF2B5EF4-FFF2-40B4-BE49-F238E27FC236}">
                <a16:creationId xmlns:a16="http://schemas.microsoft.com/office/drawing/2014/main" id="{95D55641-61C1-4FCB-A196-B4F940E29A53}"/>
              </a:ext>
            </a:extLst>
          </p:cNvPr>
          <p:cNvSpPr>
            <a:spLocks xmlns:a="http://schemas.openxmlformats.org/drawingml/2006/main" noGrp="1"/>
          </p:cNvSpPr>
          <p:nvPr/>
        </p:nvSpPr>
        <p:spPr>
          <a:xfrm xmlns:a="http://schemas.openxmlformats.org/drawingml/2006/main">
            <a:off x="609600" y="2390775"/>
            <a:ext cx="4333875" cy="2371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매번 달라지는 요청">
            <a:extLst xmlns:a="http://schemas.openxmlformats.org/drawingml/2006/main">
              <a:ext uri="{FF2B5EF4-FFF2-40B4-BE49-F238E27FC236}">
                <a16:creationId xmlns:a16="http://schemas.microsoft.com/office/drawing/2014/main" id="{E66EF445-B067-4CF8-8592-880385DCBEE2}"/>
              </a:ext>
            </a:extLst>
          </p:cNvPr>
          <p:cNvSpPr>
            <a:spLocks xmlns:a="http://schemas.openxmlformats.org/drawingml/2006/main" noGrp="1"/>
          </p:cNvSpPr>
          <p:nvPr/>
        </p:nvSpPr>
        <p:spPr>
          <a:xfrm xmlns:a="http://schemas.openxmlformats.org/drawingml/2006/main">
            <a:off x="781050" y="2505075"/>
            <a:ext cx="39909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달라지는 요청</a:t>
            </a:r>
          </a:p>
        </p:txBody>
      </p:sp>
      <p:sp>
        <p:nvSpPr>
          <p:cNvPr id="10" name="어느 함수를 조사할까?&#10;이번 변경 범위는?&#10;무엇을 보존할까?">
            <a:extLst xmlns:a="http://schemas.openxmlformats.org/drawingml/2006/main">
              <a:ext uri="{FF2B5EF4-FFF2-40B4-BE49-F238E27FC236}">
                <a16:creationId xmlns:a16="http://schemas.microsoft.com/office/drawing/2014/main" id="{36CA5C15-2F46-4A84-A8A9-6E95C2E9E905}"/>
              </a:ext>
            </a:extLst>
          </p:cNvPr>
          <p:cNvSpPr>
            <a:spLocks xmlns:a="http://schemas.openxmlformats.org/drawingml/2006/main" noGrp="1"/>
          </p:cNvSpPr>
          <p:nvPr/>
        </p:nvSpPr>
        <p:spPr>
          <a:xfrm xmlns:a="http://schemas.openxmlformats.org/drawingml/2006/main">
            <a:off x="781050" y="3028950"/>
            <a:ext cx="3990975"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어느 함수를 조사할까?</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이번 변경 범위는?</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무엇을 보존할까?</a:t>
            </a:r>
          </a:p>
        </p:txBody>
      </p:sp>
      <p:sp>
        <p:nvSpPr>
          <p:cNvPr id="11" name="">
            <a:extLst xmlns:a="http://schemas.openxmlformats.org/drawingml/2006/main">
              <a:ext uri="{FF2B5EF4-FFF2-40B4-BE49-F238E27FC236}">
                <a16:creationId xmlns:a16="http://schemas.microsoft.com/office/drawing/2014/main" id="{3CC98CD8-C46A-4D94-AB44-14C8806B4EB6}"/>
              </a:ext>
            </a:extLst>
          </p:cNvPr>
          <p:cNvSpPr>
            <a:spLocks xmlns:a="http://schemas.openxmlformats.org/drawingml/2006/main" noGrp="1"/>
          </p:cNvSpPr>
          <p:nvPr/>
        </p:nvSpPr>
        <p:spPr>
          <a:xfrm xmlns:a="http://schemas.openxmlformats.org/drawingml/2006/main">
            <a:off x="5286375" y="3333750"/>
            <a:ext cx="3810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0B03A59-B8C9-4462-B92F-74BE1828B0D6}"/>
              </a:ext>
            </a:extLst>
          </p:cNvPr>
          <p:cNvSpPr>
            <a:spLocks xmlns:a="http://schemas.openxmlformats.org/drawingml/2006/main" noGrp="1"/>
          </p:cNvSpPr>
          <p:nvPr/>
        </p:nvSpPr>
        <p:spPr>
          <a:xfrm xmlns:a="http://schemas.openxmlformats.org/drawingml/2006/main">
            <a:off x="6086475" y="2390775"/>
            <a:ext cx="5495925" cy="23717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프로젝트가 재사용할 절차">
            <a:extLst xmlns:a="http://schemas.openxmlformats.org/drawingml/2006/main">
              <a:ext uri="{FF2B5EF4-FFF2-40B4-BE49-F238E27FC236}">
                <a16:creationId xmlns:a16="http://schemas.microsoft.com/office/drawing/2014/main" id="{171B4D3A-8EEE-473B-B6A9-2C71DFBE26DD}"/>
              </a:ext>
            </a:extLst>
          </p:cNvPr>
          <p:cNvSpPr>
            <a:spLocks xmlns:a="http://schemas.openxmlformats.org/drawingml/2006/main" noGrp="1"/>
          </p:cNvSpPr>
          <p:nvPr/>
        </p:nvSpPr>
        <p:spPr>
          <a:xfrm xmlns:a="http://schemas.openxmlformats.org/drawingml/2006/main">
            <a:off x="6257925" y="2505075"/>
            <a:ext cx="5153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프로젝트가 재사용할 절차</a:t>
            </a:r>
          </a:p>
        </p:txBody>
      </p:sp>
      <p:sp>
        <p:nvSpPr>
          <p:cNvPr id="14" name="기준선 → 조사 → 변경 판단&#10;검증 → 동일 측정 → 보고">
            <a:extLst xmlns:a="http://schemas.openxmlformats.org/drawingml/2006/main">
              <a:ext uri="{FF2B5EF4-FFF2-40B4-BE49-F238E27FC236}">
                <a16:creationId xmlns:a16="http://schemas.microsoft.com/office/drawing/2014/main" id="{C2DFDEAE-688D-4545-AC9B-E5649B66E8EA}"/>
              </a:ext>
            </a:extLst>
          </p:cNvPr>
          <p:cNvSpPr>
            <a:spLocks xmlns:a="http://schemas.openxmlformats.org/drawingml/2006/main" noGrp="1"/>
          </p:cNvSpPr>
          <p:nvPr/>
        </p:nvSpPr>
        <p:spPr>
          <a:xfrm xmlns:a="http://schemas.openxmlformats.org/drawingml/2006/main">
            <a:off x="6257925" y="3028950"/>
            <a:ext cx="5153025"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기준선 → 조사 → 변경 판단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 동일 측정 → 보고</a:t>
            </a:r>
          </a:p>
        </p:txBody>
      </p:sp>
      <p:sp>
        <p:nvSpPr>
          <p:cNvPr id="15" name="구현 후보: SKILL.md">
            <a:extLst xmlns:a="http://schemas.openxmlformats.org/drawingml/2006/main">
              <a:ext uri="{FF2B5EF4-FFF2-40B4-BE49-F238E27FC236}">
                <a16:creationId xmlns:a16="http://schemas.microsoft.com/office/drawing/2014/main" id="{C6C165FF-E3B3-48C7-B295-A364FDF2A6BA}"/>
              </a:ext>
            </a:extLst>
          </p:cNvPr>
          <p:cNvSpPr>
            <a:spLocks xmlns:a="http://schemas.openxmlformats.org/drawingml/2006/main" noGrp="1"/>
          </p:cNvSpPr>
          <p:nvPr/>
        </p:nvSpPr>
        <p:spPr>
          <a:xfrm xmlns:a="http://schemas.openxmlformats.org/drawingml/2006/main">
            <a:off x="6276975" y="4295775"/>
            <a:ext cx="51149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구현 후보: SKILL.md</a:t>
            </a:r>
          </a:p>
        </p:txBody>
      </p:sp>
      <p:sp>
        <p:nvSpPr>
          <p:cNvPr id="16" name="다음 기록에서, 발견·호출·본문 포함을 확인한다">
            <a:extLst xmlns:a="http://schemas.openxmlformats.org/drawingml/2006/main">
              <a:ext uri="{FF2B5EF4-FFF2-40B4-BE49-F238E27FC236}">
                <a16:creationId xmlns:a16="http://schemas.microsoft.com/office/drawing/2014/main" id="{6560A764-4E0C-42F7-9D24-418EC5ED7CC6}"/>
              </a:ext>
            </a:extLst>
          </p:cNvPr>
          <p:cNvSpPr>
            <a:spLocks xmlns:a="http://schemas.openxmlformats.org/drawingml/2006/main" noGrp="1"/>
          </p:cNvSpPr>
          <p:nvPr/>
        </p:nvSpPr>
        <p:spPr>
          <a:xfrm xmlns:a="http://schemas.openxmlformats.org/drawingml/2006/main">
            <a:off x="609600" y="52959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기록에서, 발견·호출·본문 포함을 확인한다</a:t>
            </a:r>
          </a:p>
        </p:txBody>
      </p:sp>
      <p:sp>
        <p:nvSpPr>
          <p:cNvPr id="17" name="Legacy module connection">
            <a:extLst xmlns:a="http://schemas.openxmlformats.org/drawingml/2006/main">
              <a:ext uri="{FF2B5EF4-FFF2-40B4-BE49-F238E27FC236}">
                <a16:creationId xmlns:a16="http://schemas.microsoft.com/office/drawing/2014/main" id="{C67691F4-2642-4A07-86F4-68643836E6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00272818"/>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밝기 통계 작업에서 확인한 CLI 기록">
            <a:extLst xmlns:a="http://schemas.openxmlformats.org/drawingml/2006/main">
              <a:ext uri="{FF2B5EF4-FFF2-40B4-BE49-F238E27FC236}">
                <a16:creationId xmlns:a16="http://schemas.microsoft.com/office/drawing/2014/main" id="{336595A9-D65A-4232-9C74-CD0532CA0C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304813AB-55E8-4ACA-8C58-699FFEBD25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의 발견과 본문 포함을 확인했다">
            <a:extLst xmlns:a="http://schemas.openxmlformats.org/drawingml/2006/main">
              <a:ext uri="{FF2B5EF4-FFF2-40B4-BE49-F238E27FC236}">
                <a16:creationId xmlns:a16="http://schemas.microsoft.com/office/drawing/2014/main" id="{5C3F4660-12AF-44CB-8069-2CBC0DF9C2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Skill의 발견과 본문 포함을 확인했다</a:t>
            </a:r>
          </a:p>
        </p:txBody>
      </p:sp>
      <p:sp>
        <p:nvSpPr>
          <p:cNvPr id="4" name="">
            <a:extLst xmlns:a="http://schemas.openxmlformats.org/drawingml/2006/main">
              <a:ext uri="{FF2B5EF4-FFF2-40B4-BE49-F238E27FC236}">
                <a16:creationId xmlns:a16="http://schemas.microsoft.com/office/drawing/2014/main" id="{7E906DEC-561D-4E9C-93DB-A1911E0CD2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아래는 기록 요약·재구성이며 실제 UI 캡처가 아님">
            <a:extLst xmlns:a="http://schemas.openxmlformats.org/drawingml/2006/main">
              <a:ext uri="{FF2B5EF4-FFF2-40B4-BE49-F238E27FC236}">
                <a16:creationId xmlns:a16="http://schemas.microsoft.com/office/drawing/2014/main" id="{04A8FD31-4A4E-4043-A3AF-5B5AF4FE65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아래는 기록 요약·재구성이며 실제 UI 캡처가 아님</a:t>
            </a:r>
          </a:p>
        </p:txBody>
      </p:sp>
      <p:sp>
        <p:nvSpPr>
          <p:cNvPr id="6" name="별도 load UI 이벤트 없음 · 본문 포함이 모든 지침 준수나 현재 Desktop 동작을 보장하지 않음">
            <a:extLst xmlns:a="http://schemas.openxmlformats.org/drawingml/2006/main">
              <a:ext uri="{FF2B5EF4-FFF2-40B4-BE49-F238E27FC236}">
                <a16:creationId xmlns:a16="http://schemas.microsoft.com/office/drawing/2014/main" id="{C2AB73B4-AB7C-48EA-BC2C-8BED6460E0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UI 이벤트 없음 · 본문 포함이 모든 지침 준수나 현재 Desktop 동작을 보장하지 않음</a:t>
            </a:r>
          </a:p>
        </p:txBody>
      </p:sp>
      <p:sp>
        <p:nvSpPr>
          <p:cNvPr id="7" name="">
            <a:extLst xmlns:a="http://schemas.openxmlformats.org/drawingml/2006/main">
              <a:ext uri="{FF2B5EF4-FFF2-40B4-BE49-F238E27FC236}">
                <a16:creationId xmlns:a16="http://schemas.microsoft.com/office/drawing/2014/main" id="{DE33D0A5-C199-407E-9030-A49B077208BF}"/>
              </a:ext>
            </a:extLst>
          </p:cNvPr>
          <p:cNvSpPr>
            <a:spLocks xmlns:a="http://schemas.openxmlformats.org/drawingml/2006/main" noGrp="1"/>
          </p:cNvSpPr>
          <p:nvPr/>
        </p:nvSpPr>
        <p:spPr>
          <a:xfrm xmlns:a="http://schemas.openxmlformats.org/drawingml/2006/main">
            <a:off x="609600" y="201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8A893872-C634-4575-9337-CEAE91DA7F23}"/>
              </a:ext>
            </a:extLst>
          </p:cNvPr>
          <p:cNvSpPr>
            <a:spLocks xmlns:a="http://schemas.openxmlformats.org/drawingml/2006/main" noGrp="1"/>
          </p:cNvSpPr>
          <p:nvPr/>
        </p:nvSpPr>
        <p:spPr>
          <a:xfrm xmlns:a="http://schemas.openxmlformats.org/drawingml/2006/main">
            <a:off x="609600" y="2152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9" name="목록에서 발견">
            <a:extLst xmlns:a="http://schemas.openxmlformats.org/drawingml/2006/main">
              <a:ext uri="{FF2B5EF4-FFF2-40B4-BE49-F238E27FC236}">
                <a16:creationId xmlns:a16="http://schemas.microsoft.com/office/drawing/2014/main" id="{1A7D5CDD-DCA1-4883-B207-7C9E5015BF9F}"/>
              </a:ext>
            </a:extLst>
          </p:cNvPr>
          <p:cNvSpPr>
            <a:spLocks xmlns:a="http://schemas.openxmlformats.org/drawingml/2006/main" noGrp="1"/>
          </p:cNvSpPr>
          <p:nvPr/>
        </p:nvSpPr>
        <p:spPr>
          <a:xfrm xmlns:a="http://schemas.openxmlformats.org/drawingml/2006/main">
            <a:off x="1438275" y="2105025"/>
            <a:ext cx="1014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목록에서 발견</a:t>
            </a:r>
          </a:p>
        </p:txBody>
      </p:sp>
      <p:sp>
        <p:nvSpPr>
          <p:cNvPr id="10" name="/skills → graypipe-performance">
            <a:extLst xmlns:a="http://schemas.openxmlformats.org/drawingml/2006/main">
              <a:ext uri="{FF2B5EF4-FFF2-40B4-BE49-F238E27FC236}">
                <a16:creationId xmlns:a16="http://schemas.microsoft.com/office/drawing/2014/main" id="{16A6A116-518E-4D64-B13D-17FF841EAD53}"/>
              </a:ext>
            </a:extLst>
          </p:cNvPr>
          <p:cNvSpPr>
            <a:spLocks xmlns:a="http://schemas.openxmlformats.org/drawingml/2006/main" noGrp="1"/>
          </p:cNvSpPr>
          <p:nvPr/>
        </p:nvSpPr>
        <p:spPr>
          <a:xfrm xmlns:a="http://schemas.openxmlformats.org/drawingml/2006/main">
            <a:off x="1438275" y="2514600"/>
            <a:ext cx="10144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/skills → graypipe-performance</a:t>
            </a:r>
          </a:p>
        </p:txBody>
      </p:sp>
      <p:sp>
        <p:nvSpPr>
          <p:cNvPr id="11" name="이름과 잘린 설명이 표시됨 · 경로는 목록에 없었음">
            <a:extLst xmlns:a="http://schemas.openxmlformats.org/drawingml/2006/main">
              <a:ext uri="{FF2B5EF4-FFF2-40B4-BE49-F238E27FC236}">
                <a16:creationId xmlns:a16="http://schemas.microsoft.com/office/drawing/2014/main" id="{AD0C2FA7-94F5-455E-9D12-657B526CAEAC}"/>
              </a:ext>
            </a:extLst>
          </p:cNvPr>
          <p:cNvSpPr>
            <a:spLocks xmlns:a="http://schemas.openxmlformats.org/drawingml/2006/main" noGrp="1"/>
          </p:cNvSpPr>
          <p:nvPr/>
        </p:nvSpPr>
        <p:spPr>
          <a:xfrm xmlns:a="http://schemas.openxmlformats.org/drawingml/2006/main">
            <a:off x="1438275" y="2876550"/>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이름과 잘린 설명이 표시됨 · 경로는 목록에 없었음</a:t>
            </a:r>
          </a:p>
        </p:txBody>
      </p:sp>
      <p:sp>
        <p:nvSpPr>
          <p:cNvPr id="12" name="">
            <a:extLst xmlns:a="http://schemas.openxmlformats.org/drawingml/2006/main">
              <a:ext uri="{FF2B5EF4-FFF2-40B4-BE49-F238E27FC236}">
                <a16:creationId xmlns:a16="http://schemas.microsoft.com/office/drawing/2014/main" id="{DE208E05-A899-421C-9A5F-387D0B147580}"/>
              </a:ext>
            </a:extLst>
          </p:cNvPr>
          <p:cNvSpPr>
            <a:spLocks xmlns:a="http://schemas.openxmlformats.org/drawingml/2006/main" noGrp="1"/>
          </p:cNvSpPr>
          <p:nvPr/>
        </p:nvSpPr>
        <p:spPr>
          <a:xfrm xmlns:a="http://schemas.openxmlformats.org/drawingml/2006/main">
            <a:off x="609600" y="3209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2">
            <a:extLst xmlns:a="http://schemas.openxmlformats.org/drawingml/2006/main">
              <a:ext uri="{FF2B5EF4-FFF2-40B4-BE49-F238E27FC236}">
                <a16:creationId xmlns:a16="http://schemas.microsoft.com/office/drawing/2014/main" id="{8DF46BEA-D5E4-449F-8755-D4CF20C6DF9A}"/>
              </a:ext>
            </a:extLst>
          </p:cNvPr>
          <p:cNvSpPr>
            <a:spLocks xmlns:a="http://schemas.openxmlformats.org/drawingml/2006/main" noGrp="1"/>
          </p:cNvSpPr>
          <p:nvPr/>
        </p:nvSpPr>
        <p:spPr>
          <a:xfrm xmlns:a="http://schemas.openxmlformats.org/drawingml/2006/main">
            <a:off x="609600" y="3343275"/>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14" name="작업과 함께 명시적으로 호출">
            <a:extLst xmlns:a="http://schemas.openxmlformats.org/drawingml/2006/main">
              <a:ext uri="{FF2B5EF4-FFF2-40B4-BE49-F238E27FC236}">
                <a16:creationId xmlns:a16="http://schemas.microsoft.com/office/drawing/2014/main" id="{68FE586D-C33B-4EFF-AE4E-1B2A1C934F9F}"/>
              </a:ext>
            </a:extLst>
          </p:cNvPr>
          <p:cNvSpPr>
            <a:spLocks xmlns:a="http://schemas.openxmlformats.org/drawingml/2006/main" noGrp="1"/>
          </p:cNvSpPr>
          <p:nvPr/>
        </p:nvSpPr>
        <p:spPr>
          <a:xfrm xmlns:a="http://schemas.openxmlformats.org/drawingml/2006/main">
            <a:off x="1438275" y="3295650"/>
            <a:ext cx="1014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작업과 함께 명시적으로 호출</a:t>
            </a:r>
          </a:p>
        </p:txBody>
      </p:sp>
      <p:sp>
        <p:nvSpPr>
          <p:cNvPr id="15" name="$graypipe-performance">
            <a:extLst xmlns:a="http://schemas.openxmlformats.org/drawingml/2006/main">
              <a:ext uri="{FF2B5EF4-FFF2-40B4-BE49-F238E27FC236}">
                <a16:creationId xmlns:a16="http://schemas.microsoft.com/office/drawing/2014/main" id="{E669312B-9770-436B-A4C2-8A973EA89105}"/>
              </a:ext>
            </a:extLst>
          </p:cNvPr>
          <p:cNvSpPr>
            <a:spLocks xmlns:a="http://schemas.openxmlformats.org/drawingml/2006/main" noGrp="1"/>
          </p:cNvSpPr>
          <p:nvPr/>
        </p:nvSpPr>
        <p:spPr>
          <a:xfrm xmlns:a="http://schemas.openxmlformats.org/drawingml/2006/main">
            <a:off x="1438275" y="3705225"/>
            <a:ext cx="10144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$graypipe-performance</a:t>
            </a:r>
          </a:p>
        </p:txBody>
      </p:sp>
      <p:sp>
        <p:nvSpPr>
          <p:cNvPr id="16" name="밝기 통계(image_statistics)의 시간·할당량 조사">
            <a:extLst xmlns:a="http://schemas.openxmlformats.org/drawingml/2006/main">
              <a:ext uri="{FF2B5EF4-FFF2-40B4-BE49-F238E27FC236}">
                <a16:creationId xmlns:a16="http://schemas.microsoft.com/office/drawing/2014/main" id="{D89442DB-4251-42E8-9404-7DD67870D217}"/>
              </a:ext>
            </a:extLst>
          </p:cNvPr>
          <p:cNvSpPr>
            <a:spLocks xmlns:a="http://schemas.openxmlformats.org/drawingml/2006/main" noGrp="1"/>
          </p:cNvSpPr>
          <p:nvPr/>
        </p:nvSpPr>
        <p:spPr>
          <a:xfrm xmlns:a="http://schemas.openxmlformats.org/drawingml/2006/main">
            <a:off x="1438275" y="4067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밝기 통계(image_statistics)의 시간·할당량 조사</a:t>
            </a:r>
          </a:p>
        </p:txBody>
      </p:sp>
      <p:sp>
        <p:nvSpPr>
          <p:cNvPr id="17" name="">
            <a:extLst xmlns:a="http://schemas.openxmlformats.org/drawingml/2006/main">
              <a:ext uri="{FF2B5EF4-FFF2-40B4-BE49-F238E27FC236}">
                <a16:creationId xmlns:a16="http://schemas.microsoft.com/office/drawing/2014/main" id="{A0DB82E1-BB11-47FF-9AEE-F8A4BE09A8B0}"/>
              </a:ext>
            </a:extLst>
          </p:cNvPr>
          <p:cNvSpPr>
            <a:spLocks xmlns:a="http://schemas.openxmlformats.org/drawingml/2006/main" noGrp="1"/>
          </p:cNvSpPr>
          <p:nvPr/>
        </p:nvSpPr>
        <p:spPr>
          <a:xfrm xmlns:a="http://schemas.openxmlformats.org/drawingml/2006/main">
            <a:off x="609600" y="44005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3">
            <a:extLst xmlns:a="http://schemas.openxmlformats.org/drawingml/2006/main">
              <a:ext uri="{FF2B5EF4-FFF2-40B4-BE49-F238E27FC236}">
                <a16:creationId xmlns:a16="http://schemas.microsoft.com/office/drawing/2014/main" id="{98FA9D85-2D5B-4007-9552-10A9304889BD}"/>
              </a:ext>
            </a:extLst>
          </p:cNvPr>
          <p:cNvSpPr>
            <a:spLocks xmlns:a="http://schemas.openxmlformats.org/drawingml/2006/main" noGrp="1"/>
          </p:cNvSpPr>
          <p:nvPr/>
        </p:nvSpPr>
        <p:spPr>
          <a:xfrm xmlns:a="http://schemas.openxmlformats.org/drawingml/2006/main">
            <a:off x="609600" y="453390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19" name="실행 기록에서 본문 포함 확인">
            <a:extLst xmlns:a="http://schemas.openxmlformats.org/drawingml/2006/main">
              <a:ext uri="{FF2B5EF4-FFF2-40B4-BE49-F238E27FC236}">
                <a16:creationId xmlns:a16="http://schemas.microsoft.com/office/drawing/2014/main" id="{639F102D-95FE-4497-A76B-A8F088C1E3E7}"/>
              </a:ext>
            </a:extLst>
          </p:cNvPr>
          <p:cNvSpPr>
            <a:spLocks xmlns:a="http://schemas.openxmlformats.org/drawingml/2006/main" noGrp="1"/>
          </p:cNvSpPr>
          <p:nvPr/>
        </p:nvSpPr>
        <p:spPr>
          <a:xfrm xmlns:a="http://schemas.openxmlformats.org/drawingml/2006/main">
            <a:off x="1438275" y="4486275"/>
            <a:ext cx="1014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실행 기록에서 본문 포함 확인</a:t>
            </a:r>
          </a:p>
        </p:txBody>
      </p:sp>
      <p:sp>
        <p:nvSpPr>
          <p:cNvPr id="20" name=".agents/skills/graypipe-performance/SKILL.md">
            <a:extLst xmlns:a="http://schemas.openxmlformats.org/drawingml/2006/main">
              <a:ext uri="{FF2B5EF4-FFF2-40B4-BE49-F238E27FC236}">
                <a16:creationId xmlns:a16="http://schemas.microsoft.com/office/drawing/2014/main" id="{11D3321D-C76C-4DE8-A7B1-EDAD8241C0CC}"/>
              </a:ext>
            </a:extLst>
          </p:cNvPr>
          <p:cNvSpPr>
            <a:spLocks xmlns:a="http://schemas.openxmlformats.org/drawingml/2006/main" noGrp="1"/>
          </p:cNvSpPr>
          <p:nvPr/>
        </p:nvSpPr>
        <p:spPr>
          <a:xfrm xmlns:a="http://schemas.openxmlformats.org/drawingml/2006/main">
            <a:off x="1438275" y="4895850"/>
            <a:ext cx="10144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.agents/skills/graypipe-performance/SKILL.md</a:t>
            </a:r>
          </a:p>
        </p:txBody>
      </p:sp>
      <p:sp>
        <p:nvSpPr>
          <p:cNvPr id="21" name="이름·경로·전체 지침 본문이 실행 trace에 포함됨">
            <a:extLst xmlns:a="http://schemas.openxmlformats.org/drawingml/2006/main">
              <a:ext uri="{FF2B5EF4-FFF2-40B4-BE49-F238E27FC236}">
                <a16:creationId xmlns:a16="http://schemas.microsoft.com/office/drawing/2014/main" id="{1D3F92E7-1C8A-4346-86F8-5B2E059191F2}"/>
              </a:ext>
            </a:extLst>
          </p:cNvPr>
          <p:cNvSpPr>
            <a:spLocks xmlns:a="http://schemas.openxmlformats.org/drawingml/2006/main" noGrp="1"/>
          </p:cNvSpPr>
          <p:nvPr/>
        </p:nvSpPr>
        <p:spPr>
          <a:xfrm xmlns:a="http://schemas.openxmlformats.org/drawingml/2006/main">
            <a:off x="1438275" y="5257800"/>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이름·경로·전체 지침 본문이 실행 trace에 포함됨</a:t>
            </a:r>
          </a:p>
        </p:txBody>
      </p:sp>
      <p:sp>
        <p:nvSpPr>
          <p:cNvPr id="22" name="Legacy module connection">
            <a:extLst xmlns:a="http://schemas.openxmlformats.org/drawingml/2006/main">
              <a:ext uri="{FF2B5EF4-FFF2-40B4-BE49-F238E27FC236}">
                <a16:creationId xmlns:a16="http://schemas.microsoft.com/office/drawing/2014/main" id="{D89B5F1D-D341-4DCB-9570-FECDA72985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7803314"/>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3 · 위치 이동을 실제 문장과 기록으로 확인">
            <a:extLst xmlns:a="http://schemas.openxmlformats.org/drawingml/2006/main">
              <a:ext uri="{FF2B5EF4-FFF2-40B4-BE49-F238E27FC236}">
                <a16:creationId xmlns:a16="http://schemas.microsoft.com/office/drawing/2014/main" id="{FC70D40A-CDA5-4E2E-8353-C7EDD22AE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위치 이동을 실제 문장과 기록으로 확인</a:t>
            </a:r>
          </a:p>
        </p:txBody>
      </p:sp>
      <p:sp>
        <p:nvSpPr>
          <p:cNvPr id="2" name="S55">
            <a:extLst xmlns:a="http://schemas.openxmlformats.org/drawingml/2006/main">
              <a:ext uri="{FF2B5EF4-FFF2-40B4-BE49-F238E27FC236}">
                <a16:creationId xmlns:a16="http://schemas.microsoft.com/office/drawing/2014/main" id="{91301E74-F9C8-4C8C-BE10-1CAE9CD993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의 지침과 관찰된 작업을 대응한다">
            <a:extLst xmlns:a="http://schemas.openxmlformats.org/drawingml/2006/main">
              <a:ext uri="{FF2B5EF4-FFF2-40B4-BE49-F238E27FC236}">
                <a16:creationId xmlns:a16="http://schemas.microsoft.com/office/drawing/2014/main" id="{32EEA896-97B1-4260-BC7A-01CF704E6C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Skill의 지침과 관찰된 작업을 대응한다</a:t>
            </a:r>
          </a:p>
        </p:txBody>
      </p:sp>
      <p:sp>
        <p:nvSpPr>
          <p:cNvPr id="4" name="">
            <a:extLst xmlns:a="http://schemas.openxmlformats.org/drawingml/2006/main">
              <a:ext uri="{FF2B5EF4-FFF2-40B4-BE49-F238E27FC236}">
                <a16:creationId xmlns:a16="http://schemas.microsoft.com/office/drawing/2014/main" id="{FB92AD68-03E3-420D-8FAD-C4E030CBD3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발췌 ↔ TRIAL-008의 보존된 관찰 요약 · 원문 실행 로그 화면이 아">
            <a:extLst xmlns:a="http://schemas.openxmlformats.org/drawingml/2006/main">
              <a:ext uri="{FF2B5EF4-FFF2-40B4-BE49-F238E27FC236}">
                <a16:creationId xmlns:a16="http://schemas.microsoft.com/office/drawing/2014/main" id="{DD2341DA-2638-4936-9CCA-3E6440AB39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발췌 ↔ TRIAL-008의 보존된 관찰 요약 · 원문 실행 로그 화면이 아님</a:t>
            </a:r>
          </a:p>
        </p:txBody>
      </p:sp>
      <p:sp>
        <p:nvSpPr>
          <p:cNvPr id="6" name="본문 포함과 관찰의 대응 · Skill 단독 인과성·우월성·토큰/속도 효과를 입증하지 않음">
            <a:extLst xmlns:a="http://schemas.openxmlformats.org/drawingml/2006/main">
              <a:ext uri="{FF2B5EF4-FFF2-40B4-BE49-F238E27FC236}">
                <a16:creationId xmlns:a16="http://schemas.microsoft.com/office/drawing/2014/main" id="{D5D5D754-F5DA-4C02-86EA-61DCA3E351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본문 포함과 관찰의 대응 · Skill 단독 인과성·우월성·토큰/속도 효과를 입증하지 않음</a:t>
            </a:r>
          </a:p>
        </p:txBody>
      </p:sp>
      <p:sp>
        <p:nvSpPr>
          <p:cNvPr id="7" name="normalize의 긴 요청 → 밝기 통계 요청 + 재사용 Skill">
            <a:extLst xmlns:a="http://schemas.openxmlformats.org/drawingml/2006/main">
              <a:ext uri="{FF2B5EF4-FFF2-40B4-BE49-F238E27FC236}">
                <a16:creationId xmlns:a16="http://schemas.microsoft.com/office/drawing/2014/main" id="{A4EFFD4A-F3E1-4550-81A5-E5472910530F}"/>
              </a:ext>
            </a:extLst>
          </p:cNvPr>
          <p:cNvSpPr>
            <a:spLocks xmlns:a="http://schemas.openxmlformats.org/drawingml/2006/main" noGrp="1"/>
          </p:cNvSpPr>
          <p:nvPr/>
        </p:nvSpPr>
        <p:spPr>
          <a:xfrm xmlns:a="http://schemas.openxmlformats.org/drawingml/2006/main">
            <a:off x="609600" y="16954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normalize의 긴 요청 → 밝기 통계 요청 + 재사용 Skill</a:t>
            </a:r>
          </a:p>
        </p:txBody>
      </p:sp>
      <p:graphicFrame>
        <p:nvGraphicFramePr>
          <p:cNvPr id="8" name="">
            <a:extLst xmlns:a="http://schemas.openxmlformats.org/drawingml/2006/main">
              <a:ext uri="{FF2B5EF4-FFF2-40B4-BE49-F238E27FC236}">
                <a16:creationId xmlns:a16="http://schemas.microsoft.com/office/drawing/2014/main" id="{C2CAC8EE-E24F-4943-8824-AE3261067BD4}"/>
              </a:ext>
            </a:extLst>
          </p:cNvPr>
          <p:cNvGraphicFramePr/>
          <p:nvPr/>
        </p:nvGraphicFramePr>
        <p:xfrm>
          <a:off xmlns:a="http://schemas.openxmlformats.org/drawingml/2006/main" x="609600" y="2343150"/>
          <a:ext xmlns:a="http://schemas.openxmlformats.org/drawingml/2006/main" cx="10972800" cy="2952750"/>
        </p:xfrm>
        <a:graphic xmlns:a="http://schemas.openxmlformats.org/drawingml/2006/main">
          <a:graphicData uri="http://schemas.openxmlformats.org/drawingml/2006/table">
            <a:tbl>
              <a:tblPr firstRow="0" bandRow="0"/>
              <a:tblGrid>
                <a:gridCol w="5191125"/>
                <a:gridCol w="5781675"/>
              </a:tblGrid>
              <a:tr h="438150">
                <a:tc>
                  <a:txBody>
                    <a:bodyPr wrap="none">
                      <a:noAutofit/>
                    </a:bodyPr>
                    <a:lstStyle/>
                    <a:p>
                      <a:pPr algn="l"/>
                      <a:r>
                        <a:rPr sz="1875" b="1">
                          <a:solidFill>
                            <a:srgbClr val="0B6172"/>
                          </a:solidFill>
                          <a:latin typeface="Malgun Gothic"/>
                          <a:ea typeface="Malgun Gothic"/>
                          <a:cs typeface="Malgun Gothic"/>
                        </a:rPr>
                        <a:t>Skill의 지침 · 원문 발췌</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같은 Trial에서 관찰된 기록 ·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838200">
                <a:tc>
                  <a:txBody>
                    <a:bodyPr wrap="none">
                      <a:noAutofit/>
                    </a:bodyPr>
                    <a:lstStyle/>
                    <a:p>
                      <a:pPr algn="l"/>
                      <a:r>
                        <a:rPr sz="1875" b="0">
                          <a:solidFill>
                            <a:srgbClr val="17212B"/>
                          </a:solidFill>
                          <a:latin typeface="Consolas"/>
                          <a:ea typeface="Consolas"/>
                          <a:cs typeface="Consolas"/>
                        </a:rPr>
                        <a:t>Establish a reproducible</a:t>
                      </a:r>
                    </a:p>
                    <a:p>
                      <a:pPr algn="l"/>
                      <a:r>
                        <a:rPr sz="1875" b="0">
                          <a:solidFill>
                            <a:srgbClr val="17212B"/>
                          </a:solidFill>
                          <a:latin typeface="Consolas"/>
                          <a:ea typeface="Consolas"/>
                          <a:cs typeface="Consolas"/>
                        </a:rPr>
                        <a:t>baseline before editing.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편집 전 같은 측정 명령으로 3회 실행</a:t>
                      </a:r>
                    </a:p>
                    <a:p>
                      <a:pPr algn="l"/>
                      <a:r>
                        <a:rPr sz="1875" b="0">
                          <a:solidFill>
                            <a:srgbClr val="17212B"/>
                          </a:solidFill>
                          <a:latin typeface="Malgun Gothic"/>
                          <a:ea typeface="Malgun Gothic"/>
                          <a:cs typeface="Malgun Gothic"/>
                        </a:rPr>
                        <a:t>입력 지문과 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38200">
                <a:tc>
                  <a:txBody>
                    <a:bodyPr wrap="none">
                      <a:noAutofit/>
                    </a:bodyPr>
                    <a:lstStyle/>
                    <a:p>
                      <a:pPr algn="l"/>
                      <a:r>
                        <a:rPr sz="1875" b="0">
                          <a:solidFill>
                            <a:srgbClr val="17212B"/>
                          </a:solidFill>
                          <a:latin typeface="Consolas"/>
                          <a:ea typeface="Consolas"/>
                          <a:cs typeface="Consolas"/>
                        </a:rPr>
                        <a:t>State a concise plan before</a:t>
                      </a:r>
                    </a:p>
                    <a:p>
                      <a:pPr algn="l"/>
                      <a:r>
                        <a:rPr sz="1875" b="0">
                          <a:solidFill>
                            <a:srgbClr val="17212B"/>
                          </a:solidFill>
                          <a:latin typeface="Consolas"/>
                          <a:ea typeface="Consolas"/>
                          <a:cs typeface="Consolas"/>
                        </a:rPr>
                        <a:t>making edits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계획을 밝힘</a:t>
                      </a:r>
                    </a:p>
                    <a:p>
                      <a:pPr algn="l"/>
                      <a:r>
                        <a:rPr sz="1875" b="0">
                          <a:solidFill>
                            <a:srgbClr val="17212B"/>
                          </a:solidFill>
                          <a:latin typeface="Malgun Gothic"/>
                          <a:ea typeface="Malgun Gothic"/>
                          <a:cs typeface="Malgun Gothic"/>
                        </a:rPr>
                        <a:t>statistics.py의 변경 범위를 한정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38200">
                <a:tc>
                  <a:txBody>
                    <a:bodyPr wrap="none">
                      <a:noAutofit/>
                    </a:bodyPr>
                    <a:lstStyle/>
                    <a:p>
                      <a:pPr algn="l"/>
                      <a:r>
                        <a:rPr sz="1875" b="0">
                          <a:solidFill>
                            <a:srgbClr val="17212B"/>
                          </a:solidFill>
                          <a:latin typeface="Consolas"/>
                          <a:ea typeface="Consolas"/>
                          <a:cs typeface="Consolas"/>
                        </a:rPr>
                        <a:t>Repeat the same benchmark with</a:t>
                      </a:r>
                    </a:p>
                    <a:p>
                      <a:pPr algn="l"/>
                      <a:r>
                        <a:rPr sz="1875" b="0">
                          <a:solidFill>
                            <a:srgbClr val="17212B"/>
                          </a:solidFill>
                          <a:latin typeface="Consolas"/>
                          <a:ea typeface="Consolas"/>
                          <a:cs typeface="Consolas"/>
                        </a:rPr>
                        <a:t>the same input and settings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함수·전체 테스트와 같은 benchmark</a:t>
                      </a:r>
                    </a:p>
                    <a:p>
                      <a:pPr algn="l"/>
                      <a:r>
                        <a:rPr sz="1875" b="0">
                          <a:solidFill>
                            <a:srgbClr val="17212B"/>
                          </a:solidFill>
                          <a:latin typeface="Malgun Gothic"/>
                          <a:ea typeface="Malgun Gothic"/>
                          <a:cs typeface="Malgun Gothic"/>
                        </a:rPr>
                        <a:t>CLI 샘플·diff 확인 및 최종 검토</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9" name="Task Prompt에는 이번 목표·6항목 보존·변경 범위를 남겼다">
            <a:extLst xmlns:a="http://schemas.openxmlformats.org/drawingml/2006/main">
              <a:ext uri="{FF2B5EF4-FFF2-40B4-BE49-F238E27FC236}">
                <a16:creationId xmlns:a16="http://schemas.microsoft.com/office/drawing/2014/main" id="{6DE8457E-52A9-446D-9710-79AF3A927B1A}"/>
              </a:ext>
            </a:extLst>
          </p:cNvPr>
          <p:cNvSpPr>
            <a:spLocks xmlns:a="http://schemas.openxmlformats.org/drawingml/2006/main" noGrp="1"/>
          </p:cNvSpPr>
          <p:nvPr/>
        </p:nvSpPr>
        <p:spPr>
          <a:xfrm xmlns:a="http://schemas.openxmlformats.org/drawingml/2006/main">
            <a:off x="609600" y="54292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Task Prompt에는 이번 목표·6항목 보존·변경 범위를 남겼다</a:t>
            </a:r>
          </a:p>
        </p:txBody>
      </p:sp>
      <p:sp>
        <p:nvSpPr>
          <p:cNvPr id="10" name="Legacy module connection">
            <a:extLst xmlns:a="http://schemas.openxmlformats.org/drawingml/2006/main">
              <a:ext uri="{FF2B5EF4-FFF2-40B4-BE49-F238E27FC236}">
                <a16:creationId xmlns:a16="http://schemas.microsoft.com/office/drawing/2014/main" id="{C7D800BF-67AE-4B71-BCC0-A1B036DDEC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05567319"/>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Skill에 고정할 것과 이번에 판단할 것">
            <a:extLst xmlns:a="http://schemas.openxmlformats.org/drawingml/2006/main">
              <a:ext uri="{FF2B5EF4-FFF2-40B4-BE49-F238E27FC236}">
                <a16:creationId xmlns:a16="http://schemas.microsoft.com/office/drawing/2014/main" id="{2AEAE9D0-E5CD-4DF3-B7E3-9F376FFB5B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D2945D01-8EE4-46E0-8F4D-824FB37BAB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B59E2D4D-5930-4F4A-9965-B92D125B11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9C61C78B-FFF0-4508-9107-0493283FE3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의 두 지침과 교육용 책임 구분 · 새 실행 결과가 아님">
            <a:extLst xmlns:a="http://schemas.openxmlformats.org/drawingml/2006/main">
              <a:ext uri="{FF2B5EF4-FFF2-40B4-BE49-F238E27FC236}">
                <a16:creationId xmlns:a16="http://schemas.microsoft.com/office/drawing/2014/main" id="{AF01FCAB-DEE8-48C3-9931-3E0EC8F903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SKILL.md의 두 지침과 교육용 책임 구분 · 새 실행 결과가 아님</a:t>
            </a:r>
          </a:p>
        </p:txBody>
      </p:sp>
      <p:sp>
        <p:nvSpPr>
          <p:cNvPr id="6" name="특정 알고리즘·Trial 숫자를 정답으로 넣지 않았음 · no-change는 허용된 판단 경로">
            <a:extLst xmlns:a="http://schemas.openxmlformats.org/drawingml/2006/main">
              <a:ext uri="{FF2B5EF4-FFF2-40B4-BE49-F238E27FC236}">
                <a16:creationId xmlns:a16="http://schemas.microsoft.com/office/drawing/2014/main" id="{8F04B536-FC8C-41D8-9D28-BF494D9308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알고리즘·Trial 숫자를 정답으로 넣지 않았음 · no-change는 허용된 판단 경로</a:t>
            </a:r>
          </a:p>
        </p:txBody>
      </p:sp>
      <p:sp>
        <p:nvSpPr>
          <p:cNvPr id="7" name="">
            <a:extLst xmlns:a="http://schemas.openxmlformats.org/drawingml/2006/main">
              <a:ext uri="{FF2B5EF4-FFF2-40B4-BE49-F238E27FC236}">
                <a16:creationId xmlns:a16="http://schemas.microsoft.com/office/drawing/2014/main" id="{BC917530-088A-4402-8763-7B97DEC9FF3F}"/>
              </a:ext>
            </a:extLst>
          </p:cNvPr>
          <p:cNvSpPr>
            <a:spLocks xmlns:a="http://schemas.openxmlformats.org/drawingml/2006/main" noGrp="1"/>
          </p:cNvSpPr>
          <p:nvPr/>
        </p:nvSpPr>
        <p:spPr>
          <a:xfrm xmlns:a="http://schemas.openxmlformats.org/drawingml/2006/main">
            <a:off x="609600" y="2247900"/>
            <a:ext cx="5162550" cy="2438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이 정할 방법">
            <a:extLst xmlns:a="http://schemas.openxmlformats.org/drawingml/2006/main">
              <a:ext uri="{FF2B5EF4-FFF2-40B4-BE49-F238E27FC236}">
                <a16:creationId xmlns:a16="http://schemas.microsoft.com/office/drawing/2014/main" id="{8264BDBF-B416-4FEB-9216-76F05037CC0B}"/>
              </a:ext>
            </a:extLst>
          </p:cNvPr>
          <p:cNvSpPr>
            <a:spLocks xmlns:a="http://schemas.openxmlformats.org/drawingml/2006/main" noGrp="1"/>
          </p:cNvSpPr>
          <p:nvPr/>
        </p:nvSpPr>
        <p:spPr>
          <a:xfrm xmlns:a="http://schemas.openxmlformats.org/drawingml/2006/main">
            <a:off x="78105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Skill이 정할 방법</a:t>
            </a:r>
          </a:p>
        </p:txBody>
      </p:sp>
      <p:sp>
        <p:nvSpPr>
          <p:cNvPr id="9" name="편집 전 재현 가능한 기준선&#10;같은 조건으로 검증·비교&#10;근거가 부족하면 변경 보류">
            <a:extLst xmlns:a="http://schemas.openxmlformats.org/drawingml/2006/main">
              <a:ext uri="{FF2B5EF4-FFF2-40B4-BE49-F238E27FC236}">
                <a16:creationId xmlns:a16="http://schemas.microsoft.com/office/drawing/2014/main" id="{AAE10046-A510-4CEC-9221-06B9F9D04682}"/>
              </a:ext>
            </a:extLst>
          </p:cNvPr>
          <p:cNvSpPr>
            <a:spLocks xmlns:a="http://schemas.openxmlformats.org/drawingml/2006/main" noGrp="1"/>
          </p:cNvSpPr>
          <p:nvPr/>
        </p:nvSpPr>
        <p:spPr>
          <a:xfrm xmlns:a="http://schemas.openxmlformats.org/drawingml/2006/main">
            <a:off x="78105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편집 전 재현 가능한 기준선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조건으로 검증·비교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근거가 부족하면 변경 보류</a:t>
            </a:r>
          </a:p>
        </p:txBody>
      </p:sp>
      <p:sp>
        <p:nvSpPr>
          <p:cNvPr id="10" name="">
            <a:extLst xmlns:a="http://schemas.openxmlformats.org/drawingml/2006/main">
              <a:ext uri="{FF2B5EF4-FFF2-40B4-BE49-F238E27FC236}">
                <a16:creationId xmlns:a16="http://schemas.microsoft.com/office/drawing/2014/main" id="{83008CA1-6A95-4F6D-BF29-A891A76CDEA5}"/>
              </a:ext>
            </a:extLst>
          </p:cNvPr>
          <p:cNvSpPr>
            <a:spLocks xmlns:a="http://schemas.openxmlformats.org/drawingml/2006/main" noGrp="1"/>
          </p:cNvSpPr>
          <p:nvPr/>
        </p:nvSpPr>
        <p:spPr>
          <a:xfrm xmlns:a="http://schemas.openxmlformats.org/drawingml/2006/main">
            <a:off x="6419850" y="2247900"/>
            <a:ext cx="5162550" cy="2438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이번 작업에서 정할 답">
            <a:extLst xmlns:a="http://schemas.openxmlformats.org/drawingml/2006/main">
              <a:ext uri="{FF2B5EF4-FFF2-40B4-BE49-F238E27FC236}">
                <a16:creationId xmlns:a16="http://schemas.microsoft.com/office/drawing/2014/main" id="{7C9421B6-21BE-4179-A3CB-52A782D6607F}"/>
              </a:ext>
            </a:extLst>
          </p:cNvPr>
          <p:cNvSpPr>
            <a:spLocks xmlns:a="http://schemas.openxmlformats.org/drawingml/2006/main" noGrp="1"/>
          </p:cNvSpPr>
          <p:nvPr/>
        </p:nvSpPr>
        <p:spPr>
          <a:xfrm xmlns:a="http://schemas.openxmlformats.org/drawingml/2006/main">
            <a:off x="659130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작업에서 정할 답</a:t>
            </a:r>
          </a:p>
        </p:txBody>
      </p:sp>
      <p:sp>
        <p:nvSpPr>
          <p:cNvPr id="12" name="어떤 알고리즘을 택할까?&#10;실제 시간·할당량은?&#10;어떤 trade-off를 감수할까?">
            <a:extLst xmlns:a="http://schemas.openxmlformats.org/drawingml/2006/main">
              <a:ext uri="{FF2B5EF4-FFF2-40B4-BE49-F238E27FC236}">
                <a16:creationId xmlns:a16="http://schemas.microsoft.com/office/drawing/2014/main" id="{62149FAB-F042-476D-B5F9-820532A1E454}"/>
              </a:ext>
            </a:extLst>
          </p:cNvPr>
          <p:cNvSpPr>
            <a:spLocks xmlns:a="http://schemas.openxmlformats.org/drawingml/2006/main" noGrp="1"/>
          </p:cNvSpPr>
          <p:nvPr/>
        </p:nvSpPr>
        <p:spPr>
          <a:xfrm xmlns:a="http://schemas.openxmlformats.org/drawingml/2006/main">
            <a:off x="659130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알고리즘을 택할까?</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시간·할당량은?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trade-off를 감수할까?</a:t>
            </a:r>
          </a:p>
        </p:txBody>
      </p:sp>
      <p:sp>
        <p:nvSpPr>
          <p:cNvPr id="13" name="“A measured result that does not justify a change is a">
            <a:extLst xmlns:a="http://schemas.openxmlformats.org/drawingml/2006/main">
              <a:ext uri="{FF2B5EF4-FFF2-40B4-BE49-F238E27FC236}">
                <a16:creationId xmlns:a16="http://schemas.microsoft.com/office/drawing/2014/main" id="{E8E3577D-E699-4B27-AAE6-703FE9DAD3B5}"/>
              </a:ext>
            </a:extLst>
          </p:cNvPr>
          <p:cNvSpPr>
            <a:spLocks xmlns:a="http://schemas.openxmlformats.org/drawingml/2006/main" noGrp="1"/>
          </p:cNvSpPr>
          <p:nvPr/>
        </p:nvSpPr>
        <p:spPr>
          <a:xfrm xmlns:a="http://schemas.openxmlformats.org/drawingml/2006/main">
            <a:off x="609600" y="49720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 measured result that does not justify a change is a</a:t>
            </a:r>
          </a:p>
        </p:txBody>
      </p:sp>
      <p:sp>
        <p:nvSpPr>
          <p:cNvPr id="14" name="valid no-change conclusion.”">
            <a:extLst xmlns:a="http://schemas.openxmlformats.org/drawingml/2006/main">
              <a:ext uri="{FF2B5EF4-FFF2-40B4-BE49-F238E27FC236}">
                <a16:creationId xmlns:a16="http://schemas.microsoft.com/office/drawing/2014/main" id="{59975919-B738-4109-BDA4-B90668B0F81D}"/>
              </a:ext>
            </a:extLst>
          </p:cNvPr>
          <p:cNvSpPr>
            <a:spLocks xmlns:a="http://schemas.openxmlformats.org/drawingml/2006/main" noGrp="1"/>
          </p:cNvSpPr>
          <p:nvPr/>
        </p:nvSpPr>
        <p:spPr>
          <a:xfrm xmlns:a="http://schemas.openxmlformats.org/drawingml/2006/main">
            <a:off x="609600" y="52768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valid no-change conclusion.”</a:t>
            </a:r>
          </a:p>
        </p:txBody>
      </p:sp>
      <p:sp>
        <p:nvSpPr>
          <p:cNvPr id="15" name="Legacy module connection">
            <a:extLst xmlns:a="http://schemas.openxmlformats.org/drawingml/2006/main">
              <a:ext uri="{FF2B5EF4-FFF2-40B4-BE49-F238E27FC236}">
                <a16:creationId xmlns:a16="http://schemas.microsoft.com/office/drawing/2014/main" id="{7320D8D4-1116-4E4E-A075-9ADB6DAF67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95816353"/>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밝기 통계 작업의 후보 선택 과정">
            <a:extLst xmlns:a="http://schemas.openxmlformats.org/drawingml/2006/main">
              <a:ext uri="{FF2B5EF4-FFF2-40B4-BE49-F238E27FC236}">
                <a16:creationId xmlns:a16="http://schemas.microsoft.com/office/drawing/2014/main" id="{16BD06F9-8004-41C6-94B0-673B4FF0C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작업의 후보 선택 과정</a:t>
            </a:r>
          </a:p>
        </p:txBody>
      </p:sp>
      <p:sp>
        <p:nvSpPr>
          <p:cNvPr id="2" name="S57">
            <a:extLst xmlns:a="http://schemas.openxmlformats.org/drawingml/2006/main">
              <a:ext uri="{FF2B5EF4-FFF2-40B4-BE49-F238E27FC236}">
                <a16:creationId xmlns:a16="http://schemas.microsoft.com/office/drawing/2014/main" id="{5CAFCC69-8998-4474-A8DD-A7E3A1E69B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후보는 시간·할당량·동작을 함께 보고 고른다">
            <a:extLst xmlns:a="http://schemas.openxmlformats.org/drawingml/2006/main">
              <a:ext uri="{FF2B5EF4-FFF2-40B4-BE49-F238E27FC236}">
                <a16:creationId xmlns:a16="http://schemas.microsoft.com/office/drawing/2014/main" id="{190C18E5-5417-4047-8B71-FB379BEDF8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후보는 시간·할당량·동작을 함께 보고 고른다</a:t>
            </a:r>
          </a:p>
        </p:txBody>
      </p:sp>
      <p:sp>
        <p:nvSpPr>
          <p:cNvPr id="4" name="">
            <a:extLst xmlns:a="http://schemas.openxmlformats.org/drawingml/2006/main">
              <a:ext uri="{FF2B5EF4-FFF2-40B4-BE49-F238E27FC236}">
                <a16:creationId xmlns:a16="http://schemas.microsoft.com/office/drawing/2014/main" id="{62706956-B8AA-4953-8671-DE588B06B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합성1024×768 / CPython3.9">
            <a:extLst xmlns:a="http://schemas.openxmlformats.org/drawingml/2006/main">
              <a:ext uri="{FF2B5EF4-FFF2-40B4-BE49-F238E27FC236}">
                <a16:creationId xmlns:a16="http://schemas.microsoft.com/office/drawing/2014/main" id="{56D36D54-2678-497C-ACEB-D330B087C6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합성1024×768 / CPython3.9.6 / macOS arm64</a:t>
            </a:r>
          </a:p>
        </p:txBody>
      </p:sp>
      <p:sp>
        <p:nvSpPr>
          <p:cNvPr id="6" name="정성 비교 · 아래 후보끼리의 비교는 다음 장의 제품 상태 전후 측정과 다름">
            <a:extLst xmlns:a="http://schemas.openxmlformats.org/drawingml/2006/main">
              <a:ext uri="{FF2B5EF4-FFF2-40B4-BE49-F238E27FC236}">
                <a16:creationId xmlns:a16="http://schemas.microsoft.com/office/drawing/2014/main" id="{16352155-E66A-4C97-AE3F-D054A6ED40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정성 비교 · 아래 후보끼리의 비교는 다음 장의 제품 상태 전후 측정과 다름</a:t>
            </a:r>
          </a:p>
        </p:txBody>
      </p:sp>
      <p:sp>
        <p:nvSpPr>
          <p:cNvPr id="7" name="두 후보 모두 같은 결과 6항목을 확인했다">
            <a:extLst xmlns:a="http://schemas.openxmlformats.org/drawingml/2006/main">
              <a:ext uri="{FF2B5EF4-FFF2-40B4-BE49-F238E27FC236}">
                <a16:creationId xmlns:a16="http://schemas.microsoft.com/office/drawing/2014/main" id="{5E4499D2-AC1C-4EF9-9617-E18980148566}"/>
              </a:ext>
            </a:extLst>
          </p:cNvPr>
          <p:cNvSpPr>
            <a:spLocks xmlns:a="http://schemas.openxmlformats.org/drawingml/2006/main" noGrp="1"/>
          </p:cNvSpPr>
          <p:nvPr/>
        </p:nvSpPr>
        <p:spPr>
          <a:xfrm xmlns:a="http://schemas.openxmlformats.org/drawingml/2006/main">
            <a:off x="609600" y="17240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두 후보 모두 같은 결과 6항목을 확인했다</a:t>
            </a:r>
          </a:p>
        </p:txBody>
      </p:sp>
      <p:sp>
        <p:nvSpPr>
          <p:cNvPr id="8" name="후보">
            <a:extLst xmlns:a="http://schemas.openxmlformats.org/drawingml/2006/main">
              <a:ext uri="{FF2B5EF4-FFF2-40B4-BE49-F238E27FC236}">
                <a16:creationId xmlns:a16="http://schemas.microsoft.com/office/drawing/2014/main" id="{03A4B820-72D7-45EA-A450-C2909F054DCF}"/>
              </a:ext>
            </a:extLst>
          </p:cNvPr>
          <p:cNvSpPr>
            <a:spLocks xmlns:a="http://schemas.openxmlformats.org/drawingml/2006/main" noGrp="1"/>
          </p:cNvSpPr>
          <p:nvPr/>
        </p:nvSpPr>
        <p:spPr>
          <a:xfrm xmlns:a="http://schemas.openxmlformats.org/drawingml/2006/main">
            <a:off x="609600" y="2419350"/>
            <a:ext cx="4838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49EBBA32-DFA2-4CDE-AD8D-0C32F8B94479}"/>
              </a:ext>
            </a:extLst>
          </p:cNvPr>
          <p:cNvSpPr>
            <a:spLocks xmlns:a="http://schemas.openxmlformats.org/drawingml/2006/main" noGrp="1"/>
          </p:cNvSpPr>
          <p:nvPr/>
        </p:nvSpPr>
        <p:spPr>
          <a:xfrm xmlns:a="http://schemas.openxmlformats.org/drawingml/2006/main">
            <a:off x="5810250" y="2419350"/>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Python 할당량</a:t>
            </a:r>
          </a:p>
        </p:txBody>
      </p:sp>
      <p:sp>
        <p:nvSpPr>
          <p:cNvPr id="10" name="실행 시간과 판단">
            <a:extLst xmlns:a="http://schemas.openxmlformats.org/drawingml/2006/main">
              <a:ext uri="{FF2B5EF4-FFF2-40B4-BE49-F238E27FC236}">
                <a16:creationId xmlns:a16="http://schemas.microsoft.com/office/drawing/2014/main" id="{AB721B70-1437-4511-965A-10C8EE72947A}"/>
              </a:ext>
            </a:extLst>
          </p:cNvPr>
          <p:cNvSpPr>
            <a:spLocks xmlns:a="http://schemas.openxmlformats.org/drawingml/2006/main" noGrp="1"/>
          </p:cNvSpPr>
          <p:nvPr/>
        </p:nvSpPr>
        <p:spPr>
          <a:xfrm xmlns:a="http://schemas.openxmlformats.org/drawingml/2006/main">
            <a:off x="8620125" y="2419350"/>
            <a:ext cx="29622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실행 시간과 판단</a:t>
            </a:r>
          </a:p>
        </p:txBody>
      </p:sp>
      <p:sp>
        <p:nvSpPr>
          <p:cNvPr id="11" name="">
            <a:extLst xmlns:a="http://schemas.openxmlformats.org/drawingml/2006/main">
              <a:ext uri="{FF2B5EF4-FFF2-40B4-BE49-F238E27FC236}">
                <a16:creationId xmlns:a16="http://schemas.microsoft.com/office/drawing/2014/main" id="{32DDBA98-CD0C-4851-9508-F5D0B0564538}"/>
              </a:ext>
            </a:extLst>
          </p:cNvPr>
          <p:cNvSpPr>
            <a:spLocks xmlns:a="http://schemas.openxmlformats.org/drawingml/2006/main" noGrp="1"/>
          </p:cNvSpPr>
          <p:nvPr/>
        </p:nvSpPr>
        <p:spPr>
          <a:xfrm xmlns:a="http://schemas.openxmlformats.org/drawingml/2006/main">
            <a:off x="609600" y="3019425"/>
            <a:ext cx="10972800" cy="8763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 name="수동 단일 순회">
            <a:extLst xmlns:a="http://schemas.openxmlformats.org/drawingml/2006/main">
              <a:ext uri="{FF2B5EF4-FFF2-40B4-BE49-F238E27FC236}">
                <a16:creationId xmlns:a16="http://schemas.microsoft.com/office/drawing/2014/main" id="{1FB34D01-F47F-4F5F-9D5D-F1AB3B216C5D}"/>
              </a:ext>
            </a:extLst>
          </p:cNvPr>
          <p:cNvSpPr>
            <a:spLocks xmlns:a="http://schemas.openxmlformats.org/drawingml/2006/main" noGrp="1"/>
          </p:cNvSpPr>
          <p:nvPr/>
        </p:nvSpPr>
        <p:spPr>
          <a:xfrm xmlns:a="http://schemas.openxmlformats.org/drawingml/2006/main">
            <a:off x="762000" y="32004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수동 단일 순회</a:t>
            </a:r>
          </a:p>
        </p:txBody>
      </p:sp>
      <p:sp>
        <p:nvSpPr>
          <p:cNvPr id="13" name="낮은 할당량">
            <a:extLst xmlns:a="http://schemas.openxmlformats.org/drawingml/2006/main">
              <a:ext uri="{FF2B5EF4-FFF2-40B4-BE49-F238E27FC236}">
                <a16:creationId xmlns:a16="http://schemas.microsoft.com/office/drawing/2014/main" id="{D7FFBACE-D2E2-4463-8CC0-7BB5985689BE}"/>
              </a:ext>
            </a:extLst>
          </p:cNvPr>
          <p:cNvSpPr>
            <a:spLocks xmlns:a="http://schemas.openxmlformats.org/drawingml/2006/main" noGrp="1"/>
          </p:cNvSpPr>
          <p:nvPr/>
        </p:nvSpPr>
        <p:spPr>
          <a:xfrm xmlns:a="http://schemas.openxmlformats.org/drawingml/2006/main">
            <a:off x="5810250" y="32004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a:t>
            </a:r>
          </a:p>
        </p:txBody>
      </p:sp>
      <p:sp>
        <p:nvSpPr>
          <p:cNvPr id="14" name="훨씬 느림 → 제외">
            <a:extLst xmlns:a="http://schemas.openxmlformats.org/drawingml/2006/main">
              <a:ext uri="{FF2B5EF4-FFF2-40B4-BE49-F238E27FC236}">
                <a16:creationId xmlns:a16="http://schemas.microsoft.com/office/drawing/2014/main" id="{CB3E8774-1EF8-4CFE-8A1E-62A4DD5AB6FB}"/>
              </a:ext>
            </a:extLst>
          </p:cNvPr>
          <p:cNvSpPr>
            <a:spLocks xmlns:a="http://schemas.openxmlformats.org/drawingml/2006/main" noGrp="1"/>
          </p:cNvSpPr>
          <p:nvPr/>
        </p:nvSpPr>
        <p:spPr>
          <a:xfrm xmlns:a="http://schemas.openxmlformats.org/drawingml/2006/main">
            <a:off x="8620125" y="32004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훨씬 느림 → 제외</a:t>
            </a:r>
          </a:p>
        </p:txBody>
      </p:sp>
      <p:sp>
        <p:nvSpPr>
          <p:cNvPr id="15" name="">
            <a:extLst xmlns:a="http://schemas.openxmlformats.org/drawingml/2006/main">
              <a:ext uri="{FF2B5EF4-FFF2-40B4-BE49-F238E27FC236}">
                <a16:creationId xmlns:a16="http://schemas.microsoft.com/office/drawing/2014/main" id="{98207F0F-DC7F-4F7D-BDB3-260FD12E0137}"/>
              </a:ext>
            </a:extLst>
          </p:cNvPr>
          <p:cNvSpPr>
            <a:spLocks xmlns:a="http://schemas.openxmlformats.org/drawingml/2006/main" noGrp="1"/>
          </p:cNvSpPr>
          <p:nvPr/>
        </p:nvSpPr>
        <p:spPr>
          <a:xfrm xmlns:a="http://schemas.openxmlformats.org/drawingml/2006/main">
            <a:off x="609600" y="4086225"/>
            <a:ext cx="10972800" cy="8763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6116556E-2872-4A97-9AF3-C7C18AC9FC82}"/>
              </a:ext>
            </a:extLst>
          </p:cNvPr>
          <p:cNvSpPr>
            <a:spLocks xmlns:a="http://schemas.openxmlformats.org/drawingml/2006/main" noGrp="1"/>
          </p:cNvSpPr>
          <p:nvPr/>
        </p:nvSpPr>
        <p:spPr>
          <a:xfrm xmlns:a="http://schemas.openxmlformats.org/drawingml/2006/main">
            <a:off x="762000" y="42672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은 할당량 유지">
            <a:extLst xmlns:a="http://schemas.openxmlformats.org/drawingml/2006/main">
              <a:ext uri="{FF2B5EF4-FFF2-40B4-BE49-F238E27FC236}">
                <a16:creationId xmlns:a16="http://schemas.microsoft.com/office/drawing/2014/main" id="{EDA031AD-3E0E-410F-AB21-F1AA8F540259}"/>
              </a:ext>
            </a:extLst>
          </p:cNvPr>
          <p:cNvSpPr>
            <a:spLocks xmlns:a="http://schemas.openxmlformats.org/drawingml/2006/main" noGrp="1"/>
          </p:cNvSpPr>
          <p:nvPr/>
        </p:nvSpPr>
        <p:spPr>
          <a:xfrm xmlns:a="http://schemas.openxmlformats.org/drawingml/2006/main">
            <a:off x="5810250" y="42672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 유지</a:t>
            </a:r>
          </a:p>
        </p:txBody>
      </p:sp>
      <p:sp>
        <p:nvSpPr>
          <p:cNvPr id="18" name="더 나음 → 선택">
            <a:extLst xmlns:a="http://schemas.openxmlformats.org/drawingml/2006/main">
              <a:ext uri="{FF2B5EF4-FFF2-40B4-BE49-F238E27FC236}">
                <a16:creationId xmlns:a16="http://schemas.microsoft.com/office/drawing/2014/main" id="{C4DE432F-A153-4372-8BB0-7B4046D26B5A}"/>
              </a:ext>
            </a:extLst>
          </p:cNvPr>
          <p:cNvSpPr>
            <a:spLocks xmlns:a="http://schemas.openxmlformats.org/drawingml/2006/main" noGrp="1"/>
          </p:cNvSpPr>
          <p:nvPr/>
        </p:nvSpPr>
        <p:spPr>
          <a:xfrm xmlns:a="http://schemas.openxmlformats.org/drawingml/2006/main">
            <a:off x="8620125" y="42672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더 나음 → 선택</a:t>
            </a:r>
          </a:p>
        </p:txBody>
      </p:sp>
      <p:sp>
        <p:nvSpPr>
          <p:cNvPr id="19" name="Skill에 정답을 넣지 않고, 측정 근거로 변경 후보를 선택했다">
            <a:extLst xmlns:a="http://schemas.openxmlformats.org/drawingml/2006/main">
              <a:ext uri="{FF2B5EF4-FFF2-40B4-BE49-F238E27FC236}">
                <a16:creationId xmlns:a16="http://schemas.microsoft.com/office/drawing/2014/main" id="{F407D167-EE47-46CF-867A-AE3C6D055560}"/>
              </a:ext>
            </a:extLst>
          </p:cNvPr>
          <p:cNvSpPr>
            <a:spLocks xmlns:a="http://schemas.openxmlformats.org/drawingml/2006/main" noGrp="1"/>
          </p:cNvSpPr>
          <p:nvPr/>
        </p:nvSpPr>
        <p:spPr>
          <a:xfrm xmlns:a="http://schemas.openxmlformats.org/drawingml/2006/main">
            <a:off x="609600" y="53816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Skill에 정답을 넣지 않고, 측정 근거로 변경 후보를 선택했다</a:t>
            </a:r>
          </a:p>
        </p:txBody>
      </p:sp>
      <p:sp>
        <p:nvSpPr>
          <p:cNvPr id="20" name="Legacy module connection">
            <a:extLst xmlns:a="http://schemas.openxmlformats.org/drawingml/2006/main">
              <a:ext uri="{FF2B5EF4-FFF2-40B4-BE49-F238E27FC236}">
                <a16:creationId xmlns:a16="http://schemas.microsoft.com/office/drawing/2014/main" id="{50671536-9D43-4F32-B2B9-D88594D4E5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733594765"/>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7A94B424-E83F-4115-A183-A77AE24BC4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8">
            <a:extLst xmlns:a="http://schemas.openxmlformats.org/drawingml/2006/main">
              <a:ext uri="{FF2B5EF4-FFF2-40B4-BE49-F238E27FC236}">
                <a16:creationId xmlns:a16="http://schemas.microsoft.com/office/drawing/2014/main" id="{7B3BB299-9436-40F2-A53D-6F8E2A3C5F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을 같은 조건에서 검증했다">
            <a:extLst xmlns:a="http://schemas.openxmlformats.org/drawingml/2006/main">
              <a:ext uri="{FF2B5EF4-FFF2-40B4-BE49-F238E27FC236}">
                <a16:creationId xmlns:a16="http://schemas.microsoft.com/office/drawing/2014/main" id="{80E62FC0-E40C-4D99-9DFF-7DDBD624DA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변경을 같은 조건에서 검증했다</a:t>
            </a:r>
          </a:p>
        </p:txBody>
      </p:sp>
      <p:sp>
        <p:nvSpPr>
          <p:cNvPr id="4" name="">
            <a:extLst xmlns:a="http://schemas.openxmlformats.org/drawingml/2006/main">
              <a:ext uri="{FF2B5EF4-FFF2-40B4-BE49-F238E27FC236}">
                <a16:creationId xmlns:a16="http://schemas.microsoft.com/office/drawing/2014/main" id="{2CCA81BF-889B-45A1-9B97-643A7579A5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EB326693-2E41-475F-8ACE-BFF06CDE4B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6F33FD4A-2794-4FEE-9C20-9659EE4995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밝기 통계 · 동작 확인 + 동일 입력 비교">
            <a:extLst xmlns:a="http://schemas.openxmlformats.org/drawingml/2006/main">
              <a:ext uri="{FF2B5EF4-FFF2-40B4-BE49-F238E27FC236}">
                <a16:creationId xmlns:a16="http://schemas.microsoft.com/office/drawing/2014/main" id="{1A16B470-8EAC-4608-8805-E71B31C05697}"/>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 동작 확인 + 동일 입력 비교</a:t>
            </a:r>
          </a:p>
        </p:txBody>
      </p:sp>
      <p:sp>
        <p:nvSpPr>
          <p:cNvPr id="8" name="실행 시간 중앙값">
            <a:extLst xmlns:a="http://schemas.openxmlformats.org/drawingml/2006/main">
              <a:ext uri="{FF2B5EF4-FFF2-40B4-BE49-F238E27FC236}">
                <a16:creationId xmlns:a16="http://schemas.microsoft.com/office/drawing/2014/main" id="{6613038D-5463-460C-848E-7E47F892DE0E}"/>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394B8980-0513-4F1C-9C6D-DEF2D8A25E53}"/>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D2C38C23-4B10-4B9B-991B-50A57B578773}"/>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bdf1312103d14ebf"/>
          </a:graphicData>
        </a:graphic>
      </p:graphicFrame>
      <p:sp>
        <p:nvSpPr>
          <p:cNvPr id="11" name="">
            <a:extLst xmlns:a="http://schemas.openxmlformats.org/drawingml/2006/main">
              <a:ext uri="{FF2B5EF4-FFF2-40B4-BE49-F238E27FC236}">
                <a16:creationId xmlns:a16="http://schemas.microsoft.com/office/drawing/2014/main" id="{74943930-6343-4B89-9802-02114C620470}"/>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ED405D21-2858-4949-B655-6037BD18DC1A}"/>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70716E22-B626-4CA8-A26A-A82DC6E489F7}"/>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3CC45463-D045-47EC-9153-1C88CBAF072B}"/>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4E0069EF-E66B-4779-A4DE-73DA35674ADC}"/>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523D60FA-C9E9-4D8F-B7B5-15654626E141}"/>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C42734EA-5B0D-4B27-A493-AF909C813E54}"/>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753803E0-7633-466F-9B29-E01F4093E662}"/>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함수 테스트 1/1 · 전체 11/11 · CLI · 입력·결과 확인">
            <a:extLst xmlns:a="http://schemas.openxmlformats.org/drawingml/2006/main">
              <a:ext uri="{FF2B5EF4-FFF2-40B4-BE49-F238E27FC236}">
                <a16:creationId xmlns:a16="http://schemas.microsoft.com/office/drawing/2014/main" id="{65B5EF53-D4E4-40F2-A835-35F30B28D197}"/>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 · 전체 11/11 · CLI · 입력·결과 확인</a:t>
            </a:r>
          </a:p>
        </p:txBody>
      </p:sp>
      <p:sp>
        <p:nvSpPr>
          <p:cNvPr id="20" name="Legacy module connection">
            <a:extLst xmlns:a="http://schemas.openxmlformats.org/drawingml/2006/main">
              <a:ext uri="{FF2B5EF4-FFF2-40B4-BE49-F238E27FC236}">
                <a16:creationId xmlns:a16="http://schemas.microsoft.com/office/drawing/2014/main" id="{1EA0607D-4076-446B-8191-207DADB61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68422861"/>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Subagent가 해결할 문제부터 보기">
            <a:extLst xmlns:a="http://schemas.openxmlformats.org/drawingml/2006/main">
              <a:ext uri="{FF2B5EF4-FFF2-40B4-BE49-F238E27FC236}">
                <a16:creationId xmlns:a16="http://schemas.microsoft.com/office/drawing/2014/main" id="{A46DEC7B-D33F-42E9-93F8-4DD5932EB1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Subagent가 해결할 문제부터 보기</a:t>
            </a:r>
          </a:p>
        </p:txBody>
      </p:sp>
      <p:sp>
        <p:nvSpPr>
          <p:cNvPr id="2" name="S59">
            <a:extLst xmlns:a="http://schemas.openxmlformats.org/drawingml/2006/main">
              <a:ext uri="{FF2B5EF4-FFF2-40B4-BE49-F238E27FC236}">
                <a16:creationId xmlns:a16="http://schemas.microsoft.com/office/drawing/2014/main" id="{A0E85831-1201-4CE6-8A19-F561548443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독립 조사를 나누면 무엇이 달라질까?">
            <a:extLst xmlns:a="http://schemas.openxmlformats.org/drawingml/2006/main">
              <a:ext uri="{FF2B5EF4-FFF2-40B4-BE49-F238E27FC236}">
                <a16:creationId xmlns:a16="http://schemas.microsoft.com/office/drawing/2014/main" id="{C9109730-A535-4E25-ACAE-831EBC4A7E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독립 조사를 나누면 무엇이 달라질까?</a:t>
            </a:r>
          </a:p>
        </p:txBody>
      </p:sp>
      <p:sp>
        <p:nvSpPr>
          <p:cNvPr id="4" name="">
            <a:extLst xmlns:a="http://schemas.openxmlformats.org/drawingml/2006/main">
              <a:ext uri="{FF2B5EF4-FFF2-40B4-BE49-F238E27FC236}">
                <a16:creationId xmlns:a16="http://schemas.microsoft.com/office/drawing/2014/main" id="{4540E6A4-2896-4388-A610-20E8940E03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Vision 조사 업무를 가정한 역할·Context 분리 · 실제 Subage">
            <a:extLst xmlns:a="http://schemas.openxmlformats.org/drawingml/2006/main">
              <a:ext uri="{FF2B5EF4-FFF2-40B4-BE49-F238E27FC236}">
                <a16:creationId xmlns:a16="http://schemas.microsoft.com/office/drawing/2014/main" id="{2DED5675-F634-4860-AAB9-D2B01E3BBC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Vision 조사 업무를 가정한 역할·Context 분리 · 실제 Subagent 실행 아님</a:t>
            </a:r>
          </a:p>
        </p:txBody>
      </p:sp>
      <p:sp>
        <p:nvSpPr>
          <p:cNvPr id="6" name="독립 조사일 때의 설계 예 · 병렬 이득·시간 단축은 미측정 · 조정·중복·전달·통합 비용을 함께 판단">
            <a:extLst xmlns:a="http://schemas.openxmlformats.org/drawingml/2006/main">
              <a:ext uri="{FF2B5EF4-FFF2-40B4-BE49-F238E27FC236}">
                <a16:creationId xmlns:a16="http://schemas.microsoft.com/office/drawing/2014/main" id="{78771C52-DAF7-4207-8E9C-363371B9EE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독립 조사일 때의 설계 예 · 병렬 이득·시간 단축은 미측정 · 조정·중복·전달·통합 비용을 함께 판단</a:t>
            </a:r>
          </a:p>
        </p:txBody>
      </p:sp>
      <p:sp>
        <p:nvSpPr>
          <p:cNvPr id="7" name="한 Agent에 모인 조사 중, 서로 기다리지 않아도 되는 부분은?">
            <a:extLst xmlns:a="http://schemas.openxmlformats.org/drawingml/2006/main">
              <a:ext uri="{FF2B5EF4-FFF2-40B4-BE49-F238E27FC236}">
                <a16:creationId xmlns:a16="http://schemas.microsoft.com/office/drawing/2014/main" id="{BD4D540D-F361-49BE-BC0A-CD5FA2AE3CA9}"/>
              </a:ext>
            </a:extLst>
          </p:cNvPr>
          <p:cNvSpPr>
            <a:spLocks xmlns:a="http://schemas.openxmlformats.org/drawingml/2006/main" noGrp="1"/>
          </p:cNvSpPr>
          <p:nvPr/>
        </p:nvSpPr>
        <p:spPr>
          <a:xfrm xmlns:a="http://schemas.openxmlformats.org/drawingml/2006/main">
            <a:off x="609600" y="17049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한 Agent에 모인 조사 중, 서로 기다리지 않아도 되는 부분은?</a:t>
            </a:r>
          </a:p>
        </p:txBody>
      </p:sp>
      <p:sp>
        <p:nvSpPr>
          <p:cNvPr id="8" name="">
            <a:extLst xmlns:a="http://schemas.openxmlformats.org/drawingml/2006/main">
              <a:ext uri="{FF2B5EF4-FFF2-40B4-BE49-F238E27FC236}">
                <a16:creationId xmlns:a16="http://schemas.microsoft.com/office/drawing/2014/main" id="{B12E5315-6573-47C0-948B-5DCF5EA44F4B}"/>
              </a:ext>
            </a:extLst>
          </p:cNvPr>
          <p:cNvSpPr>
            <a:spLocks xmlns:a="http://schemas.openxmlformats.org/drawingml/2006/main" noGrp="1"/>
          </p:cNvSpPr>
          <p:nvPr/>
        </p:nvSpPr>
        <p:spPr>
          <a:xfrm xmlns:a="http://schemas.openxmlformats.org/drawingml/2006/main">
            <a:off x="60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성능 경로 조사">
            <a:extLst xmlns:a="http://schemas.openxmlformats.org/drawingml/2006/main">
              <a:ext uri="{FF2B5EF4-FFF2-40B4-BE49-F238E27FC236}">
                <a16:creationId xmlns:a16="http://schemas.microsoft.com/office/drawing/2014/main" id="{C9760CCB-57AA-4A90-B976-62060BD27152}"/>
              </a:ext>
            </a:extLst>
          </p:cNvPr>
          <p:cNvSpPr>
            <a:spLocks xmlns:a="http://schemas.openxmlformats.org/drawingml/2006/main" noGrp="1"/>
          </p:cNvSpPr>
          <p:nvPr/>
        </p:nvSpPr>
        <p:spPr>
          <a:xfrm xmlns:a="http://schemas.openxmlformats.org/drawingml/2006/main">
            <a:off x="78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경로 조사</a:t>
            </a:r>
          </a:p>
        </p:txBody>
      </p:sp>
      <p:sp>
        <p:nvSpPr>
          <p:cNvPr id="10" name="느린 경로와 측정 근거&#10;필요한 소스·명세">
            <a:extLst xmlns:a="http://schemas.openxmlformats.org/drawingml/2006/main">
              <a:ext uri="{FF2B5EF4-FFF2-40B4-BE49-F238E27FC236}">
                <a16:creationId xmlns:a16="http://schemas.microsoft.com/office/drawing/2014/main" id="{A192301D-5B54-48CB-AAF5-9E5912AD4CEE}"/>
              </a:ext>
            </a:extLst>
          </p:cNvPr>
          <p:cNvSpPr>
            <a:spLocks xmlns:a="http://schemas.openxmlformats.org/drawingml/2006/main" noGrp="1"/>
          </p:cNvSpPr>
          <p:nvPr/>
        </p:nvSpPr>
        <p:spPr>
          <a:xfrm xmlns:a="http://schemas.openxmlformats.org/drawingml/2006/main">
            <a:off x="78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느린 경로와 측정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소스·명세</a:t>
            </a:r>
          </a:p>
        </p:txBody>
      </p:sp>
      <p:sp>
        <p:nvSpPr>
          <p:cNvPr id="11" name="">
            <a:extLst xmlns:a="http://schemas.openxmlformats.org/drawingml/2006/main">
              <a:ext uri="{FF2B5EF4-FFF2-40B4-BE49-F238E27FC236}">
                <a16:creationId xmlns:a16="http://schemas.microsoft.com/office/drawing/2014/main" id="{0B6C415D-C30B-4A72-B8A9-D032A8C88CD1}"/>
              </a:ext>
            </a:extLst>
          </p:cNvPr>
          <p:cNvSpPr>
            <a:spLocks xmlns:a="http://schemas.openxmlformats.org/drawingml/2006/main" noGrp="1"/>
          </p:cNvSpPr>
          <p:nvPr/>
        </p:nvSpPr>
        <p:spPr>
          <a:xfrm xmlns:a="http://schemas.openxmlformats.org/drawingml/2006/main">
            <a:off x="441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빌드 환경 조사">
            <a:extLst xmlns:a="http://schemas.openxmlformats.org/drawingml/2006/main">
              <a:ext uri="{FF2B5EF4-FFF2-40B4-BE49-F238E27FC236}">
                <a16:creationId xmlns:a16="http://schemas.microsoft.com/office/drawing/2014/main" id="{27650B61-EC10-44E0-8C77-8C9324D92AD2}"/>
              </a:ext>
            </a:extLst>
          </p:cNvPr>
          <p:cNvSpPr>
            <a:spLocks xmlns:a="http://schemas.openxmlformats.org/drawingml/2006/main" noGrp="1"/>
          </p:cNvSpPr>
          <p:nvPr/>
        </p:nvSpPr>
        <p:spPr>
          <a:xfrm xmlns:a="http://schemas.openxmlformats.org/drawingml/2006/main">
            <a:off x="459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빌드 환경 조사</a:t>
            </a:r>
          </a:p>
        </p:txBody>
      </p:sp>
      <p:sp>
        <p:nvSpPr>
          <p:cNvPr id="13" name="재현 조건과 빌드 설정&#10;필요한 환경 문서">
            <a:extLst xmlns:a="http://schemas.openxmlformats.org/drawingml/2006/main">
              <a:ext uri="{FF2B5EF4-FFF2-40B4-BE49-F238E27FC236}">
                <a16:creationId xmlns:a16="http://schemas.microsoft.com/office/drawing/2014/main" id="{E29F6543-72F5-4D1D-8D3B-0C549B36A728}"/>
              </a:ext>
            </a:extLst>
          </p:cNvPr>
          <p:cNvSpPr>
            <a:spLocks xmlns:a="http://schemas.openxmlformats.org/drawingml/2006/main" noGrp="1"/>
          </p:cNvSpPr>
          <p:nvPr/>
        </p:nvSpPr>
        <p:spPr>
          <a:xfrm xmlns:a="http://schemas.openxmlformats.org/drawingml/2006/main">
            <a:off x="459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조건과 빌드 설정</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환경 문서</a:t>
            </a:r>
          </a:p>
        </p:txBody>
      </p:sp>
      <p:sp>
        <p:nvSpPr>
          <p:cNvPr id="14" name="">
            <a:extLst xmlns:a="http://schemas.openxmlformats.org/drawingml/2006/main">
              <a:ext uri="{FF2B5EF4-FFF2-40B4-BE49-F238E27FC236}">
                <a16:creationId xmlns:a16="http://schemas.microsoft.com/office/drawing/2014/main" id="{D4396D52-A7AD-4FE4-9EE0-3FBF3117ADD3}"/>
              </a:ext>
            </a:extLst>
          </p:cNvPr>
          <p:cNvSpPr>
            <a:spLocks xmlns:a="http://schemas.openxmlformats.org/drawingml/2006/main" noGrp="1"/>
          </p:cNvSpPr>
          <p:nvPr/>
        </p:nvSpPr>
        <p:spPr>
          <a:xfrm xmlns:a="http://schemas.openxmlformats.org/drawingml/2006/main">
            <a:off x="822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테스트 구조 조사">
            <a:extLst xmlns:a="http://schemas.openxmlformats.org/drawingml/2006/main">
              <a:ext uri="{FF2B5EF4-FFF2-40B4-BE49-F238E27FC236}">
                <a16:creationId xmlns:a16="http://schemas.microsoft.com/office/drawing/2014/main" id="{8BADA101-B53D-4397-9C6A-809603697B32}"/>
              </a:ext>
            </a:extLst>
          </p:cNvPr>
          <p:cNvSpPr>
            <a:spLocks xmlns:a="http://schemas.openxmlformats.org/drawingml/2006/main" noGrp="1"/>
          </p:cNvSpPr>
          <p:nvPr/>
        </p:nvSpPr>
        <p:spPr>
          <a:xfrm xmlns:a="http://schemas.openxmlformats.org/drawingml/2006/main">
            <a:off x="840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테스트 구조 조사</a:t>
            </a:r>
          </a:p>
        </p:txBody>
      </p:sp>
      <p:sp>
        <p:nvSpPr>
          <p:cNvPr id="16" name="확인 범위와 회귀 위험&#10;필요한 테스트·명세">
            <a:extLst xmlns:a="http://schemas.openxmlformats.org/drawingml/2006/main">
              <a:ext uri="{FF2B5EF4-FFF2-40B4-BE49-F238E27FC236}">
                <a16:creationId xmlns:a16="http://schemas.microsoft.com/office/drawing/2014/main" id="{A019EDEF-AF02-4967-A2B1-5B4E564FF7F1}"/>
              </a:ext>
            </a:extLst>
          </p:cNvPr>
          <p:cNvSpPr>
            <a:spLocks xmlns:a="http://schemas.openxmlformats.org/drawingml/2006/main" noGrp="1"/>
          </p:cNvSpPr>
          <p:nvPr/>
        </p:nvSpPr>
        <p:spPr>
          <a:xfrm xmlns:a="http://schemas.openxmlformats.org/drawingml/2006/main">
            <a:off x="840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범위와 회귀 위험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테스트·명세</a:t>
            </a:r>
          </a:p>
        </p:txBody>
      </p:sp>
      <p:sp>
        <p:nvSpPr>
          <p:cNvPr id="17" name="">
            <a:extLst xmlns:a="http://schemas.openxmlformats.org/drawingml/2006/main">
              <a:ext uri="{FF2B5EF4-FFF2-40B4-BE49-F238E27FC236}">
                <a16:creationId xmlns:a16="http://schemas.microsoft.com/office/drawing/2014/main" id="{2434E800-2D1D-49CC-B2E1-C8C4B2760880}"/>
              </a:ext>
            </a:extLst>
          </p:cNvPr>
          <p:cNvSpPr>
            <a:spLocks xmlns:a="http://schemas.openxmlformats.org/drawingml/2006/main" noGrp="1"/>
          </p:cNvSpPr>
          <p:nvPr/>
        </p:nvSpPr>
        <p:spPr>
          <a:xfrm xmlns:a="http://schemas.openxmlformats.org/drawingml/2006/main">
            <a:off x="215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7C9A07F-2ED6-49E7-9B05-27EEAD105AF9}"/>
              </a:ext>
            </a:extLst>
          </p:cNvPr>
          <p:cNvSpPr>
            <a:spLocks xmlns:a="http://schemas.openxmlformats.org/drawingml/2006/main" noGrp="1"/>
          </p:cNvSpPr>
          <p:nvPr/>
        </p:nvSpPr>
        <p:spPr>
          <a:xfrm xmlns:a="http://schemas.openxmlformats.org/drawingml/2006/main">
            <a:off x="596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4080C19-0C98-41B8-9C8D-C79B4BB513BB}"/>
              </a:ext>
            </a:extLst>
          </p:cNvPr>
          <p:cNvSpPr>
            <a:spLocks xmlns:a="http://schemas.openxmlformats.org/drawingml/2006/main" noGrp="1"/>
          </p:cNvSpPr>
          <p:nvPr/>
        </p:nvSpPr>
        <p:spPr>
          <a:xfrm xmlns:a="http://schemas.openxmlformats.org/drawingml/2006/main">
            <a:off x="977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30E3D4C-B4B9-41FF-A68F-0E0DE3DD7DD2}"/>
              </a:ext>
            </a:extLst>
          </p:cNvPr>
          <p:cNvSpPr>
            <a:spLocks xmlns:a="http://schemas.openxmlformats.org/drawingml/2006/main" noGrp="1"/>
          </p:cNvSpPr>
          <p:nvPr/>
        </p:nvSpPr>
        <p:spPr>
          <a:xfrm xmlns:a="http://schemas.openxmlformats.org/drawingml/2006/main">
            <a:off x="609600" y="494347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주 Agent가 합친다: 결과 형식 · 전달 지점 · 최종 검토 책임">
            <a:extLst xmlns:a="http://schemas.openxmlformats.org/drawingml/2006/main">
              <a:ext uri="{FF2B5EF4-FFF2-40B4-BE49-F238E27FC236}">
                <a16:creationId xmlns:a16="http://schemas.microsoft.com/office/drawing/2014/main" id="{F0293730-520B-44E6-AA54-7B19D1D23F1C}"/>
              </a:ext>
            </a:extLst>
          </p:cNvPr>
          <p:cNvSpPr>
            <a:spLocks xmlns:a="http://schemas.openxmlformats.org/drawingml/2006/main" noGrp="1"/>
          </p:cNvSpPr>
          <p:nvPr/>
        </p:nvSpPr>
        <p:spPr>
          <a:xfrm xmlns:a="http://schemas.openxmlformats.org/drawingml/2006/main">
            <a:off x="800100" y="5057775"/>
            <a:ext cx="1059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 Agent가 합친다: 결과 형식 · 전달 지점 · 최종 검토 책임</a:t>
            </a:r>
          </a:p>
        </p:txBody>
      </p:sp>
      <p:sp>
        <p:nvSpPr>
          <p:cNvPr id="22" name="Legacy module connection">
            <a:extLst xmlns:a="http://schemas.openxmlformats.org/drawingml/2006/main">
              <a:ext uri="{FF2B5EF4-FFF2-40B4-BE49-F238E27FC236}">
                <a16:creationId xmlns:a16="http://schemas.microsoft.com/office/drawing/2014/main" id="{EFF13641-B4E0-4917-AD44-D7B3FE465F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85800318"/>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실제 사례에 Subagent 선택 기준을 적용">
            <a:extLst xmlns:a="http://schemas.openxmlformats.org/drawingml/2006/main">
              <a:ext uri="{FF2B5EF4-FFF2-40B4-BE49-F238E27FC236}">
                <a16:creationId xmlns:a16="http://schemas.microsoft.com/office/drawing/2014/main" id="{2E61CE6A-AA4C-4A54-AD47-1806FBEA1B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사례에 Subagent 선택 기준을 적용</a:t>
            </a:r>
          </a:p>
        </p:txBody>
      </p:sp>
      <p:sp>
        <p:nvSpPr>
          <p:cNvPr id="2" name="S60">
            <a:extLst xmlns:a="http://schemas.openxmlformats.org/drawingml/2006/main">
              <a:ext uri="{FF2B5EF4-FFF2-40B4-BE49-F238E27FC236}">
                <a16:creationId xmlns:a16="http://schemas.microsoft.com/office/drawing/2014/main" id="{052CE5B5-9447-4A40-972C-CE3F407DED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이번 작업은 나눌 근거가 충분했을까?">
            <a:extLst xmlns:a="http://schemas.openxmlformats.org/drawingml/2006/main">
              <a:ext uri="{FF2B5EF4-FFF2-40B4-BE49-F238E27FC236}">
                <a16:creationId xmlns:a16="http://schemas.microsoft.com/office/drawing/2014/main" id="{5298367C-5CFE-47F6-8885-25345C1B4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작업은 나눌 근거가 충분했을까?</a:t>
            </a:r>
          </a:p>
        </p:txBody>
      </p:sp>
      <p:sp>
        <p:nvSpPr>
          <p:cNvPr id="4" name="">
            <a:extLst xmlns:a="http://schemas.openxmlformats.org/drawingml/2006/main">
              <a:ext uri="{FF2B5EF4-FFF2-40B4-BE49-F238E27FC236}">
                <a16:creationId xmlns:a16="http://schemas.microsoft.com/office/drawing/2014/main" id="{D008FDFA-2E3E-42C3-A22D-90BEE73C34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의 의존성과 Context를 검토한 판단 · Subagent Trial 없">
            <a:extLst xmlns:a="http://schemas.openxmlformats.org/drawingml/2006/main">
              <a:ext uri="{FF2B5EF4-FFF2-40B4-BE49-F238E27FC236}">
                <a16:creationId xmlns:a16="http://schemas.microsoft.com/office/drawing/2014/main" id="{7A1F016B-3B00-4E3F-B8F8-CE4DC5234D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작업의 의존성과 Context를 검토한 판단 · Subagent Trial 없음</a:t>
            </a:r>
          </a:p>
        </p:txBody>
      </p:sp>
      <p:sp>
        <p:nvSpPr>
          <p:cNvPr id="6" name="이 사례에서는 추가하지 않음 · 일반적으로 불필요하다는 결론이나 기능 제한 주장이 아님">
            <a:extLst xmlns:a="http://schemas.openxmlformats.org/drawingml/2006/main">
              <a:ext uri="{FF2B5EF4-FFF2-40B4-BE49-F238E27FC236}">
                <a16:creationId xmlns:a16="http://schemas.microsoft.com/office/drawing/2014/main" id="{2E254FF4-A9FC-4F29-8165-4E4F1C8D03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사례에서는 추가하지 않음 · 일반적으로 불필요하다는 결론이나 기능 제한 주장이 아님</a:t>
            </a:r>
          </a:p>
        </p:txBody>
      </p:sp>
      <p:sp>
        <p:nvSpPr>
          <p:cNvPr id="7" name="">
            <a:extLst xmlns:a="http://schemas.openxmlformats.org/drawingml/2006/main">
              <a:ext uri="{FF2B5EF4-FFF2-40B4-BE49-F238E27FC236}">
                <a16:creationId xmlns:a16="http://schemas.microsoft.com/office/drawing/2014/main" id="{B04F4DE5-E52A-41B4-A99C-4AEBFE2188EF}"/>
              </a:ext>
            </a:extLst>
          </p:cNvPr>
          <p:cNvSpPr>
            <a:spLocks xmlns:a="http://schemas.openxmlformats.org/drawingml/2006/main" noGrp="1"/>
          </p:cNvSpPr>
          <p:nvPr/>
        </p:nvSpPr>
        <p:spPr>
          <a:xfrm xmlns:a="http://schemas.openxmlformats.org/drawingml/2006/main">
            <a:off x="609600" y="2266950"/>
            <a:ext cx="3352800" cy="17240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조사">
            <a:extLst xmlns:a="http://schemas.openxmlformats.org/drawingml/2006/main">
              <a:ext uri="{FF2B5EF4-FFF2-40B4-BE49-F238E27FC236}">
                <a16:creationId xmlns:a16="http://schemas.microsoft.com/office/drawing/2014/main" id="{3634BE65-1ED3-43AD-B744-4B8E2159FBE2}"/>
              </a:ext>
            </a:extLst>
          </p:cNvPr>
          <p:cNvSpPr>
            <a:spLocks xmlns:a="http://schemas.openxmlformats.org/drawingml/2006/main" noGrp="1"/>
          </p:cNvSpPr>
          <p:nvPr/>
        </p:nvSpPr>
        <p:spPr>
          <a:xfrm xmlns:a="http://schemas.openxmlformats.org/drawingml/2006/main">
            <a:off x="78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조사</a:t>
            </a:r>
          </a:p>
        </p:txBody>
      </p:sp>
      <p:sp>
        <p:nvSpPr>
          <p:cNvPr id="9" name="같은 성능 경로와&#10;명세를 확인">
            <a:extLst xmlns:a="http://schemas.openxmlformats.org/drawingml/2006/main">
              <a:ext uri="{FF2B5EF4-FFF2-40B4-BE49-F238E27FC236}">
                <a16:creationId xmlns:a16="http://schemas.microsoft.com/office/drawing/2014/main" id="{B367A204-91C0-474A-93E7-3D63C82EC2EA}"/>
              </a:ext>
            </a:extLst>
          </p:cNvPr>
          <p:cNvSpPr>
            <a:spLocks xmlns:a="http://schemas.openxmlformats.org/drawingml/2006/main" noGrp="1"/>
          </p:cNvSpPr>
          <p:nvPr/>
        </p:nvSpPr>
        <p:spPr>
          <a:xfrm xmlns:a="http://schemas.openxmlformats.org/drawingml/2006/main">
            <a:off x="78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성능 경로와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명세를 확인</a:t>
            </a:r>
          </a:p>
        </p:txBody>
      </p:sp>
      <p:sp>
        <p:nvSpPr>
          <p:cNvPr id="10" name="">
            <a:extLst xmlns:a="http://schemas.openxmlformats.org/drawingml/2006/main">
              <a:ext uri="{FF2B5EF4-FFF2-40B4-BE49-F238E27FC236}">
                <a16:creationId xmlns:a16="http://schemas.microsoft.com/office/drawing/2014/main" id="{F9450F69-8168-4C60-9BB8-3D08CE13F4BD}"/>
              </a:ext>
            </a:extLst>
          </p:cNvPr>
          <p:cNvSpPr>
            <a:spLocks xmlns:a="http://schemas.openxmlformats.org/drawingml/2006/main" noGrp="1"/>
          </p:cNvSpPr>
          <p:nvPr/>
        </p:nvSpPr>
        <p:spPr>
          <a:xfrm xmlns:a="http://schemas.openxmlformats.org/drawingml/2006/main">
            <a:off x="408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93699EA-8270-4597-943F-5C5578F82AB1}"/>
              </a:ext>
            </a:extLst>
          </p:cNvPr>
          <p:cNvSpPr>
            <a:spLocks xmlns:a="http://schemas.openxmlformats.org/drawingml/2006/main" noGrp="1"/>
          </p:cNvSpPr>
          <p:nvPr/>
        </p:nvSpPr>
        <p:spPr>
          <a:xfrm xmlns:a="http://schemas.openxmlformats.org/drawingml/2006/main">
            <a:off x="441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변경">
            <a:extLst xmlns:a="http://schemas.openxmlformats.org/drawingml/2006/main">
              <a:ext uri="{FF2B5EF4-FFF2-40B4-BE49-F238E27FC236}">
                <a16:creationId xmlns:a16="http://schemas.microsoft.com/office/drawing/2014/main" id="{104C526B-6D3B-418D-88F4-67252EC6ECE1}"/>
              </a:ext>
            </a:extLst>
          </p:cNvPr>
          <p:cNvSpPr>
            <a:spLocks xmlns:a="http://schemas.openxmlformats.org/drawingml/2006/main" noGrp="1"/>
          </p:cNvSpPr>
          <p:nvPr/>
        </p:nvSpPr>
        <p:spPr>
          <a:xfrm xmlns:a="http://schemas.openxmlformats.org/drawingml/2006/main">
            <a:off x="459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a:t>
            </a:r>
          </a:p>
        </p:txBody>
      </p:sp>
      <p:sp>
        <p:nvSpPr>
          <p:cNvPr id="13" name="조사 결과에 따라&#10;변경 후보를 선택">
            <a:extLst xmlns:a="http://schemas.openxmlformats.org/drawingml/2006/main">
              <a:ext uri="{FF2B5EF4-FFF2-40B4-BE49-F238E27FC236}">
                <a16:creationId xmlns:a16="http://schemas.microsoft.com/office/drawing/2014/main" id="{1614D947-6F3D-4149-B822-C469B66F241E}"/>
              </a:ext>
            </a:extLst>
          </p:cNvPr>
          <p:cNvSpPr>
            <a:spLocks xmlns:a="http://schemas.openxmlformats.org/drawingml/2006/main" noGrp="1"/>
          </p:cNvSpPr>
          <p:nvPr/>
        </p:nvSpPr>
        <p:spPr>
          <a:xfrm xmlns:a="http://schemas.openxmlformats.org/drawingml/2006/main">
            <a:off x="459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후보를 선택</a:t>
            </a:r>
          </a:p>
        </p:txBody>
      </p:sp>
      <p:sp>
        <p:nvSpPr>
          <p:cNvPr id="14" name="">
            <a:extLst xmlns:a="http://schemas.openxmlformats.org/drawingml/2006/main">
              <a:ext uri="{FF2B5EF4-FFF2-40B4-BE49-F238E27FC236}">
                <a16:creationId xmlns:a16="http://schemas.microsoft.com/office/drawing/2014/main" id="{BF0A4DE0-211E-4B41-9015-02F92820366E}"/>
              </a:ext>
            </a:extLst>
          </p:cNvPr>
          <p:cNvSpPr>
            <a:spLocks xmlns:a="http://schemas.openxmlformats.org/drawingml/2006/main" noGrp="1"/>
          </p:cNvSpPr>
          <p:nvPr/>
        </p:nvSpPr>
        <p:spPr>
          <a:xfrm xmlns:a="http://schemas.openxmlformats.org/drawingml/2006/main">
            <a:off x="789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D262F1F-9160-41BE-A747-2601DD3495C7}"/>
              </a:ext>
            </a:extLst>
          </p:cNvPr>
          <p:cNvSpPr>
            <a:spLocks xmlns:a="http://schemas.openxmlformats.org/drawingml/2006/main" noGrp="1"/>
          </p:cNvSpPr>
          <p:nvPr/>
        </p:nvSpPr>
        <p:spPr>
          <a:xfrm xmlns:a="http://schemas.openxmlformats.org/drawingml/2006/main">
            <a:off x="822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a:extLst xmlns:a="http://schemas.openxmlformats.org/drawingml/2006/main">
              <a:ext uri="{FF2B5EF4-FFF2-40B4-BE49-F238E27FC236}">
                <a16:creationId xmlns:a16="http://schemas.microsoft.com/office/drawing/2014/main" id="{F51660FC-C66D-42BA-B5E9-40DB39BB8126}"/>
              </a:ext>
            </a:extLst>
          </p:cNvPr>
          <p:cNvSpPr>
            <a:spLocks xmlns:a="http://schemas.openxmlformats.org/drawingml/2006/main" noGrp="1"/>
          </p:cNvSpPr>
          <p:nvPr/>
        </p:nvSpPr>
        <p:spPr>
          <a:xfrm xmlns:a="http://schemas.openxmlformats.org/drawingml/2006/main">
            <a:off x="840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17" name="변경 결과를&#10;같은 조건에서 확인">
            <a:extLst xmlns:a="http://schemas.openxmlformats.org/drawingml/2006/main">
              <a:ext uri="{FF2B5EF4-FFF2-40B4-BE49-F238E27FC236}">
                <a16:creationId xmlns:a16="http://schemas.microsoft.com/office/drawing/2014/main" id="{14D5FEB0-8190-4443-8C12-CE7B4A75E9B2}"/>
              </a:ext>
            </a:extLst>
          </p:cNvPr>
          <p:cNvSpPr>
            <a:spLocks xmlns:a="http://schemas.openxmlformats.org/drawingml/2006/main" noGrp="1"/>
          </p:cNvSpPr>
          <p:nvPr/>
        </p:nvSpPr>
        <p:spPr>
          <a:xfrm xmlns:a="http://schemas.openxmlformats.org/drawingml/2006/main">
            <a:off x="840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결과를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조건에서 확인</a:t>
            </a:r>
          </a:p>
        </p:txBody>
      </p:sp>
      <p:sp>
        <p:nvSpPr>
          <p:cNvPr id="18" name="작업 독립성 낮음 · 별도 Context 이득 제한 · 결과 통합 비용 존재">
            <a:extLst xmlns:a="http://schemas.openxmlformats.org/drawingml/2006/main">
              <a:ext uri="{FF2B5EF4-FFF2-40B4-BE49-F238E27FC236}">
                <a16:creationId xmlns:a16="http://schemas.microsoft.com/office/drawing/2014/main" id="{531EE20C-21C6-41AA-98F3-97A43CEE5697}"/>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작업 독립성 낮음 · 별도 Context 이득 제한 · 결과 통합 비용 존재</a:t>
            </a:r>
          </a:p>
        </p:txBody>
      </p:sp>
      <p:sp>
        <p:nvSpPr>
          <p:cNvPr id="19" name="현재 사례: Agent를 더 나누지 않았다">
            <a:extLst xmlns:a="http://schemas.openxmlformats.org/drawingml/2006/main">
              <a:ext uri="{FF2B5EF4-FFF2-40B4-BE49-F238E27FC236}">
                <a16:creationId xmlns:a16="http://schemas.microsoft.com/office/drawing/2014/main" id="{FC8DA74F-D0FD-4D85-B8B0-C5D74BD5DD69}"/>
              </a:ext>
            </a:extLst>
          </p:cNvPr>
          <p:cNvSpPr>
            <a:spLocks xmlns:a="http://schemas.openxmlformats.org/drawingml/2006/main" noGrp="1"/>
          </p:cNvSpPr>
          <p:nvPr/>
        </p:nvSpPr>
        <p:spPr>
          <a:xfrm xmlns:a="http://schemas.openxmlformats.org/drawingml/2006/main">
            <a:off x="609600" y="49911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현재 사례: Agent를 더 나누지 않았다</a:t>
            </a:r>
          </a:p>
        </p:txBody>
      </p:sp>
      <p:sp>
        <p:nvSpPr>
          <p:cNvPr id="20" name="판단 기준: 독립성 · 필요한 Context · 전달 형식 · 통합 책임">
            <a:extLst xmlns:a="http://schemas.openxmlformats.org/drawingml/2006/main">
              <a:ext uri="{FF2B5EF4-FFF2-40B4-BE49-F238E27FC236}">
                <a16:creationId xmlns:a16="http://schemas.microsoft.com/office/drawing/2014/main" id="{96943518-662A-42E1-A428-FF0AA1825E25}"/>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판단 기준: 독립성 · 필요한 Context · 전달 형식 · 통합 책임</a:t>
            </a:r>
          </a:p>
        </p:txBody>
      </p:sp>
      <p:sp>
        <p:nvSpPr>
          <p:cNvPr id="21" name="Legacy module connection">
            <a:extLst xmlns:a="http://schemas.openxmlformats.org/drawingml/2006/main">
              <a:ext uri="{FF2B5EF4-FFF2-40B4-BE49-F238E27FC236}">
                <a16:creationId xmlns:a16="http://schemas.microsoft.com/office/drawing/2014/main" id="{DBC9026B-EFDF-450C-B620-020C04E1B4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45979144"/>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1B17CF01-F161-4F6C-94C9-A9EE0185B0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70E5F744-CB8E-4C8B-9349-A12326ED54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ECB2A5AF-3E8E-4A65-ACCE-275690035D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AABB9A23-0769-46B7-84A4-9DE84149A2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1000ECEF-76EC-4D4E-A713-33047F625D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5C42F104-77E4-454D-931E-C999912C51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389EC43F-D530-4573-BFCE-D33860D21AF8}"/>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24A1D2E8-EB2A-453C-85DC-51FBE6AC144D}"/>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96CA19E5-D953-420E-8C94-DBA6FD82A11C}"/>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1BE0B412-99B2-47EB-AFEB-07BCE46015FA}"/>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70974641-FB21-460A-908C-A67B6311D403}"/>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3CCD960-6B40-452D-815D-90728A99ED84}"/>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B0807B07-A6C3-45B6-81CB-91863F3FF5A6}"/>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229D3C68-6ADD-4BA9-98BC-C8D7FF700957}"/>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F210D29E-5467-4126-A2ED-C780EDEAC748}"/>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9F74C40-3822-467E-B8EE-0C7F113EFE9D}"/>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4D1D76AB-7DCD-46E8-8FDA-355378A901E8}"/>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A941AB22-DE81-4DE8-960C-EB65B68E83B1}"/>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61A99EAF-9CC3-4274-9C67-F532E758FC77}"/>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75BADCA4-05CD-41FD-8120-1478C42AC719}"/>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5A4AA3EF-F00D-499D-8D4D-1FA80EFFA5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872348"/>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DB6598ED-303D-4958-AF25-61689F7860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E98F6765-C095-4770-86D3-1F94636D1E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EDD54659-4563-40AB-805A-8681F2134E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E9C374F9-8BE7-4CCF-A9F8-33F7FA5603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DA1BFD01-5E01-4CF2-ADA1-29D4D767B7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CB8962D3-9F48-412E-8416-B690DC5DE2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51302A76-9C21-4248-8ECB-459ACDCA649D}"/>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8BA41742-E035-48B6-BA4E-979FC67914A5}"/>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62E63C1C-4550-4EAC-AC98-961FD503E0D3}"/>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1B75F8CC-7A27-4666-9D69-D0BB5D79F82F}"/>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17AF038E-9054-478C-A47C-7E1AF1E4F36C}"/>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7A40262A-CD7D-4735-A168-BB4648D97AFA}"/>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35CB48D7-05A6-497D-86A1-EFAECEE5031F}"/>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5194C4C8-C94F-4829-AEB8-55C8469C7B6D}"/>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86002041-0315-4089-9EBB-9852DF23A9B5}"/>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91AB343D-8CB1-494F-ADFC-41F7B7B8E6D0}"/>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2468C929-85A4-4022-AA5E-1A9341CD734C}"/>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62D4AE5F-D910-4231-BC41-5E843F4EA745}"/>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78207FD8-FE5C-4828-A6E2-0DC90A95D072}"/>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65DE44F6-1FB0-47CB-8F49-90DB484C2C06}"/>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2B42DE23-0508-4ECD-981C-B19BBF8F692D}"/>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85004D6B-205B-4EC4-873D-BBC96104B268}"/>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804AD666-EBB3-4766-8B6F-11F616D6B22D}"/>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8B11DED0-0A3F-49AB-B903-853F6C42E1D1}"/>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B18BF804-3B0C-47FD-8440-C2E330879ECF}"/>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9390FB92-A8D6-4E41-AB85-689D5D2AFE23}"/>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31F8FD00-D272-4A77-88BC-ABF415D18EA1}"/>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CEC2F8A1-9297-4825-AD24-E41CEE6A4EEE}"/>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FF8918CD-6890-447F-96FB-B206FD0C5C60}"/>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263F9672-0584-4C3F-AD05-518779D0906D}"/>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2B2670C2-6AF7-41AD-8B31-A2FA65619EE5}"/>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164C628A-407A-4D4B-8041-03882D603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0061838"/>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4D3FDABE-A183-437B-B42E-35A5742545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3B300551-87A4-432E-AFFE-5960785EC8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6613DAF7-4B1C-4CCB-93C0-5020BD37BD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36233091-5FD5-417D-BC53-E630563D95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73AD0C6D-501E-4A3D-A7F8-E75396D290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94D59348-D7D4-41F2-BA76-940D9F23F8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E57362FC-2516-4EA6-B6BD-807975520447}"/>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839FD82C-CE06-4403-A30B-6289D95B764B}"/>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44A3CEF8-95E3-419A-A261-8D5BF9924DDF}"/>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EAD0763F-589A-4E6D-A93C-D534283F66F8}"/>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0EDE1B32-7F3A-4A58-9587-C974D02F6FBC}"/>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5E10036F-436D-4F32-A77E-BD5C68FE63FA}"/>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62AA27D3-5AD9-48EE-AEFC-8A1DAAC4A9B4}"/>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E96C4C88-A101-4BA8-9D2A-39892E8A947A}"/>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02DC85B6-A372-4B7A-9706-9453DE5514D1}"/>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2601998C-3331-4754-97F0-007F569BC7C2}"/>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31F129AF-CB7C-41B9-8DE2-DE8823A3C418}"/>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E2C2786A-628A-43DC-84E7-A2B9A3B8F7A6}"/>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765A3B8E-9C29-4BD5-8428-25AE88CE9AE4}"/>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C6B099D2-C23D-4B96-818A-D1E7A175FDE1}"/>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63DF1E94-F323-4BE7-97C0-307B5EF064FF}"/>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D5CB0714-CB4F-4E03-BF8A-40E817E2FC46}"/>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64B2BF20-C5DD-46DA-877D-5D797442B805}"/>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4D95F3E2-B488-4989-AD77-34C0290B7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91093"/>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36BB687E-4B4B-462A-92B1-6409F534CA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C195A1BA-CF16-401F-ADAD-AE32B88401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02ED46DA-31B5-4ECF-A4AF-1F017A3E77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D77F4D8D-77BF-435C-991B-213135724C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B893F6DA-E27A-4B9F-A964-CF4AC224C7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4B8869A7-927D-4167-98DB-FA196BA7EF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C69CDBED-F200-4088-B02E-061F137773C4}"/>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5C5F72B4-22A3-49D5-A367-2EC37179B8C3}"/>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334151FA-6A66-45CF-85CF-CA07E4C6432C}"/>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4028A3E0-5238-4A49-97C3-7EBB6DE9F2D2}"/>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24C7E8B5-9562-4C9A-B54D-B768C412E4AC}"/>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351CF381-B0EF-4B2F-878B-DA572D803F9A}"/>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DCD5FAC-A2C2-4D58-AAF7-DE46D8CA27C4}"/>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14BBC403-22C2-49FA-89FB-6547E3390E0F}"/>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D367978D-EF62-40BB-AB0B-BF4AEA9D4D22}"/>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AC35BFFC-AD1B-4463-940A-84020384CD72}"/>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7183D55-9C86-4DCB-9CAB-AA3C1862EFC1}"/>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38CFD059-6534-46F6-A152-61C05482988D}"/>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B55982EB-EFF7-435F-B751-790173FFFECE}"/>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32ED3AB6-BAFA-45D8-874F-D0F52545488F}"/>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E4F90756-B4CE-4961-B511-7D29ACE6F2EB}"/>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E091724D-FA1A-4CD9-976B-3A2C4E4841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73063152"/>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B1547BBA-E7B6-4CB9-8B41-9E1BE2329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B6B3F97E-F387-474D-91B4-B02131072E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F9876C2C-FAB2-4084-953A-3C163BA955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8139A536-1B18-4C1C-88B1-55A3767778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35A4010-04EC-4F2F-AAAE-6D542BC5889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35E43844-AB85-4701-BC42-71D1D7CB6E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5CD7399B-FB30-4FA9-A007-F83E9BEB88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98DA7B2A-B479-4E85-8A68-42EFFB1B52E5}"/>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963F1F46-E458-41A9-B052-2B027FEA1069}"/>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CC91C303-1E7F-4793-9985-704B26C72179}"/>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F47CAA4F-418B-49B4-8A22-2770FD885B90}"/>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7E1CB91B-D519-4FC7-994E-2F92C57F04EF}"/>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84E2F75D-4D3E-43ED-9F94-7B61E3C85A39}"/>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ADEAF343-DB47-4007-A1AC-C78876FF1240}"/>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39A7D5E4-E477-4B09-B54A-8DFD6B674494}"/>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6F450157-D5A7-44A1-8F88-4F7926E0FA6D}"/>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F759619F-3B06-4CCB-9572-B623A5D900B0}"/>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E3B12785-E649-4C4E-812C-5C81AD9375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89842483"/>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ED8463C2-A05E-4969-9106-B110418834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C6A6ED79-CC34-4AD1-AD7F-12911CDEBF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DA37D4FD-FD97-41BF-8A6E-6DD56AC9A3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4714D3A9-AAE3-4A97-B31D-F5175C2DB5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424A7FF0-A8A8-4907-899E-C593580ACD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9A54D8C6-7A05-47A3-BEB3-8FF6715509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F5467F36-B711-4045-B440-E3B6522DE609}"/>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96F0900B-3227-436E-92CA-F2D8A4549E55}"/>
              </a:ext>
            </a:extLst>
          </p:cNvPr>
          <p:cNvPicPr>
            <a:picLocks xmlns:a="http://schemas.openxmlformats.org/drawingml/2006/main" noChangeAspect="1"/>
          </p:cNvPicPr>
          <p:nvPr/>
        </p:nvPicPr>
        <p:blipFill>
          <a:blip xmlns:r="http://schemas.openxmlformats.org/officeDocument/2006/relationships" xmlns:a="http://schemas.openxmlformats.org/drawingml/2006/main" r:embed="R5dc6fbe86ce745cc"/>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93ECA36C-B356-43FE-998B-ABAB5381D83E}"/>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409F9269-AEA0-4EDA-AB58-8B0CB9E201AA}"/>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CEEA1857-6623-447B-AE96-45528C62F748}"/>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F1A10FB0-FE96-43BF-9C03-78C4E507D357}"/>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DAF3029F-52B9-4FE0-90CB-14A61ABB26D2}"/>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67DB6862-EB6C-4B5B-B177-6D1303F3926E}"/>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BC72381A-3FBC-4B6A-B179-E8B54FEE566A}"/>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B9FBE00E-EC3C-4136-830A-0DC653149B2E}"/>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A53EBF21-68BC-4062-A0D4-E87E52A478D4}"/>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13CA3E7E-AAED-485C-86BD-6A3B1B0445BA}"/>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8F33AE9D-958C-40FA-9800-D1D7D757DCBB}"/>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94B2AC55-5AD9-4E0B-831A-07934FF7F192}"/>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B4A85F3E-71D9-4949-91BC-024C0BBCDEFC}"/>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0EFEEB6C-2C16-4B57-9E47-5A1BE2553D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57039150"/>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D2129F3B-7979-4553-A3C6-2C1E731F9C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8E3B8D3E-2ACB-41B8-A9BF-0AC88659D2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9F70CCC1-C602-4131-84B9-AE89759D5D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0236DE86-C873-4D96-83B9-3747C1F9C1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A2CFFBBA-D841-45CF-810B-75ED736DE2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B8CEBB7C-A565-4BCB-82D2-520D822631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F964F5D8-B434-4CD2-8ADF-BF11AAE8C76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A32AB07F-56AD-43B9-9678-FE917185AE53}"/>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C6033741-AED6-4C11-A228-8A2E537AA5F2}"/>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AECDD567-5A35-4A56-8B99-AEF4C9F5DCD6}"/>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FE6FE0B9-5B88-4AA7-90A6-3E8E64648241}"/>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39E0D836-4302-4760-970F-233C35B21D10}"/>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E533DCEC-3FF5-470E-B015-B529F7987633}"/>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8B22AB24-0997-4664-95F8-B8ECD74C2F24}"/>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E6BA304C-F125-4D40-8EED-A166F8CFC1AB}"/>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5B2C98B0-C21D-4991-8FB6-E11AD95CC482}"/>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2718EDEE-511A-4178-B502-8492F5DE6372}"/>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8855CE49-EDD2-4B9D-BC6F-9BDFE96DBE05}"/>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44A9E7C1-1EB9-4CE7-B218-46701AE8BD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21620137"/>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FAFB8F81-C3E5-46DF-831D-0BCAF1E149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C0F90E7D-4B1A-4941-B178-2DB1AA69FF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A7C00E0E-ABDF-4BD0-8C64-C3673FAAFB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AC950E16-8CF9-427F-B686-0609D0D071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EFCFB1DA-E136-412B-842B-56DA02FA7D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6CA77211-8D48-4813-91E0-440F50F504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8076E093-7C96-4ECD-BEEA-2073ED0FAF1F}"/>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C8312B80-2880-4129-B2D9-A60C57CEC564}"/>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B4A983FE-3F97-4D8E-AC63-E4F43F6880FA}"/>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9F9FF898-6C71-4CB1-BD9A-88AC5A56D5A0}"/>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ED4F76DB-20AB-46A8-93F7-B2F32CC2E180}"/>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2C2E471A-E0CE-4FEA-976F-F7E598A298CB}"/>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2FB5E3C1-A5BD-4402-91CD-F44229ADE978}"/>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4C7B2577-B2AA-4644-8E60-1A7D3E8A6FE0}"/>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573C2519-007F-4FA7-AD51-8C48B4B2B004}"/>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F4E73DA6-8BF7-4349-A27B-AC1E8D4CF92D}"/>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BEB6F79F-0D82-46A5-A8A9-BBF179900012}"/>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4C0EC9BA-A5DB-4D5B-8EE5-61B0DEEE32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9160654"/>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CF02B0B7-A0FB-4B57-B4DE-57FE843446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1D90C5DC-1565-47EE-97D6-BC6A2E3265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6BD18D27-3C8A-4CBE-A8BD-6BB0DAFB51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F3B270AE-F3E0-44A1-B0CF-285633F6B2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ECED74A3-4336-4B55-A528-A3A5928A8F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CA6E0549-5472-48B6-B413-69BB87EA1D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34164B16-1059-45BD-B708-D6E1C6C1D7CD}"/>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6400C2B4-D699-4723-81A3-2BB6EBC384B3}"/>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7959A52B-8948-4C8B-B524-A660789421D1}"/>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7E7CEAB9-5679-4024-A8F3-E48AFA128BF8}"/>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2B7EA226-066A-48D2-AAD6-D7A8010F14ED}"/>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3F76DF01-B2B4-4275-9026-A29AD2E9CCFD}"/>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CAD67B42-5ACE-45C3-8BE1-8218819DCF7B}"/>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32AAB7B9-414B-4CA9-B81A-5AB9A44B161E}"/>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3DD0F6DF-E030-4A53-8EB4-ED99B8D5F918}"/>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B5C214A7-D7F8-4382-B5D1-2994A0839A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42081326"/>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8F10A74B-44A3-4127-909A-F7913EC2BCA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7242E4A9-6C52-4FC3-9E1F-CB53611FF20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39548E86-D028-4DFC-8567-74570C07AB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05700795-D12C-4E7A-8FE8-F04B50E89489}"/>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062885A1-C4E9-40AC-8C38-8DBAC7DF921B}"/>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D61F2BF1-7730-4425-B10A-3DC45CCEA273}"/>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5721E117-60A7-43DF-97DD-D7CF80B44A63}"/>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B62B4650-0B22-4206-A33A-EFB0F880F745}"/>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603E4818-5CDC-46F9-826F-30E77372996B}"/>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B4C1D84B-023C-4F8D-8ADB-A85523094610}"/>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3392BC86-87F6-461B-931A-C043B331F30D}"/>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CB4F2F7E-D55D-4372-8E8D-A60BD93AB16B}"/>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0D48A5C9-DC01-4DFF-95AD-0E2ACE08FA74}"/>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CA81B8C7-4825-48A5-AEA7-137C08A49ADA}"/>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92E6FFD2-04C6-44B5-AE7B-F23D346DE60E}"/>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75D5FC50-8A55-4C80-BA73-FC0021335AD7}"/>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56F6D02E-4B77-4A6F-B589-718D5117ED96}"/>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CF1107F4-C1CA-4E34-A0AB-1BA9F5F47CC6}"/>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7667D3CA-D392-4B2C-A62B-7477A1538F4F}"/>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9FCDCFDD-FCC2-4DB5-80EF-38844C20793B}"/>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6F7BC66F-85E5-4402-88F9-EA1166534DA3}"/>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1411667B-2758-484B-828A-25528F4BE8D9}"/>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0E08232-0CB5-4822-8849-5FC895610970}"/>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0283FA32-4EBB-4D85-8AF7-BF16E2BF978F}"/>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81311441-F0DD-4BB8-B666-9B2923C044C5}"/>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3F0499AE-8EEE-49AE-BF0F-807972432E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1A763BB7-568B-442F-93EF-8FBDA9591C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4E46E618-23CA-486D-ADBE-859C6F43FB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AC6035BB-1882-4382-B449-F236CC2BF8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82866958"/>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3463A3B4-400C-4143-B93B-F721A732AC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966938E8-194E-4143-9ACA-55EA661699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E39EF0BF-BC5B-48F6-AD11-9D5458CF4C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1F9FDEB4-1DA4-41A9-A015-3F4650CBAD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BC8B02F8-54BC-40E8-A725-077127354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FA5EFCA1-B1C9-4961-9C4F-A1A89453CA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1A2AAAF7-A126-4FAC-AFDF-11DF1B1B12CF}"/>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D1F2F78A-506A-48A2-AD9D-E546D3BF7E38}"/>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75CCB471-E9EA-487C-A3E4-35D5FBD5D662}"/>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10C06A4F-F4EA-4541-9EC9-9EFD7E7B44C6}"/>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F65D95BA-CE5C-4448-8AD3-B38FD57E4AFF}"/>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9E99BB7E-9C9C-4D94-979F-E389A9853DFB}"/>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2DAF1F45-875E-491E-B8DA-5538DEEECEF9}"/>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B9FB5602-717A-44C8-B4FE-71BE9C865D92}"/>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8C5663A8-7244-4AF8-BC2D-7F006A5ABC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37816795"/>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93607C03-073D-48FB-9D7C-999C95D651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8F6F9F28-E0FB-4925-B505-F58DEBFABA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49F61440-F275-43A3-9043-9A1AFD934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9B168BEF-0938-4A6A-B818-4A7AD8B41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F7B384DC-855F-4B50-A6C0-CD4E141FCC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8E72926A-E0EB-4562-A924-24809B69A2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BF21BFD3-B42F-4376-BCEC-DC8FDDC25FEF}"/>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8DB16AB5-DADD-4CFC-AB21-A82BF7C4229D}"/>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F5CDD0B4-9014-4CC9-B803-BF7577A55D0C}"/>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2B27EBED-49B3-42A6-8B93-DB4BAEA1F052}"/>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209B7457-9984-4901-B729-5090AFD55E38}"/>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FFFE3EF9-89D0-462A-B883-46A108A617B2}"/>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D425B017-5F76-48AE-955B-1AC06D74FE60}"/>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0902F7EE-8C00-452E-B810-11D5A9DC8FED}"/>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B4A81AAA-7158-4F5E-BA65-CC37DBC86EEC}"/>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50380BF6-CC1A-412B-B005-6B3C6A3EFAE1}"/>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B585CFEA-6A5E-4C8C-BDF8-7BA748807219}"/>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84744A1E-50B0-476C-9B40-B7189CF2ED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47656275"/>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F4ECF4CE-EDAA-4845-BF5B-A59D62A97A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BD2FBD61-BB0C-4908-8441-248782C870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4F5195D6-29C7-4F5D-903F-38702ACACF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00495D39-93F7-4F8A-954E-DBC2AFA4CA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C329E572-86C5-4B24-AC62-3533AE3BC8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348264CF-4A10-41B8-975D-82697D1B41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1AB7F1D0-8504-41C1-879D-23FC3158F3D7}"/>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412F94C6-55B7-46A7-83BD-670D461CD2B3}"/>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BC36D0DE-A2AA-4F73-83A1-37693FA4DF1F}"/>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5926DF37-0240-4F8D-8042-B1703EB48B73}"/>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A0891085-8672-4623-A2AC-67A80F4E4D95}"/>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90FBCFF0-7EC6-4CBE-BFAA-12B6516FDCE8}"/>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C5F62BF1-EBBE-490C-8848-8CF56AE407B3}"/>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AF50F020-EF83-4B5E-A6C2-2CAA4D3EB109}"/>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84B8F748-7F93-4519-B487-22ACD000FC7B}"/>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AFB7AB8A-091F-4E54-92F3-1B6D23CCA455}"/>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E24176FB-4793-44C3-9631-EA4E0132D749}"/>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02EB20F5-0873-4625-90A7-AC145B7DE53E}"/>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2C965ABD-8F42-455F-8DF7-0265B0844AA4}"/>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3686A161-33EC-4DF3-80E9-1E9E7943C945}"/>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F1A7481F-370E-42C5-B9B1-E3FE19A8E9B7}"/>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F7C4E7BC-655D-48D9-95B1-C28DC40C08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36318672"/>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9EA0955E-689C-40FC-BDF8-74B1900E53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C77A6231-1059-4189-B9CB-478431DF94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B254F4FF-8B8B-4A3A-9774-23CCB082CE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355BD4BB-C588-45E0-BAE1-D7FDCB4FC4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5D91672C-E04D-448E-A709-C1819EA77C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24A0CA11-9A65-4174-B9CB-532CC89A8C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56EB1DE2-D295-4CDC-B601-00493A9F86C8}"/>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68B76E67-FE5E-4A0F-A84D-2FCDB1D511FB}"/>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36754CAD-B4B0-48A9-AF8A-BBB40C604598}"/>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9166399A-0C59-4115-810E-334460F51E22}"/>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A473998A-EA14-4998-A01D-12171FD76CF7}"/>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B2023A89-7E5C-458C-9D85-1C16D2756712}"/>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04BE65DF-3288-4E14-B9FC-4EC63F3AFD78}"/>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227BB73D-A128-4518-BA30-2B0C7524EF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33135427"/>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9BDFFE6A-415E-427B-A674-3A1B7F5CE9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C3FB9DC4-149D-4140-BB4B-5C65CC4490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146F8046-8660-4FF9-A54A-88F495D7FD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0F3BAC6F-1FF0-41FB-AF71-087A855BEC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D6031FC3-D2BB-4C68-B589-359FEA71B7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12B5A4B2-20C2-4278-BFA8-09ED90EC46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078438F3-4660-40E1-9211-5D476B2ED760}"/>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9163C6E4-874A-4659-9D79-1D163BA978AC}"/>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EC8E7743-262E-49DC-A614-DF7AD55A94ED}"/>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B4AF8837-1A2A-4F27-9809-F17FB3D28F3E}"/>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2D284154-53CA-4B66-84CB-2F332746C504}"/>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27264F37-2D0E-411A-84E7-7C8E0969B2A3}"/>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629F4D6F-BB1F-471A-9B7D-2514AE0DAF35}"/>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E57FBBAE-0D88-47D3-9AF6-381199A385A8}"/>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A2FD5A40-DFAE-44A6-9A2A-06B5F5000F70}"/>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9198A110-FFD7-4922-A7F3-342C900C2D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83799175"/>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364B1149-B7E4-495E-8069-77CDF7034B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547F95CF-B4A2-46A9-B815-37C2252D5C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E0CC227C-3C98-4D47-94A5-0E3801B88C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90651216-BC0A-4B63-A303-776A975119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A203FC6E-6BD2-4F32-9F64-D204DBBD0D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83BE6F87-6F92-4E0A-88F9-5E9FED731D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97DEBEA3-34F9-41CA-ACDF-BDABDC262B0A}"/>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81AEF167-66E6-4986-A1D0-A71BC27B1464}"/>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3B925E2B-99A6-4753-A677-72DC8C145E21}"/>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D4C6207-5170-424D-99CB-145D9F273F6C}"/>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B9A87356-57B5-40BB-AAF3-B34EC994E1DD}"/>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291032A9-5EA4-4BA6-BF26-4E18209EABD4}"/>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29F27FC7-4C9D-46D1-9EED-64DA0F5634C5}"/>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89929651-AA63-405B-8842-B39D28AB35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31882004"/>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FC281892-0A0D-47E7-8083-D5A895AEBA7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17E64870-BA51-446E-98D7-5F21B99C622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A44906A0-4825-41A2-9F07-4A39EE4A78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30E6D8C5-6A10-493A-903A-E7B8F59C3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AFD59D2E-2429-406E-8E97-552904721B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B4367E7D-F17C-43B5-B5A4-759CC58F95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CE74A528-3D7A-4946-B3BF-E1EF0FAFBA91}"/>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2E3EFEC1-738E-487D-B84D-D5F8283B5647}"/>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D89BB2E1-9848-4E5F-A096-19EBE8012256}"/>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D2BE3867-F182-4691-A296-D35EF07E1CE3}"/>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7662D373-EB31-4768-933A-246207C809D5}"/>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342774A5-4194-4E8D-8281-07F473C41820}"/>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7F045B34-B6A7-4142-B852-721E6F023ED4}"/>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7194A064-DC09-4627-BB3F-27D243E60BF6}"/>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1434A82D-2DC3-4CE7-86AA-4C4F51CCC403}"/>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EE0EB34A-41F3-4F26-8424-445CFEE32B7F}"/>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94EE74F4-B299-4415-85B8-B142655ED81C}"/>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C4BE0714-013F-495C-B6D5-35433736A59C}"/>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FFF09184-F258-47D1-9DAB-DDBB37BC0262}"/>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DACA1604-AD91-4747-B67C-24DB6EB89F63}"/>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EC1ACF8F-3E90-445D-9500-3E6E48774F70}"/>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2AE0DFF6-3169-4322-9DC0-19A9DAE7FC9F}"/>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F2B281A1-A743-48FF-92B2-96AAB562896E}"/>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F786244F-81F5-40D2-9786-8D7AEA86AA8B}"/>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FD6DBDC9-1DD4-48E6-9888-5FB1E30DF1E1}"/>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01D86491-192F-45CC-A47E-5C81A7475409}"/>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547174B2-87C3-495A-9BBE-CE9FB343D24D}"/>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C46270B1-DAD5-4EE0-B36E-9701BD12077B}"/>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D0747E26-239F-4091-AEDC-8330FA897D18}"/>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5251A374-A35C-4B44-BBB9-4D59CCC54B89}"/>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F6174089-07D4-49EB-A894-097CE36CF30E}"/>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F41DCAE1-CE7E-4102-BCED-0F491A38CAA2}"/>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376E7804-B607-45AF-BA31-0733D3C84858}"/>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FC0A5FAF-7B5C-4818-8E64-3022505F50F7}"/>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AB7E2777-443B-4233-809D-A5BE34464A30}"/>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E42115B9-814E-469F-B188-038A9DB970A4}"/>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3A002320-4A25-44AC-924C-A544F1AB92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8542286"/>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7926DB91-4AA7-46E6-A39D-CA2311AC82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5167D23F-A156-45A4-84E8-DDC467828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8D301582-FA0A-4D3A-8CB1-010364F85BA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D28E505D-1A19-47AB-AA19-E7559E3F9B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AAD3FD9F-9FE6-4E5D-8AB4-AED91320E6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68927720-2E1A-440D-B576-EC65791836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2AA6201E-5934-4184-9FD2-A26C233A0396}"/>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951D1383-FF1D-40BD-9F2F-7AD87E7407CD}"/>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99A166E3-43E1-484D-8C6E-F82F40C92CB6}"/>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78B200A3-772B-4C0E-82E5-1A2743B4DDAB}"/>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E2242E36-3B66-4140-957B-D21816802AC6}"/>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97FD9D82-8CCF-4FC1-9369-A6D9D338EA71}"/>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6552C882-8AD7-4E0A-8E99-9A0BE2E3DD0A}"/>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ED8C817C-D95A-4FD2-BC07-C1D40CBB4260}"/>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211ADBC5-F298-4DC2-8B82-A2FB6FA88CF6}"/>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060EEB9C-0C61-41A8-97E4-667F702BBDD4}"/>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8D386AE4-7BBF-417B-B282-1D53AFDA761D}"/>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65B3BAAD-B89B-4F70-B032-FDFDF9EDAD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31589927"/>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D4FDF61B-3A66-4F0D-AB97-0497D19229C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F1CCAFFC-75FB-480E-A60E-6E716582379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AB2739D2-E67E-43BE-A691-73E0027EB30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9B751008-0582-474C-BF88-D4B9E33B82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37F22878-2A4D-4928-9AC7-15489673E9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59F901E1-276F-4F6A-AB9C-42508DF3D3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9568A415-7BEF-45B9-844B-2DBB9C335DE6}"/>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A7F5A841-223B-47C6-BAC7-008C8488284B}"/>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EDBCFDE2-7A96-4867-B8F4-C0EF07A54598}"/>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77A5B524-B3B9-49F2-B534-73885C6AEA2A}"/>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ADD839A4-9E91-4434-9849-80AA32509002}"/>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B002C423-0E79-4EF5-8874-BB0A5621B23C}"/>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F2F3F545-168E-4034-8C7E-F288004C0F8C}"/>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2CE9CEF1-FCF5-46BF-BD87-926D189DA7C3}"/>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F9C1C6B4-E6AB-4AEF-B5D5-7273DC546FFA}"/>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5DA01EC7-F678-486D-B28A-AC73D03AC101}"/>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01869484-BBB8-4786-89C7-3F4B2845A5FC}"/>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5F4CDD33-AC9D-43C0-A361-1DF5E792BF58}"/>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BB3E00D7-8D27-4A36-86E7-AB8D438E9987}"/>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9187E1DF-9E1A-4215-99E2-C16FD86D05CB}"/>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EBA8E399-D565-4DF7-8F52-FCA4D7287160}"/>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F1F9656E-A1C0-4D8C-BBE5-03F5B06E6CF3}"/>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2F8A9B22-934D-499A-9F05-D02AD6F71CF8}"/>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508E0A61-C7C4-47B9-9620-1F21BBA234BC}"/>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5AA04BAF-191D-40F1-8644-7D3817E7BC06}"/>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4F5BDE35-8DE5-4951-BAB1-39DD152576F4}"/>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564A3171-E722-4AB0-9B40-8ED30632C161}"/>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D6D81971-3345-4EC4-B3C8-27ED76C7867F}"/>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2D9EFCB6-0963-464A-B82B-588A6B9801E1}"/>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AB2C4E5A-5638-45D8-AAD1-31D24AD15BA1}"/>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096A444E-9C74-4897-9B6B-26BB4AE5C8EE}"/>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92028949-BF7E-46BE-8BF5-B307D37EE6F4}"/>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7DD96A04-703B-42BA-84B4-53ADC97880DA}"/>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72C72B40-6E1D-4118-A8B7-FA836B67D647}"/>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72022917-72CA-45D5-85A6-737779BF38DB}"/>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70F82A74-A1C1-4DFE-8677-AA5D3CD1DBB0}"/>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9B12F9A4-938C-4194-85DD-53BFC389A158}"/>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1078BC82-A0F6-4160-A8E2-5F8EAA6B59DF}"/>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C994B2EB-7C47-469D-9877-E44ABFC34F99}"/>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C57FE51A-5C74-449F-BC52-86BE10564B34}"/>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3233CE91-43DF-44D4-A3A0-A975A6A4C137}"/>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A27E2A5A-F433-486C-BAEB-9FA21E73542F}"/>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F3C88849-1804-40F6-BE6B-24B84D9247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48686701"/>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9F87A649-E9D0-489A-B5F4-917EEF603A4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C8B42FE5-C204-4458-A177-F7F295DE259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252F4B4B-2D37-443F-A0A9-10708B57FB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D85C12D6-92F5-4C0D-87F4-3AB7264967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26440D2-65C1-4BBD-B2CA-917813F5C6D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723A0716-AC8A-4462-BF65-5BB94BA08F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399709BA-8D97-476C-85CB-0BFA42C555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29C87E15-ECE3-4944-A2AE-BCA5B3557484}"/>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71D5E1E6-38BC-457C-89FB-E80F2D2B0938}"/>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66F77C2E-09AB-4762-B577-C3A9ECC9E9B3}"/>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350AAA79-228E-45FC-A4B5-EF8DE5A72347}"/>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D241818A-07C7-4B8B-9C25-FB7914E39804}"/>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0BAA3AFC-C506-4A65-879F-F4ED31AA88DD}"/>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F19F59C1-153D-4FDA-A008-7B3ADDE782F3}"/>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F292FB08-B6F5-4806-8681-9D565FA728F6}"/>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F8722C4B-5981-48CD-A4F1-3F57AFC54198}"/>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F80E9DF9-3C76-4AED-BCAD-80E6A5177F7C}"/>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56A36952-9BF9-4969-8E06-792961C8BEE3}"/>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F2A8D5A3-4367-4C35-A173-99F0A3AD9FD4}"/>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A18B7DE6-0AD1-44B6-8D2A-8D4A4694CBFC}"/>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9F5CF659-418D-4595-8C8D-24CC43BCF51C}"/>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23E77ADC-FBB3-4246-9E91-07D6B77745B0}"/>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6E718794-D06B-48DB-B3FA-8A4E44FDE511}"/>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284E6B64-04AB-4B7D-82F3-4F6F4ECD21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89493103"/>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EEBF6D0D-E6EB-4C38-84FD-70125583EA7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838B4063-47EA-43EE-B41B-698FA703A48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2AFD06B7-3310-4F83-9DAF-50426AA25F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B07CF358-D616-4049-9F18-D0DA0A789B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BBDD6F6-A82A-4ABA-8558-E4E4E7AA91E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D68AFF06-FE84-46A0-AAB7-EE49779993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F63F00E2-3A88-427A-8D18-28BD7871CA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B61E77CA-C5F0-4563-8E1A-03AD35A5B5A6}"/>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59F2DDEC-C613-4BE3-A5B0-C4348BBC61B6}"/>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66248F45-5059-4F10-B980-09821B592479}"/>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99EB627E-FE01-434F-897D-40D6C066F826}"/>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56986F85-FF8D-4911-9B4F-7A4D7A508EA7}"/>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A721CD57-190B-49D2-8CC3-6AEFDA70910C}"/>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88B0079B-E50C-437F-9C2D-B6298DC58E7B}"/>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40A7A737-C878-4A5E-A4F7-6031112C507E}"/>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C85FD8AE-32EC-496E-BB6C-E964A45C9BF5}"/>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CAEF38C0-E05C-484A-BF8F-5D128A310D7A}"/>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2FD464F1-2065-4519-89E9-B595DCF4A92F}"/>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84307369-20A7-4522-9A6D-565433AACC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35508561"/>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D928516C-E8F5-4C6B-B87B-A5976CE936E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C3F9F7B7-C49E-40BE-B518-B393C548FE5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C0BD2AB8-32C5-45C8-A97C-8026254ECF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CCAD7645-3668-4CB8-96E3-BFEAB12A6B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CE1558A-E237-4591-94C5-5AA94BBDE14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0EB5FAE0-D170-401D-9012-BCF557EC21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54F686FC-46BC-4AA0-B7EA-053F3B56AF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10CDC1EB-483D-40C0-AF54-0C84CC0FB1F8}"/>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CDC4A33E-D71B-48EC-A6E9-F0D124DCD928}"/>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3A9387C2-5A4B-4E8A-96A5-37D8E26E977F}"/>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5B995A1C-B04B-4DF0-BCCD-8B3A232BED07}"/>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8FB6C267-D0E1-4E84-B0DE-6B8F3D5B1C5C}"/>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47ED50B5-A2C9-4F69-B044-BF17B0A012E1}"/>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A1C4597-0BA1-45AC-BE09-E6B05C4E84FE}"/>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808EE629-8967-4A53-BB79-C9D89A76025D}"/>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5C3D6D00-926E-4E41-93EE-A141E6B87FFB}"/>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DC7C30FC-700F-47F3-B64D-2C648F8A8D80}"/>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CEB1968-28F9-4BBC-ADEF-53D9CD958178}"/>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C11F41AC-C696-4150-A27F-BC972F39CC87}"/>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8BFDF2C7-392E-426B-A83F-EEBA77F54AE7}"/>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D49154EF-1D45-455C-9176-86146BFB1598}"/>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BCA9E6A4-8908-441E-8F52-EB837A86C2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6450948"/>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9CCC1825-0593-484D-9905-54420D67675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C8A73834-3E89-4F93-868E-6266254A989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07C4DE25-CF5B-463E-B452-31180BCAB6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C783132A-5D46-4166-981F-744CEB96F7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5AE8DC9-3C67-46FC-8299-D59DB9656BC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4D1DC841-9309-4236-9541-98A027FCFF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2AA7C72C-8DEC-418D-A9A6-DA9DA5A8D9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74CFAE79-7DC6-4BA7-890D-A3E8525CAC90}"/>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AF7E6F30-5A91-4B8F-9D27-6945E5A2EA37}"/>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5A7C8B7F-5880-4502-817F-A2765713666E}"/>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8408F415-56C6-47C3-AB54-27EC4ECDF952}"/>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65EBF7C6-192C-4C74-B927-52B741E64BAD}"/>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1FF1D7DF-DC36-41A8-BD84-A2B2A257EBED}"/>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F9C3C12D-ED53-419D-9444-2EB385F5A9BB}"/>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02EB2F57-4498-4665-A8D0-C4EEA48FBFFF}"/>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7953BC74-9388-417C-BB32-9412D1FC6E83}"/>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6793C5B4-F1EB-4FAD-8DC0-7B00D6F0CF25}"/>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20167FD4-8732-4B00-9A6F-F495436D8C60}"/>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56818D4B-9E03-467B-8652-B41803545150}"/>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BB5C2CF2-4012-4B9C-A9C5-E60B4AB05F82}"/>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A81CBA97-AB9D-46F6-8E7C-AA9E49B09252}"/>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968F5AE3-BEA9-43D2-A344-EA8F8CB96F23}"/>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54485B05-6873-43E3-AABF-1D117174DEF7}"/>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2CF47923-CDB7-4968-A092-91384F794D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87780646"/>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CEBE3213-D8E0-44CB-9ABF-E2DDBEDCB5F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0F6C3AAE-B9B7-4BB5-AA8E-038B7D8A27E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A115481A-3081-47DE-8BF9-00A02870FC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852D1DD5-5907-4C1E-80CE-7CE9F8A8BE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7138731-F52F-4C53-9D56-95B96C0A594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C6D8B742-1C9A-46F6-A578-6ADC8284E6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1CEFE7BD-790C-4455-B019-7857558DC3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E51001C9-478C-4F39-8298-4C3F3AF2AD68}"/>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565FA696-E932-456C-A75A-DF3A5526A788}"/>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4FFB3E57-0928-4778-A97C-80F6A4990A2D}"/>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BD575434-B97D-4812-8388-E62A630E3639}"/>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58D0F0C8-5FC3-420B-8A58-268B5DD1CBB6}"/>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B6C7F03B-C79B-4228-A463-8F030B9A295B}"/>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A1F7FA8A-539B-440C-83D0-863E2F018AE4}"/>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8BE44528-0BF2-4988-8F6F-60077EFD75D8}"/>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1A1616E3-4314-4104-9092-CCDBC65A1F38}"/>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B4A18F32-8AFB-4532-ABAE-FEE5D4EBEAA2}"/>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91FA1525-5225-4C80-A552-40C367118011}"/>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19453361-7FCD-4EA2-9AE7-A13EC88995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0363858"/>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9EC18F0B-3039-43C6-87D2-8BC165E3D8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B8D93DEE-42D9-44BC-893C-85199CF59B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947A8073-6B17-49EB-9978-3F44536C8D4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59FE237D-DBA2-4A7A-9238-7900A0AAA9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12936C8C-7647-4346-8A7F-3499D38CEC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D078476B-AA82-41D0-9637-80E71FEBFC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D2A134D8-B08B-4773-BF2A-9FAE992D4CCC}"/>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9A80D127-9FC5-4BF9-99C5-2414363DA7CF}"/>
              </a:ext>
            </a:extLst>
          </p:cNvPr>
          <p:cNvPicPr>
            <a:picLocks xmlns:a="http://schemas.openxmlformats.org/drawingml/2006/main" noChangeAspect="1"/>
          </p:cNvPicPr>
          <p:nvPr/>
        </p:nvPicPr>
        <p:blipFill>
          <a:blip xmlns:r="http://schemas.openxmlformats.org/officeDocument/2006/relationships" xmlns:a="http://schemas.openxmlformats.org/drawingml/2006/main" r:embed="R9fd6594f14f64a33"/>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2B55707A-EA8A-4B0B-AEAF-2DFC803B04F9}"/>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9FA2BDE4-A15A-4AE1-893D-57368D4B9A90}"/>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4751074C-6150-47CD-B2B9-5CEC3D93EED0}"/>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17672EFD-3915-4D6A-B426-D9C2B6DE5B16}"/>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AE1B590F-9DE7-4F66-AEAD-BF54387580B6}"/>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5E9FBA58-90DE-4E2C-8731-80520C58ECF5}"/>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AC6FA101-2C8D-46C7-B949-CE19BB467BFD}"/>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2A41DF96-5E68-4D94-A06B-830F69E66698}"/>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51477B8A-56EA-4EE6-BAF0-61592B56F792}"/>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F11C577B-361B-4151-B8EB-0005EF1933F9}"/>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F72DFFA5-1EC9-4D11-A439-2D91D4A840C4}"/>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47441B81-68C0-4A77-8130-F7921481A11B}"/>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E7EF6D6A-A0D2-4B15-BA56-4601C6810F87}"/>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4F21B92A-2F56-4CB7-878B-818B221625D5}"/>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D4F8B769-1B72-466B-B986-7344E4DA96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23585245"/>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182754E2-9AD0-426B-BDF9-E853F3671BB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0D62B1C4-1639-4262-8406-0914473F542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47CB7D26-3113-47F6-B4AA-254783566B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6C3A33A1-FFA5-4C44-988B-03515A2AC4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D28F90F5-5937-448E-8FAE-111F2C9ECF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C4B746A3-FCF0-42A1-886A-07D9258D0F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30B6956A-C818-48AF-89D1-325B6E2BD238}"/>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0A38CB8E-3A3A-4C78-A9A6-E0596249DE8D}"/>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A2752488-654D-4AD5-B2A6-E1F2B8A983F6}"/>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A1487C86-C09E-4483-B03A-B107A3F18B1D}"/>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A56C2938-E4C4-4EE4-B2B2-6025DCAFCD40}"/>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D2358A5E-868B-430D-A248-CA16FB910FD3}"/>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CFB7A62F-128B-4D4D-BEED-C666F69994E2}"/>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3FAB6E38-10C8-41AF-AEB4-67FCDBC460B4}"/>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232070EA-40C5-4C12-8C5E-F5606DB4FCB5}"/>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8159BC3A-F5B4-45B6-B38B-B17D9DC08E76}"/>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8E59E332-AFA8-40B6-8DF6-0F793416FBCE}"/>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A6B46F31-BD65-4634-B9D3-E782E2C1C835}"/>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46006564-6DC4-4B2E-B69F-46C23AA87291}"/>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187E6EAD-0172-4B08-B43B-4BBB4A55BAFB}"/>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043926BC-50BC-485D-9118-76647D2843D2}"/>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7E4ED9A3-B533-4241-9106-71BC98B6E729}"/>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D113C180-BDF7-4187-9898-E35BE637D209}"/>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2CBAA64B-59CB-4CCF-9D39-396490451E93}"/>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04EFD090-CACF-4949-8BFF-EFA0FBF1C7F1}"/>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865485FF-4A93-466B-8E4B-0EA04B117916}"/>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E6223C4E-7DF3-4C12-9931-0DAB9CFABA11}"/>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D837DBE9-4CBB-47F4-A86B-F422510B1283}"/>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A27C8869-092A-4AEE-A4E8-90D65D252E1F}"/>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7E920C55-DAB4-4C99-B957-4B4521DE3E53}"/>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5F9C1956-A1DB-4260-AB06-CFA518E138DA}"/>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8AEE25FD-5F17-4196-8129-4F4B423C9928}"/>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3497844A-7EAC-4799-B404-7B6E43A11F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211214724"/>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6CEDF1DE-0401-4C6A-890A-63FD21B1EA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C5FAC040-1EE7-476C-8C90-7E5E1046C6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E6390122-F526-489B-BD27-451838A3DD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75807CFA-AACE-4DFF-BD9C-89D8BA5BBD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BAAFEA68-5F16-499D-9811-CBDC73129E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86C3241C-9191-44BE-92E8-DBACF27A32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4BD98704-EC4F-4CF1-A282-E939039E2D5E}"/>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5E0EFA4A-3EA7-4884-B88B-9EF7AF993AAF}"/>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F6869861-1150-4CA5-B9B6-59839019D69E}"/>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56D7B185-1C6C-4F01-AE43-F333F76B5ACC}"/>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451E2D4D-0872-4327-B5C4-AEDA001D4FC2}"/>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5D59222-FAC7-4431-A587-33985207739F}"/>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08E19CC0-13FA-4169-BF29-9D22AA1003C4}"/>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09F0424A-5978-4953-9C3E-BE7D042296C2}"/>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CA0FCD41-F565-447E-B751-3F936D7204AF}"/>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7E837FF2-B814-4C4E-B8CC-6DD21F8E9250}"/>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9D25B48-9E31-49EC-B683-D5FAA1B8EE9B}"/>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61C03B30-8F6D-4BD4-B078-8D60A6C05034}"/>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87297AD8-F956-47B6-BFC5-3226D30B8487}"/>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94F65757-E627-4B81-9CAD-6AB4C80F0F27}"/>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45ECB691-E571-4906-AA0F-698FF8D16B27}"/>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C01D0F5-F8E9-4BFF-88A2-5ED7CBC27837}"/>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9A88FE32-023A-46F4-B6BC-8BF158D874CE}"/>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02F00334-D8EF-4D3F-8C7A-359802DC814D}"/>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4730CA8F-FA7F-48F6-B691-EE5592548CFC}"/>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A030156C-237A-4A39-9529-11E27CE62F2C}"/>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71069ECC-072A-47CE-8C60-F93F11D160BD}"/>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ECC96B4A-40B4-4AA4-8C6B-FD2DD860CB09}"/>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CC473424-7AB2-44A2-BC49-5FA87C1974BA}"/>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3525D80E-4EF5-4165-A73D-630A75E1A9B1}"/>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AE46BABA-8F80-4BCB-A51F-1D07CB1B6B27}"/>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B3CC6B8A-8653-49DA-A83D-A856307139E9}"/>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2ED1B60C-C9E6-4808-BE6B-B4703EC5D466}"/>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E952DA0B-81FE-489B-BF1A-A1DD668EBFD7}"/>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98019E12-A358-4974-821D-3668C6D162BB}"/>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22F1EA4-1836-4F03-B7F1-C8A0453134E7}"/>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CB64BF29-3C0D-4C7C-89DB-5462BD760F18}"/>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7A34506B-4A55-4D49-A553-9E46B4DAF220}"/>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55D4529A-FB82-4A2B-9744-3D7DC5B595B6}"/>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77DB04B2-FEE3-4292-9BF8-4F925521225F}"/>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33F960D-66B2-4E74-9908-D0AC93BDF12C}"/>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5F3B21D2-3858-4497-99AE-EED8BA6C858E}"/>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262BCE99-8671-4A0D-B6AD-9F140DF49048}"/>
              </a:ext>
            </a:extLst>
          </p:cNvPr>
          <p:cNvPicPr>
            <a:picLocks xmlns:a="http://schemas.openxmlformats.org/drawingml/2006/main" noChangeAspect="1"/>
          </p:cNvPicPr>
          <p:nvPr/>
        </p:nvPicPr>
        <p:blipFill>
          <a:blip xmlns:r="http://schemas.openxmlformats.org/officeDocument/2006/relationships" xmlns:a="http://schemas.openxmlformats.org/drawingml/2006/main" r:embed="R34bce160fac24dcd"/>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0CD6E190-2C83-4F62-A25D-38DCD90029C4}"/>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FF193573-616B-4B95-A5FD-BFE71AEA33D9}"/>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A74B2D40-87DE-4ADD-8DD5-73B102A76F77}"/>
              </a:ext>
            </a:extLst>
          </p:cNvPr>
          <p:cNvPicPr>
            <a:picLocks xmlns:a="http://schemas.openxmlformats.org/drawingml/2006/main" noChangeAspect="1"/>
          </p:cNvPicPr>
          <p:nvPr/>
        </p:nvPicPr>
        <p:blipFill>
          <a:blip xmlns:r="http://schemas.openxmlformats.org/officeDocument/2006/relationships" xmlns:a="http://schemas.openxmlformats.org/drawingml/2006/main" r:embed="Ra9838391a7b14757"/>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90B9FBF2-FE51-49FC-8B36-027224572B09}"/>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3D939B31-977E-4055-8F10-6C18531F770F}"/>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4EB4DBFB-5D3E-41DF-A98D-3ADC5F941A31}"/>
              </a:ext>
            </a:extLst>
          </p:cNvPr>
          <p:cNvPicPr>
            <a:picLocks xmlns:a="http://schemas.openxmlformats.org/drawingml/2006/main" noChangeAspect="1"/>
          </p:cNvPicPr>
          <p:nvPr/>
        </p:nvPicPr>
        <p:blipFill>
          <a:blip xmlns:r="http://schemas.openxmlformats.org/officeDocument/2006/relationships" xmlns:a="http://schemas.openxmlformats.org/drawingml/2006/main" r:embed="R94bbd59abccf47c9"/>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77ABE867-134E-4564-9D4C-3195594F900F}"/>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53E92A4F-C689-4253-8A5A-44622B10999B}"/>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8AABEC6B-007D-41BB-8813-BE4FD3CBFD9A}"/>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8D70912F-E307-4EDA-B77F-4A6C084450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2249051"/>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2CF80299-3085-4897-AA58-BDC15F0D0AC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0CCA6920-AA2D-4FF0-922B-36D59374520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5613F5AA-B5AC-490D-BFA8-A2CB74F68E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671FA5D0-440F-426F-A153-047650DDE3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CF5B62AF-B6D4-4A51-A105-81FD1ABB49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9E0D5274-216C-4E34-BCE8-834468B009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85DFA3EA-A78F-46E5-B4DA-5CB6F811A49B}"/>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29F33B40-77CB-4927-B612-F070AF21296F}"/>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2681B647-FB5A-43C9-ABE1-38B5946A7574}"/>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95DE2073-E2AE-4F46-A6DA-7A10E0539AC7}"/>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779AD6A6-8E74-4DE4-8896-504D22A054AB}"/>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2085C29B-7A98-4873-ADEE-5A85F218B8BF}"/>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3C884C3C-FD70-4FF4-916F-BD9615E70EA6}"/>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23223BFC-4A62-488E-87A0-392DE106CAF4}"/>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FBAFD91D-0100-40CC-A2B5-4DB2DA0B1B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2058795442"/>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98886C8A-AC3D-40A8-BA3F-8E69A9A8B9A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FB10EBE3-FEEB-4425-9C1F-382A7FC6EDB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7257CB64-F557-4298-89E7-AE6F0BE1D9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7644E62A-C2EF-4019-94D7-1A9F7F2D25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E3AF77BC-05F8-4B91-92EA-DAE6ED8C05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DD99E016-3E5A-4556-9E35-842AC15F1F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0DB7B1E2-DB06-4A03-B3D4-613421E2900C}"/>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728BE0DC-07E4-48E4-A1A4-9FBF8FA75867}"/>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E66A96D5-9AD8-468D-ADBB-900686180B46}"/>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F1DA0BC2-DD14-47D4-8C36-7FF599E1CCF4}"/>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8EAF2E56-0C4C-4358-809E-422FE3039F4C}"/>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5394D994-F760-41AF-B216-F62F78C45277}"/>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41E01D4C-626D-4EF3-81F0-C5E3AB63EBD8}"/>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D7081809-7A6E-4011-8E7B-D0BBBCD4BE50}"/>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53DCA6CF-EFF8-41FE-B0E1-151E4A53E9A9}"/>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010B247E-C041-415D-8E0D-D16B6716CB9F}"/>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CD28C70E-E1B9-4C78-88BE-301C2F3BD0F0}"/>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6779F6F7-BC90-47F1-BB1D-C9606264F98C}"/>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5B74CACE-2024-40C5-8E05-7C170C302172}"/>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08553427-6ECA-48B3-BB4F-F6D6CACA41FE}"/>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0B082E64-3317-454F-B6A3-27DCC6FA570C}"/>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182B0E55-3E68-417F-95BE-C2AFF858A2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034210136"/>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13121C63-E253-4823-A525-C0EAB5DE3A2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F293089C-3FDB-457D-83A5-578651F0DC2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C1E62E3A-699C-4149-9834-673D8769DCC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9FA3AEB5-899D-4D74-A9D3-B04838C2A1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F9474403-F865-45F9-B80A-9625AC45DB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541D0329-48B7-4305-9266-6D6AFC2C90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D791A913-CC4E-4E2B-BC46-5369415D827A}"/>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DDAE5601-8E38-4A0E-828B-40BDD9B94B86}"/>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7A7012A7-D36A-475F-B74D-E75BB3247F8F}"/>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C1ACF59B-6B45-4EBD-A9DB-06EB692751FA}"/>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16F15B59-0ACF-4588-81BD-B6AA9665C064}"/>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1967C400-FCB4-495B-86D0-A55037DA7E63}"/>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4F9E2BD8-B9C7-49EF-A100-63881BFE00AB}"/>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A54D298E-46CB-481E-BEFA-66576E6364B7}"/>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DCF96725-3178-4164-89E0-239BB414387B}"/>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85962FA5-0A98-4E0D-8694-5481B8B72DA4}"/>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44E650E2-228F-4397-A34C-26116B7394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13386950"/>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7280789A-CA84-4288-84A5-F2FCF881F8D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67A3072A-3AA2-4D49-8C66-CFEA7A232EA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0D8FD67B-ADCF-4F5D-BA41-D43A80BE73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17B7B678-0A4C-47C1-A197-D337579F27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F75DC909-7DD0-496D-8E52-20D6BAF2AA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5BBB0325-81F8-436E-911D-E0EA998A4B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79465D70-0798-450D-81C0-8D0648AD60DF}"/>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E1D4E6BF-C3E0-4C1D-BD9C-9D2A8AFCE6F2}"/>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136B6822-6E3E-418B-A4FC-F4082D0E3056}"/>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A0766431-B844-4093-A8FC-CEE7A6A84F09}"/>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81AE9B5C-0953-4442-9F0C-D9EFDDF022BE}"/>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C1AF2C4B-758E-46FF-84B9-6048BFA4A5AF}"/>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33DB0428-7237-4FD9-84BF-9EABEC879BE4}"/>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52B3D8D0-FC42-4D2F-A387-097B7491A3CD}"/>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1968822A-993C-47FE-844F-AD401249857A}"/>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6EB4B9D9-8946-4B55-AE36-A29161BE9AC2}"/>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65D6639E-D8AD-4F42-8FEB-EAE047630AAB}"/>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624CCCAB-DACF-42BD-A9EF-E3AA863B0555}"/>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5CE66D1-0AFB-4132-A1AB-09BB3152CBA3}"/>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5C14D978-C09B-4EDF-BCCD-ABDAAD412A9C}"/>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33371C28-C848-404B-A881-E7D0211A1291}"/>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9B59CE70-E024-41A7-8E90-07960593C06E}"/>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580F1B0F-F2D3-4FD7-8E1F-7CABEDDC6932}"/>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37FCA6F9-3ECB-4440-8B0E-D05DE10B218B}"/>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AD9BC3A6-6C67-469F-8F80-F33562E6A193}"/>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22655E47-F862-4885-A610-1CF84F7BBD98}"/>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CB64EC19-FD28-4A58-BC2E-446B6C244660}"/>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AAF14F0C-F13D-4902-8D5C-5D9CA0EC2162}"/>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72CAEA34-388D-4242-8357-C4BE2D8F0CA6}"/>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E2734FE5-9D3D-4DBB-BB47-E7CB5285E5C9}"/>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66780B67-48BD-4429-A57B-1D9CB34FBF38}"/>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8B90BC7A-B494-484A-A6EA-9EB7564EBE72}"/>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52D71FDE-C216-49CF-BDF8-CCBCCE191F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37435237"/>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2E481AB0-5D5D-43FB-B496-4B75BFC5C95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CBEA85E1-CAAA-4261-8FEC-27BAF2FEE17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9BC299FA-7119-4F2C-B3AB-27F73C723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61D89664-D536-4A32-B78C-59CAA82309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9E3FB53B-06D1-40C6-AB35-8F52A4CF1B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4B59B2B1-53D3-4DE6-BEA3-953A3FAAE1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7384494D-4389-4B34-98FA-DF231018A0F9}"/>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CBD5A806-D9A7-40DB-9E33-E1DD9D96C2DD}"/>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0B7AE589-EDF3-4863-A2AD-8F9F76A5711B}"/>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6435D9A3-E2D9-4A31-8E0E-7C281A9162E5}"/>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D1269122-7640-42EE-9960-ABCABBB3AF29}"/>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820CFEA4-3C13-4B4F-AE47-810AA7E7027D}"/>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62CF112C-02D2-48AF-AD7D-05FCB13B303F}"/>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CEAB9811-5EB6-41AA-8A29-C77F8FEFFCAA}"/>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DEFFD3E0-3DCE-4AE0-ACF9-E804C21A9D08}"/>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AFE9613F-FEA3-4E94-8431-FB16F8AAC43C}"/>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BDF810F4-30EC-4C08-B7CD-2AEF2C9D49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933197169"/>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26F7E514-D80E-41F8-BE9D-CCA3E5E487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B17D2662-0FC6-4C8E-B7F2-C84BDCE221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4A0B25D8-E606-4B5B-A1C4-A075904DD1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16C8FA20-0F1C-4216-928D-8B79986206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CC5B836C-1385-4116-A94D-4AD858BE79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83F30936-1669-4F5F-92DF-B41CB8118A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523A639F-AA93-4352-99FC-A7EC7AD930C7}"/>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15014056-AD8B-414A-8DB3-2C466E1C6F7F}"/>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04F46FEC-6715-449B-A879-481E86BAA62F}"/>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07F785A3-B0EA-48F7-A28A-4F89C7F0D7A8}"/>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11B41C44-0680-439E-BF8D-4A9FD536A8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498335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2026-10-22T06:27:28.0600000Z</dcterms:created>
  <dcterms:modified xsi:type="dcterms:W3CDTF">2026-10-22T06:27:28.0600000Z</dcterms:modified>
</coreProperties>
</file>