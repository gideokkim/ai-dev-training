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slides/charts/chart1.xml" ContentType="application/vnd.openxmlformats-officedocument.drawingml.chart+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18b852d59fe54a96" /><Relationship Type="http://schemas.openxmlformats.org/officeDocument/2006/relationships/extended-properties" Target="/docProps/app.xml" Id="Ra27799f1408444c2" /><Relationship Type="http://schemas.openxmlformats.org/officeDocument/2006/relationships/officeDocument" Target="/ppt/presentation.xml" Id="R1dc9d1c47ade4f21" /></Relationships>
</file>

<file path=ppt/presentation.xml><?xml version="1.0" encoding="utf-8"?>
<p:presentation xmlns:p="http://schemas.openxmlformats.org/presentationml/2006/main">
  <p:sldMasterIdLst>
    <p:sldMasterId xmlns:r="http://schemas.openxmlformats.org/officeDocument/2006/relationships" id="2147483648" r:id="R27828f22ec89498b"/>
  </p:sldMasterIdLst>
  <p:notesMasterIdLst>
    <p:notesMasterId xmlns:r="http://schemas.openxmlformats.org/officeDocument/2006/relationships" r:id="R4f2ebf2d47b94e5a"/>
  </p:notesMasterIdLst>
  <p:sldIdLst>
    <p:sldId xmlns:r="http://schemas.openxmlformats.org/officeDocument/2006/relationships" id="256" r:id="R6609dac6339b4fe2"/>
    <p:sldId xmlns:r="http://schemas.openxmlformats.org/officeDocument/2006/relationships" id="257" r:id="R7598eefb9c1e49b4"/>
    <p:sldId xmlns:r="http://schemas.openxmlformats.org/officeDocument/2006/relationships" id="258" r:id="R43fb6f7e46174a2d"/>
    <p:sldId xmlns:r="http://schemas.openxmlformats.org/officeDocument/2006/relationships" id="259" r:id="R9def696c274e4f3b"/>
    <p:sldId xmlns:r="http://schemas.openxmlformats.org/officeDocument/2006/relationships" id="260" r:id="R12f9ddd1456f43b4"/>
    <p:sldId xmlns:r="http://schemas.openxmlformats.org/officeDocument/2006/relationships" id="261" r:id="R8f015fce407c402c"/>
    <p:sldId xmlns:r="http://schemas.openxmlformats.org/officeDocument/2006/relationships" id="262" r:id="R15d9aef0096249c0"/>
    <p:sldId xmlns:r="http://schemas.openxmlformats.org/officeDocument/2006/relationships" id="263" r:id="R7e66f796e4744810"/>
    <p:sldId xmlns:r="http://schemas.openxmlformats.org/officeDocument/2006/relationships" id="264" r:id="Re51e28cf88764ec3"/>
    <p:sldId xmlns:r="http://schemas.openxmlformats.org/officeDocument/2006/relationships" id="265" r:id="R2e55a18c66d740a0"/>
    <p:sldId xmlns:r="http://schemas.openxmlformats.org/officeDocument/2006/relationships" id="266" r:id="R9cee6ba9e3d046e8"/>
    <p:sldId xmlns:r="http://schemas.openxmlformats.org/officeDocument/2006/relationships" id="267" r:id="R5d8edb2816124a42"/>
    <p:sldId xmlns:r="http://schemas.openxmlformats.org/officeDocument/2006/relationships" id="268" r:id="Rc7f51b9d4442468e"/>
    <p:sldId xmlns:r="http://schemas.openxmlformats.org/officeDocument/2006/relationships" id="269" r:id="R23cfa16ef4dc434b"/>
    <p:sldId xmlns:r="http://schemas.openxmlformats.org/officeDocument/2006/relationships" id="270" r:id="R5e731381d14640f6"/>
    <p:sldId xmlns:r="http://schemas.openxmlformats.org/officeDocument/2006/relationships" id="271" r:id="Rb5dcf12c51124608"/>
    <p:sldId xmlns:r="http://schemas.openxmlformats.org/officeDocument/2006/relationships" id="272" r:id="Rf3a93c83868d4ea8"/>
    <p:sldId xmlns:r="http://schemas.openxmlformats.org/officeDocument/2006/relationships" id="273" r:id="R6cbdba53abf142e1"/>
    <p:sldId xmlns:r="http://schemas.openxmlformats.org/officeDocument/2006/relationships" id="274" r:id="R0231eabc7fa24c7c"/>
    <p:sldId xmlns:r="http://schemas.openxmlformats.org/officeDocument/2006/relationships" id="275" r:id="R4bcc7065424546ce"/>
    <p:sldId xmlns:r="http://schemas.openxmlformats.org/officeDocument/2006/relationships" id="276" r:id="Ra79a370ab06f453d"/>
    <p:sldId xmlns:r="http://schemas.openxmlformats.org/officeDocument/2006/relationships" id="277" r:id="R7d4c4c3e2c8a4a87"/>
    <p:sldId xmlns:r="http://schemas.openxmlformats.org/officeDocument/2006/relationships" id="278" r:id="R46f9ef69c73947f6"/>
    <p:sldId xmlns:r="http://schemas.openxmlformats.org/officeDocument/2006/relationships" id="279" r:id="Rbae41e846e40499a"/>
    <p:sldId xmlns:r="http://schemas.openxmlformats.org/officeDocument/2006/relationships" id="280" r:id="R559f89d2778f4d99"/>
    <p:sldId xmlns:r="http://schemas.openxmlformats.org/officeDocument/2006/relationships" id="281" r:id="R1f4f7f392e9b4ffd"/>
    <p:sldId xmlns:r="http://schemas.openxmlformats.org/officeDocument/2006/relationships" id="282" r:id="R64d5f1f1c73b4f5d"/>
    <p:sldId xmlns:r="http://schemas.openxmlformats.org/officeDocument/2006/relationships" id="283" r:id="R61c69a4491394839"/>
    <p:sldId xmlns:r="http://schemas.openxmlformats.org/officeDocument/2006/relationships" id="284" r:id="R26e3c1c9b9174497"/>
    <p:sldId xmlns:r="http://schemas.openxmlformats.org/officeDocument/2006/relationships" id="285" r:id="R866812e9ee1848a1"/>
    <p:sldId xmlns:r="http://schemas.openxmlformats.org/officeDocument/2006/relationships" id="286" r:id="R06e935aee15f4f29"/>
    <p:sldId xmlns:r="http://schemas.openxmlformats.org/officeDocument/2006/relationships" id="287" r:id="R77a3fe7e72a14ee4"/>
    <p:sldId xmlns:r="http://schemas.openxmlformats.org/officeDocument/2006/relationships" id="288" r:id="Rc18d709876194665"/>
    <p:sldId xmlns:r="http://schemas.openxmlformats.org/officeDocument/2006/relationships" id="289" r:id="R1fd11c619c714e68"/>
    <p:sldId xmlns:r="http://schemas.openxmlformats.org/officeDocument/2006/relationships" id="290" r:id="R9d966e0f81df4add"/>
    <p:sldId xmlns:r="http://schemas.openxmlformats.org/officeDocument/2006/relationships" id="291" r:id="Rf5c159313e5e4ae2"/>
    <p:sldId xmlns:r="http://schemas.openxmlformats.org/officeDocument/2006/relationships" id="292" r:id="R2d19524fcfc641b6"/>
    <p:sldId xmlns:r="http://schemas.openxmlformats.org/officeDocument/2006/relationships" id="293" r:id="R0bdbd28113214c0e"/>
    <p:sldId xmlns:r="http://schemas.openxmlformats.org/officeDocument/2006/relationships" id="294" r:id="R4a061908423c498e"/>
    <p:sldId xmlns:r="http://schemas.openxmlformats.org/officeDocument/2006/relationships" id="295" r:id="R9fdb5abbf78741f1"/>
    <p:sldId xmlns:r="http://schemas.openxmlformats.org/officeDocument/2006/relationships" id="296" r:id="R6b212dad47234cf0"/>
    <p:sldId xmlns:r="http://schemas.openxmlformats.org/officeDocument/2006/relationships" id="297" r:id="Rc27cb4eaecd645f2"/>
    <p:sldId xmlns:r="http://schemas.openxmlformats.org/officeDocument/2006/relationships" id="298" r:id="R270b1c0aea784518"/>
    <p:sldId xmlns:r="http://schemas.openxmlformats.org/officeDocument/2006/relationships" id="299" r:id="R3f3be180d06b44f1"/>
    <p:sldId xmlns:r="http://schemas.openxmlformats.org/officeDocument/2006/relationships" id="300" r:id="Rcc277b7d05654dfa"/>
    <p:sldId xmlns:r="http://schemas.openxmlformats.org/officeDocument/2006/relationships" id="301" r:id="Reef8c0a649dc46d1"/>
    <p:sldId xmlns:r="http://schemas.openxmlformats.org/officeDocument/2006/relationships" id="302" r:id="Ra3034a92cbee4670"/>
    <p:sldId xmlns:r="http://schemas.openxmlformats.org/officeDocument/2006/relationships" id="303" r:id="R85812f33ab8d4974"/>
    <p:sldId xmlns:r="http://schemas.openxmlformats.org/officeDocument/2006/relationships" id="304" r:id="R49b8c643f1b94692"/>
    <p:sldId xmlns:r="http://schemas.openxmlformats.org/officeDocument/2006/relationships" id="305" r:id="R7383b40923eb4507"/>
    <p:sldId xmlns:r="http://schemas.openxmlformats.org/officeDocument/2006/relationships" id="306" r:id="Rebe021452bb64b8a"/>
    <p:sldId xmlns:r="http://schemas.openxmlformats.org/officeDocument/2006/relationships" id="307" r:id="Ra0d95e7d6cef4ef1"/>
    <p:sldId xmlns:r="http://schemas.openxmlformats.org/officeDocument/2006/relationships" id="308" r:id="R945b56a5f7824215"/>
    <p:sldId xmlns:r="http://schemas.openxmlformats.org/officeDocument/2006/relationships" id="309" r:id="R9d29c9cba3e248d2"/>
    <p:sldId xmlns:r="http://schemas.openxmlformats.org/officeDocument/2006/relationships" id="310" r:id="R29ae49410f2f451e"/>
    <p:sldId xmlns:r="http://schemas.openxmlformats.org/officeDocument/2006/relationships" id="311" r:id="Ra3f7f71e72b94ea3"/>
    <p:sldId xmlns:r="http://schemas.openxmlformats.org/officeDocument/2006/relationships" id="312" r:id="R791fa3e426d94502"/>
    <p:sldId xmlns:r="http://schemas.openxmlformats.org/officeDocument/2006/relationships" id="313" r:id="R9f13261b9ab3402c"/>
    <p:sldId xmlns:r="http://schemas.openxmlformats.org/officeDocument/2006/relationships" id="314" r:id="R5923899e52e440db"/>
    <p:sldId xmlns:r="http://schemas.openxmlformats.org/officeDocument/2006/relationships" id="315" r:id="R731c9944f8674260"/>
    <p:sldId xmlns:r="http://schemas.openxmlformats.org/officeDocument/2006/relationships" id="316" r:id="Rb18a7c61d3bd4b75"/>
    <p:sldId xmlns:r="http://schemas.openxmlformats.org/officeDocument/2006/relationships" id="317" r:id="R2ea83e38075040fa"/>
    <p:sldId xmlns:r="http://schemas.openxmlformats.org/officeDocument/2006/relationships" id="318" r:id="R4829416e57354eb2"/>
    <p:sldId xmlns:r="http://schemas.openxmlformats.org/officeDocument/2006/relationships" id="319" r:id="R812f175f1b0443f9"/>
    <p:sldId xmlns:r="http://schemas.openxmlformats.org/officeDocument/2006/relationships" id="320" r:id="R67550ec7fccf4209"/>
    <p:sldId xmlns:r="http://schemas.openxmlformats.org/officeDocument/2006/relationships" id="321" r:id="R0e44865ef92e4d54"/>
    <p:sldId xmlns:r="http://schemas.openxmlformats.org/officeDocument/2006/relationships" id="322" r:id="R2cb4873f4c564ca0"/>
    <p:sldId xmlns:r="http://schemas.openxmlformats.org/officeDocument/2006/relationships" id="323" r:id="Rb7621c87d5694b8f"/>
    <p:sldId xmlns:r="http://schemas.openxmlformats.org/officeDocument/2006/relationships" id="324" r:id="Re2abb3929b384c20"/>
    <p:sldId xmlns:r="http://schemas.openxmlformats.org/officeDocument/2006/relationships" id="325" r:id="R6ff4206fd65b4725"/>
    <p:sldId xmlns:r="http://schemas.openxmlformats.org/officeDocument/2006/relationships" id="326" r:id="Rb73d92d31ed548cf"/>
    <p:sldId xmlns:r="http://schemas.openxmlformats.org/officeDocument/2006/relationships" id="327" r:id="R8cb40e332af34d7d"/>
    <p:sldId xmlns:r="http://schemas.openxmlformats.org/officeDocument/2006/relationships" id="328" r:id="Re56516a2abb24ad9"/>
    <p:sldId xmlns:r="http://schemas.openxmlformats.org/officeDocument/2006/relationships" id="329" r:id="Ra1fce1b25a77483e"/>
    <p:sldId xmlns:r="http://schemas.openxmlformats.org/officeDocument/2006/relationships" id="330" r:id="Raa533dbe048b4af0"/>
    <p:sldId xmlns:r="http://schemas.openxmlformats.org/officeDocument/2006/relationships" id="331" r:id="Rd90447ec8e4c4a5b"/>
    <p:sldId xmlns:r="http://schemas.openxmlformats.org/officeDocument/2006/relationships" id="332" r:id="R84ecd11fdca249ec"/>
    <p:sldId xmlns:r="http://schemas.openxmlformats.org/officeDocument/2006/relationships" id="333" r:id="Raca6906e2e1f457e"/>
    <p:sldId xmlns:r="http://schemas.openxmlformats.org/officeDocument/2006/relationships" id="334" r:id="R5d318a317ee5467b"/>
    <p:sldId xmlns:r="http://schemas.openxmlformats.org/officeDocument/2006/relationships" id="335" r:id="R69b1d8bd3e484d39"/>
    <p:sldId xmlns:r="http://schemas.openxmlformats.org/officeDocument/2006/relationships" id="336" r:id="R3e5b559eb05d4f1c"/>
    <p:sldId xmlns:r="http://schemas.openxmlformats.org/officeDocument/2006/relationships" id="337" r:id="R909752d172c84ed1"/>
    <p:sldId xmlns:r="http://schemas.openxmlformats.org/officeDocument/2006/relationships" id="338" r:id="R3d3ec6bf2ad24a55"/>
    <p:sldId xmlns:r="http://schemas.openxmlformats.org/officeDocument/2006/relationships" id="339" r:id="R9cfa70006bc345e4"/>
    <p:sldId xmlns:r="http://schemas.openxmlformats.org/officeDocument/2006/relationships" id="340" r:id="R5744d943cfd54521"/>
    <p:sldId xmlns:r="http://schemas.openxmlformats.org/officeDocument/2006/relationships" id="341" r:id="R735f16ba6d674d8e"/>
    <p:sldId xmlns:r="http://schemas.openxmlformats.org/officeDocument/2006/relationships" id="342" r:id="R31321dcc99fa45fb"/>
    <p:sldId xmlns:r="http://schemas.openxmlformats.org/officeDocument/2006/relationships" id="343" r:id="R40948b375ac24326"/>
    <p:sldId xmlns:r="http://schemas.openxmlformats.org/officeDocument/2006/relationships" id="344" r:id="R9597941b5c02417c"/>
    <p:sldId xmlns:r="http://schemas.openxmlformats.org/officeDocument/2006/relationships" id="345" r:id="Ra7e7dd1769b94cb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5ed9660c7164187" /><Relationship Type="http://schemas.openxmlformats.org/officeDocument/2006/relationships/slideMaster" Target="/ppt/slideMasters/slideMaster1.xml" Id="R27828f22ec89498b" /><Relationship Type="http://schemas.openxmlformats.org/officeDocument/2006/relationships/notesMaster" Target="/ppt/notesMasters/notesMaster1.xml" Id="R4f2ebf2d47b94e5a" /><Relationship Type="http://schemas.openxmlformats.org/officeDocument/2006/relationships/presProps" Target="/ppt/presProps.xml" Id="R035069ec29c84807" /><Relationship Type="http://schemas.openxmlformats.org/officeDocument/2006/relationships/tableStyles" Target="/ppt/tableStyles.xml" Id="R3161185fba964f25" /><Relationship Type="http://schemas.openxmlformats.org/officeDocument/2006/relationships/slide" Target="/ppt/slides/slide1.xml" Id="R6609dac6339b4fe2" /><Relationship Type="http://schemas.openxmlformats.org/officeDocument/2006/relationships/slide" Target="/ppt/slides/slide2.xml" Id="R7598eefb9c1e49b4" /><Relationship Type="http://schemas.openxmlformats.org/officeDocument/2006/relationships/slide" Target="/ppt/slides/slide3.xml" Id="R43fb6f7e46174a2d" /><Relationship Type="http://schemas.openxmlformats.org/officeDocument/2006/relationships/slide" Target="/ppt/slides/slide4.xml" Id="R9def696c274e4f3b" /><Relationship Type="http://schemas.openxmlformats.org/officeDocument/2006/relationships/slide" Target="/ppt/slides/slide5.xml" Id="R12f9ddd1456f43b4" /><Relationship Type="http://schemas.openxmlformats.org/officeDocument/2006/relationships/slide" Target="/ppt/slides/slide6.xml" Id="R8f015fce407c402c" /><Relationship Type="http://schemas.openxmlformats.org/officeDocument/2006/relationships/slide" Target="/ppt/slides/slide7.xml" Id="R15d9aef0096249c0" /><Relationship Type="http://schemas.openxmlformats.org/officeDocument/2006/relationships/slide" Target="/ppt/slides/slide8.xml" Id="R7e66f796e4744810" /><Relationship Type="http://schemas.openxmlformats.org/officeDocument/2006/relationships/slide" Target="/ppt/slides/slide9.xml" Id="Re51e28cf88764ec3" /><Relationship Type="http://schemas.openxmlformats.org/officeDocument/2006/relationships/slide" Target="/ppt/slides/slide10.xml" Id="R2e55a18c66d740a0" /><Relationship Type="http://schemas.openxmlformats.org/officeDocument/2006/relationships/slide" Target="/ppt/slides/slide11.xml" Id="R9cee6ba9e3d046e8" /><Relationship Type="http://schemas.openxmlformats.org/officeDocument/2006/relationships/slide" Target="/ppt/slides/slide12.xml" Id="R5d8edb2816124a42" /><Relationship Type="http://schemas.openxmlformats.org/officeDocument/2006/relationships/slide" Target="/ppt/slides/slide13.xml" Id="Rc7f51b9d4442468e" /><Relationship Type="http://schemas.openxmlformats.org/officeDocument/2006/relationships/slide" Target="/ppt/slides/slide14.xml" Id="R23cfa16ef4dc434b" /><Relationship Type="http://schemas.openxmlformats.org/officeDocument/2006/relationships/slide" Target="/ppt/slides/slide15.xml" Id="R5e731381d14640f6" /><Relationship Type="http://schemas.openxmlformats.org/officeDocument/2006/relationships/slide" Target="/ppt/slides/slide16.xml" Id="Rb5dcf12c51124608" /><Relationship Type="http://schemas.openxmlformats.org/officeDocument/2006/relationships/slide" Target="/ppt/slides/slide17.xml" Id="Rf3a93c83868d4ea8" /><Relationship Type="http://schemas.openxmlformats.org/officeDocument/2006/relationships/slide" Target="/ppt/slides/slide18.xml" Id="R6cbdba53abf142e1" /><Relationship Type="http://schemas.openxmlformats.org/officeDocument/2006/relationships/slide" Target="/ppt/slides/slide19.xml" Id="R0231eabc7fa24c7c" /><Relationship Type="http://schemas.openxmlformats.org/officeDocument/2006/relationships/slide" Target="/ppt/slides/slide20.xml" Id="R4bcc7065424546ce" /><Relationship Type="http://schemas.openxmlformats.org/officeDocument/2006/relationships/slide" Target="/ppt/slides/slide21.xml" Id="Ra79a370ab06f453d" /><Relationship Type="http://schemas.openxmlformats.org/officeDocument/2006/relationships/slide" Target="/ppt/slides/slide22.xml" Id="R7d4c4c3e2c8a4a87" /><Relationship Type="http://schemas.openxmlformats.org/officeDocument/2006/relationships/slide" Target="/ppt/slides/slide23.xml" Id="R46f9ef69c73947f6" /><Relationship Type="http://schemas.openxmlformats.org/officeDocument/2006/relationships/slide" Target="/ppt/slides/slide24.xml" Id="Rbae41e846e40499a" /><Relationship Type="http://schemas.openxmlformats.org/officeDocument/2006/relationships/slide" Target="/ppt/slides/slide25.xml" Id="R559f89d2778f4d99" /><Relationship Type="http://schemas.openxmlformats.org/officeDocument/2006/relationships/slide" Target="/ppt/slides/slide26.xml" Id="R1f4f7f392e9b4ffd" /><Relationship Type="http://schemas.openxmlformats.org/officeDocument/2006/relationships/slide" Target="/ppt/slides/slide27.xml" Id="R64d5f1f1c73b4f5d" /><Relationship Type="http://schemas.openxmlformats.org/officeDocument/2006/relationships/slide" Target="/ppt/slides/slide28.xml" Id="R61c69a4491394839" /><Relationship Type="http://schemas.openxmlformats.org/officeDocument/2006/relationships/slide" Target="/ppt/slides/slide29.xml" Id="R26e3c1c9b9174497" /><Relationship Type="http://schemas.openxmlformats.org/officeDocument/2006/relationships/slide" Target="/ppt/slides/slide30.xml" Id="R866812e9ee1848a1" /><Relationship Type="http://schemas.openxmlformats.org/officeDocument/2006/relationships/slide" Target="/ppt/slides/slide31.xml" Id="R06e935aee15f4f29" /><Relationship Type="http://schemas.openxmlformats.org/officeDocument/2006/relationships/slide" Target="/ppt/slides/slide32.xml" Id="R77a3fe7e72a14ee4" /><Relationship Type="http://schemas.openxmlformats.org/officeDocument/2006/relationships/slide" Target="/ppt/slides/slide33.xml" Id="Rc18d709876194665" /><Relationship Type="http://schemas.openxmlformats.org/officeDocument/2006/relationships/slide" Target="/ppt/slides/slide34.xml" Id="R1fd11c619c714e68" /><Relationship Type="http://schemas.openxmlformats.org/officeDocument/2006/relationships/slide" Target="/ppt/slides/slide35.xml" Id="R9d966e0f81df4add" /><Relationship Type="http://schemas.openxmlformats.org/officeDocument/2006/relationships/slide" Target="/ppt/slides/slide36.xml" Id="Rf5c159313e5e4ae2" /><Relationship Type="http://schemas.openxmlformats.org/officeDocument/2006/relationships/slide" Target="/ppt/slides/slide37.xml" Id="R2d19524fcfc641b6" /><Relationship Type="http://schemas.openxmlformats.org/officeDocument/2006/relationships/slide" Target="/ppt/slides/slide38.xml" Id="R0bdbd28113214c0e" /><Relationship Type="http://schemas.openxmlformats.org/officeDocument/2006/relationships/slide" Target="/ppt/slides/slide39.xml" Id="R4a061908423c498e" /><Relationship Type="http://schemas.openxmlformats.org/officeDocument/2006/relationships/slide" Target="/ppt/slides/slide40.xml" Id="R9fdb5abbf78741f1" /><Relationship Type="http://schemas.openxmlformats.org/officeDocument/2006/relationships/slide" Target="/ppt/slides/slide41.xml" Id="R6b212dad47234cf0" /><Relationship Type="http://schemas.openxmlformats.org/officeDocument/2006/relationships/slide" Target="/ppt/slides/slide42.xml" Id="Rc27cb4eaecd645f2" /><Relationship Type="http://schemas.openxmlformats.org/officeDocument/2006/relationships/slide" Target="/ppt/slides/slide43.xml" Id="R270b1c0aea784518" /><Relationship Type="http://schemas.openxmlformats.org/officeDocument/2006/relationships/slide" Target="/ppt/slides/slide44.xml" Id="R3f3be180d06b44f1" /><Relationship Type="http://schemas.openxmlformats.org/officeDocument/2006/relationships/slide" Target="/ppt/slides/slide45.xml" Id="Rcc277b7d05654dfa" /><Relationship Type="http://schemas.openxmlformats.org/officeDocument/2006/relationships/slide" Target="/ppt/slides/slide46.xml" Id="Reef8c0a649dc46d1" /><Relationship Type="http://schemas.openxmlformats.org/officeDocument/2006/relationships/slide" Target="/ppt/slides/slide47.xml" Id="Ra3034a92cbee4670" /><Relationship Type="http://schemas.openxmlformats.org/officeDocument/2006/relationships/slide" Target="/ppt/slides/slide48.xml" Id="R85812f33ab8d4974" /><Relationship Type="http://schemas.openxmlformats.org/officeDocument/2006/relationships/slide" Target="/ppt/slides/slide49.xml" Id="R49b8c643f1b94692" /><Relationship Type="http://schemas.openxmlformats.org/officeDocument/2006/relationships/slide" Target="/ppt/slides/slide50.xml" Id="R7383b40923eb4507" /><Relationship Type="http://schemas.openxmlformats.org/officeDocument/2006/relationships/slide" Target="/ppt/slides/slide51.xml" Id="Rebe021452bb64b8a" /><Relationship Type="http://schemas.openxmlformats.org/officeDocument/2006/relationships/slide" Target="/ppt/slides/slide52.xml" Id="Ra0d95e7d6cef4ef1" /><Relationship Type="http://schemas.openxmlformats.org/officeDocument/2006/relationships/slide" Target="/ppt/slides/slide53.xml" Id="R945b56a5f7824215" /><Relationship Type="http://schemas.openxmlformats.org/officeDocument/2006/relationships/slide" Target="/ppt/slides/slide54.xml" Id="R9d29c9cba3e248d2" /><Relationship Type="http://schemas.openxmlformats.org/officeDocument/2006/relationships/slide" Target="/ppt/slides/slide55.xml" Id="R29ae49410f2f451e" /><Relationship Type="http://schemas.openxmlformats.org/officeDocument/2006/relationships/slide" Target="/ppt/slides/slide56.xml" Id="Ra3f7f71e72b94ea3" /><Relationship Type="http://schemas.openxmlformats.org/officeDocument/2006/relationships/slide" Target="/ppt/slides/slide57.xml" Id="R791fa3e426d94502" /><Relationship Type="http://schemas.openxmlformats.org/officeDocument/2006/relationships/slide" Target="/ppt/slides/slide58.xml" Id="R9f13261b9ab3402c" /><Relationship Type="http://schemas.openxmlformats.org/officeDocument/2006/relationships/slide" Target="/ppt/slides/slide59.xml" Id="R5923899e52e440db" /><Relationship Type="http://schemas.openxmlformats.org/officeDocument/2006/relationships/slide" Target="/ppt/slides/slide60.xml" Id="R731c9944f8674260" /><Relationship Type="http://schemas.openxmlformats.org/officeDocument/2006/relationships/slide" Target="/ppt/slides/slide61.xml" Id="Rb18a7c61d3bd4b75" /><Relationship Type="http://schemas.openxmlformats.org/officeDocument/2006/relationships/slide" Target="/ppt/slides/slide62.xml" Id="R2ea83e38075040fa" /><Relationship Type="http://schemas.openxmlformats.org/officeDocument/2006/relationships/slide" Target="/ppt/slides/slide63.xml" Id="R4829416e57354eb2" /><Relationship Type="http://schemas.openxmlformats.org/officeDocument/2006/relationships/slide" Target="/ppt/slides/slide64.xml" Id="R812f175f1b0443f9" /><Relationship Type="http://schemas.openxmlformats.org/officeDocument/2006/relationships/slide" Target="/ppt/slides/slide65.xml" Id="R67550ec7fccf4209" /><Relationship Type="http://schemas.openxmlformats.org/officeDocument/2006/relationships/slide" Target="/ppt/slides/slide66.xml" Id="R0e44865ef92e4d54" /><Relationship Type="http://schemas.openxmlformats.org/officeDocument/2006/relationships/slide" Target="/ppt/slides/slide67.xml" Id="R2cb4873f4c564ca0" /><Relationship Type="http://schemas.openxmlformats.org/officeDocument/2006/relationships/slide" Target="/ppt/slides/slide68.xml" Id="Rb7621c87d5694b8f" /><Relationship Type="http://schemas.openxmlformats.org/officeDocument/2006/relationships/slide" Target="/ppt/slides/slide69.xml" Id="Re2abb3929b384c20" /><Relationship Type="http://schemas.openxmlformats.org/officeDocument/2006/relationships/slide" Target="/ppt/slides/slide70.xml" Id="R6ff4206fd65b4725" /><Relationship Type="http://schemas.openxmlformats.org/officeDocument/2006/relationships/slide" Target="/ppt/slides/slide71.xml" Id="Rb73d92d31ed548cf" /><Relationship Type="http://schemas.openxmlformats.org/officeDocument/2006/relationships/slide" Target="/ppt/slides/slide72.xml" Id="R8cb40e332af34d7d" /><Relationship Type="http://schemas.openxmlformats.org/officeDocument/2006/relationships/slide" Target="/ppt/slides/slide73.xml" Id="Re56516a2abb24ad9" /><Relationship Type="http://schemas.openxmlformats.org/officeDocument/2006/relationships/slide" Target="/ppt/slides/slide74.xml" Id="Ra1fce1b25a77483e" /><Relationship Type="http://schemas.openxmlformats.org/officeDocument/2006/relationships/slide" Target="/ppt/slides/slide75.xml" Id="Raa533dbe048b4af0" /><Relationship Type="http://schemas.openxmlformats.org/officeDocument/2006/relationships/slide" Target="/ppt/slides/slide76.xml" Id="Rd90447ec8e4c4a5b" /><Relationship Type="http://schemas.openxmlformats.org/officeDocument/2006/relationships/slide" Target="/ppt/slides/slide77.xml" Id="R84ecd11fdca249ec" /><Relationship Type="http://schemas.openxmlformats.org/officeDocument/2006/relationships/slide" Target="/ppt/slides/slide78.xml" Id="Raca6906e2e1f457e" /><Relationship Type="http://schemas.openxmlformats.org/officeDocument/2006/relationships/slide" Target="/ppt/slides/slide79.xml" Id="R5d318a317ee5467b" /><Relationship Type="http://schemas.openxmlformats.org/officeDocument/2006/relationships/slide" Target="/ppt/slides/slide80.xml" Id="R69b1d8bd3e484d39" /><Relationship Type="http://schemas.openxmlformats.org/officeDocument/2006/relationships/slide" Target="/ppt/slides/slide81.xml" Id="R3e5b559eb05d4f1c" /><Relationship Type="http://schemas.openxmlformats.org/officeDocument/2006/relationships/slide" Target="/ppt/slides/slide82.xml" Id="R909752d172c84ed1" /><Relationship Type="http://schemas.openxmlformats.org/officeDocument/2006/relationships/slide" Target="/ppt/slides/slide83.xml" Id="R3d3ec6bf2ad24a55" /><Relationship Type="http://schemas.openxmlformats.org/officeDocument/2006/relationships/slide" Target="/ppt/slides/slide84.xml" Id="R9cfa70006bc345e4" /><Relationship Type="http://schemas.openxmlformats.org/officeDocument/2006/relationships/slide" Target="/ppt/slides/slide85.xml" Id="R5744d943cfd54521" /><Relationship Type="http://schemas.openxmlformats.org/officeDocument/2006/relationships/slide" Target="/ppt/slides/slide86.xml" Id="R735f16ba6d674d8e" /><Relationship Type="http://schemas.openxmlformats.org/officeDocument/2006/relationships/slide" Target="/ppt/slides/slide87.xml" Id="R31321dcc99fa45fb" /><Relationship Type="http://schemas.openxmlformats.org/officeDocument/2006/relationships/slide" Target="/ppt/slides/slide88.xml" Id="R40948b375ac24326" /><Relationship Type="http://schemas.openxmlformats.org/officeDocument/2006/relationships/slide" Target="/ppt/slides/slide89.xml" Id="R9597941b5c02417c" /><Relationship Type="http://schemas.openxmlformats.org/officeDocument/2006/relationships/slide" Target="/ppt/slides/slide90.xml" Id="Ra7e7dd1769b94cb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fd6daf40202479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6db7545075948d1" /><Relationship Type="http://schemas.openxmlformats.org/officeDocument/2006/relationships/notesMaster" Target="/ppt/notesMasters/notesMaster1.xml" Id="R8473a487044b4d76" /></Relationships>
</file>

<file path=ppt/notesSlides/_rels/notesSlide2.xml.rels>&#65279;<?xml version="1.0" encoding="utf-8"?><Relationships xmlns="http://schemas.openxmlformats.org/package/2006/relationships"><Relationship Type="http://schemas.openxmlformats.org/officeDocument/2006/relationships/slide" Target="/ppt/slides/slide2.xml" Id="Rc69a254af9594c34" /><Relationship Type="http://schemas.openxmlformats.org/officeDocument/2006/relationships/notesMaster" Target="/ppt/notesMasters/notesMaster1.xml" Id="R39572940729b4017" /></Relationships>
</file>

<file path=ppt/notesSlides/_rels/notesSlide3.xml.rels>&#65279;<?xml version="1.0" encoding="utf-8"?><Relationships xmlns="http://schemas.openxmlformats.org/package/2006/relationships"><Relationship Type="http://schemas.openxmlformats.org/officeDocument/2006/relationships/slide" Target="/ppt/slides/slide3.xml" Id="R5bd65d692e9e4642" /><Relationship Type="http://schemas.openxmlformats.org/officeDocument/2006/relationships/notesMaster" Target="/ppt/notesMasters/notesMaster1.xml" Id="Ra4cbba851c8d4166" /></Relationships>
</file>

<file path=ppt/notesSlides/_rels/notesSlide4.xml.rels>&#65279;<?xml version="1.0" encoding="utf-8"?><Relationships xmlns="http://schemas.openxmlformats.org/package/2006/relationships"><Relationship Type="http://schemas.openxmlformats.org/officeDocument/2006/relationships/slide" Target="/ppt/slides/slide4.xml" Id="R24897a0bf8e94f9c" /><Relationship Type="http://schemas.openxmlformats.org/officeDocument/2006/relationships/notesMaster" Target="/ppt/notesMasters/notesMaster1.xml" Id="Raf333a2a238e49be" /></Relationships>
</file>

<file path=ppt/notesSlides/_rels/notesSlide5.xml.rels>&#65279;<?xml version="1.0" encoding="utf-8"?><Relationships xmlns="http://schemas.openxmlformats.org/package/2006/relationships"><Relationship Type="http://schemas.openxmlformats.org/officeDocument/2006/relationships/slide" Target="/ppt/slides/slide5.xml" Id="Rf04ccb57b2fb4014" /><Relationship Type="http://schemas.openxmlformats.org/officeDocument/2006/relationships/notesMaster" Target="/ppt/notesMasters/notesMaster1.xml" Id="R08c470f9ee424594" /></Relationships>
</file>

<file path=ppt/notesSlides/_rels/notesSlide6.xml.rels>&#65279;<?xml version="1.0" encoding="utf-8"?><Relationships xmlns="http://schemas.openxmlformats.org/package/2006/relationships"><Relationship Type="http://schemas.openxmlformats.org/officeDocument/2006/relationships/slide" Target="/ppt/slides/slide6.xml" Id="R3d9e7c221bb7495a" /><Relationship Type="http://schemas.openxmlformats.org/officeDocument/2006/relationships/notesMaster" Target="/ppt/notesMasters/notesMaster1.xml" Id="R5db4de2d6a5d4bca" /></Relationships>
</file>

<file path=ppt/notesSlides/_rels/notesSlide7.xml.rels>&#65279;<?xml version="1.0" encoding="utf-8"?><Relationships xmlns="http://schemas.openxmlformats.org/package/2006/relationships"><Relationship Type="http://schemas.openxmlformats.org/officeDocument/2006/relationships/slide" Target="/ppt/slides/slide7.xml" Id="R72cc982f01c04cae" /><Relationship Type="http://schemas.openxmlformats.org/officeDocument/2006/relationships/notesMaster" Target="/ppt/notesMasters/notesMaster1.xml" Id="R54073fc206ab4c8e" /></Relationships>
</file>

<file path=ppt/notesSlides/_rels/notesSlide8.xml.rels>&#65279;<?xml version="1.0" encoding="utf-8"?><Relationships xmlns="http://schemas.openxmlformats.org/package/2006/relationships"><Relationship Type="http://schemas.openxmlformats.org/officeDocument/2006/relationships/slide" Target="/ppt/slides/slide8.xml" Id="R0e17a4b3bd1341fe" /><Relationship Type="http://schemas.openxmlformats.org/officeDocument/2006/relationships/notesMaster" Target="/ppt/notesMasters/notesMaster1.xml" Id="Rbd03ff1934444f36" /></Relationships>
</file>

<file path=ppt/notesSlides/_rels/notesSlide9.xml.rels>&#65279;<?xml version="1.0" encoding="utf-8"?><Relationships xmlns="http://schemas.openxmlformats.org/package/2006/relationships"><Relationship Type="http://schemas.openxmlformats.org/officeDocument/2006/relationships/slide" Target="/ppt/slides/slide9.xml" Id="Rcce207f253a34987" /><Relationship Type="http://schemas.openxmlformats.org/officeDocument/2006/relationships/notesMaster" Target="/ppt/notesMasters/notesMaster1.xml" Id="R8c62499cb0754a7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ad8144cc9234c25" /><Relationship Type="http://schemas.openxmlformats.org/officeDocument/2006/relationships/notesMaster" Target="/ppt/notesMasters/notesMaster1.xml" Id="Rddce8cb92bcf447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55242cef9348d6" /><Relationship Type="http://schemas.openxmlformats.org/officeDocument/2006/relationships/notesMaster" Target="/ppt/notesMasters/notesMaster1.xml" Id="R610c7509a629402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50d0c241c034092" /><Relationship Type="http://schemas.openxmlformats.org/officeDocument/2006/relationships/notesMaster" Target="/ppt/notesMasters/notesMaster1.xml" Id="R8cd5655a9a894b0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812352ff8fb499e" /><Relationship Type="http://schemas.openxmlformats.org/officeDocument/2006/relationships/notesMaster" Target="/ppt/notesMasters/notesMaster1.xml" Id="R7269139a5c3a4b5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fb79b765a72416f" /><Relationship Type="http://schemas.openxmlformats.org/officeDocument/2006/relationships/notesMaster" Target="/ppt/notesMasters/notesMaster1.xml" Id="R1b4b3bd7c634436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65e9b1f287d4f47" /><Relationship Type="http://schemas.openxmlformats.org/officeDocument/2006/relationships/notesMaster" Target="/ppt/notesMasters/notesMaster1.xml" Id="R9cbf71bda9a1470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0acc03fa9ca4f20" /><Relationship Type="http://schemas.openxmlformats.org/officeDocument/2006/relationships/notesMaster" Target="/ppt/notesMasters/notesMaster1.xml" Id="R7f4727658ec34e2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fc361da61a64906" /><Relationship Type="http://schemas.openxmlformats.org/officeDocument/2006/relationships/notesMaster" Target="/ppt/notesMasters/notesMaster1.xml" Id="Rba78d4f9f95249b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ffd62783ad645f7" /><Relationship Type="http://schemas.openxmlformats.org/officeDocument/2006/relationships/notesMaster" Target="/ppt/notesMasters/notesMaster1.xml" Id="R1000f44e63cb48d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a5d8659f1354cd7" /><Relationship Type="http://schemas.openxmlformats.org/officeDocument/2006/relationships/notesMaster" Target="/ppt/notesMasters/notesMaster1.xml" Id="Rb38ef78c23234ca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854b07bd405480f" /><Relationship Type="http://schemas.openxmlformats.org/officeDocument/2006/relationships/notesMaster" Target="/ppt/notesMasters/notesMaster1.xml" Id="R2fe55dba24b6430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5d95a28a4af04aa4" /><Relationship Type="http://schemas.openxmlformats.org/officeDocument/2006/relationships/notesMaster" Target="/ppt/notesMasters/notesMaster1.xml" Id="Rdba519099154463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59e8a58dd354155" /><Relationship Type="http://schemas.openxmlformats.org/officeDocument/2006/relationships/notesMaster" Target="/ppt/notesMasters/notesMaster1.xml" Id="R861c8e7d4ca942f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8dfe9fd51254295" /><Relationship Type="http://schemas.openxmlformats.org/officeDocument/2006/relationships/notesMaster" Target="/ppt/notesMasters/notesMaster1.xml" Id="R064a40cfd2bc4c37"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7b69e2b38f149c1" /><Relationship Type="http://schemas.openxmlformats.org/officeDocument/2006/relationships/notesMaster" Target="/ppt/notesMasters/notesMaster1.xml" Id="Rcafe07308395494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02fe8a27d29444c" /><Relationship Type="http://schemas.openxmlformats.org/officeDocument/2006/relationships/notesMaster" Target="/ppt/notesMasters/notesMaster1.xml" Id="Rac1d6f40bfdf42d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6030193431b94e8a" /><Relationship Type="http://schemas.openxmlformats.org/officeDocument/2006/relationships/notesMaster" Target="/ppt/notesMasters/notesMaster1.xml" Id="R3c68bf77850c499e"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04391bf975ff4b99" /><Relationship Type="http://schemas.openxmlformats.org/officeDocument/2006/relationships/notesMaster" Target="/ppt/notesMasters/notesMaster1.xml" Id="R0d76ace34b5343bc"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99176cdce9d54ab4" /><Relationship Type="http://schemas.openxmlformats.org/officeDocument/2006/relationships/notesMaster" Target="/ppt/notesMasters/notesMaster1.xml" Id="Rf3bb8423847a467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be85ebd6ea44cd9" /><Relationship Type="http://schemas.openxmlformats.org/officeDocument/2006/relationships/notesMaster" Target="/ppt/notesMasters/notesMaster1.xml" Id="Rc5552eab395e4383"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8ec55e63c664b92" /><Relationship Type="http://schemas.openxmlformats.org/officeDocument/2006/relationships/notesMaster" Target="/ppt/notesMasters/notesMaster1.xml" Id="R5ec2372ad6054c6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4b5c504781934531" /><Relationship Type="http://schemas.openxmlformats.org/officeDocument/2006/relationships/notesMaster" Target="/ppt/notesMasters/notesMaster1.xml" Id="R19c01641f2f54b0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b206310df0642b3" /><Relationship Type="http://schemas.openxmlformats.org/officeDocument/2006/relationships/notesMaster" Target="/ppt/notesMasters/notesMaster1.xml" Id="R61664609bab54c46"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12180fa53324714" /><Relationship Type="http://schemas.openxmlformats.org/officeDocument/2006/relationships/notesMaster" Target="/ppt/notesMasters/notesMaster1.xml" Id="R51c011dce7f9497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247c2f664d2e4960" /><Relationship Type="http://schemas.openxmlformats.org/officeDocument/2006/relationships/notesMaster" Target="/ppt/notesMasters/notesMaster1.xml" Id="R97ccabb876d84bc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4b8b86db53174bb9" /><Relationship Type="http://schemas.openxmlformats.org/officeDocument/2006/relationships/notesMaster" Target="/ppt/notesMasters/notesMaster1.xml" Id="R0a9924bfb3ad41e4"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6f088e61cdee41ba" /><Relationship Type="http://schemas.openxmlformats.org/officeDocument/2006/relationships/notesMaster" Target="/ppt/notesMasters/notesMaster1.xml" Id="R1960a8694a8e49b5"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9b386c94fc044c8" /><Relationship Type="http://schemas.openxmlformats.org/officeDocument/2006/relationships/notesMaster" Target="/ppt/notesMasters/notesMaster1.xml" Id="R3a28111812dc4f16"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835bba7255b412a" /><Relationship Type="http://schemas.openxmlformats.org/officeDocument/2006/relationships/notesMaster" Target="/ppt/notesMasters/notesMaster1.xml" Id="Rd67206cff3394331"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14946f95017f4220" /><Relationship Type="http://schemas.openxmlformats.org/officeDocument/2006/relationships/notesMaster" Target="/ppt/notesMasters/notesMaster1.xml" Id="R06bd1ffa0404483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822495aaedf84064" /><Relationship Type="http://schemas.openxmlformats.org/officeDocument/2006/relationships/notesMaster" Target="/ppt/notesMasters/notesMaster1.xml" Id="R2205413bd12646c3"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09dec697e904a2f" /><Relationship Type="http://schemas.openxmlformats.org/officeDocument/2006/relationships/notesMaster" Target="/ppt/notesMasters/notesMaster1.xml" Id="R81ab1ae9e59347e8"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bc9031bf255142ef" /><Relationship Type="http://schemas.openxmlformats.org/officeDocument/2006/relationships/notesMaster" Target="/ppt/notesMasters/notesMaster1.xml" Id="R6e098822715a4c5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9961af33011c401e" /><Relationship Type="http://schemas.openxmlformats.org/officeDocument/2006/relationships/notesMaster" Target="/ppt/notesMasters/notesMaster1.xml" Id="R17e3d45a8928433d"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fcfd6b452bb34767" /><Relationship Type="http://schemas.openxmlformats.org/officeDocument/2006/relationships/notesMaster" Target="/ppt/notesMasters/notesMaster1.xml" Id="Re05aab3f781b414c"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b72e5bf0f6b04e3b" /><Relationship Type="http://schemas.openxmlformats.org/officeDocument/2006/relationships/notesMaster" Target="/ppt/notesMasters/notesMaster1.xml" Id="R8e27349c2b924bf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ddb00611ca394af0" /><Relationship Type="http://schemas.openxmlformats.org/officeDocument/2006/relationships/notesMaster" Target="/ppt/notesMasters/notesMaster1.xml" Id="R5c8acfc47aa64b17"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c6beaf01df3b4340" /><Relationship Type="http://schemas.openxmlformats.org/officeDocument/2006/relationships/notesMaster" Target="/ppt/notesMasters/notesMaster1.xml" Id="Rd68219114fed47f3"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9b431131a2a8491c" /><Relationship Type="http://schemas.openxmlformats.org/officeDocument/2006/relationships/notesMaster" Target="/ppt/notesMasters/notesMaster1.xml" Id="R56e4819f26974d60"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8bede470f90a4e40" /><Relationship Type="http://schemas.openxmlformats.org/officeDocument/2006/relationships/notesMaster" Target="/ppt/notesMasters/notesMaster1.xml" Id="R867ccc3fcfda490f"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3f4c0e45ad674305" /><Relationship Type="http://schemas.openxmlformats.org/officeDocument/2006/relationships/notesMaster" Target="/ppt/notesMasters/notesMaster1.xml" Id="R534c9573124d46e6"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216dfd1452464552" /><Relationship Type="http://schemas.openxmlformats.org/officeDocument/2006/relationships/notesMaster" Target="/ppt/notesMasters/notesMaster1.xml" Id="Rce610229e592401d"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9dc4191df32f4569" /><Relationship Type="http://schemas.openxmlformats.org/officeDocument/2006/relationships/notesMaster" Target="/ppt/notesMasters/notesMaster1.xml" Id="Rb6f07b2265c94bb1"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299b8bc1cc0943a4" /><Relationship Type="http://schemas.openxmlformats.org/officeDocument/2006/relationships/notesMaster" Target="/ppt/notesMasters/notesMaster1.xml" Id="Ra4a73f50f35e4a08"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7bb2d66b49ab4eda" /><Relationship Type="http://schemas.openxmlformats.org/officeDocument/2006/relationships/notesMaster" Target="/ppt/notesMasters/notesMaster1.xml" Id="R122213aed17146b2"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bce2ade9393d47bf" /><Relationship Type="http://schemas.openxmlformats.org/officeDocument/2006/relationships/notesMaster" Target="/ppt/notesMasters/notesMaster1.xml" Id="R8802048121ea4da7"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0d771e192b7d49c3" /><Relationship Type="http://schemas.openxmlformats.org/officeDocument/2006/relationships/notesMaster" Target="/ppt/notesMasters/notesMaster1.xml" Id="Rec42037ade9540fc"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96785d040a874e5f" /><Relationship Type="http://schemas.openxmlformats.org/officeDocument/2006/relationships/notesMaster" Target="/ppt/notesMasters/notesMaster1.xml" Id="Rb30bd6dffc5d4ba0"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2cf88e2febff4c07" /><Relationship Type="http://schemas.openxmlformats.org/officeDocument/2006/relationships/notesMaster" Target="/ppt/notesMasters/notesMaster1.xml" Id="R4e290bd919364a36"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2aa7d3e7da354950" /><Relationship Type="http://schemas.openxmlformats.org/officeDocument/2006/relationships/notesMaster" Target="/ppt/notesMasters/notesMaster1.xml" Id="R0f0fab7124814af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3643d6dc02d24393" /><Relationship Type="http://schemas.openxmlformats.org/officeDocument/2006/relationships/notesMaster" Target="/ppt/notesMasters/notesMaster1.xml" Id="R0460fe8b4ce04490"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bf2905d5dc224af8" /><Relationship Type="http://schemas.openxmlformats.org/officeDocument/2006/relationships/notesMaster" Target="/ppt/notesMasters/notesMaster1.xml" Id="Rf449a054fb414593"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60db0c75dd424bf7" /><Relationship Type="http://schemas.openxmlformats.org/officeDocument/2006/relationships/notesMaster" Target="/ppt/notesMasters/notesMaster1.xml" Id="R007588f342e64402"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ec4c7769abd24da3" /><Relationship Type="http://schemas.openxmlformats.org/officeDocument/2006/relationships/notesMaster" Target="/ppt/notesMasters/notesMaster1.xml" Id="R9e60d11b4f0b45a2"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f8ad7d1f346f4235" /><Relationship Type="http://schemas.openxmlformats.org/officeDocument/2006/relationships/notesMaster" Target="/ppt/notesMasters/notesMaster1.xml" Id="R49b757cd3ad944f5"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4a75341e3f6440d0" /><Relationship Type="http://schemas.openxmlformats.org/officeDocument/2006/relationships/notesMaster" Target="/ppt/notesMasters/notesMaster1.xml" Id="R2d0b4a64869740e6"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7c8e888d875f47f2" /><Relationship Type="http://schemas.openxmlformats.org/officeDocument/2006/relationships/notesMaster" Target="/ppt/notesMasters/notesMaster1.xml" Id="Rb7f5b65e174d47cf"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4118fc310db64530" /><Relationship Type="http://schemas.openxmlformats.org/officeDocument/2006/relationships/notesMaster" Target="/ppt/notesMasters/notesMaster1.xml" Id="R8e1607a7b2184bb6"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28e4378c99754d85" /><Relationship Type="http://schemas.openxmlformats.org/officeDocument/2006/relationships/notesMaster" Target="/ppt/notesMasters/notesMaster1.xml" Id="R85d644529d6042d1"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fd7e304638b14b36" /><Relationship Type="http://schemas.openxmlformats.org/officeDocument/2006/relationships/notesMaster" Target="/ppt/notesMasters/notesMaster1.xml" Id="R8ecfd63b96834157"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d73501a9faf84a2d" /><Relationship Type="http://schemas.openxmlformats.org/officeDocument/2006/relationships/notesMaster" Target="/ppt/notesMasters/notesMaster1.xml" Id="Re0e5ca4671fe419b"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352f5f5c7ae44e4c" /><Relationship Type="http://schemas.openxmlformats.org/officeDocument/2006/relationships/notesMaster" Target="/ppt/notesMasters/notesMaster1.xml" Id="R9d4068bac83244db"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781e32ac688348c7" /><Relationship Type="http://schemas.openxmlformats.org/officeDocument/2006/relationships/notesMaster" Target="/ppt/notesMasters/notesMaster1.xml" Id="Rb6f0fe2c66634f8a"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d1b768e44d9541a3" /><Relationship Type="http://schemas.openxmlformats.org/officeDocument/2006/relationships/notesMaster" Target="/ppt/notesMasters/notesMaster1.xml" Id="R938c24a3d04c46c1"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26a304ea88ea4892" /><Relationship Type="http://schemas.openxmlformats.org/officeDocument/2006/relationships/notesMaster" Target="/ppt/notesMasters/notesMaster1.xml" Id="R6ac06e7ec8b34c00"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2757012534d943f2" /><Relationship Type="http://schemas.openxmlformats.org/officeDocument/2006/relationships/notesMaster" Target="/ppt/notesMasters/notesMaster1.xml" Id="Radf5f19d63f94086"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1ea8131a1dfe4e4c" /><Relationship Type="http://schemas.openxmlformats.org/officeDocument/2006/relationships/notesMaster" Target="/ppt/notesMasters/notesMaster1.xml" Id="R8c1a9c8144c4432e"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9fcc6cbedc834174" /><Relationship Type="http://schemas.openxmlformats.org/officeDocument/2006/relationships/notesMaster" Target="/ppt/notesMasters/notesMaster1.xml" Id="R8b4d918bd63c4ead"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7ddaaf7293804910" /><Relationship Type="http://schemas.openxmlformats.org/officeDocument/2006/relationships/notesMaster" Target="/ppt/notesMasters/notesMaster1.xml" Id="R19a64ee9ede947de"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d057c4dad67f4f64" /><Relationship Type="http://schemas.openxmlformats.org/officeDocument/2006/relationships/notesMaster" Target="/ppt/notesMasters/notesMaster1.xml" Id="R506a5cefdaad4b40"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2669101720a9435d" /><Relationship Type="http://schemas.openxmlformats.org/officeDocument/2006/relationships/notesMaster" Target="/ppt/notesMasters/notesMaster1.xml" Id="R1824171a4ee6457a"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bcaa5bd6d34f4f78" /><Relationship Type="http://schemas.openxmlformats.org/officeDocument/2006/relationships/notesMaster" Target="/ppt/notesMasters/notesMaster1.xml" Id="R455d45220f474e50"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9b7ce42b48034198" /><Relationship Type="http://schemas.openxmlformats.org/officeDocument/2006/relationships/notesMaster" Target="/ppt/notesMasters/notesMaster1.xml" Id="Rae7ff643f8534554"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45a5578edcc74dab" /><Relationship Type="http://schemas.openxmlformats.org/officeDocument/2006/relationships/notesMaster" Target="/ppt/notesMasters/notesMaster1.xml" Id="R84586aece6744cad"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4bea02dd7aa342a9" /><Relationship Type="http://schemas.openxmlformats.org/officeDocument/2006/relationships/notesMaster" Target="/ppt/notesMasters/notesMaster1.xml" Id="R21a8928669e44c0a"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700fddb9f04b44b0" /><Relationship Type="http://schemas.openxmlformats.org/officeDocument/2006/relationships/notesMaster" Target="/ppt/notesMasters/notesMaster1.xml" Id="R2bb68b7f72b44a97"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eadd51f0ebf846bc" /><Relationship Type="http://schemas.openxmlformats.org/officeDocument/2006/relationships/notesMaster" Target="/ppt/notesMasters/notesMaster1.xml" Id="Rf12bc0d8ed4d43da"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fd2854cf208f4d19" /><Relationship Type="http://schemas.openxmlformats.org/officeDocument/2006/relationships/notesMaster" Target="/ppt/notesMasters/notesMaster1.xml" Id="Rda12d06113754465"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e9e25d1e05794fdb" /><Relationship Type="http://schemas.openxmlformats.org/officeDocument/2006/relationships/notesMaster" Target="/ppt/notesMasters/notesMaster1.xml" Id="R0a97cd7116764289"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198b5c3947194ab4" /><Relationship Type="http://schemas.openxmlformats.org/officeDocument/2006/relationships/notesMaster" Target="/ppt/notesMasters/notesMaster1.xml" Id="Rc8094ad71b3f469d"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848e4feca7f846ca" /><Relationship Type="http://schemas.openxmlformats.org/officeDocument/2006/relationships/notesMaster" Target="/ppt/notesMasters/notesMaster1.xml" Id="R243b6768498244d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(0:00–0:20):** 왼쪽 Repository → 개발자 선택·복사 → AI 관계로 S02를 짧게 회수한다.</a:t>
            </a:r>
          </a:p>
          <a:p xmlns:a="http://schemas.openxmlformats.org/drawingml/2006/main">
            <a:r>
              <a:t>2. **TRANSFER (0:20–1:00):** 오른쪽 개발자 조사 요청 → Agent ↔ Repository로 시선을 옮긴다. 바뀌는 것은 Context를 찾는 주체의 일부이며 목표와 검증 책임을 전부 넘긴다는 뜻이 아니다. C++ 연결은 필요할 때 한 문장만 사용한다.</a:t>
            </a:r>
          </a:p>
          <a:p xmlns:a="http://schemas.openxmlformats.org/drawingml/2006/main">
            <a:r>
              <a:t>3. **ACCESS BOUNDARY (1:00–1:45):**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**ENTRY QUESTION (1:45–2:00):** “그렇다면 Repository 작업은 어디서 시작할까요?”라고 물으며 새 S08의 Codex 진입 경로로 이동한다. 접근 권한과 Task 의도의 구분은 S09에서 회수한다.</a:t>
            </a:r>
          </a:p>
          <a:p xmlns:a="http://schemas.openxmlformats.org/drawingml/2006/main">
            <a:r>
              <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작업은 어디서 시작할까요?”라고 물으며 S08의 ChatGPT → Codex 진입 경로로 간다.</a:t>
            </a:r>
          </a:p>
          <a:p xmlns:a="http://schemas.openxmlformats.org/drawingml/2006/main">
            <a:r>
              <a:t/>
            </a:r>
          </a:p>
          <a:p xmlns:a="http://schemas.openxmlformats.org/drawingml/2006/main">
            <a:r>
              <a:t/>
            </a:r>
          </a:p>
          <a:p xmlns:a="http://schemas.openxmlformats.org/drawingml/2006/main">
            <a:r>
              <a:t>Time Management: Lecture 2분. S02 회수 20초, 좌·우 관계 40초, 승인된 도구·계정·자료·접근 범위 확인 45초, S08 연결 15초다. 접근 경계 45초는 줄이지 않고 관계 재설명·선택적 C++ 해설을 압축한다. 기존 S07의 Lecture 3분 중 1분을 신규 S08에 배정하며 ACT 0 40분과 전체 Mode를 유지한다. 실제 시간 적합성은 리허설 전까지 UNVERIFIED다.</a:t>
            </a:r>
          </a:p>
          <a:p xmlns:a="http://schemas.openxmlformats.org/drawingml/2006/main">
            <a:r>
              <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ALIGNED — DEC-0036의 시간·전환 지침이다. 과거 80장판의 삽화·당시 S72(현재 S73) 잘림 검토는 production/evaluation/FULL_DECK_IMAGE_INTEGRATION.md에 보존한다. 새 제작본의 PPT/Notes/PNG 대조는 production/evaluation/CODEX_ENTRY_INSERTION.md에서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작업은 Codex에서 시작한다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S09로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S09에 간다.</a:t>
            </a:r>
          </a:p>
          <a:p xmlns:a="http://schemas.openxmlformats.org/drawingml/2006/main">
            <a:r>
              <a:t/>
            </a:r>
          </a:p>
          <a:p xmlns:a="http://schemas.openxmlformats.org/drawingml/2006/main">
            <a:r>
              <a:t>Time Management: Lecture 1분. 메뉴 위치 15초, Codex 선택 15초, 허용 폴더 15초, 조사 요청·S09 연결 15초다. S07에서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production/preview/act0/S08.png 또는 production/preview/full/S08.png의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S09로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 접근과 Task 의도는 별개다</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S08은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S10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S10의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정리·S10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S10으로 간다. Agent의 제안 가능성을 부정하지 않는다. 정적 경로는 production/preview/act0/S09.png 및 production/preview/full/S09.png이며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Repository를 보면 내가 원하는 것까지 알까?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S09에서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S11의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S10 또는 production/preview/act0/S10.png의 동일 도식을 사용한다. 질문이 없으면 판정의 ?와 두 질문을 남긴 채 기존 Transition으로 S11에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Task에는 무엇이 아직 정해지지 않았을까?</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S10의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S12로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S11 또는 `production/preview/act1/S11.png`를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요청만으로는 의도가 보이지 않는다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S13의 교육용 구체화 예시로 이동한다.</a:t>
            </a:r>
          </a:p>
          <a:p xmlns:a="http://schemas.openxmlformats.org/drawingml/2006/main">
            <a:r>
              <a:t/>
            </a:r>
          </a:p>
          <a:p xmlns:a="http://schemas.openxmlformats.org/drawingml/2006/main">
            <a:r>
              <a:t>Time Management: 원래 Case 4분을 S12 Case 2분 + 새 S13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S12 또는 `production/preview/act1/S12.png`를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원하는 작업 경로를 Prompt에 담는다</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S14로 연결한다.</a:t>
            </a:r>
          </a:p>
          <a:p xmlns:a="http://schemas.openxmlformats.org/drawingml/2006/main">
            <a:r>
              <a:t/>
            </a:r>
          </a:p>
          <a:p xmlns:a="http://schemas.openxmlformats.org/drawingml/2006/main">
            <a:r>
              <a:t>Time Management: Case 2분. 다섯 줄 요청 45초, 목표 경로와 검증 경계 45초, 다음 질문 연결 30초. S12와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S13 또는 `production/preview/act1/S13.png`를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개발자가 정해야 하는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S15로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Task Specification의 다섯 책임</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S14의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S16의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더 긴 Prompt보다 분명한 경계</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S17의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요청한 과정은 기록에도 남았을까?</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S16은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S18, 05 확인·보고 결과는 S19로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S16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S18, 05 실제 검증 결과는 S19에서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S18로 이동한다. 05 확인·보고 결과는 S19에서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강의·S18 코드 diff·S19 결과 수치 설명을 추가하지 않는다. 실측 리허설은 UNVERIFIED다.</a:t>
            </a:r>
          </a:p>
          <a:p xmlns:a="http://schemas.openxmlformats.org/drawingml/2006/main">
            <a:r>
              <a:t/>
            </a:r>
          </a:p>
          <a:p xmlns:a="http://schemas.openxmlformats.org/drawingml/2006/main">
            <a:r>
              <a:t>Fallback: production/ACT_1.pptx S17 또는 production/preview/act1/S17.png의 정적 대응 표를 사용한다. 원시 CLI 이벤트 파일이 없어도 확인된 관찰 요약이라는 한계를 밝히고 진행한다. 상세한 변경·검증은 기존 S18/S19로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대응·S18/S19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조사에서 한 줄 변경까지</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S17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S17의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S17의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S18에서 S17의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S19로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변경 결과와 확인 증거</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S16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S20으로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S20으로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Generated ≠ Done</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S19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S21의 승인된 ON-SCREEN SUPPORTING vector·GoogleTest 도식으로 완료 조건과 검사 범위를 연결한다. 주요 C++ 패턴 전이는 S63에서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S21의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S19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S20 또는 `production/preview/act1/S20.png`를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Check마다 확인하는 범위</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S20의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S63에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S22로 이동한다. 기존 반복 Context 질문은 새8장 뒤의 S30–S31에서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지시와 참고 자료의 구분</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S22 또는 production/preview/act1/S22.png.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입력과 기대 결과의 작은 예시</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S23 또는 production/preview/act1/S23.png.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바로 검토할 수 있는 결과 형식</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S24 또는 production/preview/act1/S24.png.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근거가 있는 설명과 미확인의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결과를 바꾸는 결정에서 확인 질문</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큰 작업을 검토할 결과물로 나누기</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기준을 지정한 코드 리뷰 요청</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구체적인 근거로 수정 방향 피드백</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S22–S23의 반복 Context 질문으로 연결한다. 현재 기존 두 장은 S30–S31이다.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이번 Task인가, 계속 유지할 Project 정보인가?</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S21에서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S31에서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S31으로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S30 또는 `production/preview/act1/S30.png`를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반복하는 설명을 두 범주로 나누기</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S32의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S32의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S31 또는 `production/preview/act1/S31.png`를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다른 Task에 같은 설명이 반복된다</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작은 Project Context의 첫 기록</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S33 및 `production/preview/act2/S33.png`에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S34 handoff. 명령어 옵션별 설명은 생략한다.</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AGENTS.md의 지침대로 검증했다</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S35로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S35 연결. Demo4분·기존 Mode는 유지하며 실측 리허설은 UNVERIFIED다.</a:t>
            </a:r>
          </a:p>
          <a:p xmlns:a="http://schemas.openxmlformats.org/drawingml/2006/main">
            <a:r>
              <a:t/>
            </a:r>
          </a:p>
          <a:p xmlns:a="http://schemas.openxmlformats.org/drawingml/2006/main">
            <a:r>
              <a:t>Fallback: production/ACT_2.pptx S34 또는 production/preview/act2/S34.png를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 Prompt와 Project Context</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S34의 실제 기록을 회수하고, 이번 목표와 여러 작업에서 다시 사용할 정보의 범위·수명을 구분한다.</a:t>
            </a:r>
          </a:p>
          <a:p xmlns:a="http://schemas.openxmlformats.org/drawingml/2006/main">
            <a:r>
              <a:t>2. (1:00–2:30) 왼쪽 테두리와 화살표를 따라 프롬프트창을 가리킨다. crop 수정과 이번 README-only는 서로 다른 작업별 요청 예다. 두 문장을 합친 실제 Prompt나 추가 Trial로 설명하지 않는다.</a:t>
            </a:r>
          </a:p>
          <a:p xmlns:a="http://schemas.openxmlformats.org/drawingml/2006/main">
            <a:r>
              <a:t>3. (2:30–4:00) 오른쪽 테두리와 화살표를 따라 AGENTS.md 문서를 가리킨다. 테스트 명령과 근거 기반 의존성 정책은 여러 작업에서 다시 참고할 프로젝트 정보다. AGENTS.md는 저장 방식의 예시이며 모든 Context를 이 파일 하나에 넣으라는 뜻은 아니다.</a:t>
            </a:r>
          </a:p>
          <a:p xmlns:a="http://schemas.openxmlformats.org/drawingml/2006/main">
            <a:r>
              <a:t>4. (4:00–5:00) 하단의 ‘다음 작업에서는 목표가 달라짐’과 ‘여러 작업에서 다시 참고’를 비교한다. C++의 공통 제약과 이번 알고리즘 변경 조건도 범위가 다를 수 있다는 짧은 예만 들고 S36의 정보 증가 질문으로 넘긴다.</a:t>
            </a:r>
          </a:p>
          <a:p xmlns:a="http://schemas.openxmlformats.org/drawingml/2006/main">
            <a:r>
              <a:t/>
            </a:r>
          </a:p>
          <a:p xmlns:a="http://schemas.openxmlformats.org/drawingml/2006/main">
            <a:r>
              <a:t>화면 진행: 두 열에서 각각 예시 테두리 → 화살표 → 저장·전달 위치를 짚고 하단의 수명 차이를 회수한다. 창과 문서는 교육용 생성 이미지이고 내용·화살표·파일명은 native 편집 요소다. 실제 제품 UI나 실행 캡처가 아니다.</a:t>
            </a:r>
          </a:p>
          <a:p xmlns:a="http://schemas.openxmlformats.org/drawingml/2006/main">
            <a:r>
              <a:t/>
            </a:r>
          </a:p>
          <a:p xmlns:a="http://schemas.openxmlformats.org/drawingml/2006/main">
            <a:r>
              <a:t>Evidence / Source: BEAT-009–010, TRANS-003, CLM-0003, CLM-0005, DEC-0047. TEACHING_MODEL / CONCEPTUAL; examples summarize S32–S34. Generated visual provenance and prompts: assets/slide-illustrations/task-context/README.md. No new Trial or product capture.</a:t>
            </a:r>
          </a:p>
          <a:p xmlns:a="http://schemas.openxmlformats.org/drawingml/2006/main">
            <a:r>
              <a:t/>
            </a:r>
          </a:p>
          <a:p xmlns:a="http://schemas.openxmlformats.org/drawingml/2006/main">
            <a:r>
              <a:t>Claim Boundary: This is a teaching model for scope, lifetime and information placement, not a formal OpenAI taxonomy, an exclusive Context storage rule, observed UI or proof that one layer is always better. The prompt-window and Markdown images are generated teaching illustrations. Preserve the source Trial and its limits.</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S35 또는 production/preview/act2/S35.png를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ALIGNED — DEC-0047의 예시 테두리·대상 이미지·화살표와 두 열의 수명 비교를 반영했다. 로컬 최종 렌더와 Notes parity는 production/evaluation/S35_CONTEXT_PLACEMENT_REVISION.md를 따른다.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정확한 정보도 계속 늘어난다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프로젝트가 진행되며 AGENTS.md에 필요한 정보가 더해졌다. 정보가 늘어난 사실 자체를 실패로 판단하지 않고 이번 Task에서 모두 필요한지 묻는다.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S37의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S36 또는 production/preview/act2/S36.png를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ALIGNED — DEC-0048의 청중용 시점 이름과 AGENTS.md 정보 축적 도식을 반영했다. 최종 렌더·Notes parity는 production/evaluation/S36_CONTEXT_GROWTH_REVISION.md를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정확하지만 이번 작업에는 불필요한 정보</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AGENTS.md 안에도 이번 README 작업에 관련된 공통 지침과 불필요했던 이미지 상세가 함께 있었다.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S36의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S38에서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S37 또는 production/preview/act2/S37.png를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DEC-0050에 따라 우측 두 영역을 AGENTS.md 내부 지침·정보 기준으로 수정하고 왼쪽 실제 요청을 보존했다. 최종 렌더·Notes parity는 production/evaluation/S37_AGENTS_CONTEXT_REVISION.md를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정보의 범위와 제공 시점</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S37에서는 AGENTS.md의 정확한 내용 중 이번 README 작업에 필요한 지침과 불필요한 상세가 함께 있었다고 회수한다. 지금은 실제 Trial의 추가 결과가 아니라 정보의 범위·제공 시점과 수행 방법을 생각하는 교육용 도식임을 밝힌다.</a:t>
            </a:r>
          </a:p>
          <a:p xmlns:a="http://schemas.openxmlformats.org/drawingml/2006/main">
            <a:r>
              <a:t>2. (0:30–1:30) 왼쪽 README 수정/crop 수정/성능 조사에서 연결선을 따라 공통 안내로 내려간다. 프로젝트 목적·기본 제약·범위 준수·관련 검증처럼 여러 작업에서 참고할 기본 안내다. 실제 AGENTS.md 전체가 모든 작업에 필요하다는 뜻은 아니다.</a:t>
            </a:r>
          </a:p>
          <a:p xmlns:a="http://schemas.openxmlformats.org/drawingml/2006/main">
            <a:r>
              <a:t>3. (1:30–2:30) 가운데 README 수정은 빌드 안내, crop 수정은 이미지 명세로 향하는 화살표를 비교한다. 질문이 바뀌면 필요한 상세도 바뀐다는 배치 예이며 실제 자동 선택·검색 성공을 관찰한 결과가 아니다. 파일 위치나 제품 Routing 조작을 새로 가르치지 않는다.</a:t>
            </a:r>
          </a:p>
          <a:p xmlns:a="http://schemas.openxmlformats.org/drawingml/2006/main">
            <a:r>
              <a:t>4. (2:30–3:30) 오른쪽 두 성능 조사 예가 같은 변경 전 측정→조사→검증 절차를 함께 쓰는 모습을 가리킨다. 사실의 내용과 일을 수행하는 방법은 책임이 다르다. 성능 조사 A/B는 교육용 작업 예이며 실제 TRIAL-006/007의 화면이나 당시 저장된 Skill이 아니다. Skill·Harness 기능 설명과 실제 재사용 결과는 후속 ACT에 남긴다.</a:t>
            </a:r>
          </a:p>
          <a:p xmlns:a="http://schemas.openxmlformats.org/drawingml/2006/main">
            <a:r>
              <a:t>5. (3:30–4:00) 앞의 두 도식은 정보의 범위·제공 시점, 마지막은 수행 절차의 책임이며 서로 배타적인 제품 분류가 아니라고 정리한다. 재사용 절차도 작업에 따라 찾아 쓸 수 있다. ‘필요한 때 찾는 대신 모두 넣어두면 충분할까?’를 질문하고 S39의 제한된 Long Context 연구 근거로 넘긴다.</a:t>
            </a:r>
          </a:p>
          <a:p xmlns:a="http://schemas.openxmlformats.org/drawingml/2006/main">
            <a:r>
              <a:t/>
            </a:r>
          </a:p>
          <a:p xmlns:a="http://schemas.openxmlformats.org/drawingml/2006/main">
            <a:r>
              <a:t>화면 진행: 공통 안내를 함께 쓰는 관계 → 요청별로 다른 상세를 찾는 관계 → 동종 작업이 하나의 절차를 재사용하는 관계. 세 열 사이에 발전 단계나 순서를 뜻하는 화살표는 없다. 전체가 native 편집 도식이며 실제 제품 UI·실행 캡처가 아니다.</a:t>
            </a:r>
          </a:p>
          <a:p xmlns:a="http://schemas.openxmlformats.org/drawingml/2006/main">
            <a:r>
              <a:t/>
            </a:r>
          </a:p>
          <a:p xmlns:a="http://schemas.openxmlformats.org/drawingml/2006/main">
            <a:r>
              <a:t>Evidence / Source: BEAT-012, BEAT-014, STATE-02, CLM-0014, CLM-0015, CLM-0003, CLM-0005, DEC-0051. TEACHING_MODEL / CONCEPTUAL. S37/TRIAL-004의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Always-on / On-demand / Workflow is a course model, not an official OpenAI classification or a mutually exclusive product taxonomy. The first two views describe information scope/timing; the third describes a reusable work method, which can also be consulted on demand. The arrows do not prove perfect automatic routing. The performance procedure was not stored or executed in STATE-02.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S37 회수30초, 공통 안내1분, 요청별 상세1분, 재사용 절차1분, 경계·S39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ALIGNED — DEC-0051의 기본 안내/상세 정보/재사용 절차 도식과 S37→S38→S39 연결을 반영했다. 최종 렌더·Notes parity는 production/evaluation/S38_CONTEXT_MODEL_REVISION.md를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Long Context 연구가 말해주는 범위</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두 연구가 확인한 과제·조건과 관찰을 먼저 읽는다. 특정 과제의 연구 관찰은 필요한 근거를 실제로 활용했는지 확인할 질문을 주지만, 현재 Codex의 보편 한계나 이 Demo의 Routing 효과를 입증하지 않는다.</a:t>
            </a:r>
          </a:p>
          <a:p xmlns:a="http://schemas.openxmlformats.org/drawingml/2006/main">
            <a:r>
              <a:t/>
            </a:r>
          </a:p>
          <a:p xmlns:a="http://schemas.openxmlformats.org/drawingml/2006/main">
            <a:r>
              <a:t>Opening Question: “앞에서 정보의 범위와 제공 시점을 나눴습니다. 대신 많은 정보를 한 번에 넣으면 필요한 근거도 잘 찾아 쓸까요?”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S38의 기본 안내/필요한 상세/반복 절차를 회수한 뒤 ‘양만 늘리면 충분한가?’로 질문을 좁힌다. 두 도식은 논문 과제의 재구성이며 실제 제품 실행 화면이 아님을 밝힌다.</a:t>
            </a:r>
          </a:p>
          <a:p xmlns:a="http://schemas.openxmlformats.org/drawingml/2006/main">
            <a:r>
              <a:t>2. (0:30–1:45) 왼쪽 Lost in the Middle을 짚는다. 여러 문서의 질문 답변과 합성 key-value 검색에서 정답 근거의 위치를 바꾸어 비교했다. 앞/중간/뒤의 블록은 위치만 나타내며 실제 문서 수나 점수 그래프가 아니다. 일부 당시 모델·과제에서 중간 근거의 정답률이 낮아졌다고 설명한다. 모든 모델·과제가 같은 현상을 보인 것은 아니다.</a:t>
            </a:r>
          </a:p>
          <a:p xmlns:a="http://schemas.openxmlformats.org/drawingml/2006/main">
            <a:r>
              <a:t>3. (1:45–3:00) 오른쪽 RepoQA는 기능 설명과 코드 입력을 보고 설명에 맞는 함수 코드를 반환한 뒤 정답 함수와 유사도를 비교하는 과제다. 50개 저장소/5개 언어/500개 과제가 포함됐고 주 실험의 코드 입력은 CodeLlama tokenizer 기준16K토큰이다. 전체 Prompt 길이나 현재 Codex 한도라는 뜻이 아니다. 모델·언어별 함수 찾기 성능 차이를 관찰했으며 저장소 수정·도구 검색·테스트 실행을 평가한 것은 아니다.</a:t>
            </a:r>
          </a:p>
          <a:p xmlns:a="http://schemas.openxmlformats.org/drawingml/2006/main">
            <a:r>
              <a:t>4. (3:00–4:00) 하단의 ‘업무에 적용할 질문’과 ‘이 연구만으론 미입증’을 따로 가리킨다. 필요한 근거를 실제로 찾아 활용했는지 작업별로 확인하자는 것은 교육적 적용 질문이다. 현재 Codex 실패율·보편 한계·Routing 성능 개선은 이 연구로 확인하지 않았다. S40의 필요한 상세 정보에 도달하는 설계 질문으로 돌아간다.</a:t>
            </a:r>
          </a:p>
          <a:p xmlns:a="http://schemas.openxmlformats.org/drawingml/2006/main">
            <a:r>
              <a:t/>
            </a:r>
          </a:p>
          <a:p xmlns:a="http://schemas.openxmlformats.org/drawingml/2006/main">
            <a:r>
              <a:t>Evidence / Source: RESEARCH. CLM-0014/CLM-0015, SRC-0201/SRC-0204, DEC-0052. Liu et al., “Lost in the Middle: How Language Models Use Long Contexts,” TACL 2024,12:157–173, https://aclanthology.org/2024.tacl-1.9/ . RepoQA: Evaluating Long Context Code Understanding,2024, arXiv:2406.06025, https://arxiv.org/abs/2406.06025 ; primary task/setting: https://arxiv.org/html/2406.06025v1 ; official project/citation: https://evalplus.github.io/repoqa.html . The official citation names First Workshop on Long-Context Foundation Models @ ICML2024, not the ICML main conference. Primary records rechecked2026-10-22.</a:t>
            </a:r>
          </a:p>
          <a:p xmlns:a="http://schemas.openxmlformats.org/drawingml/2006/main">
            <a:r>
              <a:t/>
            </a:r>
          </a:p>
          <a:p xmlns:a="http://schemas.openxmlformats.org/drawingml/2006/main">
            <a:r>
              <a:t>Claim Boundary: 두 논문의 역사적 모델·과제·조건에 한정한다. 현재 Codex의 Repository coding 실패, 보편적인 중간 정보 무시, 토큰 임계값, 정보를 더 주면 항상 나빠짐, Routing의 우월성·토큰 절약·성능 향상을 주장하지 않는다. RepoQA는 Lost in the Middle의 위치별 곡선을 재현한 연구로 표현하지 않는다. 업무상 확인 질문은 현재 제품에서 측정된 효과가 아니다.</a:t>
            </a:r>
          </a:p>
          <a:p xmlns:a="http://schemas.openxmlformats.org/drawingml/2006/main">
            <a:r>
              <a:t/>
            </a:r>
          </a:p>
          <a:p xmlns:a="http://schemas.openxmlformats.org/drawingml/2006/main">
            <a:r>
              <a:t>Beginner Explanation: 왼쪽은 ‘같은 근거가 어디에 있느냐’, 오른쪽은 ‘설명에 맞는 함수를 코드에서 찾느냐’를 평가했다. 넣은 정보량과 필요한 근거를 실제로 활용했는지는 별도로 확인한다.</a:t>
            </a:r>
          </a:p>
          <a:p xmlns:a="http://schemas.openxmlformats.org/drawingml/2006/main">
            <a:r>
              <a:t/>
            </a:r>
          </a:p>
          <a:p xmlns:a="http://schemas.openxmlformats.org/drawingml/2006/main">
            <a:r>
              <a:t>Advanced Insight: RepoQA의 고정된 코드 입력 조건과 함수 유사도 평가는 live agent의 탐색·수정·검증 전체와 다르다. Lost in the Middle에도 과제·모델별 차이가 있다. 연구 관찰, 업무상 설계 판단, 현재 제품의 검증을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첫 질문에 잠깐 예측하게 한 뒤 두 도식의 입력·조작·평가를 순서대로 짚는다. 새 토론 시간이나 실습을 추가하지 않는다.</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도입30초, Lost in the Middle75초, RepoQA75초, 적용 범위60초로4분을 유지한다. 시간이 부족하면 데이터셋 세부 수와 채점 구현 설명을 생략하고 과제·관찰·현재 제품 미입증 경계를 남긴다.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production/evaluation/S39_RESEARCH_SCOPE_REVISION.md와 검증 JSON을 따른다. 실제 실행 캡처나 현재 제품 결과로 표현하지 않는다.</a:t>
            </a:r>
          </a:p>
          <a:p xmlns:a="http://schemas.openxmlformats.org/drawingml/2006/main">
            <a:r>
              <a:t/>
            </a:r>
          </a:p>
          <a:p xmlns:a="http://schemas.openxmlformats.org/drawingml/2006/main">
            <a:r>
              <a:t>Validation Status: ALIGNED — DEC-0052의 연구별 과제 도식/관찰/현재 Codex 적용 범위와 S38→S39→S40 연결을 반영했다. 최종 렌더·Notes parity는 production/evaluation/S39_RESEARCH_SCOPE_REVISION.md를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필요한 상세 정보로 가는 길</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필요한 상세 정보의 위치를 Project 안내에서 알려줄 수 있다. 작업 요청을 보고 AGENTS.md의 안내를 거쳐 관련 문서의 명세를 확인하는 관계를 설계한다.</a:t>
            </a:r>
          </a:p>
          <a:p xmlns:a="http://schemas.openxmlformats.org/drawingml/2006/main">
            <a:r>
              <a:t/>
            </a:r>
          </a:p>
          <a:p xmlns:a="http://schemas.openxmlformats.org/drawingml/2006/main">
            <a:r>
              <a:t>Opening Question: “필요한 근거를 찾아 활용했는지 확인해야 한다면, 그 근거까지 가는 길은 어디에 안내할까요?”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S39의 연구가 현재 Codex나 Routing 효과를 입증한 것은 아님을 유지하고 정보 설계로 돌아온다. ‘많이 넣기’ 다음 질문으로 필요한 상세의 위치를 어디서 알려줄지 제시한다.</a:t>
            </a:r>
          </a:p>
          <a:p xmlns:a="http://schemas.openxmlformats.org/drawingml/2006/main">
            <a:r>
              <a:t>2. (0:30–2:10) 왼쪽 교육용 crop 끝 좌표 요청을 읽고, 가운데 AGENTS.md의 ‘이미지 동작/crop은 docs/image-contracts.md 참조’ 안내를 따라 오른쪽 문서의 crop 명세를 짚는다. 화면의 `[x_start, x_end)`는 시작 열 포함·끝 좌표 제외를 뜻한다. 가운데는 위치 안내, 오른쪽은 답에 필요한 명세다. Prompt 문장과 안내 요약은 설명용 구성이며 실제 Trial 원문이나 Agent의 읽기 순서를 재현한 것이 아니다.</a:t>
            </a:r>
          </a:p>
          <a:p xmlns:a="http://schemas.openxmlformats.org/drawingml/2006/main">
            <a:r>
              <a:t>3. (2:10–3:00) 하단의 ‘AGENTS.md가 필요한 상세 문서의 위치를 안내한다’를 회수한다. C++에서도 공통 제약을 확인하고 해당 알고리즘 명세로 이동하는 같은 패턴을 쓸 수 있다고 짧게 연결한다. 구체적인 CMake/hardware/IDE 명령은 넣지 않는다. 다음 장은 출발점인 Core에 무엇을 남길지 정한다고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화살표는 설계한 문서 안내 관계다. 실제 읽기 순서, 필요한 문서만 읽는 자동 검색, 항상 같은 경로의 선택, AGENTS.md 단독 인과성을 뜻하지 않는다. TRIAL-005A/B의 접근 결과를 이 장에서 성공으로 제시하지 않는다. 현재 Codex Desktop 동작, 완벽한 Routing, 성능·정확도·속도 향상, 토큰 절약, Lost in the Middle 완화는 주장하지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production/evaluation/S40_CONTEXT_PATH_REVISION.md와 검증 JSON을 따른다. 실제 실행 Screenshot이나 현재 제품의 탐색 결과로 표현하지 않는다.</a:t>
            </a:r>
          </a:p>
          <a:p xmlns:a="http://schemas.openxmlformats.org/drawingml/2006/main">
            <a:r>
              <a:t/>
            </a:r>
          </a:p>
          <a:p xmlns:a="http://schemas.openxmlformats.org/drawingml/2006/main">
            <a:r>
              <a:t>Validation Status: ALIGNED — DEC-0053의 요청/AGENTS.md 안내/상세 명세 도식과 S39→S40→S41 연결을 반영했다. 최종 렌더·Notes parity는 production/evaluation/S40_CONTEXT_PATH_REVISION.md를 따른다. Windows PowerPoint·발표 PC 글꼴·교육장·제품/계정·실측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Core Context에서 상세 정보로 가는 길</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S40의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S42.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S42.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S41 또는 `production/preview/act2/S41.png`다.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정보를 지우지 않고 위치를 나누기</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S42 또는 `production/preview/act2/S42.png`다.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서로 다른 두 Task가 무엇을 읽을까?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S43 또는 `production/preview/act2/S43.png`다.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Crop Task에서 관찰한 접근</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S44 또는 `production/preview/act2/S44.png`다.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Task별 접근은 달랐지만 완벽하지는 않다</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S45 또는 `production/preview/act2/S45.png`다.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지식은 정리됐지만 절차는 반복된다</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S46 또는 `production/preview/act2/S46.png`다.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Performance Task, 반복되는 절차</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production/preview/act3/S47.png와 production/preview/full/S47.png다.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Project 사실과 작업 절차는 다르다</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Task, Context, Workflow의 역할</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S48의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50에서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반복 절차를 Skill로 옮길 수 있을까?</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51에서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Skill을 어떻게 발견하고 호출할까?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절차의 책임이 Prompt에서 Repository로 이동</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S52 또는 `production/preview/act3/S52.png`다.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답을 담지 않는 Workflow</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S53 또는 `production/preview/act3/S53.png`다.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측정으로 후보를 고르다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S55의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S55에서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Working Harness Success</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S55 및 `production/preview/act3/S55.png`의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S55 또는 `production/preview/act3/S55.png`다.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이 작업에 Subagent가 필요했을까?</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S56 또는 `production/preview/act3/S56.png`다.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Subagent를 고려할 조건</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S57 또는 `production/preview/act3/S57.png`다.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무엇이 다시 찾기 어려운 지식인가?</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S58 또는 `production/preview/act3/S58.png`다.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Memory는 재발견 비용으로 판단</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S59 또는 `production/preview/act3/S59.png`다.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Minimum Effective Harness</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61–63에서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S60 또는 `production/preview/act3/S60.png`다.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Harness는 작업 환경 설계다</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63에서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S61 또는 `production/preview/act3/S61.png`다.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Repository 밖의 환경도 결과에 영향을 준다</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S62 또는 `production/preview/act3/S62.png`의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Engineering Pattern은 C++에도 전이된다</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production/preview/act3/S63.png와 production/preview/full/S63.png다.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필요한 구조부터 질문하기</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S64 또는 `production/preview/act3/S64.png`다.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여기까지는 잘 동작했다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S66으로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개념 사례: Project와 Workflow는 현재 맞다</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S65의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Project는 바뀌고 Workflow는 남았다</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S67와 production/preview/act4/S67.png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S68로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Task 해결과 System 문제는 다르다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원인에 맞는 Layer를 고르기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S70으로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실패 지점과 원인 Layer 구분하기</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S69의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S71에서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먼저 관찰하고, 그다음 가설을 세운다</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Cause가 지지하는 최소 변경</a:t>
            </a:r>
          </a:p>
          <a:p xmlns:a="http://schemas.openxmlformats.org/drawingml/2006/main">
            <a:r>
              <a:t/>
            </a:r>
          </a:p>
          <a:p xmlns:a="http://schemas.openxmlformats.org/drawingml/2006/main">
            <a:r>
              <a:t>**Slide ID:**</a:t>
            </a:r>
          </a:p>
          <a:p xmlns:a="http://schemas.openxmlformats.org/drawingml/2006/main">
            <a:r>
              <a:t>S72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S72와 production/preview/act4/S72.png를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같은 Task의 재실행만으로 충분할까?</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대표 작업으로 변경 범위를 확인하기</a:t>
            </a:r>
          </a:p>
          <a:p xmlns:a="http://schemas.openxmlformats.org/drawingml/2006/main">
            <a:r>
              <a:t/>
            </a:r>
          </a:p>
          <a:p xmlns:a="http://schemas.openxmlformats.org/drawingml/2006/main">
            <a:r>
              <a:t>**Slide ID:**</a:t>
            </a:r>
          </a:p>
          <a:p xmlns:a="http://schemas.openxmlformats.org/drawingml/2006/main">
            <a:r>
              <a:t>S74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S74와 production/preview/act4/S74.png를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Harness도 특정 실패에 맞춰 과적합될 수 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S76으로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S75와 production/preview/act4/S75.png를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Feedback을 System Change와 Evaluation으로 잇기</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S71의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S77로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S76와 production/preview/act4/S76.png를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실제 제작 기록: TRIAL-006</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S77와 production/preview/act4/S77.png를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결과의 타당성과 원인 귀속은 별개다</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S55의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S78와 production/preview/act4/S78.png를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평가와 보고 규칙을 Evidence에 맞추다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S79와 production/preview/act4/S79.png를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후속 기록은 개선됐지만 완전하지 않았다</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S81에서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S80와 production/preview/act4/S80.png를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실제 Meta Loop에서 바뀐 것</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S82의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S82로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S81와 production/preview/act4/S81.png를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Project와 환경이 바뀌면 검증도 다시 본다</a:t>
            </a:r>
          </a:p>
          <a:p xmlns:a="http://schemas.openxmlformats.org/drawingml/2006/main">
            <a:r>
              <a:t/>
            </a:r>
          </a:p>
          <a:p xmlns:a="http://schemas.openxmlformats.org/drawingml/2006/main">
            <a:r>
              <a:t>Slide ID: S82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S83의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S83으로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production/preview/act4/S82.png 및 production/preview/full/S82.png.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여섯 시간의 Story를 한 장으로</a:t>
            </a:r>
          </a:p>
          <a:p xmlns:a="http://schemas.openxmlformats.org/drawingml/2006/main">
            <a:r>
              <a:t/>
            </a:r>
          </a:p>
          <a:p xmlns:a="http://schemas.openxmlformats.org/drawingml/2006/main">
            <a:r>
              <a:t>**Slide ID:**</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S84 실제 Repository 이력→S85 선택 기준→S86 책임을 거쳐 S87에서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S84와 S86에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S87의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S84로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S83와 production/preview/act5/S83.png를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하나의 Repository가 문제에 대응해 진화했다</a:t>
            </a:r>
          </a:p>
          <a:p xmlns:a="http://schemas.openxmlformats.org/drawingml/2006/main">
            <a:r>
              <a:t/>
            </a:r>
          </a:p>
          <a:p xmlns:a="http://schemas.openxmlformats.org/drawingml/2006/main">
            <a:r>
              <a:t>Slide ID: S84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발췌(S18 crop 수정, S42 상세 문서 분리, S55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파일명은 최초80장판 캡처 시점의 번호이며 현재 대응은 S18/S42/S55다. 실제 Trial 원본 화면이 아닌 당시 production PNG 발췌다. S18은 TRIAL-002 diff 재구성, S42는 STATE-02→03 문구 발췌, S55는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S42로 Routing 우월성·토큰 절감을 주장하지 않고, S55는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S85로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S84와 production/preview/act5/S84.png를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필요성이 입증되지 않은 것은 보류했다</a:t>
            </a:r>
          </a:p>
          <a:p xmlns:a="http://schemas.openxmlformats.org/drawingml/2006/main">
            <a:r>
              <a:t/>
            </a:r>
          </a:p>
          <a:p xmlns:a="http://schemas.openxmlformats.org/drawingml/2006/main">
            <a:r>
              <a:t>**Slide ID:**</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S86으로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S85와 production/preview/act5/S85.png를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위임이 늘어도 개발자 책임은 남는다</a:t>
            </a:r>
          </a:p>
          <a:p xmlns:a="http://schemas.openxmlformats.org/drawingml/2006/main">
            <a:r>
              <a:t/>
            </a:r>
          </a:p>
          <a:p xmlns:a="http://schemas.openxmlformats.org/drawingml/2006/main">
            <a:r>
              <a:t>**Slide ID:**</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S85의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S87의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S87로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S86와 production/preview/act5/S86.png를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AI-Native Development는 이 교육의 운영 모델</a:t>
            </a:r>
          </a:p>
          <a:p xmlns:a="http://schemas.openxmlformats.org/drawingml/2006/main">
            <a:r>
              <a:t/>
            </a:r>
          </a:p>
          <a:p xmlns:a="http://schemas.openxmlformats.org/drawingml/2006/main">
            <a:r>
              <a:t>**Slide ID:**</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S88로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S88에서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S88로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S87와 production/preview/act5/S87.png를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어느 Layer에서 마찰이 반복되는가?</a:t>
            </a:r>
          </a:p>
          <a:p xmlns:a="http://schemas.openxmlformats.org/drawingml/2006/main">
            <a:r>
              <a:t/>
            </a:r>
          </a:p>
          <a:p xmlns:a="http://schemas.openxmlformats.org/drawingml/2006/main">
            <a:r>
              <a:t>**Slide ID:**</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S89의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S89로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S88와 production/preview/act5/S88.png를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다음 작은 행동을 개인적으로 고른다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S88에서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S90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S90으로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S90으로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Q&amp;A와 교육 마무리</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ca6e665dfd243e0"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df4ea7439644a4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8094e96461b406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d834ab2a7c8463d"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950a2daad283406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c2f54c5cde004f1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69EC47B-B9A8-4565-8181-DA3049198E2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DAC3AE8-99A0-4DA6-94E1-F4C2F7629C0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3A9F20B-3CC4-45B3-A43D-2C1AAE25C48D}"/>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E8BBF5A-2C18-4BF3-B0B7-FE8CF5D2EEA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E951253-0E21-4DF7-82BC-CFC5486819A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1C4D601-EB2D-42DF-B009-A73964B38DD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AAE04B3-79C6-4543-AC1C-C9432ED9D2C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8A23426-8CFD-437D-8D9F-52C32BCF197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CA4EB55-AA48-4136-8EAA-0ECBA4C6722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9CE1008-B574-4A0E-B78A-F5DF92F11DB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aaf02722081420d" /><Relationship Type="http://schemas.openxmlformats.org/officeDocument/2006/relationships/slideLayout" Target="/ppt/slideLayouts/slideLayout1.xml" Id="R7025e0a4c66442b1" /><Relationship Type="http://schemas.openxmlformats.org/officeDocument/2006/relationships/slideLayout" Target="/ppt/slideLayouts/slideLayout2.xml" Id="R6b5d3efc4cc34629" /><Relationship Type="http://schemas.openxmlformats.org/officeDocument/2006/relationships/slideLayout" Target="/ppt/slideLayouts/slideLayout3.xml" Id="Rf515f2a825034a00" /><Relationship Type="http://schemas.openxmlformats.org/officeDocument/2006/relationships/slideLayout" Target="/ppt/slideLayouts/slideLayout4.xml" Id="R88b538b32a3c4282" /><Relationship Type="http://schemas.openxmlformats.org/officeDocument/2006/relationships/slideLayout" Target="/ppt/slideLayouts/slideLayout5.xml" Id="Ra6db260add254689" /><Relationship Type="http://schemas.openxmlformats.org/officeDocument/2006/relationships/slideLayout" Target="/ppt/slideLayouts/slideLayout6.xml" Id="Rb9b506adea6b485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025e0a4c66442b1"/>
    <p:sldLayoutId xmlns:r="http://schemas.openxmlformats.org/officeDocument/2006/relationships" id="2147483650" r:id="R6b5d3efc4cc34629"/>
    <p:sldLayoutId xmlns:r="http://schemas.openxmlformats.org/officeDocument/2006/relationships" id="2147483651" r:id="Rf515f2a825034a00"/>
    <p:sldLayoutId xmlns:r="http://schemas.openxmlformats.org/officeDocument/2006/relationships" id="2147483652" r:id="R88b538b32a3c4282"/>
    <p:sldLayoutId xmlns:r="http://schemas.openxmlformats.org/officeDocument/2006/relationships" id="2147483653" r:id="Ra6db260add254689"/>
    <p:sldLayoutId xmlns:r="http://schemas.openxmlformats.org/officeDocument/2006/relationships" id="2147483654" r:id="Rb9b506adea6b485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1145c591948406c" /><Relationship Type="http://schemas.openxmlformats.org/officeDocument/2006/relationships/image" Target="/ppt/media/image.png" Id="R2b13dd29c0824f2f" /><Relationship Type="http://schemas.openxmlformats.org/officeDocument/2006/relationships/notesSlide" Target="/ppt/notesSlides/notesSlide1.xml" Id="Rb7c52a19bae2491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d9c8842b9b8419a" /><Relationship Type="http://schemas.openxmlformats.org/officeDocument/2006/relationships/notesSlide" Target="/ppt/notesSlides/notesSlide2.xml" Id="Rf0c6cf35cc74456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31e89268b66448aa" /><Relationship Type="http://schemas.openxmlformats.org/officeDocument/2006/relationships/notesSlide" Target="/ppt/notesSlides/notesSlide3.xml" Id="R34c603b677ed4b9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85ec32bc1f0f4e6c" /><Relationship Type="http://schemas.openxmlformats.org/officeDocument/2006/relationships/image" Target="/ppt/media/image2.png" Id="R6f60105cf99b4213" /><Relationship Type="http://schemas.openxmlformats.org/officeDocument/2006/relationships/notesSlide" Target="/ppt/notesSlides/notesSlide4.xml" Id="R05427853354d49d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1e06db122de4cb1" /><Relationship Type="http://schemas.openxmlformats.org/officeDocument/2006/relationships/notesSlide" Target="/ppt/notesSlides/notesSlide5.xml" Id="R12c98fdba1c6486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c9e55dcff8c40a4" /><Relationship Type="http://schemas.openxmlformats.org/officeDocument/2006/relationships/notesSlide" Target="/ppt/notesSlides/notesSlide6.xml" Id="R4c34ed14ab6b474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d2f0082487c4735" /><Relationship Type="http://schemas.openxmlformats.org/officeDocument/2006/relationships/image" Target="/ppt/media/image3.png" Id="Reb7c4ea8fe974f5f" /><Relationship Type="http://schemas.openxmlformats.org/officeDocument/2006/relationships/notesSlide" Target="/ppt/notesSlides/notesSlide7.xml" Id="R4649541c9ccc4df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e571dfe89f64999" /><Relationship Type="http://schemas.openxmlformats.org/officeDocument/2006/relationships/notesSlide" Target="/ppt/notesSlides/notesSlide8.xml" Id="R5e27a32a7d44475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0bc21af8fe564593" /><Relationship Type="http://schemas.openxmlformats.org/officeDocument/2006/relationships/image" Target="/ppt/media/image4.png" Id="Re1f1b4087fd04ad9" /><Relationship Type="http://schemas.openxmlformats.org/officeDocument/2006/relationships/image" Target="/ppt/media/image5.png" Id="Rd94de8f65d9c46a0" /><Relationship Type="http://schemas.openxmlformats.org/officeDocument/2006/relationships/image" Target="/ppt/media/image6.png" Id="R9624dcff9d1b48b7" /><Relationship Type="http://schemas.openxmlformats.org/officeDocument/2006/relationships/notesSlide" Target="/ppt/notesSlides/notesSlide9.xml" Id="R2643197053a64f4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80a7c53a72ee4aaa" /><Relationship Type="http://schemas.openxmlformats.org/officeDocument/2006/relationships/notesSlide" Target="/ppt/notesSlides/notesSlide10.xml" Id="R7142af1dd4f347d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2c83190356d442c" /><Relationship Type="http://schemas.openxmlformats.org/officeDocument/2006/relationships/image" Target="/ppt/media/image7.png" Id="Ra903c15c22844581" /><Relationship Type="http://schemas.openxmlformats.org/officeDocument/2006/relationships/image" Target="/ppt/media/image8.png" Id="Rfb04f866a71f40d3" /><Relationship Type="http://schemas.openxmlformats.org/officeDocument/2006/relationships/image" Target="/ppt/media/image9.png" Id="R502b41a3f3114321" /><Relationship Type="http://schemas.openxmlformats.org/officeDocument/2006/relationships/notesSlide" Target="/ppt/notesSlides/notesSlide11.xml" Id="Rafe066ae3f564555"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b129ed82882422c" /><Relationship Type="http://schemas.openxmlformats.org/officeDocument/2006/relationships/image" Target="/ppt/media/image10.png" Id="R183e669edf8c4e9d" /><Relationship Type="http://schemas.openxmlformats.org/officeDocument/2006/relationships/notesSlide" Target="/ppt/notesSlides/notesSlide12.xml" Id="Rbf9c9ef3b3724fc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0a06bc5af5f468f" /><Relationship Type="http://schemas.openxmlformats.org/officeDocument/2006/relationships/image" Target="/ppt/media/image11.png" Id="R4d8cd030fbe44b5b" /><Relationship Type="http://schemas.openxmlformats.org/officeDocument/2006/relationships/notesSlide" Target="/ppt/notesSlides/notesSlide13.xml" Id="R30caa2c1fbff4c3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24a791bb52b4843" /><Relationship Type="http://schemas.openxmlformats.org/officeDocument/2006/relationships/notesSlide" Target="/ppt/notesSlides/notesSlide14.xml" Id="R5dabef8a92b946c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3b67803dc2f54e0a" /><Relationship Type="http://schemas.openxmlformats.org/officeDocument/2006/relationships/notesSlide" Target="/ppt/notesSlides/notesSlide15.xml" Id="R9651c8b9a7204b2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78f95755121d4a8c" /><Relationship Type="http://schemas.openxmlformats.org/officeDocument/2006/relationships/notesSlide" Target="/ppt/notesSlides/notesSlide16.xml" Id="Rb04423bb5ad94aa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0f894b19b164258" /><Relationship Type="http://schemas.openxmlformats.org/officeDocument/2006/relationships/notesSlide" Target="/ppt/notesSlides/notesSlide17.xml" Id="R85846e4563094c0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a58335312264029" /><Relationship Type="http://schemas.openxmlformats.org/officeDocument/2006/relationships/notesSlide" Target="/ppt/notesSlides/notesSlide18.xml" Id="Rb703a3ecc1b941e9"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32618a468af4cf9" /><Relationship Type="http://schemas.openxmlformats.org/officeDocument/2006/relationships/notesSlide" Target="/ppt/notesSlides/notesSlide19.xml" Id="R2133babda37e405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9afeddda6a9d4c38" /><Relationship Type="http://schemas.openxmlformats.org/officeDocument/2006/relationships/notesSlide" Target="/ppt/notesSlides/notesSlide20.xml" Id="Rd4ac8e9ecbe54668"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a005c50b08c24d0c" /><Relationship Type="http://schemas.openxmlformats.org/officeDocument/2006/relationships/notesSlide" Target="/ppt/notesSlides/notesSlide21.xml" Id="Rd0e1d3e1b6ab466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a451a64e5feb40e2" /><Relationship Type="http://schemas.openxmlformats.org/officeDocument/2006/relationships/notesSlide" Target="/ppt/notesSlides/notesSlide22.xml" Id="Ref41ca7c2dc74df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421dd33b4754963" /><Relationship Type="http://schemas.openxmlformats.org/officeDocument/2006/relationships/notesSlide" Target="/ppt/notesSlides/notesSlide23.xml" Id="Re2fd02cbc7f24a0f"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4f6e5b19b4134c99" /><Relationship Type="http://schemas.openxmlformats.org/officeDocument/2006/relationships/notesSlide" Target="/ppt/notesSlides/notesSlide24.xml" Id="R061c32ae380c4f4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80363be17f74cca" /><Relationship Type="http://schemas.openxmlformats.org/officeDocument/2006/relationships/notesSlide" Target="/ppt/notesSlides/notesSlide25.xml" Id="Re25a1e28b6cb41c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fad22da4ba4e4a87" /><Relationship Type="http://schemas.openxmlformats.org/officeDocument/2006/relationships/notesSlide" Target="/ppt/notesSlides/notesSlide26.xml" Id="R8b66ec9c318645ad"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22aeefb40a05461f" /><Relationship Type="http://schemas.openxmlformats.org/officeDocument/2006/relationships/notesSlide" Target="/ppt/notesSlides/notesSlide27.xml" Id="R3c187d5f318f421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a21ab7078656497b" /><Relationship Type="http://schemas.openxmlformats.org/officeDocument/2006/relationships/notesSlide" Target="/ppt/notesSlides/notesSlide28.xml" Id="R19990c2ac9194d1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a5d62d52ac4d46cf" /><Relationship Type="http://schemas.openxmlformats.org/officeDocument/2006/relationships/notesSlide" Target="/ppt/notesSlides/notesSlide29.xml" Id="R7510ae6a3ede437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37673f1762ee4c78" /><Relationship Type="http://schemas.openxmlformats.org/officeDocument/2006/relationships/notesSlide" Target="/ppt/notesSlides/notesSlide30.xml" Id="R5d6d7a960753455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ce6cbb7fadc14fb4" /><Relationship Type="http://schemas.openxmlformats.org/officeDocument/2006/relationships/notesSlide" Target="/ppt/notesSlides/notesSlide31.xml" Id="Re557c3ecfc924ba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a05e43fdb03142fc" /><Relationship Type="http://schemas.openxmlformats.org/officeDocument/2006/relationships/notesSlide" Target="/ppt/notesSlides/notesSlide32.xml" Id="R6029b368ab21422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5d4d7ac6b2c54747" /><Relationship Type="http://schemas.openxmlformats.org/officeDocument/2006/relationships/notesSlide" Target="/ppt/notesSlides/notesSlide33.xml" Id="R4f716d07ccea437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5b4a9d9e926473d" /><Relationship Type="http://schemas.openxmlformats.org/officeDocument/2006/relationships/notesSlide" Target="/ppt/notesSlides/notesSlide34.xml" Id="R1a1ade58704f43e4"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80eb09084f9e4fe6" /><Relationship Type="http://schemas.openxmlformats.org/officeDocument/2006/relationships/image" Target="/ppt/media/image12.png" Id="R3bafa01daa634fd8" /><Relationship Type="http://schemas.openxmlformats.org/officeDocument/2006/relationships/image" Target="/ppt/media/image13.png" Id="R29bf34b548f2454c" /><Relationship Type="http://schemas.openxmlformats.org/officeDocument/2006/relationships/notesSlide" Target="/ppt/notesSlides/notesSlide35.xml" Id="Re27d2a69c4c94105"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21096ebf39bb4635" /><Relationship Type="http://schemas.openxmlformats.org/officeDocument/2006/relationships/image" Target="/ppt/media/image14.png" Id="Rb703e34f2ed94c3d" /><Relationship Type="http://schemas.openxmlformats.org/officeDocument/2006/relationships/notesSlide" Target="/ppt/notesSlides/notesSlide36.xml" Id="R527a435fe7e9416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bf1fb2bc21ed403b" /><Relationship Type="http://schemas.openxmlformats.org/officeDocument/2006/relationships/notesSlide" Target="/ppt/notesSlides/notesSlide37.xml" Id="Rda9d8b2893c0470a"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dd387e65d20240fa" /><Relationship Type="http://schemas.openxmlformats.org/officeDocument/2006/relationships/notesSlide" Target="/ppt/notesSlides/notesSlide38.xml" Id="R80da32db09684f6a"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e98eeb99e5f540e3" /><Relationship Type="http://schemas.openxmlformats.org/officeDocument/2006/relationships/notesSlide" Target="/ppt/notesSlides/notesSlide39.xml" Id="Rd351c2a72ca64de2"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7c7796700f924531" /><Relationship Type="http://schemas.openxmlformats.org/officeDocument/2006/relationships/notesSlide" Target="/ppt/notesSlides/notesSlide40.xml" Id="R13b6d222a85d41f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e65d1b1e7b244983" /><Relationship Type="http://schemas.openxmlformats.org/officeDocument/2006/relationships/notesSlide" Target="/ppt/notesSlides/notesSlide41.xml" Id="R24e1fc87405c4fe0"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8df99efad26c443b" /><Relationship Type="http://schemas.openxmlformats.org/officeDocument/2006/relationships/notesSlide" Target="/ppt/notesSlides/notesSlide42.xml" Id="Rae0f05d22fd3447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3fe4c5c34990444b" /><Relationship Type="http://schemas.openxmlformats.org/officeDocument/2006/relationships/notesSlide" Target="/ppt/notesSlides/notesSlide43.xml" Id="Re6381ab8a7814b88"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76b0575e579e48c5" /><Relationship Type="http://schemas.openxmlformats.org/officeDocument/2006/relationships/notesSlide" Target="/ppt/notesSlides/notesSlide44.xml" Id="R49bfdf6776b84822"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aa677c41e0884c7d" /><Relationship Type="http://schemas.openxmlformats.org/officeDocument/2006/relationships/notesSlide" Target="/ppt/notesSlides/notesSlide45.xml" Id="R2d9dee756eb84177"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ff7565d479d143cf" /><Relationship Type="http://schemas.openxmlformats.org/officeDocument/2006/relationships/notesSlide" Target="/ppt/notesSlides/notesSlide46.xml" Id="Rad1e12f511a74258"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38e2863405ef48a0" /><Relationship Type="http://schemas.openxmlformats.org/officeDocument/2006/relationships/image" Target="/ppt/media/image15.png" Id="R7667a58dd1d04af0" /><Relationship Type="http://schemas.openxmlformats.org/officeDocument/2006/relationships/image" Target="/ppt/media/image16.png" Id="R7c7d25c1e8c241c1" /><Relationship Type="http://schemas.openxmlformats.org/officeDocument/2006/relationships/image" Target="/ppt/media/image17.png" Id="R53a02d7b0a4b41a8" /><Relationship Type="http://schemas.openxmlformats.org/officeDocument/2006/relationships/image" Target="/ppt/media/image18.png" Id="R433a7dcf704c4150" /><Relationship Type="http://schemas.openxmlformats.org/officeDocument/2006/relationships/notesSlide" Target="/ppt/notesSlides/notesSlide47.xml" Id="R15df70cc94d641ae"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00ea2a30fbcb4419" /><Relationship Type="http://schemas.openxmlformats.org/officeDocument/2006/relationships/notesSlide" Target="/ppt/notesSlides/notesSlide48.xml" Id="R0f2bd98462b6481b"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82b8c400e3234590" /><Relationship Type="http://schemas.openxmlformats.org/officeDocument/2006/relationships/notesSlide" Target="/ppt/notesSlides/notesSlide49.xml" Id="R3f4b719fe6904177"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89443d76c05d44cc" /><Relationship Type="http://schemas.openxmlformats.org/officeDocument/2006/relationships/notesSlide" Target="/ppt/notesSlides/notesSlide50.xml" Id="R6b1f02314b5b4ee2"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ecc65daf846c4a66" /><Relationship Type="http://schemas.openxmlformats.org/officeDocument/2006/relationships/notesSlide" Target="/ppt/notesSlides/notesSlide51.xml" Id="R11e57b19c54d4642"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fb6c8564e6c24129" /><Relationship Type="http://schemas.openxmlformats.org/officeDocument/2006/relationships/notesSlide" Target="/ppt/notesSlides/notesSlide52.xml" Id="R944499c3d85c4d42"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ce3d9b81ca53491c" /><Relationship Type="http://schemas.openxmlformats.org/officeDocument/2006/relationships/notesSlide" Target="/ppt/notesSlides/notesSlide53.xml" Id="R193f3399ffd44254"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2c60a13f51fa441d" /><Relationship Type="http://schemas.openxmlformats.org/officeDocument/2006/relationships/notesSlide" Target="/ppt/notesSlides/notesSlide54.xml" Id="R4baa17ec3c454af3"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18f5d4f2399f4864" /><Relationship Type="http://schemas.openxmlformats.org/officeDocument/2006/relationships/chart" Target="/ppt/slides/charts/chart1.xml" Id="R24760f9c21bb4020" /><Relationship Type="http://schemas.openxmlformats.org/officeDocument/2006/relationships/notesSlide" Target="/ppt/notesSlides/notesSlide55.xml" Id="R998e2021c4f64498"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6aca7a5023554271" /><Relationship Type="http://schemas.openxmlformats.org/officeDocument/2006/relationships/notesSlide" Target="/ppt/notesSlides/notesSlide56.xml" Id="Rc019b2952ac84cdb"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4c998d48c0c64c9c" /><Relationship Type="http://schemas.openxmlformats.org/officeDocument/2006/relationships/notesSlide" Target="/ppt/notesSlides/notesSlide57.xml" Id="Rf2ed4d1b32e44304"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77be02a4fe684e53" /><Relationship Type="http://schemas.openxmlformats.org/officeDocument/2006/relationships/notesSlide" Target="/ppt/notesSlides/notesSlide58.xml" Id="R6f6fb307ec1d43fa"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84dfb3fe7bac4e27" /><Relationship Type="http://schemas.openxmlformats.org/officeDocument/2006/relationships/notesSlide" Target="/ppt/notesSlides/notesSlide59.xml" Id="Raa4f662c81254f65"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9f167be8ba674edf" /><Relationship Type="http://schemas.openxmlformats.org/officeDocument/2006/relationships/notesSlide" Target="/ppt/notesSlides/notesSlide60.xml" Id="R8f8db7be758c425d"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64ed0d1ddc534970" /><Relationship Type="http://schemas.openxmlformats.org/officeDocument/2006/relationships/notesSlide" Target="/ppt/notesSlides/notesSlide61.xml" Id="Re0830045401b41eb"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3b9df31e93ce45c4" /><Relationship Type="http://schemas.openxmlformats.org/officeDocument/2006/relationships/notesSlide" Target="/ppt/notesSlides/notesSlide62.xml" Id="R5227ba01de274587"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62956c93717f4aae" /><Relationship Type="http://schemas.openxmlformats.org/officeDocument/2006/relationships/image" Target="/ppt/media/image19.png" Id="Rb180ba3b306346b7" /><Relationship Type="http://schemas.openxmlformats.org/officeDocument/2006/relationships/notesSlide" Target="/ppt/notesSlides/notesSlide63.xml" Id="R60687e7e47d444d3"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199e8fcf67824bdf" /><Relationship Type="http://schemas.openxmlformats.org/officeDocument/2006/relationships/notesSlide" Target="/ppt/notesSlides/notesSlide64.xml" Id="R7f9502770daa4ffa"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2158656bdd22499a" /><Relationship Type="http://schemas.openxmlformats.org/officeDocument/2006/relationships/notesSlide" Target="/ppt/notesSlides/notesSlide65.xml" Id="R835d9863c7424ae1"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c09ac225397f4152" /><Relationship Type="http://schemas.openxmlformats.org/officeDocument/2006/relationships/notesSlide" Target="/ppt/notesSlides/notesSlide66.xml" Id="Rcb7ab6793ecc478f"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170ee6c118804606" /><Relationship Type="http://schemas.openxmlformats.org/officeDocument/2006/relationships/notesSlide" Target="/ppt/notesSlides/notesSlide67.xml" Id="Rbf1145085cc74a38"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90ceb26669bd47b7" /><Relationship Type="http://schemas.openxmlformats.org/officeDocument/2006/relationships/notesSlide" Target="/ppt/notesSlides/notesSlide68.xml" Id="R59f3d11654824f82"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ae8c491f43ed40ef" /><Relationship Type="http://schemas.openxmlformats.org/officeDocument/2006/relationships/notesSlide" Target="/ppt/notesSlides/notesSlide69.xml" Id="R414a6d27d06c435f"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72f6ffa964824456" /><Relationship Type="http://schemas.openxmlformats.org/officeDocument/2006/relationships/notesSlide" Target="/ppt/notesSlides/notesSlide70.xml" Id="R44aeeaa806dd4941"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4075789cb8fd4d3f" /><Relationship Type="http://schemas.openxmlformats.org/officeDocument/2006/relationships/notesSlide" Target="/ppt/notesSlides/notesSlide71.xml" Id="Rb5bbcf48c0b04aea"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1a7a814198f74495" /><Relationship Type="http://schemas.openxmlformats.org/officeDocument/2006/relationships/notesSlide" Target="/ppt/notesSlides/notesSlide72.xml" Id="R362edc0013cd4834"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a99873900d2b4142" /><Relationship Type="http://schemas.openxmlformats.org/officeDocument/2006/relationships/notesSlide" Target="/ppt/notesSlides/notesSlide73.xml" Id="R0471abcfaab947be"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05cff49662634f0a" /><Relationship Type="http://schemas.openxmlformats.org/officeDocument/2006/relationships/notesSlide" Target="/ppt/notesSlides/notesSlide74.xml" Id="Rbedef834726440e4"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ea3e679478384389" /><Relationship Type="http://schemas.openxmlformats.org/officeDocument/2006/relationships/notesSlide" Target="/ppt/notesSlides/notesSlide75.xml" Id="Rbc4a7332dbca44a5"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d8b8778181794fd3" /><Relationship Type="http://schemas.openxmlformats.org/officeDocument/2006/relationships/notesSlide" Target="/ppt/notesSlides/notesSlide76.xml" Id="Rded3e9ed9d334168"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7801879522bb453c" /><Relationship Type="http://schemas.openxmlformats.org/officeDocument/2006/relationships/notesSlide" Target="/ppt/notesSlides/notesSlide77.xml" Id="R14235159fab9406d"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3c2ab090088541c0" /><Relationship Type="http://schemas.openxmlformats.org/officeDocument/2006/relationships/notesSlide" Target="/ppt/notesSlides/notesSlide78.xml" Id="Rd8326edba9114671"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a21692aab8a24e66" /><Relationship Type="http://schemas.openxmlformats.org/officeDocument/2006/relationships/notesSlide" Target="/ppt/notesSlides/notesSlide79.xml" Id="R3ca1101fe59f48f3"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be7bf5ab940c47f7" /><Relationship Type="http://schemas.openxmlformats.org/officeDocument/2006/relationships/notesSlide" Target="/ppt/notesSlides/notesSlide80.xml" Id="R1910fe112bd04f47"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ab01a1bb805b4ffa" /><Relationship Type="http://schemas.openxmlformats.org/officeDocument/2006/relationships/notesSlide" Target="/ppt/notesSlides/notesSlide81.xml" Id="R38280e96200a41d8"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1937d2d077834c07" /><Relationship Type="http://schemas.openxmlformats.org/officeDocument/2006/relationships/image" Target="/ppt/media/image20.png" Id="Rc6043fdb81124463" /><Relationship Type="http://schemas.openxmlformats.org/officeDocument/2006/relationships/notesSlide" Target="/ppt/notesSlides/notesSlide82.xml" Id="Rc39b2df94b4847c2"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ab3a0f4ee12f4d58" /><Relationship Type="http://schemas.openxmlformats.org/officeDocument/2006/relationships/notesSlide" Target="/ppt/notesSlides/notesSlide83.xml" Id="R36772f2ea9b14ae7"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4e8d1405751546aa" /><Relationship Type="http://schemas.openxmlformats.org/officeDocument/2006/relationships/image" Target="/ppt/media/image21.png" Id="R944734406ea94802" /><Relationship Type="http://schemas.openxmlformats.org/officeDocument/2006/relationships/image" Target="/ppt/media/image22.png" Id="R2d4fcb26e9d44354" /><Relationship Type="http://schemas.openxmlformats.org/officeDocument/2006/relationships/image" Target="/ppt/media/image23.png" Id="Ra75a614c7c10426c" /><Relationship Type="http://schemas.openxmlformats.org/officeDocument/2006/relationships/notesSlide" Target="/ppt/notesSlides/notesSlide84.xml" Id="R4225934eb71b4153"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98634fac4c3b4922" /><Relationship Type="http://schemas.openxmlformats.org/officeDocument/2006/relationships/notesSlide" Target="/ppt/notesSlides/notesSlide85.xml" Id="R9525898716c14f2b"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188b971fceeb4eaf" /><Relationship Type="http://schemas.openxmlformats.org/officeDocument/2006/relationships/notesSlide" Target="/ppt/notesSlides/notesSlide86.xml" Id="R53693c6b2ab243c3"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7317fabd4a124059" /><Relationship Type="http://schemas.openxmlformats.org/officeDocument/2006/relationships/notesSlide" Target="/ppt/notesSlides/notesSlide87.xml" Id="R06ec948c4eb84059"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2d5fd4af1a084681" /><Relationship Type="http://schemas.openxmlformats.org/officeDocument/2006/relationships/notesSlide" Target="/ppt/notesSlides/notesSlide88.xml" Id="R3f44264366ea4097"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55bc82d5c7974bcb" /><Relationship Type="http://schemas.openxmlformats.org/officeDocument/2006/relationships/notesSlide" Target="/ppt/notesSlides/notesSlide89.xml" Id="R913e2f3335bc45c6"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d12ef51e9d64482c" /><Relationship Type="http://schemas.openxmlformats.org/officeDocument/2006/relationships/notesSlide" Target="/ppt/notesSlides/notesSlide90.xml" Id="Rc9912a379cf145d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FD4049E5-885A-403E-9DCA-EECDEF3F83D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36E119BF-90B0-4058-9C46-F798699600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D352C807-B005-49FE-91B8-935AE4BAD2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C15661F6-407F-4502-86C3-6C8808633C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F40CCDD5-BD82-40EC-B436-1E0C8DD39B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F88B0457-7678-44FD-9A42-75BE55084CB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10FAC453-F262-446D-AAD3-937D669C874E}"/>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7060BD65-38AB-42FE-AB44-1442631D9FC4}"/>
              </a:ext>
            </a:extLst>
          </p:cNvPr>
          <p:cNvPicPr>
            <a:picLocks xmlns:a="http://schemas.openxmlformats.org/drawingml/2006/main" noChangeAspect="1"/>
          </p:cNvPicPr>
          <p:nvPr/>
        </p:nvPicPr>
        <p:blipFill>
          <a:blip xmlns:r="http://schemas.openxmlformats.org/officeDocument/2006/relationships" xmlns:a="http://schemas.openxmlformats.org/drawingml/2006/main" r:embed="R2b13dd29c0824f2f"/>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6F9615C1-F2E3-4E78-8F3A-AE4F921063E1}"/>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11EF9E29-897E-4FCD-BCA5-3EEA4BDBE06C}"/>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D75476F4-E280-4954-804D-496F9FFF446F}"/>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B9997AA0-D7F7-48FB-BA9A-BD9D378672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894170455"/>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6A4067EB-F26E-4452-B2DF-5D36B2A3F0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95951BC5-7222-4AC0-B2E1-1D9A1641439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24F82303-10C5-49C7-B7D2-41EA94FAE7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1CCA3780-B404-47FC-8A54-E9F6A74548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04AB2994-F397-42AB-9151-58D5562BE7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BB60BB69-AE8A-42A2-ABEA-56E9C2590C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B941A14F-51EE-4D29-AC21-B5B159146117}"/>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9CA9EA96-D538-49AB-8A6F-DBED83554F4F}"/>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F6AC51AC-8D07-4FF4-A40C-F39400DA438E}"/>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B6B56C99-D9A1-47C5-B97F-73ED88E84E6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35EF8F3-9B91-4CFE-8A61-55FBD26A2DD8}"/>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1DC7C0F7-40A5-4E96-9E03-26087390D8C0}"/>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AE781118-71E9-4FB7-AD87-6143DFF6A08B}"/>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025C868A-3E6E-4070-B9A1-46472723A566}"/>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063858E2-44BD-4B84-9DD7-E7970AF733C9}"/>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ABEFDE94-8E83-4DC1-9BD8-3193922235DF}"/>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6B4365F6-0F0F-4028-AF66-5A64549366B7}"/>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3F4F761F-756F-409B-9DD1-64568ED47F39}"/>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4C0A6C20-B508-401D-AD94-D838066A5C7D}"/>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21B7FCAF-CF83-491F-9C5C-23671E7A3CD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91AB736-5415-4B0A-BDAD-EE00B718B512}"/>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5094E051-E63F-4B09-80BD-84CE097FCC74}"/>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C4401D32-329A-401A-8BE9-9A0CDD8E338B}"/>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352A6E07-7C5C-499B-9DA2-256F8CBD1966}"/>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1B76CEBF-B93D-4622-BA02-29AB5E2E9E10}"/>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04B4F884-7E24-4816-B55C-3DDAD3A1D2D0}"/>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BD7FF374-B0E9-4DFC-B045-E1AC22F73B87}"/>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918DBF7B-E693-401E-8935-9293C4679A82}"/>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FCCE8838-51AC-4CAE-BF55-AC583CFD5BC3}"/>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F7D1E05E-2F23-4827-9D53-4A27D2DE973C}"/>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72220A6C-7A91-4F8A-B83D-DE3B6C5CF1DA}"/>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0CCEF9E2-2277-4D5D-8D44-35396E94317C}"/>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D3832E31-501C-4A04-A7C5-1C3CE9783B67}"/>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C6C8D2E4-4F17-491E-9101-7E8CEC6B42B0}"/>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931138B7-254D-4F98-BF96-07FA93E161EF}"/>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D3FA3F13-83E2-4014-AD66-11572F03D00B}"/>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04F1B60C-FB43-4E51-87F4-ABC8A83BF069}"/>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42F9B40C-934D-4D6D-93E7-5272F4CFA56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323175760"/>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141E44CE-2DDB-497C-B3B9-81EB0BEBCF5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7497E858-46F7-4D80-A813-51B27A723C3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9993F071-83E6-4644-B048-E12EEA6820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CA5A6648-E5DD-4B32-873A-2BF03BDAAA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1F546419-D1E1-4EB7-ABBC-A4F595CFD7D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63E77E4F-074D-4893-BE61-6D15BBCBA6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B7856524-27E5-4B13-ABD4-597939B0B649}"/>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7D872EB8-C83C-4827-AB93-59936817A6FD}"/>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B5B37580-DA9B-4CA5-B4ED-2A9A75101015}"/>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3D393605-F9EA-497F-AFCC-9FD27B096B61}"/>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AE21C64E-F31B-409C-BDEA-8FDCF71801BF}"/>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BD93D200-4672-418C-B6F4-A3B801F0722A}"/>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7829B9C2-6DEA-4C0A-BBE9-227D0392F025}"/>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46B0429A-1CE1-4EE8-BA3E-BB456962FA27}"/>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83D7E936-978A-4A16-AD00-FC10287792D6}"/>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E22C8BE5-29CF-4811-9B08-8AD90EE469E7}"/>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49D6290B-87E6-4B4C-9391-81F1B464BB3F}"/>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7B2747B6-8C6A-4270-8CCE-950074AE0C72}"/>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DC88171B-6C9A-470A-BB61-60C1F60585FD}"/>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B2080AA7-13BB-4933-AFF8-7F0A94B7CE7B}"/>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3C3A60C8-FF5E-432F-A7C2-6B02CBBA2BE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8D312DCB-13E3-4C92-89D5-AF238C0A7BA2}"/>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991515B9-8335-4595-851F-C9C9AC15E870}"/>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8097BDCE-EB38-4BAD-8500-4DACBF2FB4A0}"/>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E1305F14-EF58-4A94-9048-9A6C8A3410E0}"/>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0185B0C5-C6EA-4399-932C-E89996BA70C1}"/>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868BFF13-B5AC-4C4A-8DE2-274CB7D2E89E}"/>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261ED8BF-3321-4919-B067-144B18FB2611}"/>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E48F4E41-929C-4F96-97E8-22BBE952A987}"/>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661582F7-990F-4D44-8065-50A522A68C5E}"/>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C18A384B-59AD-4358-AB55-7576361C7219}"/>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F8C68DC4-7B05-408C-B76F-7A5F85BE3EF8}"/>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E76E7786-1C05-44A8-B883-0879A8626A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459239802"/>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B8B46816-68FA-4151-BC72-7BCDDD1AB09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CEC02240-5C05-434B-8E57-DE7C34F4F00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68991118-F826-41F9-AB79-7AE40603A95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6064B462-D6BB-44D9-9FDA-A7D8B7F215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8ACC025D-3086-426B-8570-3D585126DD0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72AE3603-275E-4CF3-8A69-246D8A7A880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4D779BA2-241B-4F7B-8E9C-BAD5217595F1}"/>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C50FBB00-53E1-40A0-824E-0949FD90F682}"/>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93F4D1A2-AD50-414C-93F8-31FFA61662F8}"/>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E579C4DC-94C9-4D15-8FA7-08974762D2C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37AAD8DC-80BE-48E2-88DE-E16BDB653490}"/>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79CF7EA2-C870-41D8-9B80-3DF74E69CDDB}"/>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AD81B09B-E887-4B5B-875C-15F467989FDF}"/>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7C5D52EA-4712-444C-AC72-BDEEA56CA0C0}"/>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123D2CE5-CA6D-476D-9715-BD5AFC8A9032}"/>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531B855E-16C9-4EA9-B68A-AF7C1BA33B1F}"/>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881A711D-BDF1-438F-AC10-0F4F92FF30C7}"/>
              </a:ext>
            </a:extLst>
          </p:cNvPr>
          <p:cNvPicPr>
            <a:picLocks xmlns:a="http://schemas.openxmlformats.org/drawingml/2006/main" noChangeAspect="1"/>
          </p:cNvPicPr>
          <p:nvPr/>
        </p:nvPicPr>
        <p:blipFill>
          <a:blip xmlns:r="http://schemas.openxmlformats.org/officeDocument/2006/relationships" xmlns:a="http://schemas.openxmlformats.org/drawingml/2006/main" r:embed="R6f60105cf99b4213"/>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10ED8E7F-F5A7-4515-B76A-91F7EBD20FED}"/>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EA65A1C4-4E73-4DC5-BB9A-79B8C781B0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59347625"/>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99408FEB-9915-4BC8-92C2-81E2811039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E72028C9-FCDD-43BA-9A1F-E2E6C847B94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52D7AF73-2BD9-49CC-A79A-5104F5026E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74106CC8-CD12-4169-9816-8DA4CF86A5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270DAC6F-99DA-493C-9E22-FABC45D07DD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AE63F9A0-5CC8-4903-9AFA-221613F0D0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017CBE05-4DB9-4082-8F2E-80DED3669DA6}"/>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5CD47216-C32F-4C14-AC10-81EB4D71AB8F}"/>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7FEC9512-45F7-4EB7-AE0C-C5C406CF131A}"/>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BC0CF130-8E7A-4D61-BD7B-4A4BB9066063}"/>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894BA6B4-277A-4ECF-BFD5-8CFDAABABC52}"/>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8D8ED374-8259-432B-8F2B-76FC428652E2}"/>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D743310B-AE30-4949-BD85-AAA5A635980F}"/>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D872B0C9-9D1E-4F3C-9AC3-E9A170B99FD3}"/>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5E565FE9-243D-4D77-A308-B5DBDCD4E8A0}"/>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AAAEDD9A-43F1-48B1-8B2F-48C077DA9450}"/>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306506E2-D7A8-480A-8B42-D6B0C5944E2C}"/>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9BA9863C-B40A-4E51-8037-4739D4E08D05}"/>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4515DDCE-E3E9-43BF-B8C9-B2858CF6E889}"/>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91591364-AACE-4512-87B0-5D116815DB8A}"/>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222FEE28-CAFD-4B49-9DA0-1094290711AE}"/>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AD41A363-5C87-48D6-B600-ECEA268C26CE}"/>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9E9108AF-FD6A-4A32-8327-5D8EC90BA246}"/>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899CEC41-7BC6-467A-9C2C-EB10420489BF}"/>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E0C52693-DD93-4554-BCB3-DFFBCBA4BE20}"/>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CE1F43C2-4850-49DB-873A-5613B9972209}"/>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F36FBAAD-3B3E-4945-8818-89669BA497FC}"/>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D91C98B4-AADE-4252-9D99-CCA046BCA059}"/>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3592EECB-76A0-4848-8E0B-8EE13B85A80D}"/>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5278E54F-2A00-4214-9088-CD045156C395}"/>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5EEEBCAA-4A95-477B-81CB-9EF340B2EED4}"/>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739542B3-F59C-4AA3-A52D-20CFB7A68149}"/>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C7C266D9-E21C-4774-B151-2161D319D605}"/>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2B52E46D-E105-4479-AD20-2001BE2BD989}"/>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829CD146-214C-4697-80B5-74D7756CBB4B}"/>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7D3BA64B-0024-43CD-BAE6-A8368EB46281}"/>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79FC786C-D5C9-4A5A-B5AE-3BDD52F457F2}"/>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07E5BED0-2C39-4594-9956-E5B0EF88EED9}"/>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DE51DD03-DDE6-44D1-BD3C-8F67B1C81CB3}"/>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A5FCFDB4-F23C-47D0-AE95-D3552C2E4E6D}"/>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402E96BE-72A8-4782-B6D2-D2ECFC724476}"/>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3069005F-2F25-405E-9BAF-9886B92BD644}"/>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184F0D03-3315-4562-AAF2-CD427A92F2E2}"/>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7088C4A9-7FB1-4A6E-AD4C-D92EAA5BDB2B}"/>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B0D4741B-342E-4B0E-BAC7-3E37717576D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36118287"/>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491508EA-7F4B-4C9E-88FC-D0D02A8BC2A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B920299C-C519-4E3F-A92E-5399AD4AE0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96EFF3C0-0B10-4792-86E4-DBA7E99DEC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694D00BF-4D32-4207-B721-909B922D61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8F11F515-0541-4475-97C4-0F6643802C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86F67603-D927-4CD3-BE26-B938202A9E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8B7FE76E-9D80-415A-84B7-98F9DF913572}"/>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0C77B75F-FC94-4511-B74C-82606A7D95AC}"/>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D6AAC40B-EFF0-44CF-88DF-9699B6F39E9F}"/>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D0A164F0-EC67-4978-88C7-2E633484108E}"/>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C8EC3F89-ABA7-4CBA-BBE7-94EF1B2E3885}"/>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AAEE1CF9-DF89-404D-B4D5-2D248BED6D03}"/>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75788AB4-822B-4BB6-92D9-2C9412A38298}"/>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DD7FE67A-67B3-4FF9-96E4-905498973A55}"/>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DDEDC9E4-52B5-4CF9-8682-E7A2BB071807}"/>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77B99BA0-D43F-487C-8BEB-A91B08BEF172}"/>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D7F5018B-82B8-45EA-82AE-36F5BEF699DD}"/>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2C7DEC58-C8A5-48A5-9DE9-7B141132DA48}"/>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3296C291-79D3-4F65-8060-51C703B2C07B}"/>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F26876E4-14AB-49AE-8125-A0E2376B08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89065674"/>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7CEF3B7B-D326-4235-B333-87E0E3213AD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318D4ADB-7B83-4911-AE7D-EE5E46B3938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56113441-8160-44D8-A709-F02932E6DDF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867D8D2B-B6EB-462F-A621-D6997E4221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C6E06934-001C-4C7D-A263-27981814E4D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546D9E46-E50B-4A4A-BB86-9E5B1E2345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B0506607-A14A-4E9C-887C-01C709E2FDE5}"/>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DA210DD2-9376-49C6-89B8-131B862A72A1}"/>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040778CD-2723-4053-91EB-AA83DD69ED06}"/>
              </a:ext>
            </a:extLst>
          </p:cNvPr>
          <p:cNvPicPr>
            <a:picLocks xmlns:a="http://schemas.openxmlformats.org/drawingml/2006/main" noChangeAspect="1"/>
          </p:cNvPicPr>
          <p:nvPr/>
        </p:nvPicPr>
        <p:blipFill>
          <a:blip xmlns:r="http://schemas.openxmlformats.org/officeDocument/2006/relationships" xmlns:a="http://schemas.openxmlformats.org/drawingml/2006/main" r:embed="Reb7c4ea8fe974f5f"/>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7BE7D10B-34F3-4223-B502-55131BA6A41B}"/>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E29777E6-59D8-491E-A177-7929DE5E6EB9}"/>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B2829A65-DC2C-4051-8D80-E071EE7DBF59}"/>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DA8C1A6A-E24A-4054-B314-C61F105277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521486022"/>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C6CB1F20-4B54-469C-9550-EBA0225573E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08">
            <a:extLst xmlns:a="http://schemas.openxmlformats.org/drawingml/2006/main">
              <a:ext uri="{FF2B5EF4-FFF2-40B4-BE49-F238E27FC236}">
                <a16:creationId xmlns:a16="http://schemas.microsoft.com/office/drawing/2014/main" id="{EAED63DB-972B-4F01-A31E-54FFA3A72E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작업은 Codex에서 시작한다">
            <a:extLst xmlns:a="http://schemas.openxmlformats.org/drawingml/2006/main">
              <a:ext uri="{FF2B5EF4-FFF2-40B4-BE49-F238E27FC236}">
                <a16:creationId xmlns:a16="http://schemas.microsoft.com/office/drawing/2014/main" id="{1238032B-CD2A-4D48-876B-63BFA024BA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7BA9EDCC-9F62-4972-A9E3-89EF7846E80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E4E54254-D697-400E-887B-68E693E2C9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C9CF1B94-E3A5-4560-8B91-33B9B638CD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174ECAE6-BE74-48FE-AFC9-5C95C69C146E}"/>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97C716A8-C7DD-4675-A8B8-6056BE6C992C}"/>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1583AEC3-41B6-4E1E-9CB2-925E2C5D084B}"/>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689C92CC-CF51-4E16-8A41-CF17D42532C4}"/>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471F5CF1-19F6-453A-BDE3-910CC8460A12}"/>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DCC5E985-E27B-4EBB-8CDB-5C7274862871}"/>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4EA0D793-9F12-4FAC-A8EF-EA76FEE3B037}"/>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9E040CCA-AE68-420C-8DF0-FE2E09529840}"/>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6228819A-04D2-4F8E-A0DD-F1936035D019}"/>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F6FE444D-28D2-42FA-9527-F8923DD1D7A2}"/>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B9E2E712-61B6-4FA0-A2B9-0619FC147932}"/>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5EEF22CC-3313-4F04-99FB-0A47D89F8A72}"/>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FBA723FA-169F-48CC-887A-3C7ABE63956E}"/>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038D7592-006F-448B-83E7-7ECE0E40A59B}"/>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4A5AB9D2-C403-4863-9050-13344982CA43}"/>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EE198D4D-0605-453F-9014-FBBB446313FA}"/>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F5C48E9B-CC37-44BB-B453-9B0F8103748C}"/>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F0706B40-B19F-474E-886D-1E19B1FD81E0}"/>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93F4D056-3D23-43C2-BA24-CF4E69581A12}"/>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7AF313CD-902E-4DFB-968D-32F312465191}"/>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79ADEBF3-0A48-4025-871D-FA6F43F0D988}"/>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99135E84-129C-49C9-BB1A-470DFCBDF7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584726813"/>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3CA1BF8B-F02A-4FB3-9AFC-AAA0230BBA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09">
            <a:extLst xmlns:a="http://schemas.openxmlformats.org/drawingml/2006/main">
              <a:ext uri="{FF2B5EF4-FFF2-40B4-BE49-F238E27FC236}">
                <a16:creationId xmlns:a16="http://schemas.microsoft.com/office/drawing/2014/main" id="{67490042-696F-4CAD-BF57-A586554942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 접근과 Task 의도는 별개다">
            <a:extLst xmlns:a="http://schemas.openxmlformats.org/drawingml/2006/main">
              <a:ext uri="{FF2B5EF4-FFF2-40B4-BE49-F238E27FC236}">
                <a16:creationId xmlns:a16="http://schemas.microsoft.com/office/drawing/2014/main" id="{33E422E1-4C7C-4479-8452-FE8194AB9F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F383E116-A8BC-4CC8-B419-C79923C136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B84F24CF-9D1F-4875-95CA-726E5246AC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0D63AAE5-04D9-4CC2-A2D0-0AF14DFAA0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77550E18-E7BC-4CB9-8C5A-B6457C376520}"/>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AC1C6004-B7C0-49D8-9C12-274F0A355020}"/>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F1CBE026-0D31-42DB-A29E-65A04AA8811A}"/>
              </a:ext>
            </a:extLst>
          </p:cNvPr>
          <p:cNvPicPr>
            <a:picLocks xmlns:a="http://schemas.openxmlformats.org/drawingml/2006/main" noChangeAspect="1"/>
          </p:cNvPicPr>
          <p:nvPr/>
        </p:nvPicPr>
        <p:blipFill>
          <a:blip xmlns:r="http://schemas.openxmlformats.org/officeDocument/2006/relationships" xmlns:a="http://schemas.openxmlformats.org/drawingml/2006/main" r:embed="Re1f1b4087fd04ad9"/>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859BE8D6-650D-4DC0-95A7-A58E7678ABD3}"/>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A7CF1B5D-6FF9-4C42-9B79-1C76647D08FB}"/>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E4B2BA0B-22E4-4B98-94D7-BDC11C97BEAB}"/>
              </a:ext>
            </a:extLst>
          </p:cNvPr>
          <p:cNvPicPr>
            <a:picLocks xmlns:a="http://schemas.openxmlformats.org/drawingml/2006/main" noChangeAspect="1"/>
          </p:cNvPicPr>
          <p:nvPr/>
        </p:nvPicPr>
        <p:blipFill>
          <a:blip xmlns:r="http://schemas.openxmlformats.org/officeDocument/2006/relationships" xmlns:a="http://schemas.openxmlformats.org/drawingml/2006/main" r:embed="Rd94de8f65d9c46a0"/>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9CC11418-EA6E-432D-819D-9D272091CFC6}"/>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9CA34339-C0EE-48D6-8B10-E15998BEACE5}"/>
              </a:ext>
            </a:extLst>
          </p:cNvPr>
          <p:cNvPicPr>
            <a:picLocks xmlns:a="http://schemas.openxmlformats.org/drawingml/2006/main" noChangeAspect="1"/>
          </p:cNvPicPr>
          <p:nvPr/>
        </p:nvPicPr>
        <p:blipFill>
          <a:blip xmlns:r="http://schemas.openxmlformats.org/officeDocument/2006/relationships" xmlns:a="http://schemas.openxmlformats.org/drawingml/2006/main" r:embed="R9624dcff9d1b48b7"/>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778A9C49-AB63-42D4-A486-00F1B5B17FDC}"/>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7BDA0960-577F-4667-BEE3-762D021E509E}"/>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C58E482B-F7F8-4A0B-BA49-277B14D7F8D4}"/>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B65B68ED-C311-4FB9-8C41-3ACC3F36C12F}"/>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A391E5EB-374B-46BA-99F5-117D74D320CF}"/>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2051C26F-92FE-47F5-8536-AFA27D416999}"/>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0B6150C6-C446-4FBA-96AF-B5E898630F31}"/>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01A7C55A-CF5B-4B02-86AE-A6670C8040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905612442"/>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E45976EE-633B-456E-B326-5E29287B5A3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0">
            <a:extLst xmlns:a="http://schemas.openxmlformats.org/drawingml/2006/main">
              <a:ext uri="{FF2B5EF4-FFF2-40B4-BE49-F238E27FC236}">
                <a16:creationId xmlns:a16="http://schemas.microsoft.com/office/drawing/2014/main" id="{83FA5288-C3CC-4418-9166-A484DA4C69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Repository를 보면 내가 원하는 것까지 알까?">
            <a:extLst xmlns:a="http://schemas.openxmlformats.org/drawingml/2006/main">
              <a:ext uri="{FF2B5EF4-FFF2-40B4-BE49-F238E27FC236}">
                <a16:creationId xmlns:a16="http://schemas.microsoft.com/office/drawing/2014/main" id="{CFFA586C-DC2F-4AAA-8BFD-E44DE2EE1C1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08722B6A-EAB0-4484-8A15-467EC2201A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34758A6C-813D-4190-A525-BEDE395156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94D1A083-5930-426C-B991-7AC174DACF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414FCA38-7FED-4C50-BB34-7032A7B5F3B4}"/>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E0399946-98CC-4918-9829-6C3274A25C30}"/>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DF0CC808-C05F-4388-AE37-35A884566A82}"/>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751A143B-FDE5-4A2F-B466-B29750FBDD7F}"/>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DD7A5607-65A8-4721-B7C4-C486E983B54E}"/>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E05CC6A2-37AE-4D00-A318-BC787CDC601B}"/>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8CE0F84E-5465-4CB6-93B5-8D4AD8EB10A9}"/>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4CEFBA7-F53E-4A51-A1E3-E3A8138DF3FB}"/>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7893A278-30D2-46E5-949D-1506E5190F35}"/>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2D94ACE4-E11B-470D-A163-E90F1B3B96F4}"/>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5A4F89F3-00EC-4C6C-9BC7-A6F0A71049EA}"/>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E4C81935-5E69-4EC1-AF2D-C37BBDB0FD8A}"/>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311E8071-0B29-44A1-A926-19B5C0F9DDB2}"/>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A56D9B52-5F93-4E3E-8CBC-5AFA490598EA}"/>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7608BC63-F8AA-489F-BB16-8B85941A7C5D}"/>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6BD02C52-6D4F-4D5B-A7B6-CC8885843644}"/>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E0E3C597-BE5E-4877-93C4-BCC9F2C28A3E}"/>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2AE5E9F2-6B49-4537-81DE-68C2C709123C}"/>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26F4C882-6962-4A3E-9271-BAA181739395}"/>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AA6BF443-E349-49D8-9155-41A67C2D7754}"/>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22F5FBF5-931B-46F1-B235-E67789F3732F}"/>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A7E03CE7-D379-4F88-A911-E5DDB089445C}"/>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E11ED543-5137-4A32-B390-77F85E6F5AE3}"/>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D896790E-348A-4D0A-8653-CD60EEE0E05F}"/>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3174BA21-786F-46EC-A67D-121AD8EC7D3C}"/>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A33A71D2-5DD6-4C20-85AF-70075D21112F}"/>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83C74A17-19CE-478F-B658-1D037DF704B0}"/>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5252DA64-EA64-4154-BE6C-028406570C4A}"/>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E930D7A4-E78F-4FA3-8E68-1B5D18F79AB4}"/>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C2B442F2-7838-4D37-853E-333B29072280}"/>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97BA54F7-2F78-4B48-845B-B4C5FC07A2F7}"/>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D63C6C78-0C4F-450E-B7BB-EEBA692BB588}"/>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EB651AFF-8163-41BE-AFD1-16D8EBEE5DF1}"/>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3EB3823D-AFDF-45D3-94F3-D37E035E5404}"/>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E21AC83F-8383-4EE0-9B43-EBFE4488605F}"/>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F21DECB5-21A1-4E2D-B7FE-ED931A3ACE8C}"/>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E3E3E3F8-FBF1-4B78-BAE5-271575DFB2E3}"/>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E4307A2B-A0FC-4EC4-9C93-4B8F09C9725D}"/>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8363E651-986D-404A-BB3E-B9D62AC987B8}"/>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6DD45A12-86C5-48EB-B198-A9FC1019103A}"/>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A107E35F-D71A-4CA2-AAEA-CB2E7CF4E48A}"/>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12F57BFF-01F9-41D0-8A17-44A5BD17FE4B}"/>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40B6ECDE-C72B-45AF-B08B-E5CBA583A268}"/>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EC1EAB15-CBBE-4CE1-BA85-173B454D686B}"/>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0E3D73F2-C1AC-4FDE-B21F-F9583A3D88EF}"/>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83195DD6-ABEC-416F-8C38-2CA24057A334}"/>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CF1A4068-AB98-433A-A956-18A120295A65}"/>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F529270C-F5F6-4AD7-8A4A-810D98784051}"/>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724D297D-D01D-4FD2-B05B-13C6B762659A}"/>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944A1606-8B1D-4675-B035-78AA7B2C5FD8}"/>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9FC1CB1E-8AA9-4AD2-8214-00213E90B305}"/>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2CE7AF1E-8457-4C0D-8152-5C0F86CD2F5A}"/>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2D5D38D5-1F45-41DE-8714-7BAA7C99B38B}"/>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79DB21FD-75A9-4AF0-8881-A20B4CC25F73}"/>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2A1191E8-48A4-436E-BD73-ED14826161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405795869"/>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2E669FF5-1E3F-4923-B7FF-A36CBCA12E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1">
            <a:extLst xmlns:a="http://schemas.openxmlformats.org/drawingml/2006/main">
              <a:ext uri="{FF2B5EF4-FFF2-40B4-BE49-F238E27FC236}">
                <a16:creationId xmlns:a16="http://schemas.microsoft.com/office/drawing/2014/main" id="{6C07C502-EBFC-4052-B5DF-2A633E2E1E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Task에는 무엇이 아직 정해지지 않았을까?">
            <a:extLst xmlns:a="http://schemas.openxmlformats.org/drawingml/2006/main">
              <a:ext uri="{FF2B5EF4-FFF2-40B4-BE49-F238E27FC236}">
                <a16:creationId xmlns:a16="http://schemas.microsoft.com/office/drawing/2014/main" id="{2C7A2A52-F2B9-42C4-91D6-9015E6E6FE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1C34F189-49BC-4A98-AA39-776F750F6E8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DF505D88-E7A8-4D0A-B611-592115B5A0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3112EB4F-1B7D-4BD6-B909-DB96ACE097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EC2A9FF3-E260-478C-9924-193AB89E576C}"/>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76F03375-3307-4F7C-8D9B-4099544C0D2A}"/>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F6D4973A-5686-424A-9C20-414B054F2967}"/>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8DBFFBA5-271D-4ABF-A49C-4284C94DFA73}"/>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74FA2F7C-930E-4D74-B2B6-2D7A2C967719}"/>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15531911-BFC4-43E7-B5D1-2B12E6B07FDC}"/>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4E0ECC66-F558-4C1C-9957-E9EEEB471FCC}"/>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1355108-CA93-4901-B740-4DE7A40D9C15}"/>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207CA84E-F997-4579-B0D1-1AE71A414C9D}"/>
              </a:ext>
            </a:extLst>
          </p:cNvPr>
          <p:cNvPicPr>
            <a:picLocks xmlns:a="http://schemas.openxmlformats.org/drawingml/2006/main" noChangeAspect="1"/>
          </p:cNvPicPr>
          <p:nvPr/>
        </p:nvPicPr>
        <p:blipFill>
          <a:blip xmlns:r="http://schemas.openxmlformats.org/officeDocument/2006/relationships" xmlns:a="http://schemas.openxmlformats.org/drawingml/2006/main" r:embed="Ra903c15c22844581"/>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9C959D19-900B-42CC-ABD2-A3CD1F618490}"/>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F583C5DF-EAD5-4B3D-ABBA-BEC61D9AB9AB}"/>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E6541293-10EE-4D5B-A580-601E7CBB59BC}"/>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3CD056AF-3FFE-4E36-B0EE-8240FDF43B9D}"/>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DFF50447-1FF3-46AF-BF1C-B6BA857EFE12}"/>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08E6157E-CD93-40EB-824D-41672DE5BD09}"/>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9979A248-BC54-40FD-A1B6-B66BEB9D34E0}"/>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AF519DDB-DE13-4D0F-9CF7-54A5F530B41D}"/>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75EF670D-F525-49C8-BD87-91229690594A}"/>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21603C16-CD80-40C3-A157-F87BBAA816CF}"/>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05083206-3E7D-4BD8-9A2C-FD53722C14E9}"/>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26B38399-776E-4745-8BE2-C591AA614B6E}"/>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60F684BA-1C15-4621-8ED0-68D35A5B6229}"/>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B5E228B4-F40C-497D-A4E1-331D770EA6DE}"/>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C7A4B72D-CA85-453D-AD12-28CC5945C5C8}"/>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415312BA-3D1A-4695-A213-AD7AA7862B00}"/>
              </a:ext>
            </a:extLst>
          </p:cNvPr>
          <p:cNvPicPr>
            <a:picLocks xmlns:a="http://schemas.openxmlformats.org/drawingml/2006/main" noChangeAspect="1"/>
          </p:cNvPicPr>
          <p:nvPr/>
        </p:nvPicPr>
        <p:blipFill>
          <a:blip xmlns:r="http://schemas.openxmlformats.org/officeDocument/2006/relationships" xmlns:a="http://schemas.openxmlformats.org/drawingml/2006/main" r:embed="Rfb04f866a71f40d3"/>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9671883F-D644-4C28-95B3-D0A2BECB2D63}"/>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9EB7E1C5-7878-4872-BFC4-A3728307AF4C}"/>
              </a:ext>
            </a:extLst>
          </p:cNvPr>
          <p:cNvPicPr>
            <a:picLocks xmlns:a="http://schemas.openxmlformats.org/drawingml/2006/main" noChangeAspect="1"/>
          </p:cNvPicPr>
          <p:nvPr/>
        </p:nvPicPr>
        <p:blipFill>
          <a:blip xmlns:r="http://schemas.openxmlformats.org/officeDocument/2006/relationships" xmlns:a="http://schemas.openxmlformats.org/drawingml/2006/main" r:embed="R502b41a3f3114321"/>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32B330DD-236E-4525-97D8-89B6E62485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13759474"/>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7351A264-4D45-40F4-AC0C-D9F2213903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2">
            <a:extLst xmlns:a="http://schemas.openxmlformats.org/drawingml/2006/main">
              <a:ext uri="{FF2B5EF4-FFF2-40B4-BE49-F238E27FC236}">
                <a16:creationId xmlns:a16="http://schemas.microsoft.com/office/drawing/2014/main" id="{A765769D-7722-45E1-8194-1619C214D4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요청만으로는 의도가 보이지 않는다">
            <a:extLst xmlns:a="http://schemas.openxmlformats.org/drawingml/2006/main">
              <a:ext uri="{FF2B5EF4-FFF2-40B4-BE49-F238E27FC236}">
                <a16:creationId xmlns:a16="http://schemas.microsoft.com/office/drawing/2014/main" id="{450E0DBC-1DD8-435F-9D9E-A5E176EE74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63BA3C0F-773C-4D0F-BAF5-13514CDA7B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992FD688-A768-4141-8D49-C318EDDD09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CDDB9FE5-7F44-4786-8AA2-C8FBF13896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DD229B81-DD4B-44E6-81BA-13D7B0A155EB}"/>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CA52ABDC-7CE2-47A8-B6F2-DD16552652A2}"/>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EDB3D947-FE80-4784-A31D-A9D1BDAD4819}"/>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4DEEB2A-31C5-428B-A80A-C8FB2409274A}"/>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17D0A776-70A6-4DBB-9DD5-765D32B594D3}"/>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30106CE1-2DCC-42D2-A0C4-A86F6513129A}"/>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CBBD9938-20C6-49B7-95F9-CDC13D70C0C0}"/>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CBEF0E7-F397-434C-AF54-EEF9777357A6}"/>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7712E3C9-0C93-4FB4-B4FC-089DE6529FC1}"/>
              </a:ext>
            </a:extLst>
          </p:cNvPr>
          <p:cNvPicPr>
            <a:picLocks xmlns:a="http://schemas.openxmlformats.org/drawingml/2006/main" noChangeAspect="1"/>
          </p:cNvPicPr>
          <p:nvPr/>
        </p:nvPicPr>
        <p:blipFill>
          <a:blip xmlns:r="http://schemas.openxmlformats.org/officeDocument/2006/relationships" xmlns:a="http://schemas.openxmlformats.org/drawingml/2006/main" r:embed="R183e669edf8c4e9d"/>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387AD004-C057-4BD6-B94E-EA2A0436C8F6}"/>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B5CFF86D-908B-49D8-A358-78B07C2E19A9}"/>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3BD7F0CC-D33A-4289-8703-300BC0572F24}"/>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0E79199A-60C4-4C5D-941A-5B135E59E6C2}"/>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32368D96-E7ED-4EB2-B1B7-5B111745A171}"/>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FC45DAD2-08C6-4C58-9E5C-4811841D0F34}"/>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A1B98EC1-E4D6-4108-950B-09390E666019}"/>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C203DA36-AA57-462A-9DF0-718A85D3A18B}"/>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10AE741D-61FC-4956-9335-4028F48E5B07}"/>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1A7A7D98-8693-45E0-859E-AC8BA1C6B8F5}"/>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A2AA6FBA-83A6-4393-9A53-FD4417B61E4D}"/>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35190C98-77D8-423A-9C68-976EAAEBEBF7}"/>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59F3F681-F124-4802-B97A-DE1E23E098F8}"/>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0EB2F18F-A030-4CCB-B8B9-8BC27440AD9A}"/>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166156BD-4D77-4D0A-A370-1D60E3F6EABA}"/>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764DEA3C-9077-4EA4-9874-5A282C5F29BF}"/>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7338A14F-179C-429C-A284-4D2337568858}"/>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156B46EA-2725-4F03-AEBE-8D0E51A4B4DF}"/>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7A50A9FF-1786-404F-9B19-4BC6076F460B}"/>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390AFAF7-8054-43EF-9F83-20852707691F}"/>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731C335C-BE01-451B-B3CF-D56DBD1EF469}"/>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F6322F19-1ECB-4618-9311-4AC6D23CFA96}"/>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50DE76FF-DB7A-4888-A5C4-CAB5D071F346}"/>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108AF8CF-1DD9-4372-AE06-D337BB006074}"/>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14A1E0F4-019E-4684-81C7-A5E2FBA3D331}"/>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B84B9A6C-79DF-47D5-AFDA-12904E2546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84304405"/>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DFB8982A-C2FD-46E2-8858-75E89C6D83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3">
            <a:extLst xmlns:a="http://schemas.openxmlformats.org/drawingml/2006/main">
              <a:ext uri="{FF2B5EF4-FFF2-40B4-BE49-F238E27FC236}">
                <a16:creationId xmlns:a16="http://schemas.microsoft.com/office/drawing/2014/main" id="{6E4597CF-21A9-4EDD-A9B6-643348ECC99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원하는 작업 경로를 Prompt에 담는다">
            <a:extLst xmlns:a="http://schemas.openxmlformats.org/drawingml/2006/main">
              <a:ext uri="{FF2B5EF4-FFF2-40B4-BE49-F238E27FC236}">
                <a16:creationId xmlns:a16="http://schemas.microsoft.com/office/drawing/2014/main" id="{AF53BE64-EC37-46D2-A6CA-0AEA4BFFBE4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0A01003D-AC68-4AC1-8506-EB72FD63DE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A67EA0C1-6566-409D-930A-7F932DD9A4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A148410F-6E96-4B87-B0B0-B158C4CD0F1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3C146B54-FF72-4E9F-B568-A2C61F103BB1}"/>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A3A7F7F8-CF67-41A6-A450-8A0900AC8C30}"/>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AE707219-7B5B-493F-AAC5-CD6548E38C7A}"/>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92E6BA5F-B812-421F-B5DE-A9C971F0F1A5}"/>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EEEF5939-E340-48BB-A50B-9892D23EFDF1}"/>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645BF3DD-A2EC-48D3-BE0D-2F793C59326F}"/>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9D766126-D2C1-4286-ADA5-961C2D14311D}"/>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FF7396A6-FD74-43B5-8048-D1B2B536A051}"/>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CFD75920-1324-419A-AB38-9D90A2BA7F4F}"/>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A3E8F404-D671-45F8-811A-AA9222756876}"/>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060069AF-8997-452C-A6CE-688C1486418A}"/>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4ACD37CE-CCA9-4513-8190-890B79BADF7E}"/>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3526FAAC-26DA-4009-98F4-729CBC50F18B}"/>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0D9EDCD3-1801-448A-9516-0F036593E850}"/>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110F948B-E2D6-4AE4-B03E-18024ABA2684}"/>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36019657-DF1A-450B-99A1-411409BCBD7B}"/>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445AAF70-C615-4ACB-89EC-93FFE6EAA823}"/>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2EC0C968-17C4-4DED-B888-138F420FDD65}"/>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B0ACE468-5B3D-44BC-B671-77092F5F0DC2}"/>
              </a:ext>
            </a:extLst>
          </p:cNvPr>
          <p:cNvPicPr>
            <a:picLocks xmlns:a="http://schemas.openxmlformats.org/drawingml/2006/main" noChangeAspect="1"/>
          </p:cNvPicPr>
          <p:nvPr/>
        </p:nvPicPr>
        <p:blipFill>
          <a:blip xmlns:r="http://schemas.openxmlformats.org/officeDocument/2006/relationships" xmlns:a="http://schemas.openxmlformats.org/drawingml/2006/main" r:embed="R4d8cd030fbe44b5b"/>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F10773C9-1665-4A69-84C9-643F00631042}"/>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8ABE8A51-8959-4BD5-9558-4A00BBE0798C}"/>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D62EC06C-A0C6-4D8B-B92C-40BF04D05AFD}"/>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3B731ABD-6F6E-4097-A327-361BA6BC1460}"/>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A790E360-0D80-49B0-A614-406F1E59D249}"/>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1EB3A685-7709-4DEC-8515-CB971BED7637}"/>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D00078F9-FE0E-433F-8112-E396DF8D6C6E}"/>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A1B481CE-45EE-41C2-B1DA-794827E63BB6}"/>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5421EF25-DA46-4B36-BCD5-28A0F777C174}"/>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27E613AD-1628-4171-9A71-5B793F4487FF}"/>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B87FA5B0-0993-4A0B-9ECE-A1EE225FFC72}"/>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74B1F839-366B-4FC4-9DEA-80319821E1AE}"/>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2E193E1D-8856-4D7F-888E-57240FF03451}"/>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97968B2D-57A6-4BA9-9F36-16EFF5960F30}"/>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0BD5741D-6E63-4117-B269-0D1995213D12}"/>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CC30260E-DCDD-42FC-A80E-6E79B6252519}"/>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C21581B0-9D06-45F7-900D-30BFCCCAB4D0}"/>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C3B476A1-7B90-4731-A44D-1F8C869083B0}"/>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16556DEA-84EF-4D6E-B805-715FA2CDD08B}"/>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504B5170-9A74-4DB7-9BB3-68FD1D3D68A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82935752"/>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DDFB45EF-13DB-4317-AB4C-20EDEC77C9D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4">
            <a:extLst xmlns:a="http://schemas.openxmlformats.org/drawingml/2006/main">
              <a:ext uri="{FF2B5EF4-FFF2-40B4-BE49-F238E27FC236}">
                <a16:creationId xmlns:a16="http://schemas.microsoft.com/office/drawing/2014/main" id="{AE4EC95F-A3E4-4A14-9CA9-D73F3FA6DA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개발자가 정해야 하는 경계">
            <a:extLst xmlns:a="http://schemas.openxmlformats.org/drawingml/2006/main">
              <a:ext uri="{FF2B5EF4-FFF2-40B4-BE49-F238E27FC236}">
                <a16:creationId xmlns:a16="http://schemas.microsoft.com/office/drawing/2014/main" id="{9EB48D34-E09F-4591-A110-A08995D3DF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6A00B5D2-81A3-4C6D-A684-83FF08323E4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0329007A-AD74-49A6-A561-C756765F8E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D4BDF360-94BF-4D08-BC05-EA3E7288B8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1EA3BD63-2B4C-466A-AB2A-6C410F1F9240}"/>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B21FAFF0-4697-4B19-9851-DE65CAF7D37F}"/>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C1958CB6-F921-44DD-B3C8-337C3ADC0533}"/>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92245571-5879-4C67-828B-5A359578C07A}"/>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4E888CEF-59E3-4584-99B6-54FE4B5CDE37}"/>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ECF56FF9-4E89-448C-AB01-CFD5B8EE8805}"/>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B3D8E62-7809-4692-A2A1-E2CAFB245180}"/>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ADB26DF3-442F-47A6-BF71-E7AEE2CA6BB8}"/>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5DADD8D4-B42B-4590-B03C-7908ACCBB53B}"/>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107C2663-17CC-4482-B17C-43A65C6AAC44}"/>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675A7BEF-1B29-4BF9-90D9-1D2C587756CD}"/>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BD467E56-D481-4D04-9933-08930A170DD9}"/>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3F1D7DF0-878E-4D8F-90E7-B48A0678A919}"/>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58F5D8F1-F6FA-48EC-95E1-FE5563E7D50A}"/>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0A937C3E-984F-4624-9EE9-2E0768D74CA4}"/>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D9F6AB47-EA21-4332-B5B7-8735B45243BC}"/>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D2DDB31C-67B9-4602-BF1B-CFCFE76F7A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185107179"/>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1BFFE739-9957-4C00-AA74-8F0A3DA918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5">
            <a:extLst xmlns:a="http://schemas.openxmlformats.org/drawingml/2006/main">
              <a:ext uri="{FF2B5EF4-FFF2-40B4-BE49-F238E27FC236}">
                <a16:creationId xmlns:a16="http://schemas.microsoft.com/office/drawing/2014/main" id="{66352E8C-55B3-4C80-9456-146759A8E8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Task Specification의 다섯 책임">
            <a:extLst xmlns:a="http://schemas.openxmlformats.org/drawingml/2006/main">
              <a:ext uri="{FF2B5EF4-FFF2-40B4-BE49-F238E27FC236}">
                <a16:creationId xmlns:a16="http://schemas.microsoft.com/office/drawing/2014/main" id="{CA8A9E16-A834-4803-95E9-1AD8DF5DC7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EC96A959-26B4-4652-A09C-1C1C6B2311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31D52FC7-1414-4AC0-91BC-6CCCB22350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9FB69ED7-DDE6-4C6F-BAF5-E2922EB787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9B697CCC-64A4-4067-AFB4-D498EB97425A}"/>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7ED35CF7-56B9-4072-B9D7-DEB86E698829}"/>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8986690E-C948-4D7F-930C-E4BA24AA35FE}"/>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D0B3C594-C509-4073-ADC7-F8CB56C76E09}"/>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841D8CCF-867B-457E-A978-2762984BE0BE}"/>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626B4990-69C7-41E2-AA70-3458AC11796E}"/>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FE7FF87B-2BDF-4C24-A0CB-ADD772CB3F91}"/>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CFD79801-94ED-478F-B39D-0FD167A1F572}"/>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667FE262-E18A-44B1-BA64-C30870E4990C}"/>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CD4E9484-996A-4FE8-A8E6-EB7A95B0E79B}"/>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AE25EA14-383D-4051-9CDB-F947F5E98A67}"/>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FDEF8DAC-52D3-41AC-A9CF-72B2CA7905C1}"/>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A8CEA3B5-47B6-4A21-80D9-568DBD3820B5}"/>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37DC5F6D-DBD3-4A83-9F82-CA8384C6C12B}"/>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4C932A8E-A865-4324-B049-36FB7FF80639}"/>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A4130DC6-93CE-4B1B-8117-8041717BCEB7}"/>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059D607C-1F57-4577-A405-7EB30CF0A392}"/>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10D2AEFA-679C-4084-81C6-FBFB90785DDD}"/>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43661C94-F8F1-4583-81A4-F411A9DD44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124057755"/>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72991F68-D024-47C3-A519-9A30D4DE9F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6">
            <a:extLst xmlns:a="http://schemas.openxmlformats.org/drawingml/2006/main">
              <a:ext uri="{FF2B5EF4-FFF2-40B4-BE49-F238E27FC236}">
                <a16:creationId xmlns:a16="http://schemas.microsoft.com/office/drawing/2014/main" id="{98137A93-0C77-48BE-8A59-BE3C23CBEC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더 긴 Prompt보다 분명한 경계">
            <a:extLst xmlns:a="http://schemas.openxmlformats.org/drawingml/2006/main">
              <a:ext uri="{FF2B5EF4-FFF2-40B4-BE49-F238E27FC236}">
                <a16:creationId xmlns:a16="http://schemas.microsoft.com/office/drawing/2014/main" id="{CA98E5DD-B18F-42FD-8126-87B5F6A18F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0C875F8C-10FA-44FE-9353-D33F020DD2E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8236B6C7-2F0C-4CDA-AA6A-8F8060AD1D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F92CCCFB-8491-424E-A4C2-0188221FF1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9EED7832-B98C-40C2-B9D4-4FD5386AD95A}"/>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4CFFC8A6-1E3D-49AE-8CFF-E985AF57F46D}"/>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FCA2D852-748B-4FE5-AA98-9457ADAF74F1}"/>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4927DAE0-CAF9-4549-ABCE-2DD25298B487}"/>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3335375D-8970-489E-9B78-73E68DF88559}"/>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B76BA80C-60CF-46A9-9520-0D9EC288495B}"/>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8A4441ED-767A-42C4-854D-A689A99FE85D}"/>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07ADC53A-3FE4-42C7-8CBD-5A41A9751C33}"/>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7D97DA8A-4087-4810-8EB6-D7D8EBDB18B6}"/>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8BE44A3D-27CA-4E73-9BB8-F8464BBFFE27}"/>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0DB4FE5B-014D-4303-A255-C3FC87B8E891}"/>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297BE67D-AA3A-49F1-89C4-C163C0EF7E42}"/>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6D644D4B-787C-4D1D-B174-DF2F59823D95}"/>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B4EC2AED-9FD4-493A-9126-8573360D58B1}"/>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83307A52-3010-4DAA-B405-F3CBB909B0EA}"/>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8FBCA079-9F3E-4C62-82C1-9B9B275CDC3C}"/>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2F8B160C-CC0B-4F9D-8C90-4A4E09AF8EC0}"/>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935A9D2F-580A-4A1E-9770-21B7FCBE8503}"/>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7054CF25-8A71-443F-809E-E7B214526B34}"/>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109D07C3-FEDF-4E4A-9DA1-94117621EA2C}"/>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31954944-9779-424E-9600-C5B190AF9452}"/>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3B268CEB-BEEE-4E00-83F1-545C54AE393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926DB943-F709-4D3D-B672-6197644A19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745087357"/>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11BD6A22-1B11-4FA9-A307-DE364AB0FF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17">
            <a:extLst xmlns:a="http://schemas.openxmlformats.org/drawingml/2006/main">
              <a:ext uri="{FF2B5EF4-FFF2-40B4-BE49-F238E27FC236}">
                <a16:creationId xmlns:a16="http://schemas.microsoft.com/office/drawing/2014/main" id="{10A7DC7F-8372-4990-874E-BA7C51A1F1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요청한 과정은 기록에도 남았을까?">
            <a:extLst xmlns:a="http://schemas.openxmlformats.org/drawingml/2006/main">
              <a:ext uri="{FF2B5EF4-FFF2-40B4-BE49-F238E27FC236}">
                <a16:creationId xmlns:a16="http://schemas.microsoft.com/office/drawing/2014/main" id="{A69310ED-FCE7-4FC7-B39F-6D878337F0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04BA6A3D-FEFE-40E4-94E2-D6509FDF872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2CE4B1C8-94A2-447E-9766-3B17B7470C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6 예시의 실행 결과 아님 · 단일 CLI 관찰이며 Prompt 단독 효과는 미">
            <a:extLst xmlns:a="http://schemas.openxmlformats.org/drawingml/2006/main">
              <a:ext uri="{FF2B5EF4-FFF2-40B4-BE49-F238E27FC236}">
                <a16:creationId xmlns:a16="http://schemas.microsoft.com/office/drawing/2014/main" id="{FCEC8709-3F77-4732-9A18-7AA8E2DCFF0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S16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DD3A3A55-B5D3-467E-8CB4-7B2F7A90EE03}"/>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3F47B4B7-5A83-49C5-9014-9BD1A615373C}"/>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903E08CA-ED4F-40CC-9ECD-44BAAAC3B7A5}"/>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7CA2DB1D-9A35-4A96-B755-E11900CEBFC9}"/>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C55F7E02-DC3D-4CEE-8253-6CFB5D1D10DB}"/>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C9267B9E-F4C2-42B6-A9FA-3FAF26CE5CD9}"/>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A490A0FE-BC8F-4486-8899-C1A3A7286654}"/>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64A88277-9B61-42C1-A342-B6D4ED94F971}"/>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75299F41-601A-4149-8C9D-C8D5A2E2C1E3}"/>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14E9F385-E549-473F-92EF-B3781852A66D}"/>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1D996F54-F6B7-482B-A14B-C303EC2EA672}"/>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D10AAAC1-313D-45F7-89D1-E9DA0AF677F2}"/>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62FA01D8-376E-4CC1-B5CC-1696DCAF100C}"/>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ED145894-4B3C-4D80-9929-C95F51F8F5C1}"/>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02A36C00-E6B4-4340-9CEA-713FE72720F8}"/>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52BD88DE-AC9A-42D0-AAE3-24B1D1CA7E06}"/>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0FC66207-1B80-4923-BA12-197EA2F8C8E1}"/>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CACB96EC-9FA0-4B63-98F7-32F75BCE7475}"/>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6286E289-97E2-45EB-B630-EAF19A093DE0}"/>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9ED86032-46F1-4D14-8CDE-BBD04948E540}"/>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08C27239-ADD8-48AF-A202-476B57997668}"/>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50BFD9A8-15EA-486C-9F3D-C39F4BCFD554}"/>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0768FF46-FD99-4400-B8CD-00C2F5288C82}"/>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88D3A196-3852-4E3C-BD2C-E93F0EC4C12D}"/>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D5660109-111C-4AFC-A54D-6168D0D84E16}"/>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18">
            <a:extLst xmlns:a="http://schemas.openxmlformats.org/drawingml/2006/main">
              <a:ext uri="{FF2B5EF4-FFF2-40B4-BE49-F238E27FC236}">
                <a16:creationId xmlns:a16="http://schemas.microsoft.com/office/drawing/2014/main" id="{F64C17F0-FA71-4E4A-AE8B-A9E681014EA4}"/>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S18</a:t>
            </a:r>
          </a:p>
        </p:txBody>
      </p:sp>
      <p:sp>
        <p:nvSpPr>
          <p:cNvPr id="33" name="05 확인·보고 결과  ·  S19">
            <a:extLst xmlns:a="http://schemas.openxmlformats.org/drawingml/2006/main">
              <a:ext uri="{FF2B5EF4-FFF2-40B4-BE49-F238E27FC236}">
                <a16:creationId xmlns:a16="http://schemas.microsoft.com/office/drawing/2014/main" id="{AF35B0B8-9EA4-4F08-BD2D-BFCC7C9FE974}"/>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S19</a:t>
            </a:r>
          </a:p>
        </p:txBody>
      </p:sp>
      <p:sp>
        <p:nvSpPr>
          <p:cNvPr id="34" name="Legacy module connection">
            <a:extLst xmlns:a="http://schemas.openxmlformats.org/drawingml/2006/main">
              <a:ext uri="{FF2B5EF4-FFF2-40B4-BE49-F238E27FC236}">
                <a16:creationId xmlns:a16="http://schemas.microsoft.com/office/drawing/2014/main" id="{8D16A1F4-B2A3-4985-AB07-735A5E0A0D1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789183229"/>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0B56072B-BA4E-4C17-AB01-407487161C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18">
            <a:extLst xmlns:a="http://schemas.openxmlformats.org/drawingml/2006/main">
              <a:ext uri="{FF2B5EF4-FFF2-40B4-BE49-F238E27FC236}">
                <a16:creationId xmlns:a16="http://schemas.microsoft.com/office/drawing/2014/main" id="{9847FF3D-36A3-4B7C-BC50-49DFBA8B8C1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조사에서 한 줄 변경까지">
            <a:extLst xmlns:a="http://schemas.openxmlformats.org/drawingml/2006/main">
              <a:ext uri="{FF2B5EF4-FFF2-40B4-BE49-F238E27FC236}">
                <a16:creationId xmlns:a16="http://schemas.microsoft.com/office/drawing/2014/main" id="{9529CA13-D543-4597-AA31-1CD5A6D252C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B304584F-93BE-4CBD-ABA5-6C86013CC0B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055BA243-1155-4044-9B72-1822EC68F4E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F1B61F01-8562-412C-8B8A-0C24223B49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E40063F1-7733-4E8F-8432-16005A2DBEDA}"/>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A1F21016-3139-47A7-A2E1-1704191D33D1}"/>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7BE97ABB-462A-4268-B1F2-85F1C873229A}"/>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5816527-3C50-42F0-89B1-1E4AC5726C88}"/>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52C3F384-363E-42DC-BD21-61E292918CEF}"/>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423F560B-CA8D-414D-9719-7AAB081777E9}"/>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39CF21D6-36A3-45EA-8D3A-F444DBC91E68}"/>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F6C22B5D-C436-4128-94BD-59435205F8F7}"/>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CCDDD6E3-EA1E-4D83-B7F0-ADAB2CD1F479}"/>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4137CA9A-5626-4D29-AD07-E438DEAF6FF3}"/>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CA41AD69-CC61-4441-9CB7-3D4D460DA6FF}"/>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C61A8F66-1B1F-48DE-9AC7-62B52CE58D70}"/>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54A07B31-CEAF-42B9-BC1F-16A1845A440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59246220"/>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B8404A0A-7817-4FAA-BEDA-77078B676AE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19">
            <a:extLst xmlns:a="http://schemas.openxmlformats.org/drawingml/2006/main">
              <a:ext uri="{FF2B5EF4-FFF2-40B4-BE49-F238E27FC236}">
                <a16:creationId xmlns:a16="http://schemas.microsoft.com/office/drawing/2014/main" id="{DAE64DCD-9648-47AF-8BDE-5733FB77D6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변경 결과와 확인 증거">
            <a:extLst xmlns:a="http://schemas.openxmlformats.org/drawingml/2006/main">
              <a:ext uri="{FF2B5EF4-FFF2-40B4-BE49-F238E27FC236}">
                <a16:creationId xmlns:a16="http://schemas.microsoft.com/office/drawing/2014/main" id="{31F39AF6-AA41-4524-90EE-FA84BE6837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E84442F8-A5B7-4175-AB17-E825D4FEAE6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EEA57A6E-5B1D-4842-B50E-E908D8B5C5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2D700D05-6FAE-468C-8721-BC9B644A5FE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C7EA9A67-9B97-4E8E-82E6-423CA243B13D}"/>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0AA484CC-D7B1-435F-A4D3-6B0C5B57D9DB}"/>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31579AE1-A691-4BD2-BD9B-31AA1D7A9994}"/>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0D546023-D16C-4BA6-995F-E88FB6EC4B92}"/>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5239873B-0E87-4E88-A8ED-BBC82DC207E5}"/>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B09C3735-D437-4C42-BD0F-7738BD0864E1}"/>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D667A62B-D48D-4698-AB90-67A34CC5C003}"/>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7F9864BD-AF7A-4E36-A614-701038BE9FA2}"/>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98F5760C-16B2-4BBB-AE97-13A132A040D6}"/>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E14392D5-2344-4FFE-8C26-04A91CCFBF1D}"/>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8C0B16FF-F293-48D9-AEDA-07CD58059BC2}"/>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4688EC14-CE2E-4959-9827-5C839268909E}"/>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86CA7F94-9A82-4471-BA94-ADCC049648FA}"/>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1BE1D19A-A862-40BB-95D9-9A8913353AC3}"/>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4BBC6A7A-2CE2-4932-B54E-627DBB94385E}"/>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C4794DEA-08B4-42C1-A2FA-3410080FEDF8}"/>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0AC25249-28AE-4E12-94EF-7BCAD5E574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48077855"/>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EBD5E8C9-A6E8-4CEB-9E9A-A3DCEB9FEE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0">
            <a:extLst xmlns:a="http://schemas.openxmlformats.org/drawingml/2006/main">
              <a:ext uri="{FF2B5EF4-FFF2-40B4-BE49-F238E27FC236}">
                <a16:creationId xmlns:a16="http://schemas.microsoft.com/office/drawing/2014/main" id="{9F4BB5CC-E77C-4370-9C1F-1EE90269157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Generated ≠ Done">
            <a:extLst xmlns:a="http://schemas.openxmlformats.org/drawingml/2006/main">
              <a:ext uri="{FF2B5EF4-FFF2-40B4-BE49-F238E27FC236}">
                <a16:creationId xmlns:a16="http://schemas.microsoft.com/office/drawing/2014/main" id="{20BD67AE-D350-4F76-9E33-0B6A44246BA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F9E3C295-471B-4C39-BA15-ABEA24510E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B323DDB8-E2E2-4598-B377-8000B4F0E2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EB17D074-818D-4DE3-9227-0B13DAD5A4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5291CB8B-8F7A-4057-B696-E1B3B9D0C5F7}"/>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D9FB5714-B092-4ADC-88F2-BE9CC7EF40E9}"/>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F794F5D5-B859-4908-9D5D-A167D3C1399F}"/>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043C9CA8-6686-4DD8-AF5F-D88E2AC7C1DF}"/>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86F0918C-FBAC-45E7-8C39-C128C2EE9DA1}"/>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508F7EF8-41F1-45D7-8F4A-A5C5137ABA6B}"/>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9630A7FB-968A-4784-A0E7-06528D628E3F}"/>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32AA05D9-488B-4694-B32D-073FFD63D06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3182DAAD-FE88-4CE5-BEA9-163B61C51B20}"/>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4B3D982A-79B2-44BE-A8EA-B3B5EE68DC5E}"/>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5CC612C5-21CD-429E-87D5-1F930C381AFC}"/>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CEA88BAC-7CCD-40A2-95A6-5991508A14C3}"/>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5E6927B6-6D8D-4156-AD1B-9430540D1531}"/>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D226DFEC-A078-4C9D-9646-38226BD3F341}"/>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C7F62CE6-60DF-464C-950B-8CBE6C9F4838}"/>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AAEB5678-50FC-4F8E-8E84-F5068E600FDC}"/>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38E5873A-0AD2-49C3-AFE6-283B6EBC500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784527395"/>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22EFEBCE-21CE-4D8E-A215-13FF9F865C4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1">
            <a:extLst xmlns:a="http://schemas.openxmlformats.org/drawingml/2006/main">
              <a:ext uri="{FF2B5EF4-FFF2-40B4-BE49-F238E27FC236}">
                <a16:creationId xmlns:a16="http://schemas.microsoft.com/office/drawing/2014/main" id="{A16D3E56-2C3A-45C5-AD06-FAA9BD8AA8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Check마다 확인하는 범위">
            <a:extLst xmlns:a="http://schemas.openxmlformats.org/drawingml/2006/main">
              <a:ext uri="{FF2B5EF4-FFF2-40B4-BE49-F238E27FC236}">
                <a16:creationId xmlns:a16="http://schemas.microsoft.com/office/drawing/2014/main" id="{2B762448-3406-4C1F-AEBC-BB1022C4F2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F1ECE3C7-0916-4741-A90E-129FE971CD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F4099AFD-23A3-4BA2-893A-FEE4E8093E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A4DFBA75-ABA1-478C-AA21-DC8A16BCAD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D01E1899-1099-4A78-BF9E-367EB0630127}"/>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23D99093-212B-486F-AAFE-8EDD6D165FBA}"/>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33617662-FC11-431C-9F39-591E61B0C46C}"/>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E49C4F2F-1C3E-48E4-98F6-081FA874B129}"/>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95C24AFF-74F2-4CBF-899E-9F1B989C3CC8}"/>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5098D23A-A28E-40E8-9912-33A1A582A005}"/>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228A2C18-BAB3-4EB2-A3C9-5C34B788167A}"/>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05777892-7DB9-4061-8747-19DD641FC28E}"/>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3313B064-973C-470D-91EA-CA8ADA3FF48B}"/>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3CDE3032-3997-4442-8B91-1B4A0BA0017A}"/>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03D895B3-AF04-4613-88C5-CA273B1E8756}"/>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8D1D2616-4609-4629-B849-9ED2A07356F7}"/>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E24734E5-C7DB-4EE9-A522-4F372FA56CA0}"/>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360AD5A9-439D-4356-9208-6B062797121C}"/>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EF4B8925-1A8D-4D29-ACB7-0C818B485C78}"/>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20B701F2-15E5-4B0A-8D7D-237A729AF8EF}"/>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F05E9112-4B8F-4069-848B-4CA4D65714DA}"/>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3B59FF69-4C3A-4D1E-A533-E6A2622AAD5F}"/>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0A8F3BA8-91C2-4A34-9A61-50EE36669BA8}"/>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36BB12F8-138F-4D41-8036-A6F82BC091D3}"/>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4EF0FD0A-57B1-4CD8-B063-98325AB1CEC6}"/>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B60D96AF-42A1-4C3F-AC8B-C4101D86089C}"/>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365C089C-447F-4973-87AE-CBF9A9B011D4}"/>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F362B621-5A1D-4975-8746-C1973A3B83CD}"/>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EE37BD45-CF4D-416D-BDCA-083DECD6BE26}"/>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0D9A85BD-7EF7-43CC-8424-E2D258D4EE68}"/>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47C83F3D-DA6B-4052-8828-03B7848310B2}"/>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D7624758-AB02-4F9F-B12F-6A104C89CBAE}"/>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6478D2C0-5511-4920-8544-9BCDE0A5F7E9}"/>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F55171AE-CF70-4CDE-8F29-C78B04F671E6}"/>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1AC7EC09-D815-4C64-8F91-BE83C4CE83B8}"/>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2954E151-596B-494B-876C-E23F1B6F63DB}"/>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20C31A4C-A9E0-4184-95CF-68BFF67C6332}"/>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7680765E-E53B-4392-9C29-E9D6435DF9C6}"/>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1AE57D70-152E-4772-B0D6-A6D57405871E}"/>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55308C7A-5F88-4B8B-85F6-3F18229F65F5}"/>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6F581E4C-D794-4D48-81A8-4957521DABF3}"/>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C92ABE3B-A2CB-4EAF-A79E-CB12D62D27EC}"/>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D790A8B9-0889-4B3D-808D-FC71C81C36E9}"/>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1B3BD14F-E334-4CE0-94B8-0567A29B6D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84123403"/>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6154298C-AF17-4ECD-A92E-7DBB25FDA82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2">
            <a:extLst xmlns:a="http://schemas.openxmlformats.org/drawingml/2006/main">
              <a:ext uri="{FF2B5EF4-FFF2-40B4-BE49-F238E27FC236}">
                <a16:creationId xmlns:a16="http://schemas.microsoft.com/office/drawing/2014/main" id="{6A15D1AC-49C1-4777-B5CB-F1BDB7652AF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지시와 참고 자료의 구분">
            <a:extLst xmlns:a="http://schemas.openxmlformats.org/drawingml/2006/main">
              <a:ext uri="{FF2B5EF4-FFF2-40B4-BE49-F238E27FC236}">
                <a16:creationId xmlns:a16="http://schemas.microsoft.com/office/drawing/2014/main" id="{E991C0D9-066B-4B5F-B3DF-2757D37DE1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DD93C67B-539E-4B62-8697-EA68EAD09E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0630D110-C853-422C-BED7-1D58142F1D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076FC83A-0978-413E-9E55-E32992A54C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D4F85DA3-3BAB-4D12-A8F0-16525AAA29E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27BCC4E-325B-40CD-A4BF-9FE8293621D9}"/>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7BFB9C9B-9439-4C40-8FD1-41458D935DEB}"/>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1A31DFD1-5146-4F19-9D38-EDB71257C0F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B767C75-895A-4BF4-81F7-275287258C50}"/>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1667FDE4-45FF-42AE-AE5E-A61382A7ECCD}"/>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79783CEF-8494-4583-A473-02EF0E161685}"/>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EDB1B223-BF89-4748-90B8-6FAA0962469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399D85C4-AF6A-40A0-A977-748E582CEC89}"/>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54851A49-2FD0-4C52-BFA2-C0FAADA5D29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5216E00D-97B3-4093-AF17-DAF34556CEDC}"/>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4E70384F-C6D3-4774-BD62-CC926AFAC7F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3A987691-0857-40D7-9FA0-5B5F9106AAC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7DE92793-C3F1-44F0-A89A-9543910E727A}"/>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14FABD52-C9DF-4B19-A3A1-0A9FAC34A71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07028574"/>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E2B4291B-2AE4-4C9C-8910-9A7D1C335A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3">
            <a:extLst xmlns:a="http://schemas.openxmlformats.org/drawingml/2006/main">
              <a:ext uri="{FF2B5EF4-FFF2-40B4-BE49-F238E27FC236}">
                <a16:creationId xmlns:a16="http://schemas.microsoft.com/office/drawing/2014/main" id="{28DB2996-CDB4-471A-AD5A-6A7BB86653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입력과 기대 결과의 작은 예시">
            <a:extLst xmlns:a="http://schemas.openxmlformats.org/drawingml/2006/main">
              <a:ext uri="{FF2B5EF4-FFF2-40B4-BE49-F238E27FC236}">
                <a16:creationId xmlns:a16="http://schemas.microsoft.com/office/drawing/2014/main" id="{F822DDC8-1499-4C72-96CA-1DAEF4BABA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EF2DC6B0-9C13-4201-8371-C8C365F2306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8D9D8043-0C3E-479C-846F-04E70FFFBCD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D119EB76-5504-49B5-B971-D7CDB2B5A7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39A5F8C8-36DC-402D-A927-BE070E016D7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9F833EC-2918-441B-9ECA-8DFEC6E1789F}"/>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8A3302D8-3954-48C5-8B80-957D7F92129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7DB3C687-35FC-4A44-A1AA-2FF841C9181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92215A90-900C-423E-82F9-4D806C56C74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3D5DB658-EA4C-4293-88DC-FCAAF0C939D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AA37EABC-02B1-4093-92A0-FE4725EE4F9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0A7426FA-A80D-4F07-81BD-5CA91A9708EA}"/>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A8845A18-69B6-41D5-97FE-9038B1697ACE}"/>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DC834F0D-C985-4E6B-82E7-25D3ACF9869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AB39F8F2-7929-45A8-B05E-5126483C28E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2D24A16C-4B90-40E6-93A3-D39ECC99D20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7BA3965A-BBDD-4B0B-BC36-5DB2535BD779}"/>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91604F75-4726-45CC-8E62-E4AB43210B2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252C7634-8514-4495-B7F3-417470E6402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3350401"/>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BB59D906-2229-470F-9780-34DD36D91E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4">
            <a:extLst xmlns:a="http://schemas.openxmlformats.org/drawingml/2006/main">
              <a:ext uri="{FF2B5EF4-FFF2-40B4-BE49-F238E27FC236}">
                <a16:creationId xmlns:a16="http://schemas.microsoft.com/office/drawing/2014/main" id="{5CF06F83-43E5-4193-B7E0-D158B75DF2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바로 검토할 수 있는 결과 형식">
            <a:extLst xmlns:a="http://schemas.openxmlformats.org/drawingml/2006/main">
              <a:ext uri="{FF2B5EF4-FFF2-40B4-BE49-F238E27FC236}">
                <a16:creationId xmlns:a16="http://schemas.microsoft.com/office/drawing/2014/main" id="{A4FAD2B5-E902-4EAC-AB5A-B2C125C8A1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F78CDFBC-1C0D-41A4-A3FF-0C5F46F1CBA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773B5F0E-5C6D-4CB2-8087-EFEA8AEF14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1DEC7A23-7186-493D-9900-C4FF198C25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85833E54-A57A-454B-91F3-3474688728D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C260D11A-9D58-4500-8D07-AB92A5E0888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559FDF15-A5AA-4BD9-8381-BBC4CCAF9C49}"/>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02CEAD30-F3C5-4EFB-A18E-4FC860F1E1D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7943148-CF00-4E7A-9596-751FAD9DE6B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460977E9-B258-4529-BA3A-B8A8EBD7C6F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25FA1165-21FE-4C09-9EEB-34A9DB7D2E3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1AEF95E9-44E1-4A59-8C5B-1686463D7AE2}"/>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0C25634D-CB6A-4269-BCC5-D52AFE77817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F81CD34A-37D3-4521-9A92-6FF2386FF269}"/>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6690D766-D788-4F47-8A2B-57E104F1EC5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0F809797-4978-4873-91F7-A6647F81E17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4744B284-8D22-4DD0-ACBD-EDCF938D34EB}"/>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6AE4A373-DF12-48C7-AEB8-1329486D3EF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B7FF45D7-0979-4F2B-BECF-B587C11DF8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06830379"/>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E1EF3C6F-F000-4844-9702-BD6F25ACFCA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5">
            <a:extLst xmlns:a="http://schemas.openxmlformats.org/drawingml/2006/main">
              <a:ext uri="{FF2B5EF4-FFF2-40B4-BE49-F238E27FC236}">
                <a16:creationId xmlns:a16="http://schemas.microsoft.com/office/drawing/2014/main" id="{E53B6300-FCAE-4FD0-8FC9-C3CBB21A7B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근거가 있는 설명과 미확인의 구분">
            <a:extLst xmlns:a="http://schemas.openxmlformats.org/drawingml/2006/main">
              <a:ext uri="{FF2B5EF4-FFF2-40B4-BE49-F238E27FC236}">
                <a16:creationId xmlns:a16="http://schemas.microsoft.com/office/drawing/2014/main" id="{7505095B-1F34-47B3-8E08-ECA0CB0014F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51711606-96B9-4728-B6DD-39602B9813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10BA5FAB-E9BA-4699-AA2C-2D1B3AC2C8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28C95955-569C-40E7-A171-A75B7FC0A8E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D6BCF4F4-785E-4846-BD5B-6C0D8149274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9D6CC9C2-0646-417C-BB29-EFC9F342859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CB93F85C-4EF3-4266-9181-B091C066A375}"/>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7B494C6B-59EC-48ED-8F93-7EB470CD1D6A}"/>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8292AC50-3F14-423B-A150-F1B515DECD77}"/>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AD5ADFF-3E06-49A6-9568-BFEC7F936DCC}"/>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D5CB7CA4-2679-4245-B60A-6A82EAFB5A0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EB6A1D2F-2C63-434F-B7D8-33B3F233444D}"/>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FDD49D90-0408-4677-B7A7-81432182F2C4}"/>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AD297157-6612-4BDA-A272-EA9CFD236A10}"/>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F468935B-5EF9-4196-97CE-6500483EDF3F}"/>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99CC34EE-CF37-484A-94CE-4270A5011D6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270E9726-12A4-47E7-A128-E826347CFB3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42CB9ACC-2BE6-4DF0-B429-48807B7BE25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9EB6234D-5B7F-443B-BC5F-97DF14861C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65245075"/>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5C241EB5-D5BE-40E0-BE4A-B92EA7C0547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6">
            <a:extLst xmlns:a="http://schemas.openxmlformats.org/drawingml/2006/main">
              <a:ext uri="{FF2B5EF4-FFF2-40B4-BE49-F238E27FC236}">
                <a16:creationId xmlns:a16="http://schemas.microsoft.com/office/drawing/2014/main" id="{88A0F2C0-A46E-4527-9EA4-43AA74AA49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결과를 바꾸는 결정에서 확인 질문">
            <a:extLst xmlns:a="http://schemas.openxmlformats.org/drawingml/2006/main">
              <a:ext uri="{FF2B5EF4-FFF2-40B4-BE49-F238E27FC236}">
                <a16:creationId xmlns:a16="http://schemas.microsoft.com/office/drawing/2014/main" id="{C99AE5D3-93E4-4FC3-9608-4731134524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DFDBAF2F-BB13-44FC-B092-95AC017982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81C790ED-3DB4-4D03-8AD2-8E4BBFA9C95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2A2A4021-E6D7-4DAF-B2E4-357FCDC769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8AF49E48-A98C-4C6B-92E2-AC77010EE930}"/>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56065B06-1A2B-4BAC-912D-CBFBF22F14A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E836EF6C-4168-4189-8730-8362DA0E6A93}"/>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2C105E3A-81B8-4B88-B4B9-72A48CB746B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5C62BDE-D600-4F89-BCB1-F05C411916C2}"/>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601B1E9-011A-4BCF-8530-8082A1386C82}"/>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33ADD3FD-3FAD-49AB-8A9C-AB3E1D6D071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FF373D8C-80EC-422A-A32F-42213C143A4F}"/>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8ADA39E3-5C58-4FE1-9417-8FA2067C08A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4436D2F8-C325-4931-8298-1183674AA237}"/>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5A59B8DA-9E0C-4B59-8D6F-F57AABABFD7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16B9B0A2-DEC4-42BF-90C6-570C41C339B8}"/>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96055745-BBCB-418A-A4F1-9D8D5BC280FC}"/>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E1CC6FCD-7DF5-4A1B-B83A-ED1849A281D0}"/>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5775F2DA-6C84-41FC-A74E-01A5D81CE3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7982878"/>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22B0A052-F443-4314-83E2-41D8A23C1D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27">
            <a:extLst xmlns:a="http://schemas.openxmlformats.org/drawingml/2006/main">
              <a:ext uri="{FF2B5EF4-FFF2-40B4-BE49-F238E27FC236}">
                <a16:creationId xmlns:a16="http://schemas.microsoft.com/office/drawing/2014/main" id="{11FE87E4-499E-4DFC-A965-9335E18F7F8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큰 작업을 검토할 결과물로 나누기">
            <a:extLst xmlns:a="http://schemas.openxmlformats.org/drawingml/2006/main">
              <a:ext uri="{FF2B5EF4-FFF2-40B4-BE49-F238E27FC236}">
                <a16:creationId xmlns:a16="http://schemas.microsoft.com/office/drawing/2014/main" id="{62F39B0A-26FE-46B4-A9DB-68D296D5B2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44FCFAF8-921F-4C01-A95D-102E1C5B79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4D60B746-EAEC-46DE-84EA-653FF6DD6F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3A359C3B-892D-487B-8D9C-D335CD6B99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BE7436F8-90D0-42D0-B2BD-D1A06A91E14D}"/>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989B50C-B177-47F7-B384-A59168418845}"/>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5C391FFE-B7E1-44A2-97CD-A904DAF296F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C385CA80-7337-45B0-88FD-57CF08344390}"/>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A6C526B-3128-4F16-88FC-4F7542AE15E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9E2C47D0-C0C7-4FE2-B999-18985CF7662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4958A12F-FAD2-4142-9B22-E406D2B5A2DE}"/>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ED33A6A7-7522-48EE-9BAB-89FFCDD58BF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E5CE398E-E358-4428-AE72-80CE8EBC502D}"/>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A45B666C-06B0-4170-AE84-11D2DC1B820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F48ED527-2768-4020-A471-C85A4D3C2BF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4981D208-D6AC-4F4D-B6B3-41AF1AA6535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0CA24F34-52F4-4332-8B33-0F4277A79DE8}"/>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32339432-F74A-4866-A71D-84332CC4A6A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65B88A64-76D0-4FFE-BAD8-D69F6F6A20D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58388927"/>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5DE87C43-9A1E-4EF6-AFC8-AA22AD24D15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28">
            <a:extLst xmlns:a="http://schemas.openxmlformats.org/drawingml/2006/main">
              <a:ext uri="{FF2B5EF4-FFF2-40B4-BE49-F238E27FC236}">
                <a16:creationId xmlns:a16="http://schemas.microsoft.com/office/drawing/2014/main" id="{0EDB5EB5-26CF-45FE-AF62-7AA5544135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기준을 지정한 코드 리뷰 요청">
            <a:extLst xmlns:a="http://schemas.openxmlformats.org/drawingml/2006/main">
              <a:ext uri="{FF2B5EF4-FFF2-40B4-BE49-F238E27FC236}">
                <a16:creationId xmlns:a16="http://schemas.microsoft.com/office/drawing/2014/main" id="{0B91597A-27BF-44CB-BA58-287EB375A5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7D2E5F4F-C6B2-4464-BA8C-C65246D34C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C8540986-A312-4746-9D93-BD77956845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FD13B662-486F-4FF3-8872-E7277B4990C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7ED79F0C-D14D-4687-B06B-242E4F40749A}"/>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054DA371-B572-4B12-9325-9FAA0ACFD2E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D4A1227A-4834-4CE7-9FAF-04F9A2B55B2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B04DCE15-B5C9-48E9-B89B-15941D959214}"/>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4C082C9A-733D-4789-B9FD-E3A057D61CEF}"/>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F38849F7-B711-45C7-A7F7-A60BE3C3FF0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17BD1914-D6C4-4F3E-B33F-3623140D48BC}"/>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395A75B4-8DCA-44CC-8104-5652EE305789}"/>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2F66D9BF-86A6-413E-A0D6-ABACF2651F76}"/>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4928430C-B742-4228-B58E-273E26E5E87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2844E217-F2F5-4C84-A82B-BE3F8623B5F2}"/>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C2947C87-0B33-41A4-975D-2AC771C9DF81}"/>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70CE801A-6B31-418F-81E0-397AA4E3A4AD}"/>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8D67F0ED-355D-4D8B-B69A-C4456F93246E}"/>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BEFBCAD4-D04F-485D-8B63-B0F05D3D424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79394986"/>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A148C2B6-D46D-42E0-859F-4BEC936080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29">
            <a:extLst xmlns:a="http://schemas.openxmlformats.org/drawingml/2006/main">
              <a:ext uri="{FF2B5EF4-FFF2-40B4-BE49-F238E27FC236}">
                <a16:creationId xmlns:a16="http://schemas.microsoft.com/office/drawing/2014/main" id="{B3863AA9-9425-4EB0-9203-5A8642B00DD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구체적인 근거로 수정 방향 피드백">
            <a:extLst xmlns:a="http://schemas.openxmlformats.org/drawingml/2006/main">
              <a:ext uri="{FF2B5EF4-FFF2-40B4-BE49-F238E27FC236}">
                <a16:creationId xmlns:a16="http://schemas.microsoft.com/office/drawing/2014/main" id="{62E6BE45-2545-4783-8595-BBA721F727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6B49FB34-A940-4008-A882-68B34FA82A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73BEB81F-0B5A-495D-A9C3-95A9A979956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1E7C4F61-374F-44C1-9FF4-D1A2EFA221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C9AC1BB8-DD76-4E7C-AF64-C2EFE2D0E7C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7696CD6A-6DC7-4548-BA14-874CAB23BB3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8DAB3A92-827E-4890-A03D-382F1BC35DE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EFCB066F-19DA-4887-8E93-E1019BD9526F}"/>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06301AEB-1853-4AB9-B725-414792772813}"/>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E2F745B-F4B9-4169-86F8-23A14452A71A}"/>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E38ED67-0F2C-4D8D-B007-383076BBB3CA}"/>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3EFEE450-42F6-49DD-8306-E9CFDB0401A3}"/>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1CA1F7F3-D3AC-463E-A145-6DDC8796CDD3}"/>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5CCA4C46-A35F-4B97-AEC3-D2252D382F1B}"/>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55F1DA5B-4BB4-46DA-84C9-97E9E05ADD21}"/>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F1999159-C59C-4591-AF4A-918B95A596D7}"/>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85979B42-EA69-40CC-9898-AE0A3E0FF31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7D0BC4B3-575C-4E8F-9C94-ADAC0CB34693}"/>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B5B93DEE-8442-45F6-9916-3F372FE1B99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89390080"/>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163B6411-89A7-4454-8D16-6E007ECC97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0">
            <a:extLst xmlns:a="http://schemas.openxmlformats.org/drawingml/2006/main">
              <a:ext uri="{FF2B5EF4-FFF2-40B4-BE49-F238E27FC236}">
                <a16:creationId xmlns:a16="http://schemas.microsoft.com/office/drawing/2014/main" id="{1D431223-45E4-4F66-83A0-51AEF6EB34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이번 Task인가,&#10;계속 유지할 Project 정보인가?">
            <a:extLst xmlns:a="http://schemas.openxmlformats.org/drawingml/2006/main">
              <a:ext uri="{FF2B5EF4-FFF2-40B4-BE49-F238E27FC236}">
                <a16:creationId xmlns:a16="http://schemas.microsoft.com/office/drawing/2014/main" id="{A113D95A-E6E9-45F9-8111-06D1DF763E9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0822A6DF-6080-479B-90A0-C40E05F5528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2B2EBD55-3EAE-485C-8C29-B6F81DC5C09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C1FBC968-A13F-4357-B923-54628CBE106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4575058C-513A-4628-8353-1BA0EDB84403}"/>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E1F6BF1D-EDC8-45EA-B53F-7A651223837D}"/>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81062F87-DBD0-41DB-AE23-41FEA7455A7C}"/>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8DB59DA5-F90B-4410-A33B-06EA1FB142AA}"/>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7AB2D7E3-692B-45DA-BB17-378303FEE87D}"/>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B854687B-4CCE-4527-AB48-6A2DAAF8703C}"/>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A91525A5-4B51-4E3F-A7C2-C1FB754ED2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04818238"/>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73339051-B4B3-48A5-9820-64B971E5A2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1">
            <a:extLst xmlns:a="http://schemas.openxmlformats.org/drawingml/2006/main">
              <a:ext uri="{FF2B5EF4-FFF2-40B4-BE49-F238E27FC236}">
                <a16:creationId xmlns:a16="http://schemas.microsoft.com/office/drawing/2014/main" id="{C0C16032-1A26-4314-B553-F9FB08E330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반복하는 설명을 두 범주로 나누기">
            <a:extLst xmlns:a="http://schemas.openxmlformats.org/drawingml/2006/main">
              <a:ext uri="{FF2B5EF4-FFF2-40B4-BE49-F238E27FC236}">
                <a16:creationId xmlns:a16="http://schemas.microsoft.com/office/drawing/2014/main" id="{C697DC19-B00C-470A-B727-31E22CC7E0E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DC1C229D-9680-46BF-B4EC-0A50CD777F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79EF3B06-112E-4933-A3A0-EF9A73A1BF6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8E233486-426F-4743-A350-3610759AD1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93A1A58E-9BCB-407E-8E0A-B71603941732}"/>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17082D48-066C-408A-B0AE-04736917F5FA}"/>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6C8F8808-F830-4565-B120-85411C231CD7}"/>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C49CACE6-7BCE-45C8-AE1D-CD66FAED118A}"/>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D65EB04A-5452-488C-A440-BCC951FDC36E}"/>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933ED975-A031-4245-8907-07936B5D6FEE}"/>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5AB6D7DD-4DA0-4DA1-AFA2-DFEFFC0FF479}"/>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856AD354-D5C1-4507-845B-6E721A28A7D2}"/>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AD4CDFB2-2186-463F-B595-8418A212AAAC}"/>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37CC6825-1BA3-484C-AD94-659120C1BEFC}"/>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70972D3D-C1FA-486C-A663-40C0A6DCBF3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03405435"/>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886BB9CB-137C-42D5-B647-462F3CE28E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2">
            <a:extLst xmlns:a="http://schemas.openxmlformats.org/drawingml/2006/main">
              <a:ext uri="{FF2B5EF4-FFF2-40B4-BE49-F238E27FC236}">
                <a16:creationId xmlns:a16="http://schemas.microsoft.com/office/drawing/2014/main" id="{63C3F144-C122-4A03-8EDD-687A5C5708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다른 Task에 같은 설명이 반복된다">
            <a:extLst xmlns:a="http://schemas.openxmlformats.org/drawingml/2006/main">
              <a:ext uri="{FF2B5EF4-FFF2-40B4-BE49-F238E27FC236}">
                <a16:creationId xmlns:a16="http://schemas.microsoft.com/office/drawing/2014/main" id="{0449462C-29A9-4626-BF52-8739ED5B9F9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84D04996-2BE4-473C-A6B0-79E49346F48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3B44D0C7-8389-43DE-8BB2-962CA7E79F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BD3563E5-9273-4FF7-9E17-4819E131DB6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48EC60A1-20ED-4FB1-BC05-369C1FF036B0}"/>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537FFA66-EE9B-4C2E-AEA1-33DD142F0658}"/>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AC02B158-0D11-44FB-9FEE-13F774FD3936}"/>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9F72EF55-49AB-4D53-A7F4-45FABE19F323}"/>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47BE9EC-82AC-4564-B2AA-AAD9D9D7AF7B}"/>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30D4EB66-991A-484A-89E7-FE624CB7A01C}"/>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69A97AA-B7B8-42BD-875A-CC752DA58C51}"/>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6550ACC0-D689-49FE-A026-BDED83AD47CA}"/>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3EC4F351-B78D-4C91-9D54-1D4104517EEE}"/>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592A59A3-44CA-444B-A506-E5F840B88D66}"/>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465552FD-9786-4F52-B474-2BCB507793A4}"/>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ABA6D9EB-4C16-48C8-AACE-4425CB43697F}"/>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2E99A356-F3F5-4D2A-B09F-D3B8B4B3D506}"/>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4B099A53-9923-4D3C-8622-F89E0AEC43B8}"/>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17F038EC-D50C-4FB9-925F-B04D6D012087}"/>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ADCB024E-E0C5-4EB7-AAF7-4DDEC03F8E80}"/>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833B617E-D1A4-47A9-87A5-3AEC98848E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76702"/>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D02C8AD2-BA0D-4BD3-A53F-FCAAD57B71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3">
            <a:extLst xmlns:a="http://schemas.openxmlformats.org/drawingml/2006/main">
              <a:ext uri="{FF2B5EF4-FFF2-40B4-BE49-F238E27FC236}">
                <a16:creationId xmlns:a16="http://schemas.microsoft.com/office/drawing/2014/main" id="{974F1939-9569-4E73-B067-C51B2635F3F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작은 Project Context의 첫 기록">
            <a:extLst xmlns:a="http://schemas.openxmlformats.org/drawingml/2006/main">
              <a:ext uri="{FF2B5EF4-FFF2-40B4-BE49-F238E27FC236}">
                <a16:creationId xmlns:a16="http://schemas.microsoft.com/office/drawing/2014/main" id="{E5567780-6101-4C9F-9CE2-1E255DA53E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A3CE620C-579A-48E9-BB60-FD8B299B2DB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752CD5D5-18E1-47A6-91CD-35F214BAD00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3ED60F8E-D376-4B89-82A7-2791DD1B664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2D43A878-0EAB-484E-A9DA-39DAF3BE23C1}"/>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E696B6BC-86C5-461F-A882-FDF7753445EE}"/>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1F9F4AA1-5DC8-4121-BAFA-DC63B5CD836C}"/>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B05A2F8B-4B85-4158-ACBA-4294287D4976}"/>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BDE87933-5AD3-462D-857E-9BC6567BEFAF}"/>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955FFA0B-F6B6-41CF-A623-91DFF3451AE4}"/>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712ED5AC-D0E7-48B9-BF9B-151FF0590073}"/>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1DDD90A9-FA3B-4546-A0B7-698DFACABFC4}"/>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BB9295E3-94CB-4C4F-931B-14FCCAC4AB72}"/>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562044CD-6A2D-49C8-BDE4-54176B8CAE77}"/>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C3E141B3-A4DD-4D4C-9A12-F68910B17BB0}"/>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1C6DEF2D-7E8F-4F98-BF67-D597AD6AE7AF}"/>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0D14273C-8FA2-416C-9791-4928F2012179}"/>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72DEFAC1-1004-4F00-AEE8-15D2B7FA9710}"/>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84487E54-9BA4-4ED6-92CD-E1E12934C6B7}"/>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680A2A08-B68B-43CD-A56B-ABD45F2B82F3}"/>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92B3FE04-97F5-4DB4-B9C0-FB84884B6777}"/>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9A4832A-4D97-404C-B9F6-1C781FB9BD1B}"/>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5C128C26-78AC-4BC3-BF30-72552FC67A6C}"/>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450BC472-61E2-4A44-9753-77DB61EF53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360885137"/>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411F3A3E-E8B0-4C54-98D3-316978869F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4">
            <a:extLst xmlns:a="http://schemas.openxmlformats.org/drawingml/2006/main">
              <a:ext uri="{FF2B5EF4-FFF2-40B4-BE49-F238E27FC236}">
                <a16:creationId xmlns:a16="http://schemas.microsoft.com/office/drawing/2014/main" id="{4558DDEB-674E-47B3-A663-609F9BA1CD0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AGENTS.md의 지침대로 검증했다">
            <a:extLst xmlns:a="http://schemas.openxmlformats.org/drawingml/2006/main">
              <a:ext uri="{FF2B5EF4-FFF2-40B4-BE49-F238E27FC236}">
                <a16:creationId xmlns:a16="http://schemas.microsoft.com/office/drawing/2014/main" id="{9FEC9406-CA35-434F-BF32-A2DB60FA9A8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2FC338F1-E3F4-4278-AC7F-A5637B4AD8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D430F005-86DC-4E0C-91D3-9B8DD02C1C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35E467FD-3E92-4628-B064-106D067C0F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AE0C53F2-BA80-4FEB-B01B-5341BF2B5878}"/>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A200D672-126D-4122-8757-E54054850BF1}"/>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A5FFC4F6-6265-490E-AD2A-5EA8541F539F}"/>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BB4ECE07-CC7F-4E0C-8FB0-E32862C1E299}"/>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35B9BF64-DF92-4F89-BD87-54456226ECE4}"/>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7A568AB8-91F4-4E1D-BACE-CC9ABB235772}"/>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20B144D4-C176-449D-9BA4-BEFB107B324D}"/>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03267ADF-6365-4318-B672-0DDF8212A33E}"/>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008CF4D8-2569-4C6F-BEFB-42FED0BA4C73}"/>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F91E6058-311F-41B4-BB13-C97FBB617C58}"/>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36580A36-50BA-457B-84E2-08F7DB2E757B}"/>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DDCA89F4-6B11-48F2-983B-096134E783F5}"/>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393F9D38-C36B-475D-A86C-9A1752CA9A4F}"/>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8412DBC6-322D-44F4-A395-F0BC9D430F06}"/>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53A8675D-063D-45F0-93AD-FF3E4848C9C3}"/>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23CBC0F8-FE69-46FE-90B5-198A9FD5C794}"/>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1DC0C6A4-EF26-45F9-867A-DA6399036B25}"/>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CE09F151-EABE-4772-A633-92C4F1C50312}"/>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1FE1A120-DEEB-49F4-AEEB-00E3E883AD01}"/>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BA9516CF-C720-40EC-922D-3C655B144BF1}"/>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D58FAD14-8762-4EDD-9AA0-29EC287D7894}"/>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04B75C35-7899-4432-87C9-FEF2CAE0C9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64034683"/>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92E9C730-198C-43A4-82D5-4A8A9197865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5">
            <a:extLst xmlns:a="http://schemas.openxmlformats.org/drawingml/2006/main">
              <a:ext uri="{FF2B5EF4-FFF2-40B4-BE49-F238E27FC236}">
                <a16:creationId xmlns:a16="http://schemas.microsoft.com/office/drawing/2014/main" id="{2D6C69CD-DB6F-4846-A372-0B186910D1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 Prompt와 Project Context">
            <a:extLst xmlns:a="http://schemas.openxmlformats.org/drawingml/2006/main">
              <a:ext uri="{FF2B5EF4-FFF2-40B4-BE49-F238E27FC236}">
                <a16:creationId xmlns:a16="http://schemas.microsoft.com/office/drawing/2014/main" id="{2813262B-B601-4ECF-956D-D0FA4A5C8A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445EAA20-70EA-409E-851F-F1D2851812D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BAE8F6AE-0A58-4F69-B04A-D7F49BB8A9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E85782BB-B62F-47C4-9321-477AF40EB51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CE89B8FE-B768-4F72-A582-E1B80C4D6775}"/>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B37EC31B-C507-44F9-AA9F-0391843A6EA8}"/>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9E6F2270-587D-4FCB-971D-A0BC5C2CF2F5}"/>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E8CE008F-54B7-478D-828A-30B79A3B68D1}"/>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참이어야 할 사실">
            <a:extLst xmlns:a="http://schemas.openxmlformats.org/drawingml/2006/main">
              <a:ext uri="{FF2B5EF4-FFF2-40B4-BE49-F238E27FC236}">
                <a16:creationId xmlns:a16="http://schemas.microsoft.com/office/drawing/2014/main" id="{CEFCEA1A-C69A-46F2-9E6D-A0C9A3EC4632}"/>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2" name="">
            <a:extLst xmlns:a="http://schemas.openxmlformats.org/drawingml/2006/main">
              <a:ext uri="{FF2B5EF4-FFF2-40B4-BE49-F238E27FC236}">
                <a16:creationId xmlns:a16="http://schemas.microsoft.com/office/drawing/2014/main" id="{5147E448-0CBF-471F-AB9C-E128E3B75F51}"/>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55328FD0-124A-4269-8C60-B8E80FCBFD06}"/>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BED22B04-187C-4B06-A643-B6E61A25958E}"/>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DF9CC4EF-FA16-4E4F-86C6-FD18D48EF0A8}"/>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52F543EA-A9E1-49EB-A730-93419ECAF01B}"/>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4C4859B5-1FD5-468E-8B27-F7FCC6D84690}"/>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468842E-C814-444D-80CB-F2C693FA60A3}"/>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B2B62216-BFBB-44CE-B04B-122F18191F41}"/>
              </a:ext>
            </a:extLst>
          </p:cNvPr>
          <p:cNvPicPr>
            <a:picLocks xmlns:a="http://schemas.openxmlformats.org/drawingml/2006/main" noChangeAspect="1"/>
          </p:cNvPicPr>
          <p:nvPr/>
        </p:nvPicPr>
        <p:blipFill>
          <a:blip xmlns:r="http://schemas.openxmlformats.org/officeDocument/2006/relationships" xmlns:a="http://schemas.openxmlformats.org/drawingml/2006/main" r:embed="R3bafa01daa634fd8"/>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C9470B4C-0412-497E-9CC0-90358CC1DDDC}"/>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AB44A505-6A32-4CD1-AB35-6B169986190A}"/>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23D404AB-0705-46D8-866A-FF9CE66787FE}"/>
              </a:ext>
            </a:extLst>
          </p:cNvPr>
          <p:cNvPicPr>
            <a:picLocks xmlns:a="http://schemas.openxmlformats.org/drawingml/2006/main" noChangeAspect="1"/>
          </p:cNvPicPr>
          <p:nvPr/>
        </p:nvPicPr>
        <p:blipFill>
          <a:blip xmlns:r="http://schemas.openxmlformats.org/officeDocument/2006/relationships" xmlns:a="http://schemas.openxmlformats.org/drawingml/2006/main" r:embed="R29bf34b548f2454c"/>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83D21B3A-085C-40F7-AB48-FDD1998357BF}"/>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D000F94A-8C56-4D6D-BB83-59A0837AF6E1}"/>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41453B0-13CC-4BC6-91D3-1AE331E1E316}"/>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B8198DDE-B315-4237-9C1B-992128DD2C78}"/>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27907D4D-DDFC-407A-908F-5F15CE00759E}"/>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E530A5EB-BDEE-4FD6-935B-D4B732071B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16131527"/>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58A2183D-F363-4D1A-BF36-F25F939DEA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6">
            <a:extLst xmlns:a="http://schemas.openxmlformats.org/drawingml/2006/main">
              <a:ext uri="{FF2B5EF4-FFF2-40B4-BE49-F238E27FC236}">
                <a16:creationId xmlns:a16="http://schemas.microsoft.com/office/drawing/2014/main" id="{14646881-745F-4B6F-9EDD-82610F1A33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정확한 정보도 계속 늘어난다">
            <a:extLst xmlns:a="http://schemas.openxmlformats.org/drawingml/2006/main">
              <a:ext uri="{FF2B5EF4-FFF2-40B4-BE49-F238E27FC236}">
                <a16:creationId xmlns:a16="http://schemas.microsoft.com/office/drawing/2014/main" id="{C245199D-6F96-44F6-BD8A-03E2F38BD8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1D4C14C9-CB4A-43B1-BE18-C2FA2B00E4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EB1950C5-3819-4169-B3AC-ED9930E6EA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600DADC8-2504-4072-9821-A779D471121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83C5F39D-ED13-468A-9D81-81338D30B89C}"/>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270E889E-00AD-4DAA-8D58-348B87D10CCB}"/>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9B4F0ADB-D0C8-41EA-A46C-9657A8A7225B}"/>
              </a:ext>
            </a:extLst>
          </p:cNvPr>
          <p:cNvPicPr>
            <a:picLocks xmlns:a="http://schemas.openxmlformats.org/drawingml/2006/main" noChangeAspect="1"/>
          </p:cNvPicPr>
          <p:nvPr/>
        </p:nvPicPr>
        <p:blipFill>
          <a:blip xmlns:r="http://schemas.openxmlformats.org/officeDocument/2006/relationships" xmlns:a="http://schemas.openxmlformats.org/drawingml/2006/main" r:embed="Rb703e34f2ed94c3d"/>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88935206-3F12-47C5-B692-FFFBB425EA23}"/>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8C5A375B-0DD0-4C44-BAD3-F758C2175281}"/>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62A6F816-38C9-4EAE-B79E-CC8128E8A3D7}"/>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BA4E4F8D-3AA4-4594-998D-321B9FEDFC9D}"/>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F802A7D4-63AB-4838-8495-FC2C0B7DD356}"/>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91F019BB-760A-4F5B-A967-F854BA50A40B}"/>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E2D52B2C-B66F-4438-89AF-9D66200E76AB}"/>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498FC258-7337-4716-892B-BB514DF5A981}"/>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1656530A-D57C-47F1-88A2-43E704DDB3F1}"/>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ABBA7E79-F911-43F6-85C0-BB7ADC94A113}"/>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A6789575-72F0-4D56-8BE0-4926449B6805}"/>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D16D7A49-04A1-4FB7-B9B3-3E7FD184E87A}"/>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15704639-EE2A-4258-945E-216AC0861743}"/>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E93C4997-1612-4028-837F-F02F62138263}"/>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58DFA3B0-E85A-47D9-8B83-6A1F3434DC4B}"/>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D74FCADB-8796-447D-9512-8D50B85F9EB2}"/>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D5A9983F-C642-432B-8371-F87733DC253F}"/>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E5FBEF40-B643-44EE-8CFB-789B79724CCE}"/>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EC7C2B7C-C962-4B89-84AA-7A4864887F04}"/>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9A99835A-4D03-486A-A6AB-DADD1B51BE2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18385939"/>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F16FE590-1AE2-412D-A557-B1F5477340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37">
            <a:extLst xmlns:a="http://schemas.openxmlformats.org/drawingml/2006/main">
              <a:ext uri="{FF2B5EF4-FFF2-40B4-BE49-F238E27FC236}">
                <a16:creationId xmlns:a16="http://schemas.microsoft.com/office/drawing/2014/main" id="{1AE22364-4C88-4B8A-A11F-3023D7E59F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정확하지만 이번 작업에는 불필요한 정보">
            <a:extLst xmlns:a="http://schemas.openxmlformats.org/drawingml/2006/main">
              <a:ext uri="{FF2B5EF4-FFF2-40B4-BE49-F238E27FC236}">
                <a16:creationId xmlns:a16="http://schemas.microsoft.com/office/drawing/2014/main" id="{DA7E1D05-165C-45BF-883D-85EDC7ABD4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D73ADFC-0519-4CBB-8A46-E939167BEF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9CA9F42A-83EB-44D0-AD0B-6DACCDE109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70271D91-07FE-4CD6-ADA0-3A2A2A7F02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8FBB1E0D-B6D4-4D3A-A134-4F74EA2041C0}"/>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08956A66-DB89-485E-A998-4119B0C95BB1}"/>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716DB0D2-0389-491B-9E68-14C436E91FED}"/>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01F7536E-B75E-4DB9-A63E-7D044601F0B1}"/>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24D57322-8738-4F20-8B4C-C8CD621DED24}"/>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E9E830C1-B821-45A7-9C31-4A2E00CD76BB}"/>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68269DB2-125A-412C-92B5-905BE0D31D67}"/>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9C497D0-F4F8-4472-997D-E6BEE0484D4B}"/>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026C7D22-54C9-4F62-B67D-1C8E06D0437A}"/>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4ECF46E1-6666-4005-81C0-D0D2D2479888}"/>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AC720574-6175-4701-A5C0-DA5F7DDA772F}"/>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726C725F-74D1-41F9-8A40-714A45DB4F72}"/>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3B869BDB-8006-453F-AB92-982E8DCF46CE}"/>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BE1DDD3B-DF5A-4F81-94DC-DA2C784CE392}"/>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B2068E2D-C0F7-4553-BA20-C22975EDF3C0}"/>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E24303E3-7457-42CC-90AC-D37B598F4419}"/>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9557B267-BEDD-44D7-B1AE-07FDB66A9CE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89330167"/>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5" name="ACT 2 · 언제 필요한 정보인가">
            <a:extLst xmlns:a="http://schemas.openxmlformats.org/drawingml/2006/main">
              <a:ext uri="{FF2B5EF4-FFF2-40B4-BE49-F238E27FC236}">
                <a16:creationId xmlns:a16="http://schemas.microsoft.com/office/drawing/2014/main" id="{38D4CC37-FA03-424F-A5A7-DC8488ECEC8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38">
            <a:extLst xmlns:a="http://schemas.openxmlformats.org/drawingml/2006/main">
              <a:ext uri="{FF2B5EF4-FFF2-40B4-BE49-F238E27FC236}">
                <a16:creationId xmlns:a16="http://schemas.microsoft.com/office/drawing/2014/main" id="{C9E877E3-6A7C-4B8E-BB9E-08948AB9B2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정보의 범위와 제공 시점">
            <a:extLst xmlns:a="http://schemas.openxmlformats.org/drawingml/2006/main">
              <a:ext uri="{FF2B5EF4-FFF2-40B4-BE49-F238E27FC236}">
                <a16:creationId xmlns:a16="http://schemas.microsoft.com/office/drawing/2014/main" id="{AEEB6559-BB01-4012-A96D-DC8742CC627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C3D8A3E1-DB99-4B0E-B32B-96E66428FC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모델 · OpenAI의 공식 분류·제품 기능이 아님">
            <a:extLst xmlns:a="http://schemas.openxmlformats.org/drawingml/2006/main">
              <a:ext uri="{FF2B5EF4-FFF2-40B4-BE49-F238E27FC236}">
                <a16:creationId xmlns:a16="http://schemas.microsoft.com/office/drawing/2014/main" id="{CF574649-7EFA-47B2-8BC6-9B6BA02D73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모델 · OpenAI의 공식 분류·제품 기능이 아님</a:t>
            </a:r>
          </a:p>
        </p:txBody>
      </p:sp>
      <p:sp>
        <p:nvSpPr>
          <p:cNvPr id="6" name="성능 조사 절차는 설명용 예시 · 실제 저장·실행 기록이나 성능 효과를 뜻하지 않음">
            <a:extLst xmlns:a="http://schemas.openxmlformats.org/drawingml/2006/main">
              <a:ext uri="{FF2B5EF4-FFF2-40B4-BE49-F238E27FC236}">
                <a16:creationId xmlns:a16="http://schemas.microsoft.com/office/drawing/2014/main" id="{009E2BC0-3274-4C8E-9739-686D494684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설명용 예시 · 실제 저장·실행 기록이나 성능 효과를 뜻하지 않음</a:t>
            </a:r>
          </a:p>
        </p:txBody>
      </p:sp>
      <p:sp>
        <p:nvSpPr>
          <p:cNvPr id="7" name="정보는 언제 필요하고, 작업은 어떤 절차로 수행할까?">
            <a:extLst xmlns:a="http://schemas.openxmlformats.org/drawingml/2006/main">
              <a:ext uri="{FF2B5EF4-FFF2-40B4-BE49-F238E27FC236}">
                <a16:creationId xmlns:a16="http://schemas.microsoft.com/office/drawing/2014/main" id="{B5C9071D-2230-4CBB-86A4-67443C55306F}"/>
              </a:ext>
            </a:extLst>
          </p:cNvPr>
          <p:cNvSpPr>
            <a:spLocks xmlns:a="http://schemas.openxmlformats.org/drawingml/2006/main" noGrp="1"/>
          </p:cNvSpPr>
          <p:nvPr/>
        </p:nvSpPr>
        <p:spPr>
          <a:xfrm xmlns:a="http://schemas.openxmlformats.org/drawingml/2006/main">
            <a:off x="609600" y="17145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정보는 언제 필요하고, 작업은 어떤 절차로 수행할까?</a:t>
            </a:r>
          </a:p>
        </p:txBody>
      </p:sp>
      <p:sp>
        <p:nvSpPr>
          <p:cNvPr id="8" name="항상 필요한 정보">
            <a:extLst xmlns:a="http://schemas.openxmlformats.org/drawingml/2006/main">
              <a:ext uri="{FF2B5EF4-FFF2-40B4-BE49-F238E27FC236}">
                <a16:creationId xmlns:a16="http://schemas.microsoft.com/office/drawing/2014/main" id="{CC23CDD0-AB05-468E-AA76-ABB4253DADB5}"/>
              </a:ext>
            </a:extLst>
          </p:cNvPr>
          <p:cNvSpPr>
            <a:spLocks xmlns:a="http://schemas.openxmlformats.org/drawingml/2006/main" noGrp="1"/>
          </p:cNvSpPr>
          <p:nvPr/>
        </p:nvSpPr>
        <p:spPr>
          <a:xfrm xmlns:a="http://schemas.openxmlformats.org/drawingml/2006/main">
            <a:off x="60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항상 필요한 정보</a:t>
            </a:r>
          </a:p>
        </p:txBody>
      </p:sp>
      <p:sp>
        <p:nvSpPr>
          <p:cNvPr id="9" name="">
            <a:extLst xmlns:a="http://schemas.openxmlformats.org/drawingml/2006/main">
              <a:ext uri="{FF2B5EF4-FFF2-40B4-BE49-F238E27FC236}">
                <a16:creationId xmlns:a16="http://schemas.microsoft.com/office/drawing/2014/main" id="{B8EA4F25-340E-4387-993C-2BD4B4732826}"/>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작업에 따라 찾아볼 상세">
            <a:extLst xmlns:a="http://schemas.openxmlformats.org/drawingml/2006/main">
              <a:ext uri="{FF2B5EF4-FFF2-40B4-BE49-F238E27FC236}">
                <a16:creationId xmlns:a16="http://schemas.microsoft.com/office/drawing/2014/main" id="{B87DE537-188C-4FBF-9255-82454CD61E4A}"/>
              </a:ext>
            </a:extLst>
          </p:cNvPr>
          <p:cNvSpPr>
            <a:spLocks xmlns:a="http://schemas.openxmlformats.org/drawingml/2006/main" noGrp="1"/>
          </p:cNvSpPr>
          <p:nvPr/>
        </p:nvSpPr>
        <p:spPr>
          <a:xfrm xmlns:a="http://schemas.openxmlformats.org/drawingml/2006/main">
            <a:off x="441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작업에 따라 찾아볼 상세</a:t>
            </a:r>
          </a:p>
        </p:txBody>
      </p:sp>
      <p:sp>
        <p:nvSpPr>
          <p:cNvPr id="11" name="">
            <a:extLst xmlns:a="http://schemas.openxmlformats.org/drawingml/2006/main">
              <a:ext uri="{FF2B5EF4-FFF2-40B4-BE49-F238E27FC236}">
                <a16:creationId xmlns:a16="http://schemas.microsoft.com/office/drawing/2014/main" id="{14AD40B3-A25C-4B09-BF1B-B6BE473A2DD6}"/>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반복되는 작업 절차">
            <a:extLst xmlns:a="http://schemas.openxmlformats.org/drawingml/2006/main">
              <a:ext uri="{FF2B5EF4-FFF2-40B4-BE49-F238E27FC236}">
                <a16:creationId xmlns:a16="http://schemas.microsoft.com/office/drawing/2014/main" id="{1568F069-1C42-4D63-8CEF-E1B7FB075D9B}"/>
              </a:ext>
            </a:extLst>
          </p:cNvPr>
          <p:cNvSpPr>
            <a:spLocks xmlns:a="http://schemas.openxmlformats.org/drawingml/2006/main" noGrp="1"/>
          </p:cNvSpPr>
          <p:nvPr/>
        </p:nvSpPr>
        <p:spPr>
          <a:xfrm xmlns:a="http://schemas.openxmlformats.org/drawingml/2006/main">
            <a:off x="8229600" y="240982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반복되는 작업 절차</a:t>
            </a:r>
          </a:p>
        </p:txBody>
      </p:sp>
      <p:sp>
        <p:nvSpPr>
          <p:cNvPr id="13" name="">
            <a:extLst xmlns:a="http://schemas.openxmlformats.org/drawingml/2006/main">
              <a:ext uri="{FF2B5EF4-FFF2-40B4-BE49-F238E27FC236}">
                <a16:creationId xmlns:a16="http://schemas.microsoft.com/office/drawing/2014/main" id="{C86431F1-4711-461B-ACD9-111D23CD30EB}"/>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B20F6D97-AE32-46DB-B46D-1199D633946D}"/>
              </a:ext>
            </a:extLst>
          </p:cNvPr>
          <p:cNvSpPr>
            <a:spLocks xmlns:a="http://schemas.openxmlformats.org/drawingml/2006/main" noGrp="1"/>
          </p:cNvSpPr>
          <p:nvPr/>
        </p:nvSpPr>
        <p:spPr>
          <a:xfrm xmlns:a="http://schemas.openxmlformats.org/drawingml/2006/main">
            <a:off x="60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10;수정">
            <a:extLst xmlns:a="http://schemas.openxmlformats.org/drawingml/2006/main">
              <a:ext uri="{FF2B5EF4-FFF2-40B4-BE49-F238E27FC236}">
                <a16:creationId xmlns:a16="http://schemas.microsoft.com/office/drawing/2014/main" id="{E413B650-4F9E-4C1D-874B-47DDDF463F75}"/>
              </a:ext>
            </a:extLst>
          </p:cNvPr>
          <p:cNvSpPr>
            <a:spLocks xmlns:a="http://schemas.openxmlformats.org/drawingml/2006/main" noGrp="1"/>
          </p:cNvSpPr>
          <p:nvPr/>
        </p:nvSpPr>
        <p:spPr>
          <a:xfrm xmlns:a="http://schemas.openxmlformats.org/drawingml/2006/main">
            <a:off x="60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6" name="">
            <a:extLst xmlns:a="http://schemas.openxmlformats.org/drawingml/2006/main">
              <a:ext uri="{FF2B5EF4-FFF2-40B4-BE49-F238E27FC236}">
                <a16:creationId xmlns:a16="http://schemas.microsoft.com/office/drawing/2014/main" id="{32263A37-1BA5-4061-8112-FB796C68A156}"/>
              </a:ext>
            </a:extLst>
          </p:cNvPr>
          <p:cNvSpPr>
            <a:spLocks xmlns:a="http://schemas.openxmlformats.org/drawingml/2006/main" noGrp="1"/>
          </p:cNvSpPr>
          <p:nvPr/>
        </p:nvSpPr>
        <p:spPr>
          <a:xfrm xmlns:a="http://schemas.openxmlformats.org/drawingml/2006/main">
            <a:off x="11049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17" name="">
            <a:extLst xmlns:a="http://schemas.openxmlformats.org/drawingml/2006/main">
              <a:ext uri="{FF2B5EF4-FFF2-40B4-BE49-F238E27FC236}">
                <a16:creationId xmlns:a16="http://schemas.microsoft.com/office/drawing/2014/main" id="{3C07275A-26A1-480A-A702-BAF952275D0F}"/>
              </a:ext>
            </a:extLst>
          </p:cNvPr>
          <p:cNvSpPr>
            <a:spLocks xmlns:a="http://schemas.openxmlformats.org/drawingml/2006/main" noGrp="1"/>
          </p:cNvSpPr>
          <p:nvPr/>
        </p:nvSpPr>
        <p:spPr>
          <a:xfrm xmlns:a="http://schemas.openxmlformats.org/drawingml/2006/main">
            <a:off x="17907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crop&#10;수정">
            <a:extLst xmlns:a="http://schemas.openxmlformats.org/drawingml/2006/main">
              <a:ext uri="{FF2B5EF4-FFF2-40B4-BE49-F238E27FC236}">
                <a16:creationId xmlns:a16="http://schemas.microsoft.com/office/drawing/2014/main" id="{E625E68C-ED1A-4178-B345-CD12D7599466}"/>
              </a:ext>
            </a:extLst>
          </p:cNvPr>
          <p:cNvSpPr>
            <a:spLocks xmlns:a="http://schemas.openxmlformats.org/drawingml/2006/main" noGrp="1"/>
          </p:cNvSpPr>
          <p:nvPr/>
        </p:nvSpPr>
        <p:spPr>
          <a:xfrm xmlns:a="http://schemas.openxmlformats.org/drawingml/2006/main">
            <a:off x="17907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19" name="">
            <a:extLst xmlns:a="http://schemas.openxmlformats.org/drawingml/2006/main">
              <a:ext uri="{FF2B5EF4-FFF2-40B4-BE49-F238E27FC236}">
                <a16:creationId xmlns:a16="http://schemas.microsoft.com/office/drawing/2014/main" id="{318986DB-2D6B-46B9-95BF-33C74E8D713D}"/>
              </a:ext>
            </a:extLst>
          </p:cNvPr>
          <p:cNvSpPr>
            <a:spLocks xmlns:a="http://schemas.openxmlformats.org/drawingml/2006/main" noGrp="1"/>
          </p:cNvSpPr>
          <p:nvPr/>
        </p:nvSpPr>
        <p:spPr>
          <a:xfrm xmlns:a="http://schemas.openxmlformats.org/drawingml/2006/main">
            <a:off x="22860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0" name="">
            <a:extLst xmlns:a="http://schemas.openxmlformats.org/drawingml/2006/main">
              <a:ext uri="{FF2B5EF4-FFF2-40B4-BE49-F238E27FC236}">
                <a16:creationId xmlns:a16="http://schemas.microsoft.com/office/drawing/2014/main" id="{E376D81F-F75A-480D-9E53-ED7B1917B6DD}"/>
              </a:ext>
            </a:extLst>
          </p:cNvPr>
          <p:cNvSpPr>
            <a:spLocks xmlns:a="http://schemas.openxmlformats.org/drawingml/2006/main" noGrp="1"/>
          </p:cNvSpPr>
          <p:nvPr/>
        </p:nvSpPr>
        <p:spPr>
          <a:xfrm xmlns:a="http://schemas.openxmlformats.org/drawingml/2006/main">
            <a:off x="29718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성능&#10;조사">
            <a:extLst xmlns:a="http://schemas.openxmlformats.org/drawingml/2006/main">
              <a:ext uri="{FF2B5EF4-FFF2-40B4-BE49-F238E27FC236}">
                <a16:creationId xmlns:a16="http://schemas.microsoft.com/office/drawing/2014/main" id="{5EAE883A-240B-4C98-A3FD-E97CB51AD860}"/>
              </a:ext>
            </a:extLst>
          </p:cNvPr>
          <p:cNvSpPr>
            <a:spLocks xmlns:a="http://schemas.openxmlformats.org/drawingml/2006/main" noGrp="1"/>
          </p:cNvSpPr>
          <p:nvPr/>
        </p:nvSpPr>
        <p:spPr>
          <a:xfrm xmlns:a="http://schemas.openxmlformats.org/drawingml/2006/main">
            <a:off x="29718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성능</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조사</a:t>
            </a:r>
          </a:p>
        </p:txBody>
      </p:sp>
      <p:sp>
        <p:nvSpPr>
          <p:cNvPr id="22" name="">
            <a:extLst xmlns:a="http://schemas.openxmlformats.org/drawingml/2006/main">
              <a:ext uri="{FF2B5EF4-FFF2-40B4-BE49-F238E27FC236}">
                <a16:creationId xmlns:a16="http://schemas.microsoft.com/office/drawing/2014/main" id="{15046802-0307-4496-89C5-092463CCAF13}"/>
              </a:ext>
            </a:extLst>
          </p:cNvPr>
          <p:cNvSpPr>
            <a:spLocks xmlns:a="http://schemas.openxmlformats.org/drawingml/2006/main" noGrp="1"/>
          </p:cNvSpPr>
          <p:nvPr/>
        </p:nvSpPr>
        <p:spPr>
          <a:xfrm xmlns:a="http://schemas.openxmlformats.org/drawingml/2006/main">
            <a:off x="3467100" y="3819525"/>
            <a:ext cx="0" cy="1333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3" name="">
            <a:extLst xmlns:a="http://schemas.openxmlformats.org/drawingml/2006/main">
              <a:ext uri="{FF2B5EF4-FFF2-40B4-BE49-F238E27FC236}">
                <a16:creationId xmlns:a16="http://schemas.microsoft.com/office/drawing/2014/main" id="{06600687-12E0-43D1-97AE-0823EE4F188A}"/>
              </a:ext>
            </a:extLst>
          </p:cNvPr>
          <p:cNvSpPr>
            <a:spLocks xmlns:a="http://schemas.openxmlformats.org/drawingml/2006/main" noGrp="1"/>
          </p:cNvSpPr>
          <p:nvPr/>
        </p:nvSpPr>
        <p:spPr>
          <a:xfrm xmlns:a="http://schemas.openxmlformats.org/drawingml/2006/main">
            <a:off x="1104900" y="3952875"/>
            <a:ext cx="2362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4" name="">
            <a:extLst xmlns:a="http://schemas.openxmlformats.org/drawingml/2006/main">
              <a:ext uri="{FF2B5EF4-FFF2-40B4-BE49-F238E27FC236}">
                <a16:creationId xmlns:a16="http://schemas.microsoft.com/office/drawing/2014/main" id="{AABBF318-ED7E-444F-B146-93A0B9FF5382}"/>
              </a:ext>
            </a:extLst>
          </p:cNvPr>
          <p:cNvSpPr>
            <a:spLocks xmlns:a="http://schemas.openxmlformats.org/drawingml/2006/main" noGrp="1"/>
          </p:cNvSpPr>
          <p:nvPr/>
        </p:nvSpPr>
        <p:spPr>
          <a:xfrm xmlns:a="http://schemas.openxmlformats.org/drawingml/2006/main">
            <a:off x="228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25" name="">
            <a:extLst xmlns:a="http://schemas.openxmlformats.org/drawingml/2006/main">
              <a:ext uri="{FF2B5EF4-FFF2-40B4-BE49-F238E27FC236}">
                <a16:creationId xmlns:a16="http://schemas.microsoft.com/office/drawing/2014/main" id="{4C0E4A50-F5A5-468C-A4EA-70DC208325B5}"/>
              </a:ext>
            </a:extLst>
          </p:cNvPr>
          <p:cNvSpPr>
            <a:spLocks xmlns:a="http://schemas.openxmlformats.org/drawingml/2006/main" noGrp="1"/>
          </p:cNvSpPr>
          <p:nvPr/>
        </p:nvSpPr>
        <p:spPr>
          <a:xfrm xmlns:a="http://schemas.openxmlformats.org/drawingml/2006/main">
            <a:off x="609600" y="4162425"/>
            <a:ext cx="3352800" cy="8763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목적 · 기본 제약&#10;범위 준수 · 관련 검증">
            <a:extLst xmlns:a="http://schemas.openxmlformats.org/drawingml/2006/main">
              <a:ext uri="{FF2B5EF4-FFF2-40B4-BE49-F238E27FC236}">
                <a16:creationId xmlns:a16="http://schemas.microsoft.com/office/drawing/2014/main" id="{59667ECC-9C89-4E09-8963-C35DD029A362}"/>
              </a:ext>
            </a:extLst>
          </p:cNvPr>
          <p:cNvSpPr>
            <a:spLocks xmlns:a="http://schemas.openxmlformats.org/drawingml/2006/main" noGrp="1"/>
          </p:cNvSpPr>
          <p:nvPr/>
        </p:nvSpPr>
        <p:spPr>
          <a:xfrm xmlns:a="http://schemas.openxmlformats.org/drawingml/2006/main">
            <a:off x="800100" y="4238625"/>
            <a:ext cx="29718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목적 · 기본 제약</a:t>
            </a:r>
          </a:p>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범위 준수 · 관련 검증</a:t>
            </a:r>
          </a:p>
        </p:txBody>
      </p:sp>
      <p:sp>
        <p:nvSpPr>
          <p:cNvPr id="27" name="">
            <a:extLst xmlns:a="http://schemas.openxmlformats.org/drawingml/2006/main">
              <a:ext uri="{FF2B5EF4-FFF2-40B4-BE49-F238E27FC236}">
                <a16:creationId xmlns:a16="http://schemas.microsoft.com/office/drawing/2014/main" id="{2496937B-9F2D-41A2-9DFB-F0B187A0E9D5}"/>
              </a:ext>
            </a:extLst>
          </p:cNvPr>
          <p:cNvSpPr>
            <a:spLocks xmlns:a="http://schemas.openxmlformats.org/drawingml/2006/main" noGrp="1"/>
          </p:cNvSpPr>
          <p:nvPr/>
        </p:nvSpPr>
        <p:spPr>
          <a:xfrm xmlns:a="http://schemas.openxmlformats.org/drawingml/2006/main">
            <a:off x="4419600" y="3286125"/>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README&#10;수정">
            <a:extLst xmlns:a="http://schemas.openxmlformats.org/drawingml/2006/main">
              <a:ext uri="{FF2B5EF4-FFF2-40B4-BE49-F238E27FC236}">
                <a16:creationId xmlns:a16="http://schemas.microsoft.com/office/drawing/2014/main" id="{48FFECAD-45B0-4416-964E-D7F93C69238F}"/>
              </a:ext>
            </a:extLst>
          </p:cNvPr>
          <p:cNvSpPr>
            <a:spLocks xmlns:a="http://schemas.openxmlformats.org/drawingml/2006/main" noGrp="1"/>
          </p:cNvSpPr>
          <p:nvPr/>
        </p:nvSpPr>
        <p:spPr>
          <a:xfrm xmlns:a="http://schemas.openxmlformats.org/drawingml/2006/main">
            <a:off x="4419600" y="3343275"/>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README</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29" name="">
            <a:extLst xmlns:a="http://schemas.openxmlformats.org/drawingml/2006/main">
              <a:ext uri="{FF2B5EF4-FFF2-40B4-BE49-F238E27FC236}">
                <a16:creationId xmlns:a16="http://schemas.microsoft.com/office/drawing/2014/main" id="{600F85C9-9A1D-4C55-A6CC-1223F2554180}"/>
              </a:ext>
            </a:extLst>
          </p:cNvPr>
          <p:cNvSpPr>
            <a:spLocks xmlns:a="http://schemas.openxmlformats.org/drawingml/2006/main" noGrp="1"/>
          </p:cNvSpPr>
          <p:nvPr/>
        </p:nvSpPr>
        <p:spPr>
          <a:xfrm xmlns:a="http://schemas.openxmlformats.org/drawingml/2006/main">
            <a:off x="5543550" y="3467100"/>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0E934ACB-4459-4B0A-BF00-3D40AA4D0EC7}"/>
              </a:ext>
            </a:extLst>
          </p:cNvPr>
          <p:cNvSpPr>
            <a:spLocks xmlns:a="http://schemas.openxmlformats.org/drawingml/2006/main" noGrp="1"/>
          </p:cNvSpPr>
          <p:nvPr/>
        </p:nvSpPr>
        <p:spPr>
          <a:xfrm xmlns:a="http://schemas.openxmlformats.org/drawingml/2006/main">
            <a:off x="5943600" y="3324225"/>
            <a:ext cx="1828800" cy="457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1" name="빌드 안내">
            <a:extLst xmlns:a="http://schemas.openxmlformats.org/drawingml/2006/main">
              <a:ext uri="{FF2B5EF4-FFF2-40B4-BE49-F238E27FC236}">
                <a16:creationId xmlns:a16="http://schemas.microsoft.com/office/drawing/2014/main" id="{02BBB183-8E0B-4847-A581-DE47246113F6}"/>
              </a:ext>
            </a:extLst>
          </p:cNvPr>
          <p:cNvSpPr>
            <a:spLocks xmlns:a="http://schemas.openxmlformats.org/drawingml/2006/main" noGrp="1"/>
          </p:cNvSpPr>
          <p:nvPr/>
        </p:nvSpPr>
        <p:spPr>
          <a:xfrm xmlns:a="http://schemas.openxmlformats.org/drawingml/2006/main">
            <a:off x="5943600" y="3381375"/>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32" name="">
            <a:extLst xmlns:a="http://schemas.openxmlformats.org/drawingml/2006/main">
              <a:ext uri="{FF2B5EF4-FFF2-40B4-BE49-F238E27FC236}">
                <a16:creationId xmlns:a16="http://schemas.microsoft.com/office/drawing/2014/main" id="{62B0E0FB-08B5-4EEF-A9DD-92E24B4ECF20}"/>
              </a:ext>
            </a:extLst>
          </p:cNvPr>
          <p:cNvSpPr>
            <a:spLocks xmlns:a="http://schemas.openxmlformats.org/drawingml/2006/main" noGrp="1"/>
          </p:cNvSpPr>
          <p:nvPr/>
        </p:nvSpPr>
        <p:spPr>
          <a:xfrm xmlns:a="http://schemas.openxmlformats.org/drawingml/2006/main">
            <a:off x="4419600" y="4286250"/>
            <a:ext cx="990600" cy="5334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3" name="crop&#10;수정">
            <a:extLst xmlns:a="http://schemas.openxmlformats.org/drawingml/2006/main">
              <a:ext uri="{FF2B5EF4-FFF2-40B4-BE49-F238E27FC236}">
                <a16:creationId xmlns:a16="http://schemas.microsoft.com/office/drawing/2014/main" id="{56A93715-2026-476C-809C-CAD820200196}"/>
              </a:ext>
            </a:extLst>
          </p:cNvPr>
          <p:cNvSpPr>
            <a:spLocks xmlns:a="http://schemas.openxmlformats.org/drawingml/2006/main" noGrp="1"/>
          </p:cNvSpPr>
          <p:nvPr/>
        </p:nvSpPr>
        <p:spPr>
          <a:xfrm xmlns:a="http://schemas.openxmlformats.org/drawingml/2006/main">
            <a:off x="4419600" y="4343400"/>
            <a:ext cx="990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1">
                <a:solidFill>
                  <a:srgbClr val="17212B"/>
                </a:solidFill>
                <a:latin typeface="Malgun Gothic"/>
                <a:ea typeface="Malgun Gothic"/>
                <a:cs typeface="Malgun Gothic"/>
              </a:defRPr>
            </a:defPPr>
            <a:lvl1pPr algn="ctr">
              <a:defRPr sz="1575" b="1">
                <a:solidFill>
                  <a:srgbClr val="17212B"/>
                </a:solidFill>
                <a:latin typeface="Malgun Gothic"/>
                <a:ea typeface="Malgun Gothic"/>
                <a:cs typeface="Malgun Gothic"/>
              </a:defRPr>
            </a:lvl1pPr>
            <a:lvl2pPr algn="ctr">
              <a:defRPr sz="1575" b="1">
                <a:solidFill>
                  <a:srgbClr val="17212B"/>
                </a:solidFill>
                <a:latin typeface="Malgun Gothic"/>
                <a:ea typeface="Malgun Gothic"/>
                <a:cs typeface="Malgun Gothic"/>
              </a:defRPr>
            </a:lvl2pPr>
            <a:lvl3pPr algn="ctr">
              <a:defRPr sz="1575" b="1">
                <a:solidFill>
                  <a:srgbClr val="17212B"/>
                </a:solidFill>
                <a:latin typeface="Malgun Gothic"/>
                <a:ea typeface="Malgun Gothic"/>
                <a:cs typeface="Malgun Gothic"/>
              </a:defRPr>
            </a:lvl3pPr>
            <a:lvl4pPr algn="ctr">
              <a:defRPr sz="1575" b="1">
                <a:solidFill>
                  <a:srgbClr val="17212B"/>
                </a:solidFill>
                <a:latin typeface="Malgun Gothic"/>
                <a:ea typeface="Malgun Gothic"/>
                <a:cs typeface="Malgun Gothic"/>
              </a:defRPr>
            </a:lvl4pPr>
            <a:lvl5pPr algn="ctr">
              <a:defRPr sz="1575" b="1">
                <a:solidFill>
                  <a:srgbClr val="17212B"/>
                </a:solidFill>
                <a:latin typeface="Malgun Gothic"/>
                <a:ea typeface="Malgun Gothic"/>
                <a:cs typeface="Malgun Gothic"/>
              </a:defRPr>
            </a:lvl5pPr>
            <a:lvl6pPr algn="ctr">
              <a:defRPr sz="1575" b="1">
                <a:solidFill>
                  <a:srgbClr val="17212B"/>
                </a:solidFill>
                <a:latin typeface="Malgun Gothic"/>
                <a:ea typeface="Malgun Gothic"/>
                <a:cs typeface="Malgun Gothic"/>
              </a:defRPr>
            </a:lvl6pPr>
            <a:lvl7pPr algn="ctr">
              <a:defRPr sz="1575" b="1">
                <a:solidFill>
                  <a:srgbClr val="17212B"/>
                </a:solidFill>
                <a:latin typeface="Malgun Gothic"/>
                <a:ea typeface="Malgun Gothic"/>
                <a:cs typeface="Malgun Gothic"/>
              </a:defRPr>
            </a:lvl7pPr>
            <a:lvl8pPr algn="ctr">
              <a:defRPr sz="1575" b="1">
                <a:solidFill>
                  <a:srgbClr val="17212B"/>
                </a:solidFill>
                <a:latin typeface="Malgun Gothic"/>
                <a:ea typeface="Malgun Gothic"/>
                <a:cs typeface="Malgun Gothic"/>
              </a:defRPr>
            </a:lvl8pPr>
            <a:lvl9pPr algn="ctr">
              <a:defRPr sz="1575" b="1">
                <a:solidFill>
                  <a:srgbClr val="17212B"/>
                </a:solidFill>
                <a:latin typeface="Malgun Gothic"/>
                <a:ea typeface="Malgun Gothic"/>
                <a:cs typeface="Malgun Gothic"/>
              </a:defRPr>
            </a:lvl9pPr>
          </a:lstStyle>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crop</a:t>
            </a:r>
          </a:p>
          <a:p xmlns:a="http://schemas.openxmlformats.org/drawingml/2006/main">
            <a:pPr algn="ctr">
              <a:defRPr sz="1575" b="1">
                <a:solidFill>
                  <a:srgbClr val="17212B"/>
                </a:solidFill>
                <a:latin typeface="Malgun Gothic"/>
                <a:ea typeface="Malgun Gothic"/>
                <a:cs typeface="Malgun Gothic"/>
              </a:defRPr>
            </a:pPr>
            <a:r>
              <a:rPr sz="1575" b="1">
                <a:solidFill>
                  <a:srgbClr val="17212B"/>
                </a:solidFill>
                <a:latin typeface="Malgun Gothic"/>
                <a:ea typeface="Malgun Gothic"/>
                <a:cs typeface="Malgun Gothic"/>
              </a:rPr>
              <a:t>수정</a:t>
            </a:r>
          </a:p>
        </p:txBody>
      </p:sp>
      <p:sp>
        <p:nvSpPr>
          <p:cNvPr id="34" name="">
            <a:extLst xmlns:a="http://schemas.openxmlformats.org/drawingml/2006/main">
              <a:ext uri="{FF2B5EF4-FFF2-40B4-BE49-F238E27FC236}">
                <a16:creationId xmlns:a16="http://schemas.microsoft.com/office/drawing/2014/main" id="{DB72361C-0BF7-4CF3-9535-B821D77EE3A9}"/>
              </a:ext>
            </a:extLst>
          </p:cNvPr>
          <p:cNvSpPr>
            <a:spLocks xmlns:a="http://schemas.openxmlformats.org/drawingml/2006/main" noGrp="1"/>
          </p:cNvSpPr>
          <p:nvPr/>
        </p:nvSpPr>
        <p:spPr>
          <a:xfrm xmlns:a="http://schemas.openxmlformats.org/drawingml/2006/main">
            <a:off x="5543550" y="4467225"/>
            <a:ext cx="266700" cy="1809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
            <a:extLst xmlns:a="http://schemas.openxmlformats.org/drawingml/2006/main">
              <a:ext uri="{FF2B5EF4-FFF2-40B4-BE49-F238E27FC236}">
                <a16:creationId xmlns:a16="http://schemas.microsoft.com/office/drawing/2014/main" id="{8506BCAF-C092-4EDA-8854-BC3A99395B89}"/>
              </a:ext>
            </a:extLst>
          </p:cNvPr>
          <p:cNvSpPr>
            <a:spLocks xmlns:a="http://schemas.openxmlformats.org/drawingml/2006/main" noGrp="1"/>
          </p:cNvSpPr>
          <p:nvPr/>
        </p:nvSpPr>
        <p:spPr>
          <a:xfrm xmlns:a="http://schemas.openxmlformats.org/drawingml/2006/main">
            <a:off x="5943600" y="4324350"/>
            <a:ext cx="1828800"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6" name="이미지 명세">
            <a:extLst xmlns:a="http://schemas.openxmlformats.org/drawingml/2006/main">
              <a:ext uri="{FF2B5EF4-FFF2-40B4-BE49-F238E27FC236}">
                <a16:creationId xmlns:a16="http://schemas.microsoft.com/office/drawing/2014/main" id="{1CE77095-FF19-44A4-B44D-8A1809BC3A19}"/>
              </a:ext>
            </a:extLst>
          </p:cNvPr>
          <p:cNvSpPr>
            <a:spLocks xmlns:a="http://schemas.openxmlformats.org/drawingml/2006/main" noGrp="1"/>
          </p:cNvSpPr>
          <p:nvPr/>
        </p:nvSpPr>
        <p:spPr>
          <a:xfrm xmlns:a="http://schemas.openxmlformats.org/drawingml/2006/main">
            <a:off x="5943600" y="4381500"/>
            <a:ext cx="1828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a:t>
            </a:r>
          </a:p>
        </p:txBody>
      </p:sp>
      <p:sp>
        <p:nvSpPr>
          <p:cNvPr id="37" name="">
            <a:extLst xmlns:a="http://schemas.openxmlformats.org/drawingml/2006/main">
              <a:ext uri="{FF2B5EF4-FFF2-40B4-BE49-F238E27FC236}">
                <a16:creationId xmlns:a16="http://schemas.microsoft.com/office/drawing/2014/main" id="{C8F0DBB8-9671-4A31-B088-E2476B22CB95}"/>
              </a:ext>
            </a:extLst>
          </p:cNvPr>
          <p:cNvSpPr>
            <a:spLocks xmlns:a="http://schemas.openxmlformats.org/drawingml/2006/main" noGrp="1"/>
          </p:cNvSpPr>
          <p:nvPr/>
        </p:nvSpPr>
        <p:spPr>
          <a:xfrm xmlns:a="http://schemas.openxmlformats.org/drawingml/2006/main">
            <a:off x="82296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8" name="성능 조사 A">
            <a:extLst xmlns:a="http://schemas.openxmlformats.org/drawingml/2006/main">
              <a:ext uri="{FF2B5EF4-FFF2-40B4-BE49-F238E27FC236}">
                <a16:creationId xmlns:a16="http://schemas.microsoft.com/office/drawing/2014/main" id="{0B3F25DD-4834-43A9-98B4-8802EFA8FDF1}"/>
              </a:ext>
            </a:extLst>
          </p:cNvPr>
          <p:cNvSpPr>
            <a:spLocks xmlns:a="http://schemas.openxmlformats.org/drawingml/2006/main" noGrp="1"/>
          </p:cNvSpPr>
          <p:nvPr/>
        </p:nvSpPr>
        <p:spPr>
          <a:xfrm xmlns:a="http://schemas.openxmlformats.org/drawingml/2006/main">
            <a:off x="82296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A</a:t>
            </a:r>
          </a:p>
        </p:txBody>
      </p:sp>
      <p:sp>
        <p:nvSpPr>
          <p:cNvPr id="39" name="">
            <a:extLst xmlns:a="http://schemas.openxmlformats.org/drawingml/2006/main">
              <a:ext uri="{FF2B5EF4-FFF2-40B4-BE49-F238E27FC236}">
                <a16:creationId xmlns:a16="http://schemas.microsoft.com/office/drawing/2014/main" id="{D0B274FB-0F59-434B-90EA-BE8CFBD1F63E}"/>
              </a:ext>
            </a:extLst>
          </p:cNvPr>
          <p:cNvSpPr>
            <a:spLocks xmlns:a="http://schemas.openxmlformats.org/drawingml/2006/main" noGrp="1"/>
          </p:cNvSpPr>
          <p:nvPr/>
        </p:nvSpPr>
        <p:spPr>
          <a:xfrm xmlns:a="http://schemas.openxmlformats.org/drawingml/2006/main">
            <a:off x="10020300" y="3286125"/>
            <a:ext cx="15621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0" name="성능 조사 B">
            <a:extLst xmlns:a="http://schemas.openxmlformats.org/drawingml/2006/main">
              <a:ext uri="{FF2B5EF4-FFF2-40B4-BE49-F238E27FC236}">
                <a16:creationId xmlns:a16="http://schemas.microsoft.com/office/drawing/2014/main" id="{E2850ED3-90B3-4B10-AB4D-45C0EEFF9447}"/>
              </a:ext>
            </a:extLst>
          </p:cNvPr>
          <p:cNvSpPr>
            <a:spLocks xmlns:a="http://schemas.openxmlformats.org/drawingml/2006/main" noGrp="1"/>
          </p:cNvSpPr>
          <p:nvPr/>
        </p:nvSpPr>
        <p:spPr>
          <a:xfrm xmlns:a="http://schemas.openxmlformats.org/drawingml/2006/main">
            <a:off x="10020300" y="3343275"/>
            <a:ext cx="1562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성능 조사 B</a:t>
            </a:r>
          </a:p>
        </p:txBody>
      </p:sp>
      <p:sp>
        <p:nvSpPr>
          <p:cNvPr id="41" name="">
            <a:extLst xmlns:a="http://schemas.openxmlformats.org/drawingml/2006/main">
              <a:ext uri="{FF2B5EF4-FFF2-40B4-BE49-F238E27FC236}">
                <a16:creationId xmlns:a16="http://schemas.microsoft.com/office/drawing/2014/main" id="{07E6856B-A16A-4F64-A3E3-AE65692269B6}"/>
              </a:ext>
            </a:extLst>
          </p:cNvPr>
          <p:cNvSpPr>
            <a:spLocks xmlns:a="http://schemas.openxmlformats.org/drawingml/2006/main" noGrp="1"/>
          </p:cNvSpPr>
          <p:nvPr/>
        </p:nvSpPr>
        <p:spPr>
          <a:xfrm xmlns:a="http://schemas.openxmlformats.org/drawingml/2006/main">
            <a:off x="90106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2" name="">
            <a:extLst xmlns:a="http://schemas.openxmlformats.org/drawingml/2006/main">
              <a:ext uri="{FF2B5EF4-FFF2-40B4-BE49-F238E27FC236}">
                <a16:creationId xmlns:a16="http://schemas.microsoft.com/office/drawing/2014/main" id="{7B1D0F30-B4D9-4E72-851D-40702314AE56}"/>
              </a:ext>
            </a:extLst>
          </p:cNvPr>
          <p:cNvSpPr>
            <a:spLocks xmlns:a="http://schemas.openxmlformats.org/drawingml/2006/main" noGrp="1"/>
          </p:cNvSpPr>
          <p:nvPr/>
        </p:nvSpPr>
        <p:spPr>
          <a:xfrm xmlns:a="http://schemas.openxmlformats.org/drawingml/2006/main">
            <a:off x="10801350" y="374332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3" name="">
            <a:extLst xmlns:a="http://schemas.openxmlformats.org/drawingml/2006/main">
              <a:ext uri="{FF2B5EF4-FFF2-40B4-BE49-F238E27FC236}">
                <a16:creationId xmlns:a16="http://schemas.microsoft.com/office/drawing/2014/main" id="{6B3210E3-4138-408A-9239-7A41D4A44237}"/>
              </a:ext>
            </a:extLst>
          </p:cNvPr>
          <p:cNvSpPr>
            <a:spLocks xmlns:a="http://schemas.openxmlformats.org/drawingml/2006/main" noGrp="1"/>
          </p:cNvSpPr>
          <p:nvPr/>
        </p:nvSpPr>
        <p:spPr>
          <a:xfrm xmlns:a="http://schemas.openxmlformats.org/drawingml/2006/main">
            <a:off x="9010650" y="3952875"/>
            <a:ext cx="17907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4C1045B3-FB0B-45FF-9366-2B48DF311141}"/>
              </a:ext>
            </a:extLst>
          </p:cNvPr>
          <p:cNvSpPr>
            <a:spLocks xmlns:a="http://schemas.openxmlformats.org/drawingml/2006/main" noGrp="1"/>
          </p:cNvSpPr>
          <p:nvPr/>
        </p:nvSpPr>
        <p:spPr>
          <a:xfrm xmlns:a="http://schemas.openxmlformats.org/drawingml/2006/main">
            <a:off x="9906000" y="3952875"/>
            <a:ext cx="0" cy="209550"/>
          </a:xfrm>
          <a:prstGeom xmlns:a="http://schemas.openxmlformats.org/drawingml/2006/main" prst="line">
            <a:avLst/>
          </a:prstGeom>
          <a:noFill xmlns:a="http://schemas.openxmlformats.org/drawingml/2006/main"/>
          <a:ln xmlns:a="http://schemas.openxmlformats.org/drawingml/2006/main" w="19050">
            <a:solidFill>
              <a:srgbClr val="0B6172"/>
            </a:solidFill>
          </a:ln>
        </p:spPr>
      </p:sp>
      <p:sp>
        <p:nvSpPr>
          <p:cNvPr id="45" name="">
            <a:extLst xmlns:a="http://schemas.openxmlformats.org/drawingml/2006/main">
              <a:ext uri="{FF2B5EF4-FFF2-40B4-BE49-F238E27FC236}">
                <a16:creationId xmlns:a16="http://schemas.microsoft.com/office/drawing/2014/main" id="{CDF3EB43-BBAA-46CB-9DC5-5A5036C1645C}"/>
              </a:ext>
            </a:extLst>
          </p:cNvPr>
          <p:cNvSpPr>
            <a:spLocks xmlns:a="http://schemas.openxmlformats.org/drawingml/2006/main" noGrp="1"/>
          </p:cNvSpPr>
          <p:nvPr/>
        </p:nvSpPr>
        <p:spPr>
          <a:xfrm xmlns:a="http://schemas.openxmlformats.org/drawingml/2006/main">
            <a:off x="8229600" y="4162425"/>
            <a:ext cx="3352800" cy="876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46" name="변경 전&#10;측정">
            <a:extLst xmlns:a="http://schemas.openxmlformats.org/drawingml/2006/main">
              <a:ext uri="{FF2B5EF4-FFF2-40B4-BE49-F238E27FC236}">
                <a16:creationId xmlns:a16="http://schemas.microsoft.com/office/drawing/2014/main" id="{4F14EE84-0A43-469C-9D85-F25AC5BDA2BF}"/>
              </a:ext>
            </a:extLst>
          </p:cNvPr>
          <p:cNvSpPr>
            <a:spLocks xmlns:a="http://schemas.openxmlformats.org/drawingml/2006/main" noGrp="1"/>
          </p:cNvSpPr>
          <p:nvPr/>
        </p:nvSpPr>
        <p:spPr>
          <a:xfrm xmlns:a="http://schemas.openxmlformats.org/drawingml/2006/main">
            <a:off x="8382000" y="4257675"/>
            <a:ext cx="89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17212B"/>
                </a:solidFill>
                <a:latin typeface="Malgun Gothic"/>
                <a:ea typeface="Malgun Gothic"/>
                <a:cs typeface="Malgun Gothic"/>
              </a:defRPr>
            </a:defPPr>
            <a:lvl1pPr algn="ctr">
              <a:defRPr sz="1800" b="1">
                <a:solidFill>
                  <a:srgbClr val="17212B"/>
                </a:solidFill>
                <a:latin typeface="Malgun Gothic"/>
                <a:ea typeface="Malgun Gothic"/>
                <a:cs typeface="Malgun Gothic"/>
              </a:defRPr>
            </a:lvl1pPr>
            <a:lvl2pPr algn="ctr">
              <a:defRPr sz="1800" b="1">
                <a:solidFill>
                  <a:srgbClr val="17212B"/>
                </a:solidFill>
                <a:latin typeface="Malgun Gothic"/>
                <a:ea typeface="Malgun Gothic"/>
                <a:cs typeface="Malgun Gothic"/>
              </a:defRPr>
            </a:lvl2pPr>
            <a:lvl3pPr algn="ctr">
              <a:defRPr sz="1800" b="1">
                <a:solidFill>
                  <a:srgbClr val="17212B"/>
                </a:solidFill>
                <a:latin typeface="Malgun Gothic"/>
                <a:ea typeface="Malgun Gothic"/>
                <a:cs typeface="Malgun Gothic"/>
              </a:defRPr>
            </a:lvl3pPr>
            <a:lvl4pPr algn="ctr">
              <a:defRPr sz="1800" b="1">
                <a:solidFill>
                  <a:srgbClr val="17212B"/>
                </a:solidFill>
                <a:latin typeface="Malgun Gothic"/>
                <a:ea typeface="Malgun Gothic"/>
                <a:cs typeface="Malgun Gothic"/>
              </a:defRPr>
            </a:lvl4pPr>
            <a:lvl5pPr algn="ctr">
              <a:defRPr sz="1800" b="1">
                <a:solidFill>
                  <a:srgbClr val="17212B"/>
                </a:solidFill>
                <a:latin typeface="Malgun Gothic"/>
                <a:ea typeface="Malgun Gothic"/>
                <a:cs typeface="Malgun Gothic"/>
              </a:defRPr>
            </a:lvl5pPr>
            <a:lvl6pPr algn="ctr">
              <a:defRPr sz="1800" b="1">
                <a:solidFill>
                  <a:srgbClr val="17212B"/>
                </a:solidFill>
                <a:latin typeface="Malgun Gothic"/>
                <a:ea typeface="Malgun Gothic"/>
                <a:cs typeface="Malgun Gothic"/>
              </a:defRPr>
            </a:lvl6pPr>
            <a:lvl7pPr algn="ctr">
              <a:defRPr sz="1800" b="1">
                <a:solidFill>
                  <a:srgbClr val="17212B"/>
                </a:solidFill>
                <a:latin typeface="Malgun Gothic"/>
                <a:ea typeface="Malgun Gothic"/>
                <a:cs typeface="Malgun Gothic"/>
              </a:defRPr>
            </a:lvl7pPr>
            <a:lvl8pPr algn="ctr">
              <a:defRPr sz="1800" b="1">
                <a:solidFill>
                  <a:srgbClr val="17212B"/>
                </a:solidFill>
                <a:latin typeface="Malgun Gothic"/>
                <a:ea typeface="Malgun Gothic"/>
                <a:cs typeface="Malgun Gothic"/>
              </a:defRPr>
            </a:lvl8pPr>
            <a:lvl9pPr algn="ctr">
              <a:defRPr sz="1800" b="1">
                <a:solidFill>
                  <a:srgbClr val="17212B"/>
                </a:solidFill>
                <a:latin typeface="Malgun Gothic"/>
                <a:ea typeface="Malgun Gothic"/>
                <a:cs typeface="Malgun Gothic"/>
              </a:defRPr>
            </a:lvl9pPr>
          </a:lstStyle>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변경 전</a:t>
            </a:r>
          </a:p>
          <a:p xmlns:a="http://schemas.openxmlformats.org/drawingml/2006/main">
            <a:pPr algn="ctr">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측정</a:t>
            </a:r>
          </a:p>
        </p:txBody>
      </p:sp>
      <p:sp>
        <p:nvSpPr>
          <p:cNvPr id="47" name="">
            <a:extLst xmlns:a="http://schemas.openxmlformats.org/drawingml/2006/main">
              <a:ext uri="{FF2B5EF4-FFF2-40B4-BE49-F238E27FC236}">
                <a16:creationId xmlns:a16="http://schemas.microsoft.com/office/drawing/2014/main" id="{AF78CD87-9374-4BA9-A77B-DBB4659900A0}"/>
              </a:ext>
            </a:extLst>
          </p:cNvPr>
          <p:cNvSpPr>
            <a:spLocks xmlns:a="http://schemas.openxmlformats.org/drawingml/2006/main" noGrp="1"/>
          </p:cNvSpPr>
          <p:nvPr/>
        </p:nvSpPr>
        <p:spPr>
          <a:xfrm xmlns:a="http://schemas.openxmlformats.org/drawingml/2006/main">
            <a:off x="939165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8" name="조사">
            <a:extLst xmlns:a="http://schemas.openxmlformats.org/drawingml/2006/main">
              <a:ext uri="{FF2B5EF4-FFF2-40B4-BE49-F238E27FC236}">
                <a16:creationId xmlns:a16="http://schemas.microsoft.com/office/drawing/2014/main" id="{C2EFF30E-D496-4E27-9F0C-065035A140D3}"/>
              </a:ext>
            </a:extLst>
          </p:cNvPr>
          <p:cNvSpPr>
            <a:spLocks xmlns:a="http://schemas.openxmlformats.org/drawingml/2006/main" noGrp="1"/>
          </p:cNvSpPr>
          <p:nvPr/>
        </p:nvSpPr>
        <p:spPr>
          <a:xfrm xmlns:a="http://schemas.openxmlformats.org/drawingml/2006/main">
            <a:off x="96774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조사</a:t>
            </a:r>
          </a:p>
        </p:txBody>
      </p:sp>
      <p:sp>
        <p:nvSpPr>
          <p:cNvPr id="49" name="">
            <a:extLst xmlns:a="http://schemas.openxmlformats.org/drawingml/2006/main">
              <a:ext uri="{FF2B5EF4-FFF2-40B4-BE49-F238E27FC236}">
                <a16:creationId xmlns:a16="http://schemas.microsoft.com/office/drawing/2014/main" id="{0A906C8C-BA3B-4C71-A8AB-080692CA8C80}"/>
              </a:ext>
            </a:extLst>
          </p:cNvPr>
          <p:cNvSpPr>
            <a:spLocks xmlns:a="http://schemas.openxmlformats.org/drawingml/2006/main" noGrp="1"/>
          </p:cNvSpPr>
          <p:nvPr/>
        </p:nvSpPr>
        <p:spPr>
          <a:xfrm xmlns:a="http://schemas.openxmlformats.org/drawingml/2006/main">
            <a:off x="10439400" y="4524375"/>
            <a:ext cx="1905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50" name="검증">
            <a:extLst xmlns:a="http://schemas.openxmlformats.org/drawingml/2006/main">
              <a:ext uri="{FF2B5EF4-FFF2-40B4-BE49-F238E27FC236}">
                <a16:creationId xmlns:a16="http://schemas.microsoft.com/office/drawing/2014/main" id="{A80823A2-2229-454C-8207-8E7DB2C9AC84}"/>
              </a:ext>
            </a:extLst>
          </p:cNvPr>
          <p:cNvSpPr>
            <a:spLocks xmlns:a="http://schemas.openxmlformats.org/drawingml/2006/main" noGrp="1"/>
          </p:cNvSpPr>
          <p:nvPr/>
        </p:nvSpPr>
        <p:spPr>
          <a:xfrm xmlns:a="http://schemas.openxmlformats.org/drawingml/2006/main">
            <a:off x="10744200" y="4410075"/>
            <a:ext cx="685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51" name="여러 작업에 공통 적용">
            <a:extLst xmlns:a="http://schemas.openxmlformats.org/drawingml/2006/main">
              <a:ext uri="{FF2B5EF4-FFF2-40B4-BE49-F238E27FC236}">
                <a16:creationId xmlns:a16="http://schemas.microsoft.com/office/drawing/2014/main" id="{FDA68F97-B651-42F3-8978-2F1009AEC751}"/>
              </a:ext>
            </a:extLst>
          </p:cNvPr>
          <p:cNvSpPr>
            <a:spLocks xmlns:a="http://schemas.openxmlformats.org/drawingml/2006/main" noGrp="1"/>
          </p:cNvSpPr>
          <p:nvPr/>
        </p:nvSpPr>
        <p:spPr>
          <a:xfrm xmlns:a="http://schemas.openxmlformats.org/drawingml/2006/main">
            <a:off x="60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여러 작업에 공통 적용</a:t>
            </a:r>
          </a:p>
        </p:txBody>
      </p:sp>
      <p:sp>
        <p:nvSpPr>
          <p:cNvPr id="52" name="해당 작업에 맞춰 상세 확인">
            <a:extLst xmlns:a="http://schemas.openxmlformats.org/drawingml/2006/main">
              <a:ext uri="{FF2B5EF4-FFF2-40B4-BE49-F238E27FC236}">
                <a16:creationId xmlns:a16="http://schemas.microsoft.com/office/drawing/2014/main" id="{73C21852-EB49-4305-877D-4969866CCF0C}"/>
              </a:ext>
            </a:extLst>
          </p:cNvPr>
          <p:cNvSpPr>
            <a:spLocks xmlns:a="http://schemas.openxmlformats.org/drawingml/2006/main" noGrp="1"/>
          </p:cNvSpPr>
          <p:nvPr/>
        </p:nvSpPr>
        <p:spPr>
          <a:xfrm xmlns:a="http://schemas.openxmlformats.org/drawingml/2006/main">
            <a:off x="441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해당 작업에 맞춰 상세 확인</a:t>
            </a:r>
          </a:p>
        </p:txBody>
      </p:sp>
      <p:sp>
        <p:nvSpPr>
          <p:cNvPr id="53" name="같은 종류의 작업마다 재사용">
            <a:extLst xmlns:a="http://schemas.openxmlformats.org/drawingml/2006/main">
              <a:ext uri="{FF2B5EF4-FFF2-40B4-BE49-F238E27FC236}">
                <a16:creationId xmlns:a16="http://schemas.microsoft.com/office/drawing/2014/main" id="{F302CF5B-41AB-49EE-B91A-3F765D97455C}"/>
              </a:ext>
            </a:extLst>
          </p:cNvPr>
          <p:cNvSpPr>
            <a:spLocks xmlns:a="http://schemas.openxmlformats.org/drawingml/2006/main" noGrp="1"/>
          </p:cNvSpPr>
          <p:nvPr/>
        </p:nvSpPr>
        <p:spPr>
          <a:xfrm xmlns:a="http://schemas.openxmlformats.org/drawingml/2006/main">
            <a:off x="8229600" y="528637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같은 종류의 작업마다 재사용</a:t>
            </a:r>
          </a:p>
        </p:txBody>
      </p:sp>
      <p:sp>
        <p:nvSpPr>
          <p:cNvPr id="54" name="Legacy module connection">
            <a:extLst xmlns:a="http://schemas.openxmlformats.org/drawingml/2006/main">
              <a:ext uri="{FF2B5EF4-FFF2-40B4-BE49-F238E27FC236}">
                <a16:creationId xmlns:a16="http://schemas.microsoft.com/office/drawing/2014/main" id="{544D4B1C-4D53-40CC-929C-0737501E95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39900966"/>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2 · 정보의 양을 다시 묻는 연구">
            <a:extLst xmlns:a="http://schemas.openxmlformats.org/drawingml/2006/main">
              <a:ext uri="{FF2B5EF4-FFF2-40B4-BE49-F238E27FC236}">
                <a16:creationId xmlns:a16="http://schemas.microsoft.com/office/drawing/2014/main" id="{55C5CE3B-4DA0-4A85-9AE1-07BD7EE4F07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39">
            <a:extLst xmlns:a="http://schemas.openxmlformats.org/drawingml/2006/main">
              <a:ext uri="{FF2B5EF4-FFF2-40B4-BE49-F238E27FC236}">
                <a16:creationId xmlns:a16="http://schemas.microsoft.com/office/drawing/2014/main" id="{1A50DB38-5566-45B3-995F-CC14A462C89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Long Context 연구가 말해주는 범위">
            <a:extLst xmlns:a="http://schemas.openxmlformats.org/drawingml/2006/main">
              <a:ext uri="{FF2B5EF4-FFF2-40B4-BE49-F238E27FC236}">
                <a16:creationId xmlns:a16="http://schemas.microsoft.com/office/drawing/2014/main" id="{EE5D1C7A-907B-4BA5-B44A-9572DB60C6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865127A3-EEFF-4CB5-9494-DACAF9E0A35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aclanthology.org/2024.tacl-1.9/ · Rep">
            <a:extLst xmlns:a="http://schemas.openxmlformats.org/drawingml/2006/main">
              <a:ext uri="{FF2B5EF4-FFF2-40B4-BE49-F238E27FC236}">
                <a16:creationId xmlns:a16="http://schemas.microsoft.com/office/drawing/2014/main" id="{AB0DBBF5-4914-4FC1-81FE-6EBCA11FB6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aclanthology.org/2024.tacl-1.9/ · RepoQA 2024: arxiv.org/abs/2406.06025</a:t>
            </a:r>
          </a:p>
        </p:txBody>
      </p:sp>
      <p:sp>
        <p:nvSpPr>
          <p:cNvPr id="6" name="연구 과제의 재구성 · 현재 Codex의 Repository 작업을 직접 평가한 근거가 아님">
            <a:extLst xmlns:a="http://schemas.openxmlformats.org/drawingml/2006/main">
              <a:ext uri="{FF2B5EF4-FFF2-40B4-BE49-F238E27FC236}">
                <a16:creationId xmlns:a16="http://schemas.microsoft.com/office/drawing/2014/main" id="{36E5388B-D5B4-4303-ADA9-B35C31DD771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과제의 재구성 · 현재 Codex의 Repository 작업을 직접 평가한 근거가 아님</a:t>
            </a:r>
          </a:p>
        </p:txBody>
      </p:sp>
      <p:sp>
        <p:nvSpPr>
          <p:cNvPr id="7" name="많은 정보를 넣으면, 필요한 근거도 잘 찾아 쓸까?">
            <a:extLst xmlns:a="http://schemas.openxmlformats.org/drawingml/2006/main">
              <a:ext uri="{FF2B5EF4-FFF2-40B4-BE49-F238E27FC236}">
                <a16:creationId xmlns:a16="http://schemas.microsoft.com/office/drawing/2014/main" id="{4686CAC9-1D00-4D49-A5C5-B14685C29436}"/>
              </a:ext>
            </a:extLst>
          </p:cNvPr>
          <p:cNvSpPr>
            <a:spLocks xmlns:a="http://schemas.openxmlformats.org/drawingml/2006/main" noGrp="1"/>
          </p:cNvSpPr>
          <p:nvPr/>
        </p:nvSpPr>
        <p:spPr>
          <a:xfrm xmlns:a="http://schemas.openxmlformats.org/drawingml/2006/main">
            <a:off x="609600" y="16764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많은 정보를 넣으면, 필요한 근거도 잘 찾아 쓸까?</a:t>
            </a:r>
          </a:p>
        </p:txBody>
      </p:sp>
      <p:sp>
        <p:nvSpPr>
          <p:cNvPr id="8" name="Lost in the Middle">
            <a:extLst xmlns:a="http://schemas.openxmlformats.org/drawingml/2006/main">
              <a:ext uri="{FF2B5EF4-FFF2-40B4-BE49-F238E27FC236}">
                <a16:creationId xmlns:a16="http://schemas.microsoft.com/office/drawing/2014/main" id="{0556CC62-111D-4846-91C5-F134B2F70C29}"/>
              </a:ext>
            </a:extLst>
          </p:cNvPr>
          <p:cNvSpPr>
            <a:spLocks xmlns:a="http://schemas.openxmlformats.org/drawingml/2006/main" noGrp="1"/>
          </p:cNvSpPr>
          <p:nvPr/>
        </p:nvSpPr>
        <p:spPr>
          <a:xfrm xmlns:a="http://schemas.openxmlformats.org/drawingml/2006/main">
            <a:off x="609600" y="2257425"/>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8683EEB3-E947-4A4F-A9C0-61AA10598C06}"/>
              </a:ext>
            </a:extLst>
          </p:cNvPr>
          <p:cNvSpPr>
            <a:spLocks xmlns:a="http://schemas.openxmlformats.org/drawingml/2006/main" noGrp="1"/>
          </p:cNvSpPr>
          <p:nvPr/>
        </p:nvSpPr>
        <p:spPr>
          <a:xfrm xmlns:a="http://schemas.openxmlformats.org/drawingml/2006/main">
            <a:off x="6705600" y="22574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문서 질문 답변 · 합성 key-value 검색">
            <a:extLst xmlns:a="http://schemas.openxmlformats.org/drawingml/2006/main">
              <a:ext uri="{FF2B5EF4-FFF2-40B4-BE49-F238E27FC236}">
                <a16:creationId xmlns:a16="http://schemas.microsoft.com/office/drawing/2014/main" id="{5717A765-71AD-4A4C-87BF-2041E1A46EF0}"/>
              </a:ext>
            </a:extLst>
          </p:cNvPr>
          <p:cNvSpPr>
            <a:spLocks xmlns:a="http://schemas.openxmlformats.org/drawingml/2006/main" noGrp="1"/>
          </p:cNvSpPr>
          <p:nvPr/>
        </p:nvSpPr>
        <p:spPr>
          <a:xfrm xmlns:a="http://schemas.openxmlformats.org/drawingml/2006/main">
            <a:off x="609600" y="266700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문서 질문 답변 · 합성 key-value 검색</a:t>
            </a:r>
          </a:p>
        </p:txBody>
      </p:sp>
      <p:sp>
        <p:nvSpPr>
          <p:cNvPr id="11" name="정답 근거의 위치만 바꿔 비교">
            <a:extLst xmlns:a="http://schemas.openxmlformats.org/drawingml/2006/main">
              <a:ext uri="{FF2B5EF4-FFF2-40B4-BE49-F238E27FC236}">
                <a16:creationId xmlns:a16="http://schemas.microsoft.com/office/drawing/2014/main" id="{43885FD1-E92D-4502-9551-3B3ABC7E16E6}"/>
              </a:ext>
            </a:extLst>
          </p:cNvPr>
          <p:cNvSpPr>
            <a:spLocks xmlns:a="http://schemas.openxmlformats.org/drawingml/2006/main" noGrp="1"/>
          </p:cNvSpPr>
          <p:nvPr/>
        </p:nvSpPr>
        <p:spPr>
          <a:xfrm xmlns:a="http://schemas.openxmlformats.org/drawingml/2006/main">
            <a:off x="609600" y="3009900"/>
            <a:ext cx="5238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정답 근거의 위치만 바꿔 비교</a:t>
            </a:r>
          </a:p>
        </p:txBody>
      </p:sp>
      <p:sp>
        <p:nvSpPr>
          <p:cNvPr id="12" name="앞">
            <a:extLst xmlns:a="http://schemas.openxmlformats.org/drawingml/2006/main">
              <a:ext uri="{FF2B5EF4-FFF2-40B4-BE49-F238E27FC236}">
                <a16:creationId xmlns:a16="http://schemas.microsoft.com/office/drawing/2014/main" id="{62F357E9-90F4-4569-9EA8-9248DAC17292}"/>
              </a:ext>
            </a:extLst>
          </p:cNvPr>
          <p:cNvSpPr>
            <a:spLocks xmlns:a="http://schemas.openxmlformats.org/drawingml/2006/main" noGrp="1"/>
          </p:cNvSpPr>
          <p:nvPr/>
        </p:nvSpPr>
        <p:spPr>
          <a:xfrm xmlns:a="http://schemas.openxmlformats.org/drawingml/2006/main">
            <a:off x="609600" y="33242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앞</a:t>
            </a:r>
          </a:p>
        </p:txBody>
      </p:sp>
      <p:sp>
        <p:nvSpPr>
          <p:cNvPr id="13" name="">
            <a:extLst xmlns:a="http://schemas.openxmlformats.org/drawingml/2006/main">
              <a:ext uri="{FF2B5EF4-FFF2-40B4-BE49-F238E27FC236}">
                <a16:creationId xmlns:a16="http://schemas.microsoft.com/office/drawing/2014/main" id="{6235B162-F9FF-4F36-AB6A-5C0D98C8DE83}"/>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4" name="근거">
            <a:extLst xmlns:a="http://schemas.openxmlformats.org/drawingml/2006/main">
              <a:ext uri="{FF2B5EF4-FFF2-40B4-BE49-F238E27FC236}">
                <a16:creationId xmlns:a16="http://schemas.microsoft.com/office/drawing/2014/main" id="{3D05B44C-DDC6-4001-879F-5AAE0BD1F76C}"/>
              </a:ext>
            </a:extLst>
          </p:cNvPr>
          <p:cNvSpPr>
            <a:spLocks xmlns:a="http://schemas.openxmlformats.org/drawingml/2006/main" noGrp="1"/>
          </p:cNvSpPr>
          <p:nvPr/>
        </p:nvSpPr>
        <p:spPr>
          <a:xfrm xmlns:a="http://schemas.openxmlformats.org/drawingml/2006/main">
            <a:off x="1352550" y="33432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15" name="">
            <a:extLst xmlns:a="http://schemas.openxmlformats.org/drawingml/2006/main">
              <a:ext uri="{FF2B5EF4-FFF2-40B4-BE49-F238E27FC236}">
                <a16:creationId xmlns:a16="http://schemas.microsoft.com/office/drawing/2014/main" id="{08D6D698-66F3-41A3-93DD-6B46EF6E0700}"/>
              </a:ext>
            </a:extLst>
          </p:cNvPr>
          <p:cNvSpPr>
            <a:spLocks xmlns:a="http://schemas.openxmlformats.org/drawingml/2006/main" noGrp="1"/>
          </p:cNvSpPr>
          <p:nvPr/>
        </p:nvSpPr>
        <p:spPr>
          <a:xfrm xmlns:a="http://schemas.openxmlformats.org/drawingml/2006/main">
            <a:off x="21717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E0059AF0-CDE8-42F7-BD09-972FFC27F64E}"/>
              </a:ext>
            </a:extLst>
          </p:cNvPr>
          <p:cNvSpPr>
            <a:spLocks xmlns:a="http://schemas.openxmlformats.org/drawingml/2006/main" noGrp="1"/>
          </p:cNvSpPr>
          <p:nvPr/>
        </p:nvSpPr>
        <p:spPr>
          <a:xfrm xmlns:a="http://schemas.openxmlformats.org/drawingml/2006/main">
            <a:off x="29908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9125FCEB-A91D-4F9C-B014-FC84203B9316}"/>
              </a:ext>
            </a:extLst>
          </p:cNvPr>
          <p:cNvSpPr>
            <a:spLocks xmlns:a="http://schemas.openxmlformats.org/drawingml/2006/main" noGrp="1"/>
          </p:cNvSpPr>
          <p:nvPr/>
        </p:nvSpPr>
        <p:spPr>
          <a:xfrm xmlns:a="http://schemas.openxmlformats.org/drawingml/2006/main">
            <a:off x="381000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DF167B5F-56EE-417E-BA98-F355C830EC5D}"/>
              </a:ext>
            </a:extLst>
          </p:cNvPr>
          <p:cNvSpPr>
            <a:spLocks xmlns:a="http://schemas.openxmlformats.org/drawingml/2006/main" noGrp="1"/>
          </p:cNvSpPr>
          <p:nvPr/>
        </p:nvSpPr>
        <p:spPr>
          <a:xfrm xmlns:a="http://schemas.openxmlformats.org/drawingml/2006/main">
            <a:off x="4629150" y="33432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중간">
            <a:extLst xmlns:a="http://schemas.openxmlformats.org/drawingml/2006/main">
              <a:ext uri="{FF2B5EF4-FFF2-40B4-BE49-F238E27FC236}">
                <a16:creationId xmlns:a16="http://schemas.microsoft.com/office/drawing/2014/main" id="{C1EBA187-CE2F-41A3-B3FF-22062DB6A619}"/>
              </a:ext>
            </a:extLst>
          </p:cNvPr>
          <p:cNvSpPr>
            <a:spLocks xmlns:a="http://schemas.openxmlformats.org/drawingml/2006/main" noGrp="1"/>
          </p:cNvSpPr>
          <p:nvPr/>
        </p:nvSpPr>
        <p:spPr>
          <a:xfrm xmlns:a="http://schemas.openxmlformats.org/drawingml/2006/main">
            <a:off x="609600" y="360997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중간</a:t>
            </a:r>
          </a:p>
        </p:txBody>
      </p:sp>
      <p:sp>
        <p:nvSpPr>
          <p:cNvPr id="20" name="">
            <a:extLst xmlns:a="http://schemas.openxmlformats.org/drawingml/2006/main">
              <a:ext uri="{FF2B5EF4-FFF2-40B4-BE49-F238E27FC236}">
                <a16:creationId xmlns:a16="http://schemas.microsoft.com/office/drawing/2014/main" id="{969070CF-0720-4C3A-889A-C99514708E72}"/>
              </a:ext>
            </a:extLst>
          </p:cNvPr>
          <p:cNvSpPr>
            <a:spLocks xmlns:a="http://schemas.openxmlformats.org/drawingml/2006/main" noGrp="1"/>
          </p:cNvSpPr>
          <p:nvPr/>
        </p:nvSpPr>
        <p:spPr>
          <a:xfrm xmlns:a="http://schemas.openxmlformats.org/drawingml/2006/main">
            <a:off x="13525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5013154-D0A8-4C69-9741-9F5BD970DF8E}"/>
              </a:ext>
            </a:extLst>
          </p:cNvPr>
          <p:cNvSpPr>
            <a:spLocks xmlns:a="http://schemas.openxmlformats.org/drawingml/2006/main" noGrp="1"/>
          </p:cNvSpPr>
          <p:nvPr/>
        </p:nvSpPr>
        <p:spPr>
          <a:xfrm xmlns:a="http://schemas.openxmlformats.org/drawingml/2006/main">
            <a:off x="21717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1BE2E846-2181-498E-991A-9B8904E78BD5}"/>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3" name="근거">
            <a:extLst xmlns:a="http://schemas.openxmlformats.org/drawingml/2006/main">
              <a:ext uri="{FF2B5EF4-FFF2-40B4-BE49-F238E27FC236}">
                <a16:creationId xmlns:a16="http://schemas.microsoft.com/office/drawing/2014/main" id="{044DF345-51EE-4457-889F-FAED34626C98}"/>
              </a:ext>
            </a:extLst>
          </p:cNvPr>
          <p:cNvSpPr>
            <a:spLocks xmlns:a="http://schemas.openxmlformats.org/drawingml/2006/main" noGrp="1"/>
          </p:cNvSpPr>
          <p:nvPr/>
        </p:nvSpPr>
        <p:spPr>
          <a:xfrm xmlns:a="http://schemas.openxmlformats.org/drawingml/2006/main">
            <a:off x="2990850" y="362902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24" name="">
            <a:extLst xmlns:a="http://schemas.openxmlformats.org/drawingml/2006/main">
              <a:ext uri="{FF2B5EF4-FFF2-40B4-BE49-F238E27FC236}">
                <a16:creationId xmlns:a16="http://schemas.microsoft.com/office/drawing/2014/main" id="{F21C3BEC-DB43-4412-AE6C-439C9BE77F0F}"/>
              </a:ext>
            </a:extLst>
          </p:cNvPr>
          <p:cNvSpPr>
            <a:spLocks xmlns:a="http://schemas.openxmlformats.org/drawingml/2006/main" noGrp="1"/>
          </p:cNvSpPr>
          <p:nvPr/>
        </p:nvSpPr>
        <p:spPr>
          <a:xfrm xmlns:a="http://schemas.openxmlformats.org/drawingml/2006/main">
            <a:off x="381000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1F97517E-E96E-424C-9639-3D31726C8617}"/>
              </a:ext>
            </a:extLst>
          </p:cNvPr>
          <p:cNvSpPr>
            <a:spLocks xmlns:a="http://schemas.openxmlformats.org/drawingml/2006/main" noGrp="1"/>
          </p:cNvSpPr>
          <p:nvPr/>
        </p:nvSpPr>
        <p:spPr>
          <a:xfrm xmlns:a="http://schemas.openxmlformats.org/drawingml/2006/main">
            <a:off x="4629150" y="362902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뒤">
            <a:extLst xmlns:a="http://schemas.openxmlformats.org/drawingml/2006/main">
              <a:ext uri="{FF2B5EF4-FFF2-40B4-BE49-F238E27FC236}">
                <a16:creationId xmlns:a16="http://schemas.microsoft.com/office/drawing/2014/main" id="{3722365D-DF10-4464-AA8C-67A39840E555}"/>
              </a:ext>
            </a:extLst>
          </p:cNvPr>
          <p:cNvSpPr>
            <a:spLocks xmlns:a="http://schemas.openxmlformats.org/drawingml/2006/main" noGrp="1"/>
          </p:cNvSpPr>
          <p:nvPr/>
        </p:nvSpPr>
        <p:spPr>
          <a:xfrm xmlns:a="http://schemas.openxmlformats.org/drawingml/2006/main">
            <a:off x="609600" y="3895725"/>
            <a:ext cx="609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뒤</a:t>
            </a:r>
          </a:p>
        </p:txBody>
      </p:sp>
      <p:sp>
        <p:nvSpPr>
          <p:cNvPr id="27" name="">
            <a:extLst xmlns:a="http://schemas.openxmlformats.org/drawingml/2006/main">
              <a:ext uri="{FF2B5EF4-FFF2-40B4-BE49-F238E27FC236}">
                <a16:creationId xmlns:a16="http://schemas.microsoft.com/office/drawing/2014/main" id="{54D53E09-AEA6-4721-97B9-A99E5EC58332}"/>
              </a:ext>
            </a:extLst>
          </p:cNvPr>
          <p:cNvSpPr>
            <a:spLocks xmlns:a="http://schemas.openxmlformats.org/drawingml/2006/main" noGrp="1"/>
          </p:cNvSpPr>
          <p:nvPr/>
        </p:nvSpPr>
        <p:spPr>
          <a:xfrm xmlns:a="http://schemas.openxmlformats.org/drawingml/2006/main">
            <a:off x="13525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0B6309AD-BCD6-4699-8E63-3F0AB195384F}"/>
              </a:ext>
            </a:extLst>
          </p:cNvPr>
          <p:cNvSpPr>
            <a:spLocks xmlns:a="http://schemas.openxmlformats.org/drawingml/2006/main" noGrp="1"/>
          </p:cNvSpPr>
          <p:nvPr/>
        </p:nvSpPr>
        <p:spPr>
          <a:xfrm xmlns:a="http://schemas.openxmlformats.org/drawingml/2006/main">
            <a:off x="21717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4E57A941-B84D-4361-BBD5-DB1D7119F8F1}"/>
              </a:ext>
            </a:extLst>
          </p:cNvPr>
          <p:cNvSpPr>
            <a:spLocks xmlns:a="http://schemas.openxmlformats.org/drawingml/2006/main" noGrp="1"/>
          </p:cNvSpPr>
          <p:nvPr/>
        </p:nvSpPr>
        <p:spPr>
          <a:xfrm xmlns:a="http://schemas.openxmlformats.org/drawingml/2006/main">
            <a:off x="299085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
            <a:extLst xmlns:a="http://schemas.openxmlformats.org/drawingml/2006/main">
              <a:ext uri="{FF2B5EF4-FFF2-40B4-BE49-F238E27FC236}">
                <a16:creationId xmlns:a16="http://schemas.microsoft.com/office/drawing/2014/main" id="{AA598018-220D-4671-BE1A-91EE707C8159}"/>
              </a:ext>
            </a:extLst>
          </p:cNvPr>
          <p:cNvSpPr>
            <a:spLocks xmlns:a="http://schemas.openxmlformats.org/drawingml/2006/main" noGrp="1"/>
          </p:cNvSpPr>
          <p:nvPr/>
        </p:nvSpPr>
        <p:spPr>
          <a:xfrm xmlns:a="http://schemas.openxmlformats.org/drawingml/2006/main">
            <a:off x="3810000" y="3914775"/>
            <a:ext cx="742950" cy="228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
            <a:extLst xmlns:a="http://schemas.openxmlformats.org/drawingml/2006/main">
              <a:ext uri="{FF2B5EF4-FFF2-40B4-BE49-F238E27FC236}">
                <a16:creationId xmlns:a16="http://schemas.microsoft.com/office/drawing/2014/main" id="{CA2AEFFE-2558-4DFE-8632-8436D6B9FE18}"/>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2" name="근거">
            <a:extLst xmlns:a="http://schemas.openxmlformats.org/drawingml/2006/main">
              <a:ext uri="{FF2B5EF4-FFF2-40B4-BE49-F238E27FC236}">
                <a16:creationId xmlns:a16="http://schemas.microsoft.com/office/drawing/2014/main" id="{BD81C3A2-E176-406F-9258-CAB1C26CC5B5}"/>
              </a:ext>
            </a:extLst>
          </p:cNvPr>
          <p:cNvSpPr>
            <a:spLocks xmlns:a="http://schemas.openxmlformats.org/drawingml/2006/main" noGrp="1"/>
          </p:cNvSpPr>
          <p:nvPr/>
        </p:nvSpPr>
        <p:spPr>
          <a:xfrm xmlns:a="http://schemas.openxmlformats.org/drawingml/2006/main">
            <a:off x="4629150" y="3914775"/>
            <a:ext cx="7429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425" b="1">
                <a:solidFill>
                  <a:srgbClr val="0B6172"/>
                </a:solidFill>
                <a:latin typeface="Malgun Gothic"/>
                <a:ea typeface="Malgun Gothic"/>
                <a:cs typeface="Malgun Gothic"/>
              </a:defRPr>
            </a:defPPr>
            <a:lvl1pPr algn="ctr">
              <a:defRPr sz="1425" b="1">
                <a:solidFill>
                  <a:srgbClr val="0B6172"/>
                </a:solidFill>
                <a:latin typeface="Malgun Gothic"/>
                <a:ea typeface="Malgun Gothic"/>
                <a:cs typeface="Malgun Gothic"/>
              </a:defRPr>
            </a:lvl1pPr>
            <a:lvl2pPr algn="ctr">
              <a:defRPr sz="1425" b="1">
                <a:solidFill>
                  <a:srgbClr val="0B6172"/>
                </a:solidFill>
                <a:latin typeface="Malgun Gothic"/>
                <a:ea typeface="Malgun Gothic"/>
                <a:cs typeface="Malgun Gothic"/>
              </a:defRPr>
            </a:lvl2pPr>
            <a:lvl3pPr algn="ctr">
              <a:defRPr sz="1425" b="1">
                <a:solidFill>
                  <a:srgbClr val="0B6172"/>
                </a:solidFill>
                <a:latin typeface="Malgun Gothic"/>
                <a:ea typeface="Malgun Gothic"/>
                <a:cs typeface="Malgun Gothic"/>
              </a:defRPr>
            </a:lvl3pPr>
            <a:lvl4pPr algn="ctr">
              <a:defRPr sz="1425" b="1">
                <a:solidFill>
                  <a:srgbClr val="0B6172"/>
                </a:solidFill>
                <a:latin typeface="Malgun Gothic"/>
                <a:ea typeface="Malgun Gothic"/>
                <a:cs typeface="Malgun Gothic"/>
              </a:defRPr>
            </a:lvl4pPr>
            <a:lvl5pPr algn="ctr">
              <a:defRPr sz="1425" b="1">
                <a:solidFill>
                  <a:srgbClr val="0B6172"/>
                </a:solidFill>
                <a:latin typeface="Malgun Gothic"/>
                <a:ea typeface="Malgun Gothic"/>
                <a:cs typeface="Malgun Gothic"/>
              </a:defRPr>
            </a:lvl5pPr>
            <a:lvl6pPr algn="ctr">
              <a:defRPr sz="1425" b="1">
                <a:solidFill>
                  <a:srgbClr val="0B6172"/>
                </a:solidFill>
                <a:latin typeface="Malgun Gothic"/>
                <a:ea typeface="Malgun Gothic"/>
                <a:cs typeface="Malgun Gothic"/>
              </a:defRPr>
            </a:lvl6pPr>
            <a:lvl7pPr algn="ctr">
              <a:defRPr sz="1425" b="1">
                <a:solidFill>
                  <a:srgbClr val="0B6172"/>
                </a:solidFill>
                <a:latin typeface="Malgun Gothic"/>
                <a:ea typeface="Malgun Gothic"/>
                <a:cs typeface="Malgun Gothic"/>
              </a:defRPr>
            </a:lvl7pPr>
            <a:lvl8pPr algn="ctr">
              <a:defRPr sz="1425" b="1">
                <a:solidFill>
                  <a:srgbClr val="0B6172"/>
                </a:solidFill>
                <a:latin typeface="Malgun Gothic"/>
                <a:ea typeface="Malgun Gothic"/>
                <a:cs typeface="Malgun Gothic"/>
              </a:defRPr>
            </a:lvl8pPr>
            <a:lvl9pPr algn="ctr">
              <a:defRPr sz="1425" b="1">
                <a:solidFill>
                  <a:srgbClr val="0B6172"/>
                </a:solidFill>
                <a:latin typeface="Malgun Gothic"/>
                <a:ea typeface="Malgun Gothic"/>
                <a:cs typeface="Malgun Gothic"/>
              </a:defRPr>
            </a:lvl9pPr>
          </a:lstStyle>
          <a:p xmlns:a="http://schemas.openxmlformats.org/drawingml/2006/main">
            <a:pPr algn="ctr">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근거</a:t>
            </a:r>
          </a:p>
        </p:txBody>
      </p:sp>
      <p:sp>
        <p:nvSpPr>
          <p:cNvPr id="33" name="50개 저장소 · 설명에 맞는 함수 찾기&#10;주 평가: 코드 입력 16K 토큰">
            <a:extLst xmlns:a="http://schemas.openxmlformats.org/drawingml/2006/main">
              <a:ext uri="{FF2B5EF4-FFF2-40B4-BE49-F238E27FC236}">
                <a16:creationId xmlns:a16="http://schemas.microsoft.com/office/drawing/2014/main" id="{65972431-EBDD-4DD6-8FEA-3F2359BD3366}"/>
              </a:ext>
            </a:extLst>
          </p:cNvPr>
          <p:cNvSpPr>
            <a:spLocks xmlns:a="http://schemas.openxmlformats.org/drawingml/2006/main" noGrp="1"/>
          </p:cNvSpPr>
          <p:nvPr/>
        </p:nvSpPr>
        <p:spPr>
          <a:xfrm xmlns:a="http://schemas.openxmlformats.org/drawingml/2006/main">
            <a:off x="6705600" y="2667000"/>
            <a:ext cx="4876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50개 저장소 · 설명에 맞는 함수 찾기</a:t>
            </a:r>
          </a:p>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주 평가: 코드 입력 16K 토큰</a:t>
            </a:r>
          </a:p>
        </p:txBody>
      </p:sp>
      <p:sp>
        <p:nvSpPr>
          <p:cNvPr id="34" name="">
            <a:extLst xmlns:a="http://schemas.openxmlformats.org/drawingml/2006/main">
              <a:ext uri="{FF2B5EF4-FFF2-40B4-BE49-F238E27FC236}">
                <a16:creationId xmlns:a16="http://schemas.microsoft.com/office/drawing/2014/main" id="{447FFC39-B589-4F32-B652-3F5DDCD80758}"/>
              </a:ext>
            </a:extLst>
          </p:cNvPr>
          <p:cNvSpPr>
            <a:spLocks xmlns:a="http://schemas.openxmlformats.org/drawingml/2006/main" noGrp="1"/>
          </p:cNvSpPr>
          <p:nvPr/>
        </p:nvSpPr>
        <p:spPr>
          <a:xfrm xmlns:a="http://schemas.openxmlformats.org/drawingml/2006/main">
            <a:off x="6705600" y="3295650"/>
            <a:ext cx="13906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5" name="기능 설명&#10;+ 코드 입력">
            <a:extLst xmlns:a="http://schemas.openxmlformats.org/drawingml/2006/main">
              <a:ext uri="{FF2B5EF4-FFF2-40B4-BE49-F238E27FC236}">
                <a16:creationId xmlns:a16="http://schemas.microsoft.com/office/drawing/2014/main" id="{1657E58A-17D5-4303-A7C2-6A0C59F2C5F3}"/>
              </a:ext>
            </a:extLst>
          </p:cNvPr>
          <p:cNvSpPr>
            <a:spLocks xmlns:a="http://schemas.openxmlformats.org/drawingml/2006/main" noGrp="1"/>
          </p:cNvSpPr>
          <p:nvPr/>
        </p:nvSpPr>
        <p:spPr>
          <a:xfrm xmlns:a="http://schemas.openxmlformats.org/drawingml/2006/main">
            <a:off x="6781800" y="3419475"/>
            <a:ext cx="1238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기능 설명</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 코드 입력</a:t>
            </a:r>
          </a:p>
        </p:txBody>
      </p:sp>
      <p:sp>
        <p:nvSpPr>
          <p:cNvPr id="36" name="">
            <a:extLst xmlns:a="http://schemas.openxmlformats.org/drawingml/2006/main">
              <a:ext uri="{FF2B5EF4-FFF2-40B4-BE49-F238E27FC236}">
                <a16:creationId xmlns:a16="http://schemas.microsoft.com/office/drawing/2014/main" id="{4B512A54-18B6-4D0A-8362-ABCD62AF0F38}"/>
              </a:ext>
            </a:extLst>
          </p:cNvPr>
          <p:cNvSpPr>
            <a:spLocks xmlns:a="http://schemas.openxmlformats.org/drawingml/2006/main" noGrp="1"/>
          </p:cNvSpPr>
          <p:nvPr/>
        </p:nvSpPr>
        <p:spPr>
          <a:xfrm xmlns:a="http://schemas.openxmlformats.org/drawingml/2006/main">
            <a:off x="82296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D96C08DA-4D1A-4F8D-B3E7-1F409208B647}"/>
              </a:ext>
            </a:extLst>
          </p:cNvPr>
          <p:cNvSpPr>
            <a:spLocks xmlns:a="http://schemas.openxmlformats.org/drawingml/2006/main" noGrp="1"/>
          </p:cNvSpPr>
          <p:nvPr/>
        </p:nvSpPr>
        <p:spPr>
          <a:xfrm xmlns:a="http://schemas.openxmlformats.org/drawingml/2006/main">
            <a:off x="8553450" y="3295650"/>
            <a:ext cx="1276350" cy="838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38" name="함수 코드&#10;반환">
            <a:extLst xmlns:a="http://schemas.openxmlformats.org/drawingml/2006/main">
              <a:ext uri="{FF2B5EF4-FFF2-40B4-BE49-F238E27FC236}">
                <a16:creationId xmlns:a16="http://schemas.microsoft.com/office/drawing/2014/main" id="{1063C84A-91CF-457D-9062-FCECACCB086D}"/>
              </a:ext>
            </a:extLst>
          </p:cNvPr>
          <p:cNvSpPr>
            <a:spLocks xmlns:a="http://schemas.openxmlformats.org/drawingml/2006/main" noGrp="1"/>
          </p:cNvSpPr>
          <p:nvPr/>
        </p:nvSpPr>
        <p:spPr>
          <a:xfrm xmlns:a="http://schemas.openxmlformats.org/drawingml/2006/main">
            <a:off x="86106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함수 코드</a:t>
            </a:r>
          </a:p>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반환</a:t>
            </a:r>
          </a:p>
        </p:txBody>
      </p:sp>
      <p:sp>
        <p:nvSpPr>
          <p:cNvPr id="39" name="">
            <a:extLst xmlns:a="http://schemas.openxmlformats.org/drawingml/2006/main">
              <a:ext uri="{FF2B5EF4-FFF2-40B4-BE49-F238E27FC236}">
                <a16:creationId xmlns:a16="http://schemas.microsoft.com/office/drawing/2014/main" id="{0C2013DE-F445-422D-8170-EC39B7A99D1D}"/>
              </a:ext>
            </a:extLst>
          </p:cNvPr>
          <p:cNvSpPr>
            <a:spLocks xmlns:a="http://schemas.openxmlformats.org/drawingml/2006/main" noGrp="1"/>
          </p:cNvSpPr>
          <p:nvPr/>
        </p:nvSpPr>
        <p:spPr>
          <a:xfrm xmlns:a="http://schemas.openxmlformats.org/drawingml/2006/main">
            <a:off x="9982200" y="3619500"/>
            <a:ext cx="2095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697B57BE-7EAC-4552-808E-9C832440D345}"/>
              </a:ext>
            </a:extLst>
          </p:cNvPr>
          <p:cNvSpPr>
            <a:spLocks xmlns:a="http://schemas.openxmlformats.org/drawingml/2006/main" noGrp="1"/>
          </p:cNvSpPr>
          <p:nvPr/>
        </p:nvSpPr>
        <p:spPr>
          <a:xfrm xmlns:a="http://schemas.openxmlformats.org/drawingml/2006/main">
            <a:off x="10306050" y="3295650"/>
            <a:ext cx="1276350" cy="838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41" name="정답 함수와&#10;유사도 비교">
            <a:extLst xmlns:a="http://schemas.openxmlformats.org/drawingml/2006/main">
              <a:ext uri="{FF2B5EF4-FFF2-40B4-BE49-F238E27FC236}">
                <a16:creationId xmlns:a16="http://schemas.microsoft.com/office/drawing/2014/main" id="{FACAD636-506F-4ABE-8CB0-829504A71327}"/>
              </a:ext>
            </a:extLst>
          </p:cNvPr>
          <p:cNvSpPr>
            <a:spLocks xmlns:a="http://schemas.openxmlformats.org/drawingml/2006/main" noGrp="1"/>
          </p:cNvSpPr>
          <p:nvPr/>
        </p:nvSpPr>
        <p:spPr>
          <a:xfrm xmlns:a="http://schemas.openxmlformats.org/drawingml/2006/main">
            <a:off x="10363200" y="3419475"/>
            <a:ext cx="11620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정답 함수와</a:t>
            </a:r>
          </a:p>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유사도 비교</a:t>
            </a:r>
          </a:p>
        </p:txBody>
      </p:sp>
      <p:sp>
        <p:nvSpPr>
          <p:cNvPr id="42" name="일부 당시 모델·과제에서&#10;중간 근거에 대한 정답률 저하">
            <a:extLst xmlns:a="http://schemas.openxmlformats.org/drawingml/2006/main">
              <a:ext uri="{FF2B5EF4-FFF2-40B4-BE49-F238E27FC236}">
                <a16:creationId xmlns:a16="http://schemas.microsoft.com/office/drawing/2014/main" id="{BCD5AAD5-FA1D-457E-8BDA-37517605DBF9}"/>
              </a:ext>
            </a:extLst>
          </p:cNvPr>
          <p:cNvSpPr>
            <a:spLocks xmlns:a="http://schemas.openxmlformats.org/drawingml/2006/main" noGrp="1"/>
          </p:cNvSpPr>
          <p:nvPr/>
        </p:nvSpPr>
        <p:spPr>
          <a:xfrm xmlns:a="http://schemas.openxmlformats.org/drawingml/2006/main">
            <a:off x="609600" y="4267200"/>
            <a:ext cx="523875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일부 당시 모델·과제에서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중간 근거에 대한 정답률 저하</a:t>
            </a:r>
          </a:p>
        </p:txBody>
      </p:sp>
      <p:sp>
        <p:nvSpPr>
          <p:cNvPr id="43" name="모델·언어별로&#10;함수 찾기 성능이 달랐음">
            <a:extLst xmlns:a="http://schemas.openxmlformats.org/drawingml/2006/main">
              <a:ext uri="{FF2B5EF4-FFF2-40B4-BE49-F238E27FC236}">
                <a16:creationId xmlns:a16="http://schemas.microsoft.com/office/drawing/2014/main" id="{86DE7B96-B4D2-4D17-BA0F-59E2CA5A7C24}"/>
              </a:ext>
            </a:extLst>
          </p:cNvPr>
          <p:cNvSpPr>
            <a:spLocks xmlns:a="http://schemas.openxmlformats.org/drawingml/2006/main" noGrp="1"/>
          </p:cNvSpPr>
          <p:nvPr/>
        </p:nvSpPr>
        <p:spPr>
          <a:xfrm xmlns:a="http://schemas.openxmlformats.org/drawingml/2006/main">
            <a:off x="6705600" y="4267200"/>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모델·언어별로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함수 찾기 성능이 달랐음</a:t>
            </a:r>
          </a:p>
        </p:txBody>
      </p:sp>
      <p:sp>
        <p:nvSpPr>
          <p:cNvPr id="44" name="">
            <a:extLst xmlns:a="http://schemas.openxmlformats.org/drawingml/2006/main">
              <a:ext uri="{FF2B5EF4-FFF2-40B4-BE49-F238E27FC236}">
                <a16:creationId xmlns:a16="http://schemas.microsoft.com/office/drawing/2014/main" id="{09F23654-5271-4093-9FB8-58FB0991CD4F}"/>
              </a:ext>
            </a:extLst>
          </p:cNvPr>
          <p:cNvSpPr>
            <a:spLocks xmlns:a="http://schemas.openxmlformats.org/drawingml/2006/main" noGrp="1"/>
          </p:cNvSpPr>
          <p:nvPr/>
        </p:nvSpPr>
        <p:spPr>
          <a:xfrm xmlns:a="http://schemas.openxmlformats.org/drawingml/2006/main">
            <a:off x="609600" y="4962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5" name="업무에 적용할 질문">
            <a:extLst xmlns:a="http://schemas.openxmlformats.org/drawingml/2006/main">
              <a:ext uri="{FF2B5EF4-FFF2-40B4-BE49-F238E27FC236}">
                <a16:creationId xmlns:a16="http://schemas.microsoft.com/office/drawing/2014/main" id="{D8B81EF3-7C5C-42F8-954F-F212E1EC1C76}"/>
              </a:ext>
            </a:extLst>
          </p:cNvPr>
          <p:cNvSpPr>
            <a:spLocks xmlns:a="http://schemas.openxmlformats.org/drawingml/2006/main" noGrp="1"/>
          </p:cNvSpPr>
          <p:nvPr/>
        </p:nvSpPr>
        <p:spPr>
          <a:xfrm xmlns:a="http://schemas.openxmlformats.org/drawingml/2006/main">
            <a:off x="609600" y="5038725"/>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업무에 적용할 질문</a:t>
            </a:r>
          </a:p>
        </p:txBody>
      </p:sp>
      <p:sp>
        <p:nvSpPr>
          <p:cNvPr id="46" name="필요한 근거를 실제로 찾아 활용했는지 작업별로 확인">
            <a:extLst xmlns:a="http://schemas.openxmlformats.org/drawingml/2006/main">
              <a:ext uri="{FF2B5EF4-FFF2-40B4-BE49-F238E27FC236}">
                <a16:creationId xmlns:a16="http://schemas.microsoft.com/office/drawing/2014/main" id="{831CBDBA-68A3-4EB5-889D-1155A73FBF99}"/>
              </a:ext>
            </a:extLst>
          </p:cNvPr>
          <p:cNvSpPr>
            <a:spLocks xmlns:a="http://schemas.openxmlformats.org/drawingml/2006/main" noGrp="1"/>
          </p:cNvSpPr>
          <p:nvPr/>
        </p:nvSpPr>
        <p:spPr>
          <a:xfrm xmlns:a="http://schemas.openxmlformats.org/drawingml/2006/main">
            <a:off x="3048000" y="5038725"/>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필요한 근거를 실제로 찾아 활용했는지 작업별로 확인</a:t>
            </a:r>
          </a:p>
        </p:txBody>
      </p:sp>
      <p:sp>
        <p:nvSpPr>
          <p:cNvPr id="47" name="이 연구만으론 미입증">
            <a:extLst xmlns:a="http://schemas.openxmlformats.org/drawingml/2006/main">
              <a:ext uri="{FF2B5EF4-FFF2-40B4-BE49-F238E27FC236}">
                <a16:creationId xmlns:a16="http://schemas.microsoft.com/office/drawing/2014/main" id="{2EE83C7F-BE49-43D0-BDB0-3744A5BF9533}"/>
              </a:ext>
            </a:extLst>
          </p:cNvPr>
          <p:cNvSpPr>
            <a:spLocks xmlns:a="http://schemas.openxmlformats.org/drawingml/2006/main" noGrp="1"/>
          </p:cNvSpPr>
          <p:nvPr/>
        </p:nvSpPr>
        <p:spPr>
          <a:xfrm xmlns:a="http://schemas.openxmlformats.org/drawingml/2006/main">
            <a:off x="609600" y="5391150"/>
            <a:ext cx="2190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이 연구만으론 미입증</a:t>
            </a:r>
          </a:p>
        </p:txBody>
      </p:sp>
      <p:sp>
        <p:nvSpPr>
          <p:cNvPr id="48" name="현재 Codex의 실패율·보편 한계·Routing 개선 효과">
            <a:extLst xmlns:a="http://schemas.openxmlformats.org/drawingml/2006/main">
              <a:ext uri="{FF2B5EF4-FFF2-40B4-BE49-F238E27FC236}">
                <a16:creationId xmlns:a16="http://schemas.microsoft.com/office/drawing/2014/main" id="{EEA46FF6-88E6-4462-A7CE-D238BDA7EE06}"/>
              </a:ext>
            </a:extLst>
          </p:cNvPr>
          <p:cNvSpPr>
            <a:spLocks xmlns:a="http://schemas.openxmlformats.org/drawingml/2006/main" noGrp="1"/>
          </p:cNvSpPr>
          <p:nvPr/>
        </p:nvSpPr>
        <p:spPr>
          <a:xfrm xmlns:a="http://schemas.openxmlformats.org/drawingml/2006/main">
            <a:off x="3048000" y="5391150"/>
            <a:ext cx="8534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Codex의 실패율·보편 한계·Routing 개선 효과</a:t>
            </a:r>
          </a:p>
        </p:txBody>
      </p:sp>
      <p:sp>
        <p:nvSpPr>
          <p:cNvPr id="49" name="Legacy module connection">
            <a:extLst xmlns:a="http://schemas.openxmlformats.org/drawingml/2006/main">
              <a:ext uri="{FF2B5EF4-FFF2-40B4-BE49-F238E27FC236}">
                <a16:creationId xmlns:a16="http://schemas.microsoft.com/office/drawing/2014/main" id="{420BD9A2-0C88-4CB0-902C-BC2F03266A2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253460"/>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필요한 상세 정보의 탐색 경로">
            <a:extLst xmlns:a="http://schemas.openxmlformats.org/drawingml/2006/main">
              <a:ext uri="{FF2B5EF4-FFF2-40B4-BE49-F238E27FC236}">
                <a16:creationId xmlns:a16="http://schemas.microsoft.com/office/drawing/2014/main" id="{5B7C1D34-7610-4D29-99B3-B07D504BF8C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40">
            <a:extLst xmlns:a="http://schemas.openxmlformats.org/drawingml/2006/main">
              <a:ext uri="{FF2B5EF4-FFF2-40B4-BE49-F238E27FC236}">
                <a16:creationId xmlns:a16="http://schemas.microsoft.com/office/drawing/2014/main" id="{2DC40904-51C4-4C45-8E2A-14EEA2BF451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필요한 상세 정보로 가는 길">
            <a:extLst xmlns:a="http://schemas.openxmlformats.org/drawingml/2006/main">
              <a:ext uri="{FF2B5EF4-FFF2-40B4-BE49-F238E27FC236}">
                <a16:creationId xmlns:a16="http://schemas.microsoft.com/office/drawing/2014/main" id="{B5FAEB5E-C973-4CE2-9BDE-3A2082CBE26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8F9B9B76-D434-48FF-9CAC-FEA3B7016F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모델 · 저장된 명세 기반 재구성 · 실제 읽기 순서가 아님">
            <a:extLst xmlns:a="http://schemas.openxmlformats.org/drawingml/2006/main">
              <a:ext uri="{FF2B5EF4-FFF2-40B4-BE49-F238E27FC236}">
                <a16:creationId xmlns:a16="http://schemas.microsoft.com/office/drawing/2014/main" id="{AF657A62-B4D0-461A-86BB-E61F4C9656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모델 · 저장된 명세 기반 재구성 · 실제 읽기 순서가 아님</a:t>
            </a:r>
          </a:p>
        </p:txBody>
      </p:sp>
      <p:sp>
        <p:nvSpPr>
          <p:cNvPr id="6" name="자동 탐색 성공·성능 향상·토큰 절약을 입증한 그림이 아님">
            <a:extLst xmlns:a="http://schemas.openxmlformats.org/drawingml/2006/main">
              <a:ext uri="{FF2B5EF4-FFF2-40B4-BE49-F238E27FC236}">
                <a16:creationId xmlns:a16="http://schemas.microsoft.com/office/drawing/2014/main" id="{E5DB2C02-6D03-4096-8F4A-7B553DCDCE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 성공·성능 향상·토큰 절약을 입증한 그림이 아님</a:t>
            </a:r>
          </a:p>
        </p:txBody>
      </p:sp>
      <p:sp>
        <p:nvSpPr>
          <p:cNvPr id="7" name="필요한 근거까지 가는 길은 어디에 안내할까?">
            <a:extLst xmlns:a="http://schemas.openxmlformats.org/drawingml/2006/main">
              <a:ext uri="{FF2B5EF4-FFF2-40B4-BE49-F238E27FC236}">
                <a16:creationId xmlns:a16="http://schemas.microsoft.com/office/drawing/2014/main" id="{D6BD542D-07C3-4F15-8088-E0874CAEF4E5}"/>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근거까지 가는 길은 어디에 안내할까?</a:t>
            </a:r>
          </a:p>
        </p:txBody>
      </p:sp>
      <p:sp>
        <p:nvSpPr>
          <p:cNvPr id="8" name="01  작업 요청">
            <a:extLst xmlns:a="http://schemas.openxmlformats.org/drawingml/2006/main">
              <a:ext uri="{FF2B5EF4-FFF2-40B4-BE49-F238E27FC236}">
                <a16:creationId xmlns:a16="http://schemas.microsoft.com/office/drawing/2014/main" id="{75590BB2-4C0B-4B0C-A608-44731C859617}"/>
              </a:ext>
            </a:extLst>
          </p:cNvPr>
          <p:cNvSpPr>
            <a:spLocks xmlns:a="http://schemas.openxmlformats.org/drawingml/2006/main" noGrp="1"/>
          </p:cNvSpPr>
          <p:nvPr/>
        </p:nvSpPr>
        <p:spPr>
          <a:xfrm xmlns:a="http://schemas.openxmlformats.org/drawingml/2006/main">
            <a:off x="609600" y="2438400"/>
            <a:ext cx="2857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작업 요청</a:t>
            </a:r>
          </a:p>
        </p:txBody>
      </p:sp>
      <p:sp>
        <p:nvSpPr>
          <p:cNvPr id="9" name="02  기본 안내">
            <a:extLst xmlns:a="http://schemas.openxmlformats.org/drawingml/2006/main">
              <a:ext uri="{FF2B5EF4-FFF2-40B4-BE49-F238E27FC236}">
                <a16:creationId xmlns:a16="http://schemas.microsoft.com/office/drawing/2014/main" id="{E580BCE6-CC3B-4F34-8FC1-24747D289F6B}"/>
              </a:ext>
            </a:extLst>
          </p:cNvPr>
          <p:cNvSpPr>
            <a:spLocks xmlns:a="http://schemas.openxmlformats.org/drawingml/2006/main" noGrp="1"/>
          </p:cNvSpPr>
          <p:nvPr/>
        </p:nvSpPr>
        <p:spPr>
          <a:xfrm xmlns:a="http://schemas.openxmlformats.org/drawingml/2006/main">
            <a:off x="4229100" y="2438400"/>
            <a:ext cx="3581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기본 안내</a:t>
            </a:r>
          </a:p>
        </p:txBody>
      </p:sp>
      <p:sp>
        <p:nvSpPr>
          <p:cNvPr id="10" name="03  관련 상세 문서">
            <a:extLst xmlns:a="http://schemas.openxmlformats.org/drawingml/2006/main">
              <a:ext uri="{FF2B5EF4-FFF2-40B4-BE49-F238E27FC236}">
                <a16:creationId xmlns:a16="http://schemas.microsoft.com/office/drawing/2014/main" id="{A9C8C44C-4F95-42BD-95F9-33CA054D1912}"/>
              </a:ext>
            </a:extLst>
          </p:cNvPr>
          <p:cNvSpPr>
            <a:spLocks xmlns:a="http://schemas.openxmlformats.org/drawingml/2006/main" noGrp="1"/>
          </p:cNvSpPr>
          <p:nvPr/>
        </p:nvSpPr>
        <p:spPr>
          <a:xfrm xmlns:a="http://schemas.openxmlformats.org/drawingml/2006/main">
            <a:off x="8572500" y="2438400"/>
            <a:ext cx="3009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관련 상세 문서</a:t>
            </a:r>
          </a:p>
        </p:txBody>
      </p:sp>
      <p:sp>
        <p:nvSpPr>
          <p:cNvPr id="11" name="">
            <a:extLst xmlns:a="http://schemas.openxmlformats.org/drawingml/2006/main">
              <a:ext uri="{FF2B5EF4-FFF2-40B4-BE49-F238E27FC236}">
                <a16:creationId xmlns:a16="http://schemas.microsoft.com/office/drawing/2014/main" id="{5697488F-A986-412E-B952-EC63515182BD}"/>
              </a:ext>
            </a:extLst>
          </p:cNvPr>
          <p:cNvSpPr>
            <a:spLocks xmlns:a="http://schemas.openxmlformats.org/drawingml/2006/main" noGrp="1"/>
          </p:cNvSpPr>
          <p:nvPr/>
        </p:nvSpPr>
        <p:spPr>
          <a:xfrm xmlns:a="http://schemas.openxmlformats.org/drawingml/2006/main">
            <a:off x="609600" y="2876550"/>
            <a:ext cx="28575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2" name="crop 끝 좌표가&#10;포함되는지&#10;명세를 확인해줘.">
            <a:extLst xmlns:a="http://schemas.openxmlformats.org/drawingml/2006/main">
              <a:ext uri="{FF2B5EF4-FFF2-40B4-BE49-F238E27FC236}">
                <a16:creationId xmlns:a16="http://schemas.microsoft.com/office/drawing/2014/main" id="{650606EA-FDD8-4B6A-A169-7D154E211BC9}"/>
              </a:ext>
            </a:extLst>
          </p:cNvPr>
          <p:cNvSpPr>
            <a:spLocks xmlns:a="http://schemas.openxmlformats.org/drawingml/2006/main" noGrp="1"/>
          </p:cNvSpPr>
          <p:nvPr/>
        </p:nvSpPr>
        <p:spPr>
          <a:xfrm xmlns:a="http://schemas.openxmlformats.org/drawingml/2006/main">
            <a:off x="800100" y="3105150"/>
            <a:ext cx="24765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crop 끝 좌표가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포함되는지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명세를 확인해줘.</a:t>
            </a:r>
          </a:p>
        </p:txBody>
      </p:sp>
      <p:sp>
        <p:nvSpPr>
          <p:cNvPr id="13" name="지금 해결할 질문">
            <a:extLst xmlns:a="http://schemas.openxmlformats.org/drawingml/2006/main">
              <a:ext uri="{FF2B5EF4-FFF2-40B4-BE49-F238E27FC236}">
                <a16:creationId xmlns:a16="http://schemas.microsoft.com/office/drawing/2014/main" id="{16A5B543-7615-4445-A1FB-FF3A930CBF13}"/>
              </a:ext>
            </a:extLst>
          </p:cNvPr>
          <p:cNvSpPr>
            <a:spLocks xmlns:a="http://schemas.openxmlformats.org/drawingml/2006/main" noGrp="1"/>
          </p:cNvSpPr>
          <p:nvPr/>
        </p:nvSpPr>
        <p:spPr>
          <a:xfrm xmlns:a="http://schemas.openxmlformats.org/drawingml/2006/main">
            <a:off x="800100" y="4495800"/>
            <a:ext cx="2476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지금 해결할 질문</a:t>
            </a:r>
          </a:p>
        </p:txBody>
      </p:sp>
      <p:sp>
        <p:nvSpPr>
          <p:cNvPr id="14" name="">
            <a:extLst xmlns:a="http://schemas.openxmlformats.org/drawingml/2006/main">
              <a:ext uri="{FF2B5EF4-FFF2-40B4-BE49-F238E27FC236}">
                <a16:creationId xmlns:a16="http://schemas.microsoft.com/office/drawing/2014/main" id="{95C10253-9C0D-4F91-9711-E888B12CA446}"/>
              </a:ext>
            </a:extLst>
          </p:cNvPr>
          <p:cNvSpPr>
            <a:spLocks xmlns:a="http://schemas.openxmlformats.org/drawingml/2006/main" noGrp="1"/>
          </p:cNvSpPr>
          <p:nvPr/>
        </p:nvSpPr>
        <p:spPr>
          <a:xfrm xmlns:a="http://schemas.openxmlformats.org/drawingml/2006/main">
            <a:off x="36766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4F3F85A5-58EA-48E1-8CA3-13D01FD5FA3E}"/>
              </a:ext>
            </a:extLst>
          </p:cNvPr>
          <p:cNvSpPr>
            <a:spLocks xmlns:a="http://schemas.openxmlformats.org/drawingml/2006/main" noGrp="1"/>
          </p:cNvSpPr>
          <p:nvPr/>
        </p:nvSpPr>
        <p:spPr>
          <a:xfrm xmlns:a="http://schemas.openxmlformats.org/drawingml/2006/main">
            <a:off x="4229100" y="2876550"/>
            <a:ext cx="3581400" cy="20383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6" name="AGENTS.md">
            <a:extLst xmlns:a="http://schemas.openxmlformats.org/drawingml/2006/main">
              <a:ext uri="{FF2B5EF4-FFF2-40B4-BE49-F238E27FC236}">
                <a16:creationId xmlns:a16="http://schemas.microsoft.com/office/drawing/2014/main" id="{08EE6465-2C33-4EA1-91FE-68407DBB295C}"/>
              </a:ext>
            </a:extLst>
          </p:cNvPr>
          <p:cNvSpPr>
            <a:spLocks xmlns:a="http://schemas.openxmlformats.org/drawingml/2006/main" noGrp="1"/>
          </p:cNvSpPr>
          <p:nvPr/>
        </p:nvSpPr>
        <p:spPr>
          <a:xfrm xmlns:a="http://schemas.openxmlformats.org/drawingml/2006/main">
            <a:off x="4438650" y="3019425"/>
            <a:ext cx="316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7" name="이미지 동작 · crop →">
            <a:extLst xmlns:a="http://schemas.openxmlformats.org/drawingml/2006/main">
              <a:ext uri="{FF2B5EF4-FFF2-40B4-BE49-F238E27FC236}">
                <a16:creationId xmlns:a16="http://schemas.microsoft.com/office/drawing/2014/main" id="{4C3E6E3B-2F74-4E3B-9822-ADC0C809258B}"/>
              </a:ext>
            </a:extLst>
          </p:cNvPr>
          <p:cNvSpPr>
            <a:spLocks xmlns:a="http://schemas.openxmlformats.org/drawingml/2006/main" noGrp="1"/>
          </p:cNvSpPr>
          <p:nvPr/>
        </p:nvSpPr>
        <p:spPr>
          <a:xfrm xmlns:a="http://schemas.openxmlformats.org/drawingml/2006/main">
            <a:off x="4438650" y="3552825"/>
            <a:ext cx="31623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동작 · crop →</a:t>
            </a:r>
          </a:p>
        </p:txBody>
      </p:sp>
      <p:sp>
        <p:nvSpPr>
          <p:cNvPr id="18" name="docs/image-contracts.md">
            <a:extLst xmlns:a="http://schemas.openxmlformats.org/drawingml/2006/main">
              <a:ext uri="{FF2B5EF4-FFF2-40B4-BE49-F238E27FC236}">
                <a16:creationId xmlns:a16="http://schemas.microsoft.com/office/drawing/2014/main" id="{A4DFC3E8-2A95-47CD-A8A6-8310129F3978}"/>
              </a:ext>
            </a:extLst>
          </p:cNvPr>
          <p:cNvSpPr>
            <a:spLocks xmlns:a="http://schemas.openxmlformats.org/drawingml/2006/main" noGrp="1"/>
          </p:cNvSpPr>
          <p:nvPr/>
        </p:nvSpPr>
        <p:spPr>
          <a:xfrm xmlns:a="http://schemas.openxmlformats.org/drawingml/2006/main">
            <a:off x="443865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9" name="관련 상세의 위치 안내">
            <a:extLst xmlns:a="http://schemas.openxmlformats.org/drawingml/2006/main">
              <a:ext uri="{FF2B5EF4-FFF2-40B4-BE49-F238E27FC236}">
                <a16:creationId xmlns:a16="http://schemas.microsoft.com/office/drawing/2014/main" id="{D9AB33BF-50A3-4AEF-9B9F-21A7C9127A70}"/>
              </a:ext>
            </a:extLst>
          </p:cNvPr>
          <p:cNvSpPr>
            <a:spLocks xmlns:a="http://schemas.openxmlformats.org/drawingml/2006/main" noGrp="1"/>
          </p:cNvSpPr>
          <p:nvPr/>
        </p:nvSpPr>
        <p:spPr>
          <a:xfrm xmlns:a="http://schemas.openxmlformats.org/drawingml/2006/main">
            <a:off x="4438650" y="4495800"/>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관련 상세의 위치 안내</a:t>
            </a:r>
          </a:p>
        </p:txBody>
      </p:sp>
      <p:sp>
        <p:nvSpPr>
          <p:cNvPr id="20" name="">
            <a:extLst xmlns:a="http://schemas.openxmlformats.org/drawingml/2006/main">
              <a:ext uri="{FF2B5EF4-FFF2-40B4-BE49-F238E27FC236}">
                <a16:creationId xmlns:a16="http://schemas.microsoft.com/office/drawing/2014/main" id="{92C1D435-551A-49A8-AB9F-722026B25197}"/>
              </a:ext>
            </a:extLst>
          </p:cNvPr>
          <p:cNvSpPr>
            <a:spLocks xmlns:a="http://schemas.openxmlformats.org/drawingml/2006/main" noGrp="1"/>
          </p:cNvSpPr>
          <p:nvPr/>
        </p:nvSpPr>
        <p:spPr>
          <a:xfrm xmlns:a="http://schemas.openxmlformats.org/drawingml/2006/main">
            <a:off x="8020050" y="37528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DEFEF93-0C0A-449F-8789-1414198575F7}"/>
              </a:ext>
            </a:extLst>
          </p:cNvPr>
          <p:cNvSpPr>
            <a:spLocks xmlns:a="http://schemas.openxmlformats.org/drawingml/2006/main" noGrp="1"/>
          </p:cNvSpPr>
          <p:nvPr/>
        </p:nvSpPr>
        <p:spPr>
          <a:xfrm xmlns:a="http://schemas.openxmlformats.org/drawingml/2006/main">
            <a:off x="8572500" y="2876550"/>
            <a:ext cx="300990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2" name="docs/&#10;image-contracts.md">
            <a:extLst xmlns:a="http://schemas.openxmlformats.org/drawingml/2006/main">
              <a:ext uri="{FF2B5EF4-FFF2-40B4-BE49-F238E27FC236}">
                <a16:creationId xmlns:a16="http://schemas.microsoft.com/office/drawing/2014/main" id="{E49B68E8-36D8-4B79-859B-83241BC5F3D6}"/>
              </a:ext>
            </a:extLst>
          </p:cNvPr>
          <p:cNvSpPr>
            <a:spLocks xmlns:a="http://schemas.openxmlformats.org/drawingml/2006/main" noGrp="1"/>
          </p:cNvSpPr>
          <p:nvPr/>
        </p:nvSpPr>
        <p:spPr>
          <a:xfrm xmlns:a="http://schemas.openxmlformats.org/drawingml/2006/main">
            <a:off x="8763000" y="3019425"/>
            <a:ext cx="2628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t>
            </a:r>
          </a:p>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image-contracts.md</a:t>
            </a:r>
          </a:p>
        </p:txBody>
      </p:sp>
      <p:sp>
        <p:nvSpPr>
          <p:cNvPr id="23" name="crop 좌표 명세">
            <a:extLst xmlns:a="http://schemas.openxmlformats.org/drawingml/2006/main">
              <a:ext uri="{FF2B5EF4-FFF2-40B4-BE49-F238E27FC236}">
                <a16:creationId xmlns:a16="http://schemas.microsoft.com/office/drawing/2014/main" id="{C655FA2D-D51B-4920-B452-DE76496DC6A7}"/>
              </a:ext>
            </a:extLst>
          </p:cNvPr>
          <p:cNvSpPr>
            <a:spLocks xmlns:a="http://schemas.openxmlformats.org/drawingml/2006/main" noGrp="1"/>
          </p:cNvSpPr>
          <p:nvPr/>
        </p:nvSpPr>
        <p:spPr>
          <a:xfrm xmlns:a="http://schemas.openxmlformats.org/drawingml/2006/main">
            <a:off x="8763000" y="3733800"/>
            <a:ext cx="2628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좌표 명세</a:t>
            </a:r>
          </a:p>
        </p:txBody>
      </p:sp>
      <p:sp>
        <p:nvSpPr>
          <p:cNvPr id="24" name="[x_start, x_end)">
            <a:extLst xmlns:a="http://schemas.openxmlformats.org/drawingml/2006/main">
              <a:ext uri="{FF2B5EF4-FFF2-40B4-BE49-F238E27FC236}">
                <a16:creationId xmlns:a16="http://schemas.microsoft.com/office/drawing/2014/main" id="{0539F759-DAE4-4BE1-B1C4-03A5E9F584B1}"/>
              </a:ext>
            </a:extLst>
          </p:cNvPr>
          <p:cNvSpPr>
            <a:spLocks xmlns:a="http://schemas.openxmlformats.org/drawingml/2006/main" noGrp="1"/>
          </p:cNvSpPr>
          <p:nvPr/>
        </p:nvSpPr>
        <p:spPr>
          <a:xfrm xmlns:a="http://schemas.openxmlformats.org/drawingml/2006/main">
            <a:off x="8763000" y="417195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5" name="시작 포함 · 끝 제외">
            <a:extLst xmlns:a="http://schemas.openxmlformats.org/drawingml/2006/main">
              <a:ext uri="{FF2B5EF4-FFF2-40B4-BE49-F238E27FC236}">
                <a16:creationId xmlns:a16="http://schemas.microsoft.com/office/drawing/2014/main" id="{B5B7A063-ABAC-45BE-81BC-A3A2C254579B}"/>
              </a:ext>
            </a:extLst>
          </p:cNvPr>
          <p:cNvSpPr>
            <a:spLocks xmlns:a="http://schemas.openxmlformats.org/drawingml/2006/main" noGrp="1"/>
          </p:cNvSpPr>
          <p:nvPr/>
        </p:nvSpPr>
        <p:spPr>
          <a:xfrm xmlns:a="http://schemas.openxmlformats.org/drawingml/2006/main">
            <a:off x="8763000" y="4552950"/>
            <a:ext cx="26289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시작 포함 · 끝 제외</a:t>
            </a:r>
          </a:p>
        </p:txBody>
      </p:sp>
      <p:sp>
        <p:nvSpPr>
          <p:cNvPr id="26" name="AGENTS.md가 필요한 상세 문서의 위치를 안내한다">
            <a:extLst xmlns:a="http://schemas.openxmlformats.org/drawingml/2006/main">
              <a:ext uri="{FF2B5EF4-FFF2-40B4-BE49-F238E27FC236}">
                <a16:creationId xmlns:a16="http://schemas.microsoft.com/office/drawing/2014/main" id="{3A946BA9-85F3-411D-B763-B85E780603E3}"/>
              </a:ext>
            </a:extLst>
          </p:cNvPr>
          <p:cNvSpPr>
            <a:spLocks xmlns:a="http://schemas.openxmlformats.org/drawingml/2006/main" noGrp="1"/>
          </p:cNvSpPr>
          <p:nvPr/>
        </p:nvSpPr>
        <p:spPr>
          <a:xfrm xmlns:a="http://schemas.openxmlformats.org/drawingml/2006/main">
            <a:off x="609600" y="50673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AGENTS.md가 필요한 상세 문서의 위치를 안내한다</a:t>
            </a:r>
          </a:p>
        </p:txBody>
      </p:sp>
      <p:sp>
        <p:nvSpPr>
          <p:cNvPr id="27" name="C++도 같은 흐름: 공통 제약 확인 → 해당 알고리즘 명세">
            <a:extLst xmlns:a="http://schemas.openxmlformats.org/drawingml/2006/main">
              <a:ext uri="{FF2B5EF4-FFF2-40B4-BE49-F238E27FC236}">
                <a16:creationId xmlns:a16="http://schemas.microsoft.com/office/drawing/2014/main" id="{B3CD0CA4-BC5F-48BC-9EDF-931F73DD36F8}"/>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C++도 같은 흐름: 공통 제약 확인 → 해당 알고리즘 명세</a:t>
            </a:r>
          </a:p>
        </p:txBody>
      </p:sp>
      <p:sp>
        <p:nvSpPr>
          <p:cNvPr id="28" name="Legacy module connection">
            <a:extLst xmlns:a="http://schemas.openxmlformats.org/drawingml/2006/main">
              <a:ext uri="{FF2B5EF4-FFF2-40B4-BE49-F238E27FC236}">
                <a16:creationId xmlns:a16="http://schemas.microsoft.com/office/drawing/2014/main" id="{FD0E2E0E-88FE-4C53-AE60-96B2E81DCD8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82248101"/>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A3F023ED-52DC-49EC-8FF3-DCF4F01021A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41">
            <a:extLst xmlns:a="http://schemas.openxmlformats.org/drawingml/2006/main">
              <a:ext uri="{FF2B5EF4-FFF2-40B4-BE49-F238E27FC236}">
                <a16:creationId xmlns:a16="http://schemas.microsoft.com/office/drawing/2014/main" id="{22863214-4CD7-46C9-974F-D2256BBA19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Core Context에서 상세 정보로 가는 길">
            <a:extLst xmlns:a="http://schemas.openxmlformats.org/drawingml/2006/main">
              <a:ext uri="{FF2B5EF4-FFF2-40B4-BE49-F238E27FC236}">
                <a16:creationId xmlns:a16="http://schemas.microsoft.com/office/drawing/2014/main" id="{17F3F481-199A-47F8-BC51-613670F86D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FF484804-11C9-47A6-9EDF-88224E21661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7516448D-5673-4173-94D2-1A24209AB21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C4F38774-48EB-49B0-9E3D-B419D7BE1E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7C96CDF2-98A6-443F-A774-30182F1B1F99}"/>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ABD59B3A-D03E-4590-B74D-F9850D2BBC78}"/>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99F256A5-EE21-4AA8-A333-982FCEF59008}"/>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B775998E-B87C-4478-89ED-C1E7878A1D35}"/>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705E9803-4B8F-4F1D-9FA5-C56710AAE0D4}"/>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D63FFB1D-55DB-4B04-92E6-F75E2C772C7F}"/>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6B274D31-6915-444B-8828-FEFCD1AC1343}"/>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015C5C65-EAC0-4C56-845E-24DECDB29722}"/>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8866599E-BB6B-49E9-BAD8-ACE16D192B2F}"/>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7EFDAB49-1037-4DB5-B547-B46F6507B572}"/>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B21907AF-9021-4C57-AC1D-27621CD703FB}"/>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849247E5-B514-41B1-B4A5-316E9A2F5D4C}"/>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4FE9FFEC-4D97-4A52-AF49-FAE716AACB98}"/>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483C903C-2A36-4B84-822F-4B8F2C9A9043}"/>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DA1C17E7-50F9-45C4-A10D-EEF43C06EF10}"/>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A4A482D7-151A-4AC4-A318-9E004B50197F}"/>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CAEB5A46-3223-49A4-84D7-F3D88C5C95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1210487"/>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7F5FF020-3BFD-49AC-A2E4-4B1762D2141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42">
            <a:extLst xmlns:a="http://schemas.openxmlformats.org/drawingml/2006/main">
              <a:ext uri="{FF2B5EF4-FFF2-40B4-BE49-F238E27FC236}">
                <a16:creationId xmlns:a16="http://schemas.microsoft.com/office/drawing/2014/main" id="{CDD4C67B-EEA6-468B-9CAE-B2C944AD769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정보를 지우지 않고 위치를 나누기">
            <a:extLst xmlns:a="http://schemas.openxmlformats.org/drawingml/2006/main">
              <a:ext uri="{FF2B5EF4-FFF2-40B4-BE49-F238E27FC236}">
                <a16:creationId xmlns:a16="http://schemas.microsoft.com/office/drawing/2014/main" id="{B99C52DC-973A-4BF0-A475-22AC475F9D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99667E54-2C67-4EC7-BAA3-9EDE696CFE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19D73DB7-37E1-450F-86B3-28C9D3D32F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529A1BDD-0AF8-452E-86B7-EFF1B69BC0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506079AE-2296-4CEC-98E8-D35DE1F28EE6}"/>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D834D358-B929-4633-9BD9-7A6BFC121A12}"/>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DA48F0C7-AE1D-4C10-863A-4FA2A97F8371}"/>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7725BC58-6A62-436D-8754-DF7A144EA3BA}"/>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DC99A322-B893-47C6-B0A6-57A40D2221FD}"/>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8617B13D-ACB1-4FB2-9053-12A4537CAD48}"/>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15B76A30-DC1D-4A82-97EC-AD58418DAC6B}"/>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FBBE958E-761E-481C-8AB5-6FA92EFE3BA6}"/>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79713549-74E5-4EBE-A57E-919082C7E80E}"/>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3BFF132A-259B-4018-8733-D01671549E9C}"/>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1F9785DC-76FC-47F3-91CB-7533BD7DC454}"/>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60A08A77-2CB8-4957-BECB-2EFE79BA9896}"/>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F18FE8E0-A9B8-413D-8949-8B4EAC49B8EB}"/>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C8A97AB6-0930-4117-9C6D-C0DD93D9228C}"/>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049CCF4B-1965-4177-93EA-1FFFA90D684D}"/>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C9C0FD33-58D8-406F-A33B-73BB6F4E96D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56706264"/>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8C9D15DB-33F5-4B24-9198-D6A92C9E47B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3">
            <a:extLst xmlns:a="http://schemas.openxmlformats.org/drawingml/2006/main">
              <a:ext uri="{FF2B5EF4-FFF2-40B4-BE49-F238E27FC236}">
                <a16:creationId xmlns:a16="http://schemas.microsoft.com/office/drawing/2014/main" id="{4C267FAB-4A42-4014-9C08-D719EFD4DE8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서로 다른 두 Task가 무엇을 읽을까?">
            <a:extLst xmlns:a="http://schemas.openxmlformats.org/drawingml/2006/main">
              <a:ext uri="{FF2B5EF4-FFF2-40B4-BE49-F238E27FC236}">
                <a16:creationId xmlns:a16="http://schemas.microsoft.com/office/drawing/2014/main" id="{A0F2A1F6-EB93-4A4F-B85D-BD85442EF6A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534022EE-2DE0-4888-8601-0E14BF0621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5592AED8-7461-46D2-974B-5A973A75BFA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D571D153-C910-4497-A06D-AD8122D97A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8E95A840-592E-4FBD-B94F-68EC658D00F2}"/>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2BFDF25B-2EED-4DBE-B120-C828FA852A1A}"/>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D21D7E97-1D35-4247-8121-218A09FBAEEE}"/>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D8FA7AD0-4633-47BC-9193-9731D87EF969}"/>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165E18D9-FDFE-41CE-91CD-17BEBA9BDECA}"/>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3F0DA465-79CA-458A-8B14-7DA80995D1F5}"/>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1AF68E32-18F2-424F-BFB5-685C62E1971F}"/>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5305D14D-7B84-436D-B91A-F40D34CC6B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83793836"/>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3FCDF985-F284-4F16-BCED-897DD964E94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4">
            <a:extLst xmlns:a="http://schemas.openxmlformats.org/drawingml/2006/main">
              <a:ext uri="{FF2B5EF4-FFF2-40B4-BE49-F238E27FC236}">
                <a16:creationId xmlns:a16="http://schemas.microsoft.com/office/drawing/2014/main" id="{AA5D70D7-0B60-433D-BCF7-CF6EF940B35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Crop Task에서 관찰한 접근">
            <a:extLst xmlns:a="http://schemas.openxmlformats.org/drawingml/2006/main">
              <a:ext uri="{FF2B5EF4-FFF2-40B4-BE49-F238E27FC236}">
                <a16:creationId xmlns:a16="http://schemas.microsoft.com/office/drawing/2014/main" id="{E21596A4-CD44-4FD9-8B03-9F0D31A0384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F55DAD1D-D45A-4F65-B80C-D9E161E5DE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9CFDBE4B-31A9-48F7-86FC-82DA280D38B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C9813EC6-0EB0-4EEF-A388-C6C8DC0C70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5D073DAB-6449-477F-9114-785D08D1B565}"/>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1B9904D8-0088-401A-8A85-6C0F4F2E3F95}"/>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2F8A0EBB-42AC-4A91-A974-BC6832ED5FA2}"/>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C4237CBD-9E8D-44BF-BBC6-3887ABC614CC}"/>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D7D867DA-8B90-436D-ABAA-C172DF218180}"/>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7E94E606-27D9-4E3E-B583-0888FC864BDA}"/>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4F5B6BF9-7D6B-46D6-BBCA-8B60CDA3A2AA}"/>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FE9D2747-C986-41AB-AED4-D52F8FBFB86B}"/>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0EDB5B56-73D1-4026-AE20-39F95AE04BEA}"/>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C51F0739-8838-44DB-BD7A-320C03BB0368}"/>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77954B2B-514C-4105-ADDA-7B46D64A2964}"/>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817A33FB-7A99-40D7-AA8E-65D74EAB6A3A}"/>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D1203BBE-F0F2-4B11-8962-E0CCDB65BDA1}"/>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C5975DB3-16AE-4F79-89AA-EC8B6522BAEC}"/>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2E73D50B-BBB7-4149-BEB2-97E264637DE8}"/>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A0503B9B-A017-4766-AB73-19DAC421F14F}"/>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87F42ECB-6C27-44C4-89AF-02E7203A6076}"/>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1874E0BD-3B13-4BB5-8D28-D2FDE2E6DD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59214296"/>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8DBA19DB-5ECD-4FDA-8B31-6660A97ED5F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45">
            <a:extLst xmlns:a="http://schemas.openxmlformats.org/drawingml/2006/main">
              <a:ext uri="{FF2B5EF4-FFF2-40B4-BE49-F238E27FC236}">
                <a16:creationId xmlns:a16="http://schemas.microsoft.com/office/drawing/2014/main" id="{A5118277-7F67-4596-9C14-8AAF59FCEA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Task별 접근은 달랐지만 완벽하지는 않다">
            <a:extLst xmlns:a="http://schemas.openxmlformats.org/drawingml/2006/main">
              <a:ext uri="{FF2B5EF4-FFF2-40B4-BE49-F238E27FC236}">
                <a16:creationId xmlns:a16="http://schemas.microsoft.com/office/drawing/2014/main" id="{82CCAC74-37BA-4E0B-8F75-FF0FE44FF8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A19629F7-7EEE-4DFE-B503-FCE5114C61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75D3863E-1698-43D7-B57F-3BF8221432C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07CC2F75-A0F6-4A67-B9A9-ABCAC0BBFAB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CDA320C0-80B6-403A-B08F-2342901F534D}"/>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21D5A515-E278-43B4-85DB-74E805F4416A}"/>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AA22EA36-B35B-44D6-9CC5-A2A32466ECFC}"/>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CD1EC83D-2E15-4997-8256-10BA6EEBD3A2}"/>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A4F6ECA6-D4DB-4A2D-92EF-4955F8CC9D86}"/>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57476768-8016-4A9B-ABB6-CDC35D592AC1}"/>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531E60C7-993C-4CE5-9BBD-E91B7E4705FC}"/>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5F7ACA50-0893-484F-92DD-CFD304F0DEC3}"/>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A5A6F35D-7600-4678-A79C-975042CA2EF7}"/>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74A0CC2A-9EF3-48A4-97ED-AD2EE03549EA}"/>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C1D6E5CD-A9B5-4F54-9897-A3D0CDEAFF44}"/>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834395FA-17DC-4AC8-BA38-53B429FB87EA}"/>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6EC9FC05-EECE-4CCF-9559-74CDF1778297}"/>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4743046E-36F2-48B8-B934-0D3AA0374B3D}"/>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653A9B01-0CA7-4FCC-8412-2FAA90AA35B6}"/>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81EC8343-E225-48A9-95DA-B4873EB0A12D}"/>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F7C7E3D7-66D7-4B59-B35C-6C833A384DF5}"/>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9177B932-F9DC-4AE8-981A-EDD8AA2595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16117574"/>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8DB24EAC-4020-4A24-82FE-6D8E9150E6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46">
            <a:extLst xmlns:a="http://schemas.openxmlformats.org/drawingml/2006/main">
              <a:ext uri="{FF2B5EF4-FFF2-40B4-BE49-F238E27FC236}">
                <a16:creationId xmlns:a16="http://schemas.microsoft.com/office/drawing/2014/main" id="{98F108C5-BC7A-47A3-BA06-EE0BAE81D8F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지식은 정리됐지만 절차는 반복된다">
            <a:extLst xmlns:a="http://schemas.openxmlformats.org/drawingml/2006/main">
              <a:ext uri="{FF2B5EF4-FFF2-40B4-BE49-F238E27FC236}">
                <a16:creationId xmlns:a16="http://schemas.microsoft.com/office/drawing/2014/main" id="{E917E320-E09C-4CA8-B9C2-94A2FBB0D5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3CD6C9A3-C96D-4AA4-B967-95628116D29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47C14420-3A45-4E44-9EF7-BE65F3F387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13AAFAE3-4240-4B5D-B5D7-1AC1497FAC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82A09DF2-6B42-4177-A847-D6DA45721D45}"/>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196CEF08-887F-4BD7-A207-8179E88AF984}"/>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57E93452-0F8E-4856-9495-EFA9666215B1}"/>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D9A560BC-9342-44CC-8060-11DF77F2839D}"/>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D0B13CE3-962C-407C-81C1-A4F060FBEA13}"/>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B2346023-C097-49C0-AD71-887345635ACE}"/>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55D732EC-2D92-46B2-909E-6C39DBA4D9BC}"/>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DC940390-3595-4E96-A5FD-7091CB8011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303096"/>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EE5E7025-5084-4811-AF19-5372FEC4EF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47">
            <a:extLst xmlns:a="http://schemas.openxmlformats.org/drawingml/2006/main">
              <a:ext uri="{FF2B5EF4-FFF2-40B4-BE49-F238E27FC236}">
                <a16:creationId xmlns:a16="http://schemas.microsoft.com/office/drawing/2014/main" id="{33F65B30-D978-4B23-8505-E9D00968A4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Performance Task,&#10;반복되는 절차">
            <a:extLst xmlns:a="http://schemas.openxmlformats.org/drawingml/2006/main">
              <a:ext uri="{FF2B5EF4-FFF2-40B4-BE49-F238E27FC236}">
                <a16:creationId xmlns:a16="http://schemas.microsoft.com/office/drawing/2014/main" id="{718A52ED-E44F-4575-AFA1-7BAD014B66FD}"/>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9EDEB72C-3631-4396-B52A-FFE572DBC1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98C4D979-9F73-47C1-A6D2-15832CAED1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E883B101-6216-4E5A-AEC5-004CC58108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43C93656-3D6D-4222-9964-88BBCC5585D9}"/>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13E062BD-A2AA-4349-BC3D-CD4FD3D96550}"/>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2329E287-D73A-44D9-8E83-223B5D9F343E}"/>
              </a:ext>
            </a:extLst>
          </p:cNvPr>
          <p:cNvPicPr>
            <a:picLocks xmlns:a="http://schemas.openxmlformats.org/drawingml/2006/main" noChangeAspect="1"/>
          </p:cNvPicPr>
          <p:nvPr/>
        </p:nvPicPr>
        <p:blipFill>
          <a:blip xmlns:r="http://schemas.openxmlformats.org/officeDocument/2006/relationships" xmlns:a="http://schemas.openxmlformats.org/drawingml/2006/main" r:embed="R7667a58dd1d04af0"/>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C3A613DA-30E9-4BC6-B9F1-F038AE489117}"/>
              </a:ext>
            </a:extLst>
          </p:cNvPr>
          <p:cNvPicPr>
            <a:picLocks xmlns:a="http://schemas.openxmlformats.org/drawingml/2006/main" noChangeAspect="1"/>
          </p:cNvPicPr>
          <p:nvPr/>
        </p:nvPicPr>
        <p:blipFill>
          <a:blip xmlns:r="http://schemas.openxmlformats.org/officeDocument/2006/relationships" xmlns:a="http://schemas.openxmlformats.org/drawingml/2006/main" r:embed="R7c7d25c1e8c241c1"/>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4FFCB127-14F6-417F-8135-0CBFC9CBBD92}"/>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F623EF91-6659-41F9-BFEC-B68DBC1826F7}"/>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D13667CE-E693-4FD1-A69F-D153917A34B1}"/>
              </a:ext>
            </a:extLst>
          </p:cNvPr>
          <p:cNvPicPr>
            <a:picLocks xmlns:a="http://schemas.openxmlformats.org/drawingml/2006/main" noChangeAspect="1"/>
          </p:cNvPicPr>
          <p:nvPr/>
        </p:nvPicPr>
        <p:blipFill>
          <a:blip xmlns:r="http://schemas.openxmlformats.org/officeDocument/2006/relationships" xmlns:a="http://schemas.openxmlformats.org/drawingml/2006/main" r:embed="R53a02d7b0a4b41a8"/>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FB037B39-2310-468A-8803-F9E4DB6AA8AD}"/>
              </a:ext>
            </a:extLst>
          </p:cNvPr>
          <p:cNvPicPr>
            <a:picLocks xmlns:a="http://schemas.openxmlformats.org/drawingml/2006/main" noChangeAspect="1"/>
          </p:cNvPicPr>
          <p:nvPr/>
        </p:nvPicPr>
        <p:blipFill>
          <a:blip xmlns:r="http://schemas.openxmlformats.org/officeDocument/2006/relationships" xmlns:a="http://schemas.openxmlformats.org/drawingml/2006/main" r:embed="R433a7dcf704c4150"/>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B4446307-F4CB-4912-9DCC-210F283597F3}"/>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694F8AC5-AC65-400B-943D-BAAE97A74FC2}"/>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F12CB4EE-553D-4274-A9D8-AD5C7FC71AA8}"/>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0A17AEF3-3491-4DC9-BF1E-F94EB8CB108F}"/>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20AB4C14-3DD4-4E85-8815-68588801CD27}"/>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89484654-5F39-4FCD-96E4-979FA2F99663}"/>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40E8FF8C-5767-459F-A0DC-97FB84B1C75D}"/>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78FF9736-09C1-4C2F-BA42-55787C5EE59A}"/>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442E9DE7-F78A-49AF-BD4B-7CB3CF598B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479478277"/>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FD9F0D5B-C1B0-434B-8E7B-36E213FE609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48">
            <a:extLst xmlns:a="http://schemas.openxmlformats.org/drawingml/2006/main">
              <a:ext uri="{FF2B5EF4-FFF2-40B4-BE49-F238E27FC236}">
                <a16:creationId xmlns:a16="http://schemas.microsoft.com/office/drawing/2014/main" id="{9A6F3BA7-2488-4499-9A44-C1932B4E177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Project 사실과 작업 절차는 다르다">
            <a:extLst xmlns:a="http://schemas.openxmlformats.org/drawingml/2006/main">
              <a:ext uri="{FF2B5EF4-FFF2-40B4-BE49-F238E27FC236}">
                <a16:creationId xmlns:a16="http://schemas.microsoft.com/office/drawing/2014/main" id="{42C53652-52B8-4469-AE92-A75A083138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A0458009-7EFF-45E7-8DB4-050A3D5FD2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C0342339-84B9-449D-92D9-8F50CA9533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800E095B-7F56-48EA-97FA-39BBE9A196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888DC643-7A0D-4FA1-9B44-0CD4BF083D88}"/>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6882E614-060F-4115-B6F4-84F2F7B8D8B9}"/>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42A12C07-BE2B-4680-8A0E-5BF166D80FE7}"/>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11C3376-F359-43AD-BEEE-2FE178B658AE}"/>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B7FD45B3-2D03-4065-8C6E-69AFB3A492BA}"/>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C1963009-0C58-40FB-A21D-0E04BC0BC735}"/>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0AAE7D60-A923-4610-89AE-007B2F2DB5EF}"/>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5372738B-1814-4CE5-8F98-552303E8041D}"/>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F005663E-CFB2-4BAB-A489-88F670149E9D}"/>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63958D54-307B-40E4-8800-3AEA97D8E483}"/>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F0D9D67C-B427-43FA-A03D-D3DC1D689788}"/>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8F125A1D-A277-442C-B902-322743A9001E}"/>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C61F7820-60E2-47F3-855E-91279B140B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25957247"/>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2C6AC93C-ED4E-432E-B014-44661AF4BA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49">
            <a:extLst xmlns:a="http://schemas.openxmlformats.org/drawingml/2006/main">
              <a:ext uri="{FF2B5EF4-FFF2-40B4-BE49-F238E27FC236}">
                <a16:creationId xmlns:a16="http://schemas.microsoft.com/office/drawing/2014/main" id="{17DF1769-6D8A-4472-8E75-93DA56D6F08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Task, Context, Workflow의 역할">
            <a:extLst xmlns:a="http://schemas.openxmlformats.org/drawingml/2006/main">
              <a:ext uri="{FF2B5EF4-FFF2-40B4-BE49-F238E27FC236}">
                <a16:creationId xmlns:a16="http://schemas.microsoft.com/office/drawing/2014/main" id="{297C5340-2AB6-4D7D-89CA-A18FC380CB6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8A3A26C8-CF98-4911-A303-849D0AE4CE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93ADE58F-B97F-4CFA-B11A-6786E260FD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0CA2052A-767F-43FF-BBB9-01D54AEEB9D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FA6E831B-2930-4E9D-9333-3B5B468535EF}"/>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2E4F38BB-1732-4B7D-85A6-FEBB10DA348C}"/>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0C38F521-2487-425B-A23D-94992BBFDBAE}"/>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6803DD26-6EC1-4904-BD99-12D0C93661CB}"/>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62A2A5D0-1C33-41CC-8FC5-DB02EC176037}"/>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0E87FFF1-CB46-4B4F-BD88-4F62085C383B}"/>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A6DE6EBB-E2A4-4440-A12B-9544FC504167}"/>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0075479E-AE99-4294-BB91-8518F4017796}"/>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595D8B5B-D575-4F7B-8FCF-EBFF9604BC57}"/>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9A200082-F434-4755-B532-39583465A81E}"/>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8BE03989-36C3-4A84-9FDB-AEEDC26E8CE4}"/>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C42DB93C-1DF8-43DC-8FD4-D9AAE699CA96}"/>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AFADDA40-07D0-40C4-B643-E84B8A0395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11979084"/>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5155446A-8596-420B-94DF-0172BA6BF4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50">
            <a:extLst xmlns:a="http://schemas.openxmlformats.org/drawingml/2006/main">
              <a:ext uri="{FF2B5EF4-FFF2-40B4-BE49-F238E27FC236}">
                <a16:creationId xmlns:a16="http://schemas.microsoft.com/office/drawing/2014/main" id="{0D978910-14A1-4817-9F5D-5E767D26709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반복 절차를 Skill로 옮길 수 있을까?">
            <a:extLst xmlns:a="http://schemas.openxmlformats.org/drawingml/2006/main">
              <a:ext uri="{FF2B5EF4-FFF2-40B4-BE49-F238E27FC236}">
                <a16:creationId xmlns:a16="http://schemas.microsoft.com/office/drawing/2014/main" id="{B61F771E-2FAF-4515-A19F-C668B79F3E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27846E66-0023-48CB-813A-B5E47421840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83F6BC26-4FA8-45A2-A8A2-9F5C5B56F8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6DBF71F4-6366-41EF-86E9-B60FD3D0DC8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A0FF9C60-DA74-4A59-B5AE-45C7661E99C3}"/>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3944C654-8662-4245-A0D5-F88B557EBDC1}"/>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BB86ED9B-232F-4F3C-AB88-46BDDCA46468}"/>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096F73E7-3113-4946-89BA-1B1AE2C50545}"/>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88D40498-8F45-48F2-A021-63EAD01C7506}"/>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60297FD0-6525-4ECB-91EE-3DA3826C1ECF}"/>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23C1D474-6E04-44D8-BF16-9A075873CF04}"/>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F2EBD064-0F78-4FF6-86F0-58D750CFB315}"/>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A6A447F0-2066-4F58-90D5-FEC49F8AEEB6}"/>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D4D3A529-57FA-4448-8A8D-6D37B65344E1}"/>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324BC496-9F4F-45BD-9DFC-C41F5AA6E870}"/>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592AB78B-6BE3-4138-82CE-DDF18240B9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19644512"/>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0BB0E674-522C-4A0E-8578-2172DDE21E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51">
            <a:extLst xmlns:a="http://schemas.openxmlformats.org/drawingml/2006/main">
              <a:ext uri="{FF2B5EF4-FFF2-40B4-BE49-F238E27FC236}">
                <a16:creationId xmlns:a16="http://schemas.microsoft.com/office/drawing/2014/main" id="{4954BA21-1707-42B1-95CB-316B1C1125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Skill을 어떻게 발견하고 호출할까?">
            <a:extLst xmlns:a="http://schemas.openxmlformats.org/drawingml/2006/main">
              <a:ext uri="{FF2B5EF4-FFF2-40B4-BE49-F238E27FC236}">
                <a16:creationId xmlns:a16="http://schemas.microsoft.com/office/drawing/2014/main" id="{A7D06372-5C9C-4F88-BF9B-B4AECD61D7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2A321D63-2082-4E66-99F3-221DD66563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64EEE909-65BE-40EC-8755-618F2BFCFB4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867817F8-0625-450F-84BC-647D64B7FFF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5510D17D-9D02-407F-B25B-55729240D276}"/>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40884B1E-232D-4547-804D-FF6217179AEF}"/>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26E13466-6129-4DC2-9C6F-0E3EF419ED8B}"/>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47B1B90E-BF52-461B-B8E3-03C4F8FC2EE4}"/>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F4C6707E-D27B-4C16-A170-5C807198459D}"/>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2A1260C9-9CB1-481C-A9FA-77C1D578DBE2}"/>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BBB51E91-124C-4ED0-8B62-529997B3A30E}"/>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9B405D9B-9F06-42BF-AE06-EBF37E8D5515}"/>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39CD95F0-016F-45E0-AD73-1D9FF2726271}"/>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DEB18E33-03EA-4D61-BA8C-B47F2723546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53181641"/>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1E85B780-6E39-4BDC-9CB5-EDE2BAB551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52">
            <a:extLst xmlns:a="http://schemas.openxmlformats.org/drawingml/2006/main">
              <a:ext uri="{FF2B5EF4-FFF2-40B4-BE49-F238E27FC236}">
                <a16:creationId xmlns:a16="http://schemas.microsoft.com/office/drawing/2014/main" id="{B40444E7-F64E-4F2D-945C-73548A1AD9D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절차의 책임이 Prompt에서&#10;Repository로 이동">
            <a:extLst xmlns:a="http://schemas.openxmlformats.org/drawingml/2006/main">
              <a:ext uri="{FF2B5EF4-FFF2-40B4-BE49-F238E27FC236}">
                <a16:creationId xmlns:a16="http://schemas.microsoft.com/office/drawing/2014/main" id="{672DE7A5-21BB-4392-818A-9BE04CC81AD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5112F85A-8479-4AFD-BA87-2E8C003020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AB8646CB-7BB5-4EBE-8E26-4C82E4077C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F25287CA-926B-424A-A3CE-9779E0B378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461235AC-A3BC-4AE3-82F1-1900CBAE1D10}"/>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5DE4173A-78D7-41F6-AC43-D14639263811}"/>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D680A56F-556A-41C8-B322-7055E46889B9}"/>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81C081E-1ADA-405C-9726-042B2FB34D48}"/>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E16CDA5F-2747-4CD7-8DEA-4A18D325FF1F}"/>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F898D858-F6DD-4563-9F41-7F1AB71118E0}"/>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DB76A183-9BAB-4679-97ED-CDB936D24A17}"/>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6DBA3048-B93C-41F0-A190-B6914E1BE39F}"/>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02D891FD-0AC8-4E61-B119-75295A1530D1}"/>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9D8DE998-8A12-45BF-AB7A-5040C3348CF3}"/>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7C9C73C2-2A39-4196-8AF7-2A31EC42958A}"/>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5CFD99A0-3897-45EE-8E91-A6ECDE280A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6814817"/>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8B357C0B-A5D8-44FE-8771-2983A0CDE0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53">
            <a:extLst xmlns:a="http://schemas.openxmlformats.org/drawingml/2006/main">
              <a:ext uri="{FF2B5EF4-FFF2-40B4-BE49-F238E27FC236}">
                <a16:creationId xmlns:a16="http://schemas.microsoft.com/office/drawing/2014/main" id="{DB135391-5CC5-4C50-8BA3-07B4450E285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답을 담지 않는 Workflow">
            <a:extLst xmlns:a="http://schemas.openxmlformats.org/drawingml/2006/main">
              <a:ext uri="{FF2B5EF4-FFF2-40B4-BE49-F238E27FC236}">
                <a16:creationId xmlns:a16="http://schemas.microsoft.com/office/drawing/2014/main" id="{89C9CD3B-C888-4C3F-B4E5-E16A76272A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6FF40296-AC1C-40F6-B5BD-19E97A74E04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6CCA1DDD-8FA7-4915-8670-ED11A359AB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BC9A664B-4ED6-4C60-99FC-C77320C7622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0F03B6B3-7AB8-4E34-AE8F-53B9D3C9B9DF}"/>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891FA951-5890-42FD-B82C-C797E83042F3}"/>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F234B2F8-681A-4E37-A818-6377E6F021CA}"/>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B543EDD4-D230-40DB-8317-1924C54BF7A1}"/>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C6292858-591F-45FE-A13C-4E8DE9596F1B}"/>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4568F39E-4913-4208-9AAF-7A36AC19BD1D}"/>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F86FD35B-92A1-45ED-A330-4583C70C6ECB}"/>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55813FEB-4907-45A6-9D20-DBA5C9CEC338}"/>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70CC050F-0BCA-438B-8FAA-A384C4B34B2E}"/>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55FA2979-F5CF-4CC2-9751-4F9E89E259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924656913"/>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B1B0A9D4-BECF-4EDF-8A0E-06631A0D12A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54">
            <a:extLst xmlns:a="http://schemas.openxmlformats.org/drawingml/2006/main">
              <a:ext uri="{FF2B5EF4-FFF2-40B4-BE49-F238E27FC236}">
                <a16:creationId xmlns:a16="http://schemas.microsoft.com/office/drawing/2014/main" id="{AB56DD86-54B4-4278-A42C-72076D7B43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측정으로 후보를 고르다">
            <a:extLst xmlns:a="http://schemas.openxmlformats.org/drawingml/2006/main">
              <a:ext uri="{FF2B5EF4-FFF2-40B4-BE49-F238E27FC236}">
                <a16:creationId xmlns:a16="http://schemas.microsoft.com/office/drawing/2014/main" id="{0A2CC2AB-F16C-45EC-89CE-078ABE5D50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4E5AAF7A-322A-4146-9B66-C9745F4F08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D5412E27-9D65-4D47-AAAE-F77D5D60A7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4035139F-956D-4399-88C4-F6B0657447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A0A40F7D-8282-4281-B94A-61202CF8D92E}"/>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3EDA2A71-417E-4758-86A1-0963BB2D45E0}"/>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6843F67E-C1DA-469A-80FD-2A57D023BD74}"/>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804A6643-8AE5-447A-B22C-B0F9D0C82FC8}"/>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2621DEBE-0564-4322-8039-5690D1AEBC51}"/>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EFAC9F4C-9E5E-4EFD-AF50-2333328B8139}"/>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F0A8E90E-D280-4098-A354-B623B80C0D48}"/>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1A2D2E56-136B-4A2B-A89E-4B216E3EAA39}"/>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F1E50894-BE20-4936-B32F-D673083ECE8A}"/>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33E2B51C-5B70-43EA-86C6-E70D57DE6D0A}"/>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94C34F38-4F54-45A1-A71C-06B82C6336F9}"/>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C5672CD5-7671-4EBE-BC2C-60B2E826A6FF}"/>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FA932A2A-60F2-47E9-9C50-A181705C64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92782716"/>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AC131945-F578-446A-B6A8-E83204E354F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55">
            <a:extLst xmlns:a="http://schemas.openxmlformats.org/drawingml/2006/main">
              <a:ext uri="{FF2B5EF4-FFF2-40B4-BE49-F238E27FC236}">
                <a16:creationId xmlns:a16="http://schemas.microsoft.com/office/drawing/2014/main" id="{D19F67AC-FF22-455D-B75D-DF8E7D1BE2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Working Harness Success">
            <a:extLst xmlns:a="http://schemas.openxmlformats.org/drawingml/2006/main">
              <a:ext uri="{FF2B5EF4-FFF2-40B4-BE49-F238E27FC236}">
                <a16:creationId xmlns:a16="http://schemas.microsoft.com/office/drawing/2014/main" id="{34768025-62BD-46F4-B16D-AA9551CCCF3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B6251037-02B0-41B2-A5B7-B3DC6A1356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04B52138-2C42-4332-9A35-780C6D6948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2BE18A46-C469-4646-98FD-34E73F3299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C8B4CD67-0BFA-4A58-9ADE-F0A785D86CF3}"/>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99E58C37-0CDF-4A2D-97DF-284AD8BF4558}"/>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4BB6D271-7E29-4F25-8DE7-BAC6F0F965C4}"/>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84A234DB-8B9E-477E-BE5A-3FD1EF78ABED}"/>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24760f9c21bb4020"/>
          </a:graphicData>
        </a:graphic>
      </p:graphicFrame>
      <p:sp>
        <p:nvSpPr>
          <p:cNvPr id="11" name="">
            <a:extLst xmlns:a="http://schemas.openxmlformats.org/drawingml/2006/main">
              <a:ext uri="{FF2B5EF4-FFF2-40B4-BE49-F238E27FC236}">
                <a16:creationId xmlns:a16="http://schemas.microsoft.com/office/drawing/2014/main" id="{6CB6E172-D0E3-4DE8-A300-861E8FA1C5FE}"/>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B3686223-9480-4AF4-AE65-926B3A81FCA7}"/>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9EB42590-B1AF-42EA-94BC-3238E820E473}"/>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E49243BE-8156-4221-806F-1CEFF77AB144}"/>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F129B9E3-AD08-4632-871C-9A6BB632AF9C}"/>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DCB740CE-3E7C-4024-B8C3-DA357A21F691}"/>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2619E790-B291-46A5-8F90-41DE74A13E57}"/>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CEAD0ED7-7F0C-4F9D-96D7-01CFD2162517}"/>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7580D051-9C1E-49EB-A336-0D953F811B6C}"/>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05234757-FC9C-4D91-A204-F586A52035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555540699"/>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944E73AD-B479-47A8-9F95-8DDE54F74C6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56">
            <a:extLst xmlns:a="http://schemas.openxmlformats.org/drawingml/2006/main">
              <a:ext uri="{FF2B5EF4-FFF2-40B4-BE49-F238E27FC236}">
                <a16:creationId xmlns:a16="http://schemas.microsoft.com/office/drawing/2014/main" id="{A0C3A6EA-B802-4FB9-9FA2-565BE583B3B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이 작업에 Subagent가 필요했을까?">
            <a:extLst xmlns:a="http://schemas.openxmlformats.org/drawingml/2006/main">
              <a:ext uri="{FF2B5EF4-FFF2-40B4-BE49-F238E27FC236}">
                <a16:creationId xmlns:a16="http://schemas.microsoft.com/office/drawing/2014/main" id="{8A4FF814-D890-487E-8DD0-C786D38E187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40DAD52D-0A8A-4F34-84AA-1C19BE95739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7A0F7335-AB7F-44AC-A9E4-80B87FE214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AFF2B7C8-D809-4EAA-859F-C4CAB334D8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500459B9-0524-400B-9C54-B825A28C3F9C}"/>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87DA7648-F69E-43C0-BCC7-BEC37A276B5F}"/>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2DFB1D8D-4C99-4BBA-BC19-50457DD1447F}"/>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B87F0093-8ABB-4399-AFA6-CEED02C050E3}"/>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B3547B74-E44D-47D5-906D-2C9F930340E7}"/>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64BD5BD4-71B7-4D34-875E-ECFACEB8A937}"/>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7CD156CC-912A-4DF3-9EAF-F5DFD82F08DA}"/>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92140EBF-EC62-4EE9-96BD-F1B8F7D27C98}"/>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BA35790-E3B6-4602-8EA0-F00D44C37844}"/>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95B9B91D-242F-4406-9F50-D8C0848B3C67}"/>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161EFB50-EC14-4AB1-9F86-0E0FD18A2F15}"/>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68D75C3B-0EA9-4799-96E7-2DC9CA491F80}"/>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85F57A95-9244-46B5-862D-7B15F466B62F}"/>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08A83AB2-7397-42D4-A103-7FC24ECE50C4}"/>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773897ED-B06D-499B-BF82-F5DBCFEDED7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43668509"/>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14AC6A8A-D2E4-4A6E-9464-12194717D8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57">
            <a:extLst xmlns:a="http://schemas.openxmlformats.org/drawingml/2006/main">
              <a:ext uri="{FF2B5EF4-FFF2-40B4-BE49-F238E27FC236}">
                <a16:creationId xmlns:a16="http://schemas.microsoft.com/office/drawing/2014/main" id="{F3255C32-F457-49A4-80AA-8898C37AAE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ubagent를 고려할 조건">
            <a:extLst xmlns:a="http://schemas.openxmlformats.org/drawingml/2006/main">
              <a:ext uri="{FF2B5EF4-FFF2-40B4-BE49-F238E27FC236}">
                <a16:creationId xmlns:a16="http://schemas.microsoft.com/office/drawing/2014/main" id="{BD5FF65D-4864-49BE-B5F1-7A374F36AFA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A342DB62-1ABD-401E-9CB4-AFA84CDDCC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4EE563E1-DB39-4C57-A471-E1B737E609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37A05871-C180-4FAC-946B-C531B0E491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D47BD072-A691-4DC2-853E-F21B6F30DCE8}"/>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08774793-812A-42BA-AC97-A1A4C5D3F788}"/>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7789D430-1E6A-4D13-889E-B959EB5EF7E8}"/>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E9093373-2434-46DB-9A9A-6706BABC1423}"/>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9DB2CCAA-CB40-45A5-9B88-4BC0B3E811F4}"/>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86D31E5F-8184-4733-9E66-3C44C331F105}"/>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F745496C-07BD-449C-9712-75D476B8138A}"/>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9A9E68E7-F28E-427D-AB35-A280C5349DBE}"/>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CD866F16-5A8A-4C86-910E-3567D8F2091B}"/>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0CE7A48D-B3DD-4B16-BAD8-1366E3B53E9A}"/>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F05F08F3-14BD-45EC-95D0-98E7BE82D3B8}"/>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0B38AA01-BF99-488E-A852-8D21D78878B4}"/>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EE6DBCDA-D559-4CA1-8FC6-CA16891B4C10}"/>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E62C18E3-B701-46F1-82F0-7BD1F010F0FF}"/>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B7DF6404-D2D4-4A6A-A18B-DAE91F84F7F6}"/>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7392AF2B-69C8-4FE0-BDAC-AA13D1CB97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91929998"/>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DDA95F28-610B-445E-8F7D-CC376128F3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58">
            <a:extLst xmlns:a="http://schemas.openxmlformats.org/drawingml/2006/main">
              <a:ext uri="{FF2B5EF4-FFF2-40B4-BE49-F238E27FC236}">
                <a16:creationId xmlns:a16="http://schemas.microsoft.com/office/drawing/2014/main" id="{E0DD60D8-2312-4044-9C9A-107A447584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무엇이 다시 찾기 어려운 지식인가?">
            <a:extLst xmlns:a="http://schemas.openxmlformats.org/drawingml/2006/main">
              <a:ext uri="{FF2B5EF4-FFF2-40B4-BE49-F238E27FC236}">
                <a16:creationId xmlns:a16="http://schemas.microsoft.com/office/drawing/2014/main" id="{5785915C-6668-4175-B42F-8E3A94475F1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B59F94CD-C91C-40D7-8021-FA08F56E0F3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7560D72D-EA16-4BB7-802B-B795CBACF8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C692D669-EDAE-4D14-98E1-F0025725AC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F4031CAE-DA73-407B-958C-C305AA877528}"/>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1697E03C-46A2-411B-9F52-1EE5B46C34D1}"/>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20211A2F-5E76-40EB-9E1E-ABD65F4165AE}"/>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4E89024D-9EC5-46E4-8EF4-863D811BC21A}"/>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1D9D2805-59C6-4FD7-A31B-2902DEFF0D39}"/>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86DA4EF9-249D-4964-9F02-56F1BDAD2D19}"/>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442DCFD8-9BA1-4611-B857-9C82238A5189}"/>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8A810C70-72E5-4EE4-AC58-250374CDB304}"/>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27ADEF4B-9A55-4F34-88BD-8B702E6C7A7F}"/>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085C206F-0B1F-46D5-AC07-2273DF632EBE}"/>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5CA61EF5-9979-4064-A1E8-24F76C21A7FD}"/>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2B9A3D74-A521-4234-8838-4256DD569E24}"/>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2D098A4B-EA82-4C95-AADB-4A95BE4361F6}"/>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1099A014-AF58-485B-B9EE-FE0DBE29DA3B}"/>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B9D51E77-3EAA-4EE0-97A4-8A65BD98CA0B}"/>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A28EE8B6-A016-4A83-9937-9085C0C26210}"/>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95745C42-B61F-45C0-8B9F-CC96EA244025}"/>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07076056-D27D-423D-B0BF-1370145887C9}"/>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A136F811-2162-4A02-A197-A92C06CFDAC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4394030"/>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358D6D34-707F-49FD-B44F-97FE3D97E3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59">
            <a:extLst xmlns:a="http://schemas.openxmlformats.org/drawingml/2006/main">
              <a:ext uri="{FF2B5EF4-FFF2-40B4-BE49-F238E27FC236}">
                <a16:creationId xmlns:a16="http://schemas.microsoft.com/office/drawing/2014/main" id="{807FA0CE-C06B-4A41-9BE0-06FC983B3A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Memory는 재발견 비용으로 판단">
            <a:extLst xmlns:a="http://schemas.openxmlformats.org/drawingml/2006/main">
              <a:ext uri="{FF2B5EF4-FFF2-40B4-BE49-F238E27FC236}">
                <a16:creationId xmlns:a16="http://schemas.microsoft.com/office/drawing/2014/main" id="{C703313C-9C37-4D3D-8E17-07B6E03F4A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E7D19A67-D835-4F4F-9B88-BAEE181784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009894F3-90AC-429D-BA6C-CE0FCD2355F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FAFF4CEF-7E3F-4137-8BEF-25FAF2EE17F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AB9CD0C6-B1F5-44E0-97D1-B8C7628F5AAA}"/>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55512800-CB3D-4B10-903C-FE3F9883CA97}"/>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0590190E-B20D-4815-9138-5FEC1C262AAD}"/>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4CF540AF-3485-4068-A602-90FC07BDC592}"/>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FCECA87E-7ABB-4A17-975A-D7B5114D3B68}"/>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260C08A2-C558-4CE0-A3DB-5EF8617DC3E9}"/>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537AC2C8-80A0-4273-A0FD-542F4D9540AD}"/>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8115F170-01E7-4700-9A72-8A0A0595D44F}"/>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DB1CD282-386A-4C0B-9C2C-9675638B30B3}"/>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BBE03872-4ECC-4CD7-9E17-10C39DF11A7E}"/>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BDB0CBF7-0612-43A8-954D-89228EBD3358}"/>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E0E319D9-88F1-46F8-968A-661EA769ED73}"/>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F0E123B1-DF46-4615-83BF-6ABDF550CAB7}"/>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37B8BC6A-90BA-439B-994A-F339492E67A1}"/>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EC844AEF-81CD-4813-AF4E-44AF4AFCB77C}"/>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2D029C17-6CFA-400B-BD3B-12779B86DB45}"/>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A4186DC4-E67F-4C32-AA90-6BDAB0C9EF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30678181"/>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EE705AE3-E620-4340-B0E1-572953F62F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60">
            <a:extLst xmlns:a="http://schemas.openxmlformats.org/drawingml/2006/main">
              <a:ext uri="{FF2B5EF4-FFF2-40B4-BE49-F238E27FC236}">
                <a16:creationId xmlns:a16="http://schemas.microsoft.com/office/drawing/2014/main" id="{A74C7343-B8CF-43FC-83F0-0FBB3A7D1F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Minimum Effective Harness">
            <a:extLst xmlns:a="http://schemas.openxmlformats.org/drawingml/2006/main">
              <a:ext uri="{FF2B5EF4-FFF2-40B4-BE49-F238E27FC236}">
                <a16:creationId xmlns:a16="http://schemas.microsoft.com/office/drawing/2014/main" id="{C69FE10F-1757-4A26-80FF-407C22152E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C73206FC-F4D9-4DDF-BCAB-E53243EB90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F4F8C303-D5C8-4216-A9F5-F41B509741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E0E7EA0F-0A4C-43DC-8B01-AD9508265F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532E6167-78A3-4C05-93C0-E8A0A590F534}"/>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E09F6454-CE94-4C93-A953-F7971FCFD182}"/>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ED12C531-1ADB-4AB9-B05F-2CCCE7735285}"/>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C7DC71F2-B8F9-4A8F-8F45-9B3E82568F6A}"/>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09F7F613-E1DD-4242-B38B-3D82046ED7B9}"/>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5BEC44BA-B4F0-403A-B71C-2DF5EFCA4B74}"/>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68F753DC-BD38-4657-9763-D2372B469873}"/>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6C196B3D-8DD4-489F-96C1-B51178B2ABE2}"/>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3C36165D-DE38-4070-9934-CA6FE0E7BADC}"/>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649296E9-2391-45EE-B86D-C4FD339BF5DE}"/>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0405F55C-4824-44CA-A5A7-427D8D195D98}"/>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E6E38EA9-F02B-4ED1-9F59-95EBD6B597B1}"/>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CC583AD9-B87C-4995-AC07-CCBEB90E9AC0}"/>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EAC5DC0C-85D2-49BC-A827-BD52C03015D5}"/>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6EC412C0-9C37-4A1F-8A95-37FC0D1537B6}"/>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22BDB20E-6ED5-4625-B900-26753F407C95}"/>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C91EF51E-59D4-4DF4-9263-7DC8585852CF}"/>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5E75BA3E-0097-445D-93BB-900E35F386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73816707"/>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656F4182-0A3D-4233-BA5C-B5FF2B8B98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61">
            <a:extLst xmlns:a="http://schemas.openxmlformats.org/drawingml/2006/main">
              <a:ext uri="{FF2B5EF4-FFF2-40B4-BE49-F238E27FC236}">
                <a16:creationId xmlns:a16="http://schemas.microsoft.com/office/drawing/2014/main" id="{F08AB437-D7BD-4C6C-BA45-97C6F7A6BF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Harness는 작업 환경 설계다">
            <a:extLst xmlns:a="http://schemas.openxmlformats.org/drawingml/2006/main">
              <a:ext uri="{FF2B5EF4-FFF2-40B4-BE49-F238E27FC236}">
                <a16:creationId xmlns:a16="http://schemas.microsoft.com/office/drawing/2014/main" id="{88D1A8DB-C988-4B81-877E-30693B7F323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4BA916B6-319F-4FB0-87AD-C556FA05FF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3DA80F18-5FBA-465B-92CF-17043EB966F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B973EC61-BB9C-48C7-8BD6-D99D68F1551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AAE97398-50D3-4258-972E-8FFA9FAD9E46}"/>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421DEF22-CB88-4B88-9786-100333794F68}"/>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69244F1A-1386-4316-9D95-CD38A4259891}"/>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77DEE005-2CF9-46E2-8344-70829835D66F}"/>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13E7EB28-A1DC-4F24-93DF-83D34B3FAF05}"/>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459DEA4E-C414-4327-9446-2609D5DD9FD0}"/>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E115B38-F0C2-4E68-A257-32935E15B14E}"/>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5407D05-6B37-4040-95F7-1166C7893186}"/>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7ED7DA7F-A116-4FAE-AE5F-17302EFFD4A0}"/>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3568C150-C323-4D82-9120-16BB57A1ED28}"/>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7B0BC6C3-E04B-4830-876B-369BAAD005FB}"/>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D5A7809D-9CC9-410D-84A3-F1AF4E08FC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39111348"/>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E188179A-9B4A-4E07-910F-B9B2B74976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62">
            <a:extLst xmlns:a="http://schemas.openxmlformats.org/drawingml/2006/main">
              <a:ext uri="{FF2B5EF4-FFF2-40B4-BE49-F238E27FC236}">
                <a16:creationId xmlns:a16="http://schemas.microsoft.com/office/drawing/2014/main" id="{176FF53D-9807-4A30-823E-9F753E3D15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Repository 밖의 환경도 결과에 영향을 준다">
            <a:extLst xmlns:a="http://schemas.openxmlformats.org/drawingml/2006/main">
              <a:ext uri="{FF2B5EF4-FFF2-40B4-BE49-F238E27FC236}">
                <a16:creationId xmlns:a16="http://schemas.microsoft.com/office/drawing/2014/main" id="{CE41369B-77B4-4B8E-80AA-16955B62F2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DCBAA8A3-20B3-4E1C-8CC7-7CC4D92EE7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D326C0A-ECA5-418C-AFB3-24C8AC757AB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4919E84C-DA99-473E-B590-CFCDBEBBC8D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5F4B9EE8-7E13-4BA7-AF5E-AE7D4E01F4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94152124-C72E-40A4-B187-49EC2D5534A8}"/>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73F96D1C-DFFE-43C0-BFCF-75E6D8B39702}"/>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3A0921A9-5EA3-4778-874F-1225B89C5A2A}"/>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879FE309-0BDE-42E8-9670-8344D17EC468}"/>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BE199F95-581A-41D6-9344-0F73FB8755D6}"/>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F487748A-EF14-430A-B3FA-E56B4C868FD5}"/>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0581172E-4146-40D5-975E-D60FC8B7C8A1}"/>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8AF04EB1-B7A9-4743-B222-2B695563EFAF}"/>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6864D0E3-D49F-4224-9F1A-67DEC73D222C}"/>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76BDA716-C65E-4E5C-9DC0-AB2C6BDE80ED}"/>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F63CAF11-A94E-4FD5-A2F6-0CD68DC2C3CB}"/>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7CC01241-1A49-4D6D-931B-5CA68E240C4D}"/>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30FCDB9B-E409-4D1B-9BB8-EA41ED66D907}"/>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7EFB93EB-8F3B-4F42-BEA9-6A46C1C4D284}"/>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D0D6135C-1EAC-4D45-B746-5A87CDDD8033}"/>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B8ECFABB-E67B-4F20-B6F6-12A1EDEF12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631114320"/>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00FF8391-8ACD-46CA-8D3C-396555A7E8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63">
            <a:extLst xmlns:a="http://schemas.openxmlformats.org/drawingml/2006/main">
              <a:ext uri="{FF2B5EF4-FFF2-40B4-BE49-F238E27FC236}">
                <a16:creationId xmlns:a16="http://schemas.microsoft.com/office/drawing/2014/main" id="{3FEC66EB-D5BC-4F23-AA64-6626464D45D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Engineering Pattern은 C++에도 전이된다">
            <a:extLst xmlns:a="http://schemas.openxmlformats.org/drawingml/2006/main">
              <a:ext uri="{FF2B5EF4-FFF2-40B4-BE49-F238E27FC236}">
                <a16:creationId xmlns:a16="http://schemas.microsoft.com/office/drawing/2014/main" id="{CF5CB5E5-D914-47D5-8133-9A95F1F389C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9465D64E-BA49-47C8-8F8C-15CD4E4DA7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CB65DEC5-A944-4731-8A23-1068CC8192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F98FA5B6-F263-41FC-8824-8ED88D8EB28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0C24AD9F-28FB-4E0F-B145-391C21F2E81B}"/>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34F3E08B-E2F5-4EF3-BC06-CE4D3A41D180}"/>
              </a:ext>
            </a:extLst>
          </p:cNvPr>
          <p:cNvPicPr>
            <a:picLocks xmlns:a="http://schemas.openxmlformats.org/drawingml/2006/main" noChangeAspect="1"/>
          </p:cNvPicPr>
          <p:nvPr/>
        </p:nvPicPr>
        <p:blipFill>
          <a:blip xmlns:r="http://schemas.openxmlformats.org/officeDocument/2006/relationships" xmlns:a="http://schemas.openxmlformats.org/drawingml/2006/main" r:embed="Rb180ba3b306346b7"/>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340B58F9-93B4-4139-A567-0BB3279EC75F}"/>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D33A168B-FD4D-43D9-A035-467E65280DDE}"/>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55893C9A-A229-4818-9E48-211CDEE7D64F}"/>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2F4AF834-15DE-46AE-A152-9F051DB08774}"/>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549491F1-BEB9-4C3A-BFE8-C7EFF854850D}"/>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37897564-F581-4BBD-989C-62B60EBFFC00}"/>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41008D1A-9338-4474-8FA3-CBAD506A994C}"/>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E4A6FD23-7046-499E-8A40-FC0C19677D00}"/>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0CCF4B7D-78B4-44C5-8FDC-189B88F3BBD4}"/>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8BC4B98B-4167-4E7B-A6FE-9062AA869606}"/>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6A7FCABE-BA4E-4058-9794-31E1FD1450BA}"/>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534614BE-257E-41AA-9B0E-7D548573CB4C}"/>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FC9B55B2-7C8B-4A16-94DE-F38919A14EC5}"/>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700950E8-1219-4131-96B8-8AE6FDDEA2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546014545"/>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BC8A81BE-CFD2-4306-84D8-6B7F5E4760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64">
            <a:extLst xmlns:a="http://schemas.openxmlformats.org/drawingml/2006/main">
              <a:ext uri="{FF2B5EF4-FFF2-40B4-BE49-F238E27FC236}">
                <a16:creationId xmlns:a16="http://schemas.microsoft.com/office/drawing/2014/main" id="{724CDD92-EA21-46C4-9608-09E71F955A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필요한 구조부터 질문하기">
            <a:extLst xmlns:a="http://schemas.openxmlformats.org/drawingml/2006/main">
              <a:ext uri="{FF2B5EF4-FFF2-40B4-BE49-F238E27FC236}">
                <a16:creationId xmlns:a16="http://schemas.microsoft.com/office/drawing/2014/main" id="{4562CBD3-CB29-4E4C-BB74-643BC3C6325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9743DCFA-6951-4C88-8A82-E15681C5A60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BD869D33-4D7C-4524-82A0-0C92754E32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274D2AA7-91C1-439D-B807-40D138FD80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4A9B54ED-504E-4DB5-9269-847A4338AD31}"/>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82C66E38-D36A-465D-BD9A-863554885194}"/>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42EB1064-43C0-49C5-8D10-BC50DA143D6B}"/>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DB5D1A27-82B5-4A98-AB74-DA09F47DB46F}"/>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849935BC-36E8-4277-AC08-69F66579FBE8}"/>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158994A4-2099-4854-BC18-A21316F5E991}"/>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15C5AEB1-BF88-4C3D-9C1C-93786FB8EE3F}"/>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AF5B6A66-5A8C-42DB-8866-CF5DAF8BD8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86895399"/>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B5CE995E-A596-4414-98DF-629CDD3E5C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65">
            <a:extLst xmlns:a="http://schemas.openxmlformats.org/drawingml/2006/main">
              <a:ext uri="{FF2B5EF4-FFF2-40B4-BE49-F238E27FC236}">
                <a16:creationId xmlns:a16="http://schemas.microsoft.com/office/drawing/2014/main" id="{9CAE64D3-4E65-48CE-8313-0115497608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여기까지는 잘 동작했다">
            <a:extLst xmlns:a="http://schemas.openxmlformats.org/drawingml/2006/main">
              <a:ext uri="{FF2B5EF4-FFF2-40B4-BE49-F238E27FC236}">
                <a16:creationId xmlns:a16="http://schemas.microsoft.com/office/drawing/2014/main" id="{AA5A3047-4869-4AB9-AFD7-C002605AFC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B9FC67FB-69E8-41D9-92D6-15CB1D43498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60E4ABBD-DACA-49FD-900C-A31DBC129F3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F5CBADE5-4142-4DF4-935D-8592ADAA4D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2227F32E-8CE5-4478-9888-9A025FAB4C22}"/>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D345AE12-5748-40B3-9996-A40EB814D9AB}"/>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D8A55B0D-FCCD-432E-82C4-CAC177F881F7}"/>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0C387687-4F74-488A-8745-41591C839F2D}"/>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CE7BB527-8050-471C-BC75-663DD8F5ED7F}"/>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2554B410-A0C8-47E2-BB36-37D17B749C5F}"/>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3CD15700-88D8-4263-B3CE-F65DE947E8DA}"/>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ECD23EFB-0465-44BD-B21E-7A55DED491E1}"/>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F5D762D6-585B-4464-9D75-CF4EBB5A440F}"/>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42F236D0-9CFB-4F66-884E-9F11770D70ED}"/>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93D83031-0839-4867-BBD2-0C4852F80E8C}"/>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30542FFE-5BEA-4C9F-BB08-075BC3E4F2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87634019"/>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E4382255-0325-489B-ADAE-46041531BB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6">
            <a:extLst xmlns:a="http://schemas.openxmlformats.org/drawingml/2006/main">
              <a:ext uri="{FF2B5EF4-FFF2-40B4-BE49-F238E27FC236}">
                <a16:creationId xmlns:a16="http://schemas.microsoft.com/office/drawing/2014/main" id="{BA6A82D4-00F7-43CB-A5F2-AD33C559585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개념 사례: Project와 Workflow는 현재 맞다">
            <a:extLst xmlns:a="http://schemas.openxmlformats.org/drawingml/2006/main">
              <a:ext uri="{FF2B5EF4-FFF2-40B4-BE49-F238E27FC236}">
                <a16:creationId xmlns:a16="http://schemas.microsoft.com/office/drawing/2014/main" id="{801A3F0B-A444-4113-8FBD-1D26AF11C2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22E56DAC-81AF-4BD5-B13B-21EF8950FD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520E6E72-A6F7-4C84-BF84-596E5497088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042AF864-3CF7-4E0D-9034-D4470257E50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55228519-6034-4E2B-9B25-077428663A0C}"/>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426CFC31-4040-445A-8219-F666A1114B5C}"/>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5BB26718-9022-4E3A-B59B-F14BF5DEFE1A}"/>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6FB3F8BC-1929-4ED2-A489-311034EFAE20}"/>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23B1934E-5852-4519-ADA6-D476D5747A25}"/>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D14B66A0-7E20-4B42-A0CE-FF687F08EDCE}"/>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4E12203A-9859-4FB4-B05C-D9F0C40B40E6}"/>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7DC15151-E1AC-4EB1-BDFC-9DDF3B9F23FC}"/>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4B710A1A-B752-4F7C-8DD8-BDD34BD48D89}"/>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0350B264-8CDA-42CB-9A2F-27A38063391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047255968"/>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2FCB9C5E-DCF5-491E-B794-4396F87DE976}"/>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7">
            <a:extLst xmlns:a="http://schemas.openxmlformats.org/drawingml/2006/main">
              <a:ext uri="{FF2B5EF4-FFF2-40B4-BE49-F238E27FC236}">
                <a16:creationId xmlns:a16="http://schemas.microsoft.com/office/drawing/2014/main" id="{3C23D597-7EC9-49E1-B27A-E17C89D2E49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Project는 바뀌고 Workflow는 남았다">
            <a:extLst xmlns:a="http://schemas.openxmlformats.org/drawingml/2006/main">
              <a:ext uri="{FF2B5EF4-FFF2-40B4-BE49-F238E27FC236}">
                <a16:creationId xmlns:a16="http://schemas.microsoft.com/office/drawing/2014/main" id="{E3494D97-C486-4CAC-BBCC-AF4051BBB6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D8B09828-C211-411E-B300-109E4C6594CA}"/>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462260E8-D21D-4540-9931-8586ACDB0C0F}"/>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974BE3A0-1DE0-4006-9A1D-4DB388EF6081}"/>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16D15E78-ABA3-4C5E-999C-4BC09BAD6D0D}"/>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18A5913D-42BC-4EDE-ADC1-5283D78853C1}"/>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4BE69EED-FE36-429A-B7DC-A8503252EBA6}"/>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8064CB86-7BE6-4880-BC36-E4C675347CDA}"/>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AD51A082-B294-4381-96C7-77F17F2CE25C}"/>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2A84CC6E-F63B-45B4-8DAD-4EA32F528F36}"/>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FC5972DB-1F45-4E0A-8AEC-42FCE7D8CB25}"/>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186D656E-4534-4FA3-B0A4-8996C963B69E}"/>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55BBAC36-E92C-4853-B811-99C6751EA20F}"/>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4A1B8A2F-5323-4382-8CBF-E2EFFADB75A8}"/>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8FE6EBD9-4B02-4768-9F9C-02BF26E8EC69}"/>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C60CAC44-87E0-4511-8E50-8444D4E34854}"/>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D1E648C4-ED67-4145-944A-3217B64E84E0}"/>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EF3491CA-9600-4872-871E-FE144909EF8C}"/>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5D6C4335-58CA-4106-9999-82796D66CFCD}"/>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87A5C243-6528-48EF-BC98-70DA55739B62}"/>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26C96A01-E60B-47DC-86BA-DFD7567233F0}"/>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02E8F719-343B-4DB2-AEA1-937BD7087233}"/>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13F87A78-CA5E-4DF0-89B5-1443A006336F}"/>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35D593CB-F7C8-455E-8C09-ABD74A84A6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0FB4E668-31C4-4560-844F-C08B014FFD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CD624993-1E32-4C07-B146-19A753B0AE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B85E4FE3-F2C0-472E-9A23-C104CD9706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58127538"/>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E827A972-0530-4C4C-9D96-D551C0BA4F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68">
            <a:extLst xmlns:a="http://schemas.openxmlformats.org/drawingml/2006/main">
              <a:ext uri="{FF2B5EF4-FFF2-40B4-BE49-F238E27FC236}">
                <a16:creationId xmlns:a16="http://schemas.microsoft.com/office/drawing/2014/main" id="{69E570BF-7C52-460B-ABE7-3F758FC9CE9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Task 해결과 System 문제는 다르다">
            <a:extLst xmlns:a="http://schemas.openxmlformats.org/drawingml/2006/main">
              <a:ext uri="{FF2B5EF4-FFF2-40B4-BE49-F238E27FC236}">
                <a16:creationId xmlns:a16="http://schemas.microsoft.com/office/drawing/2014/main" id="{3AEC2DD3-D32E-4B10-BDA7-EC082F7954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83829404-2971-4691-B4B1-08ED549DE93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F5A25D24-5501-4F13-B0A5-C05C4C50649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B3E12F3A-C3EB-40C2-928B-2431CCF1A7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A0780CC9-F73E-405F-A71E-3AE6B7796329}"/>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BDCB5C35-A8EC-44A2-B949-4F191C95084D}"/>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E150DF91-14BA-4216-A399-7E33DE1458FA}"/>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6EF7194A-9A9F-4CB3-A996-1F0920E95284}"/>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E4FAB9E0-CDBA-428F-8B14-A58A605D1FB5}"/>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45C859BF-4C77-45EA-92DB-5B91B69E0258}"/>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BCCF19CD-B0E2-4D21-A358-797BB1433FF2}"/>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E42F9912-EF41-46FF-BCE1-A600D1FE9B24}"/>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6DAFAB83-A78F-42D7-A64D-BC4CCF9D98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576969864"/>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CFA8FCCC-8229-4FE7-8A5E-644BA4E1C8A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69">
            <a:extLst xmlns:a="http://schemas.openxmlformats.org/drawingml/2006/main">
              <a:ext uri="{FF2B5EF4-FFF2-40B4-BE49-F238E27FC236}">
                <a16:creationId xmlns:a16="http://schemas.microsoft.com/office/drawing/2014/main" id="{366E9A6F-77E9-481B-982E-01C00FD0F89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원인에 맞는 Layer를 고르기">
            <a:extLst xmlns:a="http://schemas.openxmlformats.org/drawingml/2006/main">
              <a:ext uri="{FF2B5EF4-FFF2-40B4-BE49-F238E27FC236}">
                <a16:creationId xmlns:a16="http://schemas.microsoft.com/office/drawing/2014/main" id="{03C8415E-2958-40C6-BDE5-079A0DB66F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95C5883A-CCC4-48E6-8927-E3806CF70DF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C939194B-23DA-40CC-8534-4CA7547E75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6952F425-0D4F-400D-A97F-33AC26B0624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DEB5AAAF-2F3F-4A0A-8C4F-745896DED865}"/>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4DEA76F3-8D44-4F17-91FB-6A9CB8F2421F}"/>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D10DE710-8E01-4A98-9075-FE7B68D899C6}"/>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41D0731F-02AA-4920-B29E-31D1041CB681}"/>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4134221E-DCFF-4336-A0B5-4C4264037218}"/>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9AA3382E-EFD0-4D2D-AAC8-D79B95891FA3}"/>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944B85E0-C2F7-4F46-9D1F-3A6C58D2B729}"/>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4A0A0288-04B0-40AD-AF16-A2ADC8E58352}"/>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DFCED6EE-F9D3-42BC-922E-8F9532299B83}"/>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FE24EE36-AB9D-4BD5-B349-B4ADFC32B679}"/>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A24A319C-0094-46D3-BF3D-8A22C28DBB82}"/>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58851A95-2A25-4C76-93FE-1095673DE1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21511004"/>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FC40C762-34F7-49D4-ABA3-A247B7187D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70">
            <a:extLst xmlns:a="http://schemas.openxmlformats.org/drawingml/2006/main">
              <a:ext uri="{FF2B5EF4-FFF2-40B4-BE49-F238E27FC236}">
                <a16:creationId xmlns:a16="http://schemas.microsoft.com/office/drawing/2014/main" id="{9F409B4F-AA0D-42BE-98BC-6952FD8644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실패 지점과 원인 Layer 구분하기">
            <a:extLst xmlns:a="http://schemas.openxmlformats.org/drawingml/2006/main">
              <a:ext uri="{FF2B5EF4-FFF2-40B4-BE49-F238E27FC236}">
                <a16:creationId xmlns:a16="http://schemas.microsoft.com/office/drawing/2014/main" id="{D1931825-EDC6-4C5C-BB97-A64C4CDCF62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25407725-7932-483D-B430-6C0B462F2B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2857D229-6616-479E-A181-D5BF837566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1E5724C2-128B-4972-B21F-F4A24052B7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2458275D-ABCF-4B8F-A727-B753CDB18477}"/>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4805AA73-36FC-42A0-B311-78A58A79827E}"/>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52089DF5-B4BB-41D6-985D-693A72452957}"/>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E7CE3A77-6545-4A76-88BE-DE4A4E4AF459}"/>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A4D9D85B-5C12-4083-8E75-B8B00A7B7107}"/>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83833165-320E-47BC-A092-63F20FA8476D}"/>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7CD3655A-4D6F-4BF9-BDD3-9E35E9BB7165}"/>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DCB8AA9A-39C2-4BCD-8E0D-7AE4F278CCB3}"/>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2ABC2454-F936-4302-9D53-DD31D9A9F8B8}"/>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9B06B521-D6E5-4073-B18B-648EAA3067C7}"/>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5A1C887F-E791-4490-A374-9C7E50F24F01}"/>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27AADAF7-50C5-4F98-A1CF-DD0646C8DD8C}"/>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1C181808-18D0-428C-AF81-5F79B521F955}"/>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24FF7CAE-E31F-4B30-8340-0856221CE39F}"/>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9186571E-0C6E-43C9-9028-D15C29270A94}"/>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FD3889ED-AB97-4937-9E78-010FFCFA32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92483782"/>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E7F35017-AF36-438A-A044-C51289AAFE8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71">
            <a:extLst xmlns:a="http://schemas.openxmlformats.org/drawingml/2006/main">
              <a:ext uri="{FF2B5EF4-FFF2-40B4-BE49-F238E27FC236}">
                <a16:creationId xmlns:a16="http://schemas.microsoft.com/office/drawing/2014/main" id="{B81E082D-3E09-43FF-BBD5-DB1845F4953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먼저 관찰하고, 그다음 가설을 세운다">
            <a:extLst xmlns:a="http://schemas.openxmlformats.org/drawingml/2006/main">
              <a:ext uri="{FF2B5EF4-FFF2-40B4-BE49-F238E27FC236}">
                <a16:creationId xmlns:a16="http://schemas.microsoft.com/office/drawing/2014/main" id="{7048E126-9A47-44BA-99A4-70915E9569B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2696DE9A-0EA6-4232-89D4-43F6EBDA68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6066F00F-37CA-454F-985C-179FDF63E5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F01E80BA-B2A9-4E1B-9023-B718279794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675F5FC8-436D-4CE0-8499-F5FEB761FD12}"/>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38965617-1EB9-45D1-AFF1-3D5281C1E246}"/>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AF1BC72F-FCE9-426E-99A2-E845EEF4B0E3}"/>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6D9038A8-8D96-45E9-BCF4-28115EE9A190}"/>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E83E4C67-E3ED-47E9-8155-407A8456E305}"/>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79CD256F-5F00-464B-AC5F-5F6F283DB539}"/>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9D82418E-DF2F-43AE-AF18-1AF7EC14BA36}"/>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88B81B45-CCF2-4FA7-9F07-F14B0ECA67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14798547"/>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281EED65-78F0-4448-9A2C-A16668F48D7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72">
            <a:extLst xmlns:a="http://schemas.openxmlformats.org/drawingml/2006/main">
              <a:ext uri="{FF2B5EF4-FFF2-40B4-BE49-F238E27FC236}">
                <a16:creationId xmlns:a16="http://schemas.microsoft.com/office/drawing/2014/main" id="{EF6786F8-32C9-48EF-A2AD-D4DFF65489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Cause가 지지하는 최소 변경">
            <a:extLst xmlns:a="http://schemas.openxmlformats.org/drawingml/2006/main">
              <a:ext uri="{FF2B5EF4-FFF2-40B4-BE49-F238E27FC236}">
                <a16:creationId xmlns:a16="http://schemas.microsoft.com/office/drawing/2014/main" id="{065BCD91-BD20-4A61-BAAA-73366E62557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E94666A2-48AA-41DC-91F9-61C5B3B71D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6421FC4C-F01F-47C1-B03B-9C97A13A23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FCA247BA-CC56-4D28-BFB1-B60D348016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D301F1C4-BAFE-4DA9-B339-6256D9D6E1FD}"/>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1CD8E663-916E-4270-8776-BD5330DBD417}"/>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5775D168-1234-47FD-902F-01D475BD6A8A}"/>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69DB94B6-D185-4465-BB58-4D98C9B31818}"/>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C8036A20-0F4D-4E87-BDA1-1A0E6E717FDE}"/>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3992E299-90C9-43C4-B046-FDCAF9CE9F6E}"/>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287560B4-A564-48D4-8B31-5974D0602ED4}"/>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0B3A0DFB-97AD-4F02-B830-21FE2018DCC8}"/>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9484E171-1E2E-449E-B3EF-13EAEBBCD71A}"/>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F1C1C96C-67B6-4A39-8959-25BD7DBA09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28681710"/>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DBACC47F-7751-4455-B8D9-3A37620C16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3">
            <a:extLst xmlns:a="http://schemas.openxmlformats.org/drawingml/2006/main">
              <a:ext uri="{FF2B5EF4-FFF2-40B4-BE49-F238E27FC236}">
                <a16:creationId xmlns:a16="http://schemas.microsoft.com/office/drawing/2014/main" id="{F05A3CE0-0913-4A82-9E6F-AB32986924E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같은 Task의 재실행만으로 충분할까?">
            <a:extLst xmlns:a="http://schemas.openxmlformats.org/drawingml/2006/main">
              <a:ext uri="{FF2B5EF4-FFF2-40B4-BE49-F238E27FC236}">
                <a16:creationId xmlns:a16="http://schemas.microsoft.com/office/drawing/2014/main" id="{44919113-5032-4D28-A1A9-0AB6D108E0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B3B24834-26ED-4673-9488-0DF5102CFB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8FAAC194-6D88-40DD-B744-8D465348B1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F62C6808-2E8A-41C9-BE51-36EBA90F52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1E421877-C7BD-4877-858E-95C772C21DC9}"/>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B586EF6A-148B-406E-9F3D-701E94581F3F}"/>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0DFD3092-FA38-45F1-83F7-E7090A5CFB02}"/>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8DF81E98-1258-4E7C-88CD-680C84C4AC2D}"/>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B8C692CE-EF54-433B-9443-5333F8FBB334}"/>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58D4F06E-EACD-48F4-B0A7-4D4FAC62D7E1}"/>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D3ADC4DC-F23A-4146-9AD3-E63C480E272B}"/>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B048EF86-6420-493F-A5E0-ADB708D0A09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9568319"/>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6C214197-D67A-493E-A086-F4E0CA9A377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74">
            <a:extLst xmlns:a="http://schemas.openxmlformats.org/drawingml/2006/main">
              <a:ext uri="{FF2B5EF4-FFF2-40B4-BE49-F238E27FC236}">
                <a16:creationId xmlns:a16="http://schemas.microsoft.com/office/drawing/2014/main" id="{5C48E4FC-69F4-40CC-8264-309B582E5B2F}"/>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대표 작업으로 변경 범위를 확인하기">
            <a:extLst xmlns:a="http://schemas.openxmlformats.org/drawingml/2006/main">
              <a:ext uri="{FF2B5EF4-FFF2-40B4-BE49-F238E27FC236}">
                <a16:creationId xmlns:a16="http://schemas.microsoft.com/office/drawing/2014/main" id="{F2A88606-5B77-45ED-BE4E-AD966E0A9F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53F9F6BF-2D6C-47F1-8A97-3A92AB9592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AE7B6182-F362-423E-8AF8-21C77CF7AE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20B99883-0EF5-4D28-9E18-D0F6ECAEDE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CEB76E28-064B-4BD7-9052-09FABC0207F4}"/>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1DAEBD54-57FC-4D05-877F-D4ACCEA66346}"/>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5F699B97-97FC-44CC-BE1F-9EECF59D4EFB}"/>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4F379161-F13C-4173-9396-1E196B4E3543}"/>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8BE573F3-05E1-444F-99C7-14CEB950E654}"/>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DA0488F3-26B9-4BFD-AEFA-72F80829661A}"/>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F070B577-D15E-4428-B947-02B3F91C6895}"/>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6E285D0B-1D7D-41E0-94CC-34627747E8C8}"/>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10508E74-6BDB-4504-850B-16D77BA1C3B1}"/>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68B45E62-FB9E-4453-A48E-7FAEA2B0857A}"/>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351A0DDB-DFDD-4391-84BE-28F5ED6100BE}"/>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125EDD2F-CFF1-4EB3-8C46-7BB73AB3C986}"/>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1FFF5A6B-561F-4956-A3BA-F746211729C8}"/>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2B8E1C72-ECC9-46CF-B727-2621379E9DD9}"/>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477AD2FA-D4DD-418E-84DF-27EB362323FD}"/>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E79C81C6-A2CD-4CE2-8118-2B793BF8D810}"/>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85B07E6E-FDE9-4FB5-87CE-0BA91861E95C}"/>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086BA625-B46D-4DBA-BD00-EAD5E7E7BB00}"/>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26B7D997-C0FE-4A61-881B-FB2CE6A88095}"/>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BF073308-B3D6-48E9-9FDB-6D2EA209E921}"/>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5C4474EA-7963-4E51-8521-ACE04F71546D}"/>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F3DF1241-AADF-46A1-95DE-48E67DBE23C5}"/>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731A3018-2446-42C2-873A-364D5AE559B7}"/>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975D7670-45F2-4CA8-AA46-DF276E742190}"/>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AF07DE97-2714-4B8E-9399-4C23507627E1}"/>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E0DC20C6-D032-49EA-ABA8-CADF88A05AFB}"/>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8713FA19-0E8F-44AA-AD65-CD847633BD33}"/>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182503BF-C295-4636-B0E4-88856468DDE9}"/>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3887FB5B-DD6A-4EAE-B634-E22711C07B30}"/>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AEF043FA-BB36-4FF9-B3C9-56C55E8F0A97}"/>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16DE7833-4174-4CE3-ABB4-671F9FA9C9D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23253069"/>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7AB1C28F-0680-43FE-B0F6-EF4245CA22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75">
            <a:extLst xmlns:a="http://schemas.openxmlformats.org/drawingml/2006/main">
              <a:ext uri="{FF2B5EF4-FFF2-40B4-BE49-F238E27FC236}">
                <a16:creationId xmlns:a16="http://schemas.microsoft.com/office/drawing/2014/main" id="{39DC3820-0455-4253-AE35-97F0A45DAE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Harness도 특정 실패에 맞춰&#10;과적합될 수 있다">
            <a:extLst xmlns:a="http://schemas.openxmlformats.org/drawingml/2006/main">
              <a:ext uri="{FF2B5EF4-FFF2-40B4-BE49-F238E27FC236}">
                <a16:creationId xmlns:a16="http://schemas.microsoft.com/office/drawing/2014/main" id="{D1B25204-1058-4CB4-A93A-EC0FEE0BD1D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EECAB225-9F6F-4F37-836E-459658261F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F3A7BADF-317A-4FE3-A6BD-18FF4FA8854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9BC82619-6055-4857-A6F5-CB3961A4CDA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B4921F2A-31E4-44C8-8A23-261BF979D704}"/>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B9D72F54-6D35-4984-A356-29808A2356EA}"/>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A1259004-608F-40FD-B608-E923754F7127}"/>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7CA15858-055E-4788-85A1-45B739F6DABB}"/>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267C3E6F-B4AD-4932-8C29-10422FADCD05}"/>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32DA5026-61FE-4162-979A-FF13643D3E3D}"/>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66EE6F50-8039-4F1C-AE3A-D4A82EA4CB5F}"/>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14C532F0-82B3-47DC-B730-5E471DB90CAD}"/>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8D376711-CAFC-43AB-A454-ECDC0FBDC5AA}"/>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A0917325-43AB-4321-8EFF-379D4C5C9C48}"/>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DFC9FEC5-9D42-453D-B82C-926EB90C3330}"/>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EF432A53-EEDC-4A33-BD54-65AFB70AEC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82137719"/>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BADFB23A-BE38-4F95-84D2-3CDCC9A67BF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76">
            <a:extLst xmlns:a="http://schemas.openxmlformats.org/drawingml/2006/main">
              <a:ext uri="{FF2B5EF4-FFF2-40B4-BE49-F238E27FC236}">
                <a16:creationId xmlns:a16="http://schemas.microsoft.com/office/drawing/2014/main" id="{DF726651-9BBA-4195-A893-28490FD7C71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Feedback을 System Change와&#10;Evaluation으로 잇기">
            <a:extLst xmlns:a="http://schemas.openxmlformats.org/drawingml/2006/main">
              <a:ext uri="{FF2B5EF4-FFF2-40B4-BE49-F238E27FC236}">
                <a16:creationId xmlns:a16="http://schemas.microsoft.com/office/drawing/2014/main" id="{425EF66C-3FA5-436A-A30F-B7B0BC39937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305019DB-810E-46B5-A245-53589E6AE6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1A3E48EC-7E2B-4C84-A7D2-9C30D10BD5F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9B684C4B-4D75-44FF-9D3D-2F0CFA2120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9154D287-9378-4FBB-82DC-B5BF4CB97CB6}"/>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27962225-D7AC-4276-8D3F-9C4CA6CE27A9}"/>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23FC1E60-04E2-4EAA-842C-B4FCE2435535}"/>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4252E56D-8377-49F2-809F-144CB21D4C14}"/>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615323D4-7CD1-4041-ABFB-2C484863D43C}"/>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69C020E8-29E5-4551-8D2B-F2709A3997D8}"/>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F68B80DB-DA57-4B5C-9CBC-31CAD7B318B5}"/>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2A70C21B-1FA7-4672-840C-4A75FE6913E4}"/>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BB3F1B00-01B0-4891-B6C6-82110893541D}"/>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9444DE82-23A4-4075-B23D-ED5AD3C390E9}"/>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E188CCFE-B787-4AE4-829C-DB1751ED6666}"/>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2FD25CEC-189E-4927-B165-637066841BE9}"/>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900C7477-6F00-4EC3-8D11-EED42A0C39A0}"/>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1FBF4692-4049-4A22-A08B-4B838E267E8E}"/>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4F4BE0FB-08B8-4913-BB71-0ABD9765CDAB}"/>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6CF8C05C-1CA1-4EFE-9A24-108F410E52C2}"/>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8E3D88A5-4C7B-471B-B774-DE8AC4BEEAEB}"/>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37F46761-C1A7-4E37-B1E5-ECF4E434F648}"/>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67BCDFE2-F53B-4270-A162-03DD2CB72774}"/>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BE1C494E-20B4-4C3A-8969-BF55673C36C6}"/>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C6B75778-A3C8-4184-BC27-3A600F772ACC}"/>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8C65F528-CA16-45B1-ACEE-0CF28B23B8B1}"/>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B15ED257-529C-415B-9F46-80042DF4317B}"/>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952029E1-3728-4025-BA26-3F14F2AF262B}"/>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CFAB917A-3B70-4ED0-9A79-BABE05955106}"/>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57934E65-DC86-4DCF-A759-3C8CBD54B77C}"/>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0CCAAE64-3857-480E-984E-F74610226293}"/>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C1A62A2E-E5A5-487D-946E-4D0D5D70B2AE}"/>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F2F2D96D-1633-4FDC-AEF7-9DF5BE5C4A94}"/>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93B69649-8AE4-458E-B196-905EC193603D}"/>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A05E325A-2D37-4D4C-B237-CABE014847A3}"/>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83C03A18-5DEA-4468-8F71-6155C919857A}"/>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40134199-59DF-45EE-8591-B4B745F59731}"/>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A0E441A4-863A-46CE-A5C1-FBD6958A32FC}"/>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DABF1E26-4AF9-4534-B2E1-4B40DEF4796F}"/>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0259DDC6-1837-4A5A-B750-7879F72D900D}"/>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1E99FAB3-1C4D-486B-B0C8-92B9AB1921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563990215"/>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9622D9D4-9BD4-4F5D-8699-666DAAB667B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77">
            <a:extLst xmlns:a="http://schemas.openxmlformats.org/drawingml/2006/main">
              <a:ext uri="{FF2B5EF4-FFF2-40B4-BE49-F238E27FC236}">
                <a16:creationId xmlns:a16="http://schemas.microsoft.com/office/drawing/2014/main" id="{4C0F617E-1B47-4934-A187-7D6D4800BC4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실제 제작 기록: TRIAL-006">
            <a:extLst xmlns:a="http://schemas.openxmlformats.org/drawingml/2006/main">
              <a:ext uri="{FF2B5EF4-FFF2-40B4-BE49-F238E27FC236}">
                <a16:creationId xmlns:a16="http://schemas.microsoft.com/office/drawing/2014/main" id="{2B6AA15C-0B2B-408B-A184-72FDBEE1680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F1421456-CE38-42B2-80D5-62D71135BED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476789C3-FA9F-49D6-8291-AF1FBE82CBF2}"/>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D5FD1B4B-469E-4CB6-AC41-8FF12C61F8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F4330B3D-C6DD-47A5-8BB6-0B214A1A04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BCBBE9BB-0ECD-4541-907E-6D8F59C1B461}"/>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9A289B0E-D329-49D8-B46A-F42EDB7382CC}"/>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BF9609F1-C7A4-428C-A300-BBF26AF55B7A}"/>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AE8D5147-B2F1-4300-9F94-EDD7BEF117AD}"/>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862E5818-55DA-45BE-9CD5-831209C14EBF}"/>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BCB5A177-52DF-40A0-8CBD-FBA83C3A0E3B}"/>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BC8A92CB-FAF6-4430-980E-325760D0901C}"/>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5EEDE12E-F5B4-4EAD-AFE6-AF06AFC12C6D}"/>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37CF4461-7832-49AD-B0FA-8FEBD4948431}"/>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A8441664-3261-48CC-B328-1E3D3FF69941}"/>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43FF0B08-FEC0-410A-8AD7-AF1E793C7B5F}"/>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E703383B-D6AC-4407-A687-F9073F0DED2A}"/>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493F61CA-9D59-4AC3-8718-70896C5D5841}"/>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4C2F795C-BF7B-4823-86B2-53628D6471DA}"/>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F92FB9E8-7C35-4865-95DD-F6AEDA614616}"/>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536322A5-BE0E-4486-B58D-BEA9D9F5CDC2}"/>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7BC871E5-E29F-4273-8390-9DE7197B08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463376048"/>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2492F49F-0E18-48FF-B302-BF9BF514D4C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78">
            <a:extLst xmlns:a="http://schemas.openxmlformats.org/drawingml/2006/main">
              <a:ext uri="{FF2B5EF4-FFF2-40B4-BE49-F238E27FC236}">
                <a16:creationId xmlns:a16="http://schemas.microsoft.com/office/drawing/2014/main" id="{F3B19C95-DE2A-4AB3-9580-F83A4859851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결과의 타당성과 원인 귀속은 별개다">
            <a:extLst xmlns:a="http://schemas.openxmlformats.org/drawingml/2006/main">
              <a:ext uri="{FF2B5EF4-FFF2-40B4-BE49-F238E27FC236}">
                <a16:creationId xmlns:a16="http://schemas.microsoft.com/office/drawing/2014/main" id="{686F6A32-3995-4246-8B5C-B367AA1BE7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803D4CA0-2835-4366-8D9D-BF0A461AFB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597B5BEB-34C4-4E10-B691-130ACAEFBAF5}"/>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6F4CC6AE-B4C7-4E29-A9AF-0BFE032A10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4882A103-EAFE-4EB6-9385-C0EE426AFC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FE2010A4-24A2-40D9-8A85-C41F03F1A055}"/>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DFD2D681-961B-4A2F-AC8D-BF9C866A3146}"/>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8D92FBE7-F0C6-4EEA-819D-A322437050E2}"/>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72925907-80B0-483F-A3A0-DCA9AF20A64A}"/>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7F80183A-68B5-483E-9044-A4CEED8EA8D8}"/>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E1F40322-2FAB-4A94-A474-2180758D8A14}"/>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A4587985-B439-4083-9A36-6E15FA1A453C}"/>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5B76979F-2106-4DE2-9633-61AA729A0B78}"/>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CD1C4DE2-0D85-4547-BF03-439D7E91A09B}"/>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AD49D42F-07CA-47EB-A5EA-1B9D863D490D}"/>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E10368B1-E7F5-4766-9DD8-1934101569C3}"/>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85BF9357-D23F-4343-9620-46CEB28774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96019393"/>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B55ECFA2-CA20-4F12-BE75-CA8232EB598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79">
            <a:extLst xmlns:a="http://schemas.openxmlformats.org/drawingml/2006/main">
              <a:ext uri="{FF2B5EF4-FFF2-40B4-BE49-F238E27FC236}">
                <a16:creationId xmlns:a16="http://schemas.microsoft.com/office/drawing/2014/main" id="{BA347FCA-295B-4584-8A69-D76A94CD2544}"/>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평가와 보고 규칙을 Evidence에 맞추다">
            <a:extLst xmlns:a="http://schemas.openxmlformats.org/drawingml/2006/main">
              <a:ext uri="{FF2B5EF4-FFF2-40B4-BE49-F238E27FC236}">
                <a16:creationId xmlns:a16="http://schemas.microsoft.com/office/drawing/2014/main" id="{33FC1A8F-1358-4D3E-BEE5-9FFC3956474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7672BE41-F65E-4C8B-849F-18D4F0870A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5F723F3-9FA6-4C5A-B7A3-948B65AD22E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A6DAE4B4-C15C-434B-A7B8-2196BF400C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F82453E7-3C2D-4397-A44C-E73C72C3082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DAC50C40-ED3B-4389-B816-CCA554600CD3}"/>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C036DA66-7EF5-4E66-857B-705ADA1A2722}"/>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E4BEA186-A6C9-4C80-96FA-7AA6535CFA80}"/>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9F71E453-CEF6-4E2F-920F-CA6E264DCBD5}"/>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32FA03AE-7F56-4B20-8B2E-163D97EA55AB}"/>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4D868DD0-9366-4B9E-826E-64C4ACCAD3F8}"/>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3DCFB260-381B-4B8F-B0E6-EEC0D9EA0815}"/>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13C121D1-812D-4140-806B-ED83C9E999A8}"/>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BD6DA28C-00DA-4A50-993B-68565AE8C8AD}"/>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0BB1664D-67C8-4629-8A4F-0FA2634EFBDF}"/>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BD32B840-7E30-4EAD-8C22-9AC572B6D0B3}"/>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0754E276-51AE-4405-ACAD-F0693816EB42}"/>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EC2EC382-74E4-405C-BE89-FD2D3DF83056}"/>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CCCB5B5E-3DD9-49CC-A7F7-2F2D42B27AF5}"/>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2D8C6356-3FA1-4984-8E81-576CA5470AC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6328690"/>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88E35F1C-AD48-42CE-841F-3F3A61A87B68}"/>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80">
            <a:extLst xmlns:a="http://schemas.openxmlformats.org/drawingml/2006/main">
              <a:ext uri="{FF2B5EF4-FFF2-40B4-BE49-F238E27FC236}">
                <a16:creationId xmlns:a16="http://schemas.microsoft.com/office/drawing/2014/main" id="{642344D6-FA43-4F79-8869-8B58CB291B5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후속 기록은 개선됐지만 완전하지 않았다">
            <a:extLst xmlns:a="http://schemas.openxmlformats.org/drawingml/2006/main">
              <a:ext uri="{FF2B5EF4-FFF2-40B4-BE49-F238E27FC236}">
                <a16:creationId xmlns:a16="http://schemas.microsoft.com/office/drawing/2014/main" id="{C12E5E54-F5F4-40CD-ACE0-3A77F487A6A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E5B01286-8FE9-4483-81BF-77975C753B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27BD832-61A9-47D6-92F4-5089F67CBB7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F64C009C-F795-4282-9476-812DA4FBB2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32CB048B-08F2-44CD-845D-B3C05168DE2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B4391209-AA80-41DE-95D1-3A5FB410B18F}"/>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3353C5FF-81F3-43D9-80F4-3BA838805FEF}"/>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745C61E0-6687-4B57-8166-BE14A4D0C15B}"/>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38B538C5-62F4-4562-93C1-872867B97B8E}"/>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EEF54DFB-71BE-4AE2-8186-F952E91FC06F}"/>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F35F25ED-7126-4D2F-9901-A67B8E30EE79}"/>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CDBCC813-3757-4A1C-A17D-3E4DC5BED69B}"/>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0965813C-A5C8-463A-8914-5083CFDF5875}"/>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16D44ED3-D8F7-422E-8943-13459043E0A7}"/>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6F51468F-5511-41AF-BB83-A67F0EA19585}"/>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4D44CADF-C803-475D-90F2-9F980681224A}"/>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5A91F42F-2F80-4FF9-8BF4-10CC51237596}"/>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DB53F997-7DCC-4B25-B871-48DC3FD06370}"/>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204120CC-A6FD-46A0-B5CA-0616B9405CEB}"/>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C872824E-4CC9-4222-9A62-9D74D246C5D4}"/>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9923813A-E066-464A-8B1C-9529A2869DC1}"/>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799A82A7-B40B-4262-BAEF-71D43D361B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131739261"/>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61198577-6FA6-41B1-8454-BA52E93C804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81">
            <a:extLst xmlns:a="http://schemas.openxmlformats.org/drawingml/2006/main">
              <a:ext uri="{FF2B5EF4-FFF2-40B4-BE49-F238E27FC236}">
                <a16:creationId xmlns:a16="http://schemas.microsoft.com/office/drawing/2014/main" id="{6F45C231-C293-4F8E-9253-FF381E3D748E}"/>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실제 Meta Loop에서 바뀐 것">
            <a:extLst xmlns:a="http://schemas.openxmlformats.org/drawingml/2006/main">
              <a:ext uri="{FF2B5EF4-FFF2-40B4-BE49-F238E27FC236}">
                <a16:creationId xmlns:a16="http://schemas.microsoft.com/office/drawing/2014/main" id="{FC4C2902-96C9-4E57-BB92-4F4A14481C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E50D7157-AD87-4A0B-AC25-0F6B39D871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42F2FA90-0DA1-41F2-A740-3165D2A5545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0B838DD8-8CE4-4FB4-BA3A-528EE6F62E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F56D3255-D7DB-4337-8438-B0A557D872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07E745C8-FA5C-49AC-B959-E0EC0DD3B7A3}"/>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77E768DB-7474-42E6-87D2-7AB4A85BD121}"/>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8D5C9CB3-7B2F-469C-B352-19D23392F5DD}"/>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32B97702-C539-4C35-94EE-02F57C85CE96}"/>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AA39543B-DE99-4E73-9788-C898382FF09A}"/>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66A4B467-846E-41A6-9233-839BAAAE8E4C}"/>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FF02F80C-DCCE-4AD4-ABB8-1895F565042A}"/>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4435F6A5-1FA1-48E4-BC9C-8C6983F5DB81}"/>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DAEE5EEB-6A5F-4527-98D2-0B7323FE921D}"/>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574037FC-2146-4366-9564-E756998CD7F7}"/>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4A661F41-F281-4C82-8F62-6B4FC3778CFF}"/>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A58183C9-60D1-4113-85F0-0188AF6366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18070021"/>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5E88B568-CB74-4130-8BA8-03117093CF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2">
            <a:extLst xmlns:a="http://schemas.openxmlformats.org/drawingml/2006/main">
              <a:ext uri="{FF2B5EF4-FFF2-40B4-BE49-F238E27FC236}">
                <a16:creationId xmlns:a16="http://schemas.microsoft.com/office/drawing/2014/main" id="{04D4585B-279E-498B-B50C-966A5C4EE3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Project와 환경이 바뀌면&#10;검증도 다시 본다">
            <a:extLst xmlns:a="http://schemas.openxmlformats.org/drawingml/2006/main">
              <a:ext uri="{FF2B5EF4-FFF2-40B4-BE49-F238E27FC236}">
                <a16:creationId xmlns:a16="http://schemas.microsoft.com/office/drawing/2014/main" id="{403357C5-D476-4238-A3D4-C2D72DC39B8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3327B31D-E79B-4428-9978-C0C2A04F22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622B3077-709C-4896-8CB6-EC688E7E81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B8CC1F9E-7E88-4F0E-AD9A-3E776180957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AB00D5A0-81AC-42C9-9AC4-FA3B0AEAA6FC}"/>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6870F1BD-A16C-44D2-8C82-A08518B02A04}"/>
              </a:ext>
            </a:extLst>
          </p:cNvPr>
          <p:cNvPicPr>
            <a:picLocks xmlns:a="http://schemas.openxmlformats.org/drawingml/2006/main" noChangeAspect="1"/>
          </p:cNvPicPr>
          <p:nvPr/>
        </p:nvPicPr>
        <p:blipFill>
          <a:blip xmlns:r="http://schemas.openxmlformats.org/officeDocument/2006/relationships" xmlns:a="http://schemas.openxmlformats.org/drawingml/2006/main" r:embed="Rc6043fdb81124463"/>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EC9FA40C-D9A9-4E04-AD8D-BBBAB5712DD1}"/>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F618AE16-909B-43C1-8B3A-2CF762B05BF4}"/>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18EC46E7-4FEF-4067-9333-4DFC4FF1CA05}"/>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6FD98653-7659-4938-B6EA-860809BA9C64}"/>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DE44051C-E112-4DA7-91D2-EA7AF323EDE4}"/>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94310DCA-630E-4647-9B45-EF697ABC5D42}"/>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305552B8-A25F-4111-8DC7-206DB50D07A5}"/>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45137BE0-D965-466A-8037-2B8312BB2965}"/>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39EF0E01-CC2A-4542-8E4B-14D053D6EF76}"/>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4C0E6A77-AF2A-45FD-B9C9-8B6019AEA4F2}"/>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31201CC6-4BBA-48B7-8918-32CE19D313F1}"/>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1FFC9BED-CC3B-4653-B4E4-C979BDE44FC4}"/>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2FA7032A-78BB-4DE1-85CD-F8CB15C0BEE4}"/>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734FC2D3-C601-4E3B-BD9E-23E1D170D7CB}"/>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7E6A77DF-8135-42AC-9433-0EC641B27F8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094947470"/>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0281FB15-D1A2-4D8B-BE84-7A766FCC16C0}"/>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3">
            <a:extLst xmlns:a="http://schemas.openxmlformats.org/drawingml/2006/main">
              <a:ext uri="{FF2B5EF4-FFF2-40B4-BE49-F238E27FC236}">
                <a16:creationId xmlns:a16="http://schemas.microsoft.com/office/drawing/2014/main" id="{473CD3DE-32FE-42B9-9BF6-AB2D3F3088DD}"/>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여섯 시간의 Story를 한 장으로">
            <a:extLst xmlns:a="http://schemas.openxmlformats.org/drawingml/2006/main">
              <a:ext uri="{FF2B5EF4-FFF2-40B4-BE49-F238E27FC236}">
                <a16:creationId xmlns:a16="http://schemas.microsoft.com/office/drawing/2014/main" id="{0EAE962A-C65A-476C-8FCD-62E886333F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8266DD29-D2DB-4386-8E04-11C1DBB0238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32CA7A01-5FF8-4A76-B275-F48BC073CE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F084A543-5A64-49DF-8F12-D3673BA0A2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C1D8624D-B66D-4648-A41F-11735F3896A0}"/>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ACC260D2-979F-40D4-AC14-48FCBBB127C2}"/>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F87C9DD7-3FF2-436B-BEDE-232761129999}"/>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13A81990-734D-4726-82BC-CB0D8CC7C7D2}"/>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8A3CD539-E790-4790-AA95-562FB12CA220}"/>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C7667326-4BE7-46B6-9100-CF6186FECE4E}"/>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042F0617-512B-4925-8352-91470857E780}"/>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E124E975-3101-464A-9450-78C8CE31D066}"/>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2B4A22AF-038C-4A6E-8189-F989C29D31A8}"/>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28943672-B3AB-49B9-B09A-22A92FA3D5BE}"/>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04B9E074-3281-44D6-B0EB-F145700BEC18}"/>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51BD770A-C3B3-440C-8C63-5AD4A728F942}"/>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48627E98-36F8-4579-B6C7-EBAD8F87625C}"/>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B32FA695-82B2-4525-9457-6E00592A1FE0}"/>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F2C10830-3BD9-4EF3-8DC7-6068BB1C86FC}"/>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2A7620DC-BF26-4DF2-ABC1-41EFA195607A}"/>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C48B522B-B85E-4297-B9B1-896F5A49B4CE}"/>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06E9E3FB-2358-4896-A66C-A7F3E740AF56}"/>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F55AE670-2528-43E6-B833-D69FA3A70001}"/>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A3A12708-D589-484A-8DED-93348A89BC3A}"/>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40C3F213-6195-42C1-A0E6-48E7EA628B3F}"/>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64F7A56F-D335-4F58-97CB-643E377B8714}"/>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02E7AB34-3C7B-46EF-BF43-3DBBF61D3527}"/>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A157AAF3-D214-4708-A002-4A2183243F26}"/>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382F870D-BE26-4136-B5D8-07E89B477658}"/>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AF722524-97E4-492B-A45D-847BFFD321B8}"/>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B295DB2A-F235-466A-86E3-DCA677FD68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862799727"/>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6D096546-0ADC-4988-8DA1-B90F482D6CE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84">
            <a:extLst xmlns:a="http://schemas.openxmlformats.org/drawingml/2006/main">
              <a:ext uri="{FF2B5EF4-FFF2-40B4-BE49-F238E27FC236}">
                <a16:creationId xmlns:a16="http://schemas.microsoft.com/office/drawing/2014/main" id="{3F04242A-0A6D-4DDE-8868-EE416E76367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하나의 Repository가 문제에 대응해 진화했다">
            <a:extLst xmlns:a="http://schemas.openxmlformats.org/drawingml/2006/main">
              <a:ext uri="{FF2B5EF4-FFF2-40B4-BE49-F238E27FC236}">
                <a16:creationId xmlns:a16="http://schemas.microsoft.com/office/drawing/2014/main" id="{F520641C-B072-4569-BBA4-D75146099A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2CF080A9-B9C4-42FA-B0C4-3F1339846A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8 / S42 / S55 발표자료 발췌">
            <a:extLst xmlns:a="http://schemas.openxmlformats.org/drawingml/2006/main">
              <a:ext uri="{FF2B5EF4-FFF2-40B4-BE49-F238E27FC236}">
                <a16:creationId xmlns:a16="http://schemas.microsoft.com/office/drawing/2014/main" id="{2FB698E4-ACCF-472E-B856-EEB9082E938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S18 / S42 / S55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604AFA15-77C0-41D0-88CC-A2A88C99EA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90D5CE18-BD35-4B0D-85D5-3494B8BCDABD}"/>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4FCC09CC-10B9-43F8-AD52-3D74796F8B41}"/>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5C02DEE4-0B83-4B45-9886-ECDD3239F2EB}"/>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B9F62DC1-879C-4BF1-B89D-A4E1A1C00663}"/>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8C73E5D2-7F00-4AAE-ABAD-393835544CCD}"/>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1B0D4CB-A851-450E-93BE-454862565890}"/>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D846CADF-2447-40EC-BD81-1667498FA7B0}"/>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9A7FCC17-2528-4D1E-A381-BC26EDAF994A}"/>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CCEE148C-E1DA-47F5-89A2-8CB750E388FC}"/>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42C317F8-7628-4DB3-BBF0-A679B222D4CA}"/>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7412407-DE0A-46EF-A4BE-4B52ED202A66}"/>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FBC96CE9-88B8-47B1-AC6D-3AA851B7DF3C}"/>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9F9C0FD6-CBFC-49E9-BE66-A4A5E3F0DC55}"/>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6D356043-3AA9-48A2-8BD4-1D4AEAA836D7}"/>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FB32BFA3-EC45-43A5-81C5-06B30998D039}"/>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66EE5BC-6471-4BF3-882F-136F5E8FE648}"/>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5EDF5B05-9EAB-4D00-ADF2-C3DAEB6A7491}"/>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E0AAE191-ADBD-4889-995B-060936DC1EA6}"/>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A886EEBF-E9FD-4FF0-9168-BC2F1F2FC88D}"/>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EC8E6B47-58B5-4C20-AECB-79215B0F8AF8}"/>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14C1A2FB-D5B1-4D7E-9417-C015C2D0F436}"/>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8FD2E926-43AA-4814-8388-6E46470B68ED}"/>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0DE267B2-6691-4F15-98D3-A0B9D6460D6A}"/>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D8401FA6-FE68-4646-9B60-567A3799EE25}"/>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4498AD51-A0BF-4121-B24D-BB61333969E7}"/>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D813F7EA-3D47-47E2-8FFA-7C0A162A9C74}"/>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A52EFA74-B357-4B83-A17B-5BA4204A90EF}"/>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F2FF8B3A-1302-4FC9-A37F-8E195D972DCB}"/>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65EA9A2D-A1E6-4E9C-B815-DADDD7A62C89}"/>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2327FE3A-B399-4A9E-8BB3-301CD1AB8678}"/>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860487D8-6D52-4F18-BEF8-8BED49BA264C}"/>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01B2619B-05EE-4E3E-9126-07B1EDD1E5B1}"/>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5757FC1A-8697-4EFA-A9CA-CA8EBD20E35C}"/>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7E20691C-E865-47A2-8FFB-C790BDBA109E}"/>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54A4D263-A39D-4636-BE91-1D7B24B1F568}"/>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C9390555-AE55-4D12-8BDF-BAF4080E2E49}"/>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6663A98F-394D-4A18-892C-CAB4A51F291F}"/>
              </a:ext>
            </a:extLst>
          </p:cNvPr>
          <p:cNvPicPr>
            <a:picLocks xmlns:a="http://schemas.openxmlformats.org/drawingml/2006/main" noChangeAspect="1"/>
          </p:cNvPicPr>
          <p:nvPr/>
        </p:nvPicPr>
        <p:blipFill>
          <a:blip xmlns:r="http://schemas.openxmlformats.org/officeDocument/2006/relationships" xmlns:a="http://schemas.openxmlformats.org/drawingml/2006/main" r:embed="R944734406ea94802"/>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83497B81-D3F9-4A0E-8F0B-3FBAFA127568}"/>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8 · STATE-00 → STATE-00-FIXED">
            <a:extLst xmlns:a="http://schemas.openxmlformats.org/drawingml/2006/main">
              <a:ext uri="{FF2B5EF4-FFF2-40B4-BE49-F238E27FC236}">
                <a16:creationId xmlns:a16="http://schemas.microsoft.com/office/drawing/2014/main" id="{F12D1C7A-9332-46C8-AAD6-72B012579DD0}"/>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S18 · STATE-00 → STATE-00-FIXED</a:t>
            </a:r>
          </a:p>
        </p:txBody>
      </p:sp>
      <p:pic>
        <p:nvPicPr>
          <p:cNvPr id="46" name="">
            <a:extLst xmlns:a="http://schemas.openxmlformats.org/drawingml/2006/main">
              <a:ext uri="{FF2B5EF4-FFF2-40B4-BE49-F238E27FC236}">
                <a16:creationId xmlns:a16="http://schemas.microsoft.com/office/drawing/2014/main" id="{4BADAEA3-4D6F-45AB-B1C5-0612DFD69B0E}"/>
              </a:ext>
            </a:extLst>
          </p:cNvPr>
          <p:cNvPicPr>
            <a:picLocks xmlns:a="http://schemas.openxmlformats.org/drawingml/2006/main" noChangeAspect="1"/>
          </p:cNvPicPr>
          <p:nvPr/>
        </p:nvPicPr>
        <p:blipFill>
          <a:blip xmlns:r="http://schemas.openxmlformats.org/officeDocument/2006/relationships" xmlns:a="http://schemas.openxmlformats.org/drawingml/2006/main" r:embed="R2d4fcb26e9d44354"/>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71DB0B58-EB47-4AA9-90E1-C117EDB1B13D}"/>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42 · STATE-02 → STATE-03">
            <a:extLst xmlns:a="http://schemas.openxmlformats.org/drawingml/2006/main">
              <a:ext uri="{FF2B5EF4-FFF2-40B4-BE49-F238E27FC236}">
                <a16:creationId xmlns:a16="http://schemas.microsoft.com/office/drawing/2014/main" id="{93A3F5D7-EE04-497D-8520-C5F1B035F49E}"/>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S42 · STATE-02 → STATE-03</a:t>
            </a:r>
          </a:p>
        </p:txBody>
      </p:sp>
      <p:pic>
        <p:nvPicPr>
          <p:cNvPr id="49" name="">
            <a:extLst xmlns:a="http://schemas.openxmlformats.org/drawingml/2006/main">
              <a:ext uri="{FF2B5EF4-FFF2-40B4-BE49-F238E27FC236}">
                <a16:creationId xmlns:a16="http://schemas.microsoft.com/office/drawing/2014/main" id="{58E4BC07-E30A-48AC-AB63-286B32C07725}"/>
              </a:ext>
            </a:extLst>
          </p:cNvPr>
          <p:cNvPicPr>
            <a:picLocks xmlns:a="http://schemas.openxmlformats.org/drawingml/2006/main" noChangeAspect="1"/>
          </p:cNvPicPr>
          <p:nvPr/>
        </p:nvPicPr>
        <p:blipFill>
          <a:blip xmlns:r="http://schemas.openxmlformats.org/officeDocument/2006/relationships" xmlns:a="http://schemas.openxmlformats.org/drawingml/2006/main" r:embed="Ra75a614c7c10426c"/>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93077B1F-D64E-4775-AB73-71315EE24683}"/>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55 · STATE-04 → STATE-04-PERF">
            <a:extLst xmlns:a="http://schemas.openxmlformats.org/drawingml/2006/main">
              <a:ext uri="{FF2B5EF4-FFF2-40B4-BE49-F238E27FC236}">
                <a16:creationId xmlns:a16="http://schemas.microsoft.com/office/drawing/2014/main" id="{0D3DD644-E1CE-44C0-8152-4C771BA7F994}"/>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S55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0BD3C835-C4A8-471C-A44C-B9B6BDD19696}"/>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4EE56E26-2B6D-4D52-9D6D-804C41460D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849162050"/>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F3655668-0AD8-43DE-9C6E-888AF932509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85">
            <a:extLst xmlns:a="http://schemas.openxmlformats.org/drawingml/2006/main">
              <a:ext uri="{FF2B5EF4-FFF2-40B4-BE49-F238E27FC236}">
                <a16:creationId xmlns:a16="http://schemas.microsoft.com/office/drawing/2014/main" id="{097ABEE3-49F9-451A-8743-6528A4E30F7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필요성이 입증되지 않은 것은 보류했다">
            <a:extLst xmlns:a="http://schemas.openxmlformats.org/drawingml/2006/main">
              <a:ext uri="{FF2B5EF4-FFF2-40B4-BE49-F238E27FC236}">
                <a16:creationId xmlns:a16="http://schemas.microsoft.com/office/drawing/2014/main" id="{D704BF20-37FA-445E-9785-E2F3949EC95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2E361A90-84D7-4FF4-8864-D307A8D5F4C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4AC6EC6D-079B-452A-A6DB-70C95165929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58DDC403-374D-4A6C-BAFD-4AFD2C0D46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4D125047-3115-4F9F-8282-1B64E1916197}"/>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D1988B85-4634-4771-A5B6-E1BDFD034C79}"/>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0F9A68AC-5C2B-44B9-92BF-A62B1D2B9DFB}"/>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733498E6-5B83-4264-80CF-A917441820A5}"/>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E72E502B-F2F7-4F53-BA03-A0270FC6D224}"/>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343B4501-CFE2-400F-8368-D7EFA9C50471}"/>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D7AD9A22-4FDB-4031-829B-C30BFF648AD0}"/>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D4C4F9D4-8893-4B5A-91F6-4C4D3A6097E2}"/>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DE8D02DF-3895-4769-9C3C-8A0AAB619EE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558365687"/>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4B2C2B8D-5DED-4133-BCFC-D65ADE17EFE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86">
            <a:extLst xmlns:a="http://schemas.openxmlformats.org/drawingml/2006/main">
              <a:ext uri="{FF2B5EF4-FFF2-40B4-BE49-F238E27FC236}">
                <a16:creationId xmlns:a16="http://schemas.microsoft.com/office/drawing/2014/main" id="{8D7FD737-4514-40DD-B6CA-BFD3EB5E951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위임이 늘어도 개발자 책임은 남는다">
            <a:extLst xmlns:a="http://schemas.openxmlformats.org/drawingml/2006/main">
              <a:ext uri="{FF2B5EF4-FFF2-40B4-BE49-F238E27FC236}">
                <a16:creationId xmlns:a16="http://schemas.microsoft.com/office/drawing/2014/main" id="{F5F3E8EF-2048-4EDF-A69D-DEE87A494F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D3573DDC-BAA9-48B5-93D8-B2D918EE6B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09404424-4778-4373-B777-88DC7ACC4B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CB32A378-E955-4578-A463-2677BA9BA4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4F03479C-E3D9-40C5-AEF5-E83462C3A54B}"/>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A9A16227-29BE-4FCF-85E0-75C00853F219}"/>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FB30D179-65A2-4E18-952E-55B758AE8720}"/>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A22D5B56-050F-4450-815C-2A9C400B96B4}"/>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59D49EF7-8363-4CE4-9BE0-8EA418F41177}"/>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59E3E93E-879D-4F9F-8ED3-3D79F5F7A392}"/>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06DE419E-6645-48C0-B317-C9089CEF3135}"/>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4C4C1D13-ABBC-4A46-9724-0559428A3957}"/>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D036DC59-1A41-49CB-BCC8-E4537C5DB5B4}"/>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680DC14B-57C8-409C-8404-C0A68912B75C}"/>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CCCF7EE4-141E-4D22-9D89-796790379B8D}"/>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580F2AE9-D432-4EFC-ADF4-C17999E4914C}"/>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7B167D5B-7074-4055-9089-3E10AA69F533}"/>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FC5C2398-9974-49FB-B11A-2C3EC73D579C}"/>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5039586F-FB81-4952-9251-A4522372DD85}"/>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91C54103-5D42-41B5-AF38-24022FE4D4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292656827"/>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0609FCBA-3626-4554-9C47-C37D80BE61B5}"/>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87">
            <a:extLst xmlns:a="http://schemas.openxmlformats.org/drawingml/2006/main">
              <a:ext uri="{FF2B5EF4-FFF2-40B4-BE49-F238E27FC236}">
                <a16:creationId xmlns:a16="http://schemas.microsoft.com/office/drawing/2014/main" id="{AE17A9E2-9BD4-4FB2-95C9-65F93401537C}"/>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AI-Native Development는&#10;이 교육의 운영 모델">
            <a:extLst xmlns:a="http://schemas.openxmlformats.org/drawingml/2006/main">
              <a:ext uri="{FF2B5EF4-FFF2-40B4-BE49-F238E27FC236}">
                <a16:creationId xmlns:a16="http://schemas.microsoft.com/office/drawing/2014/main" id="{BD80502B-4E85-416F-9906-8044F6E15E5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0772CC05-0F4E-425C-A9CD-6279287F1C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12E35568-222D-4A3E-AD88-9DC44B4D34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29DC3B1E-5521-46AD-9865-B04A451A3E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D68CDE85-B799-4D8E-9C79-9E04D341D919}"/>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5692C69A-57CC-4B25-8216-C51E488EAEB1}"/>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AB800BE9-13B6-40D4-BBB4-F6E40E895A6C}"/>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C9F7154C-9FD0-4DC7-9CD2-EA2FFB5CAC00}"/>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6E0A986A-1F36-4516-9B64-15BF55F63003}"/>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BC8D29BA-BA4B-475E-AAD9-A06A62BE4B8E}"/>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C5CD97FF-B169-4040-B774-D25C8EECE88E}"/>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7119ECBE-F510-44A3-9CAA-021AAA319F61}"/>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47563818-B365-463D-8F11-E9801DC8D994}"/>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50A914EA-CED2-4BC5-8FF0-ECA245B572D4}"/>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72D8C513-0372-448C-B1E0-160C6F907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97425037"/>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92EF0D79-D56B-4880-B8FE-92A05ACC0797}"/>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88">
            <a:extLst xmlns:a="http://schemas.openxmlformats.org/drawingml/2006/main">
              <a:ext uri="{FF2B5EF4-FFF2-40B4-BE49-F238E27FC236}">
                <a16:creationId xmlns:a16="http://schemas.microsoft.com/office/drawing/2014/main" id="{43EBBAD6-0186-410D-BED8-ECFE651ACF7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어느 Layer에서 마찰이 반복되는가?">
            <a:extLst xmlns:a="http://schemas.openxmlformats.org/drawingml/2006/main">
              <a:ext uri="{FF2B5EF4-FFF2-40B4-BE49-F238E27FC236}">
                <a16:creationId xmlns:a16="http://schemas.microsoft.com/office/drawing/2014/main" id="{C1231CE3-6894-4CF8-BF2F-9A3DAF113B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BEE5A4C0-48E1-4666-BE1E-1B94BA6EE47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DA611D5E-9895-4583-98BD-A8A055462E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096DBA45-163C-40C3-A390-214B94099E9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2234AC53-8DA2-41D5-A748-3D72950E29DA}"/>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B0C27BAC-E97D-48A8-ABE3-D836CA1CA104}"/>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CB122638-9B82-47DF-9F14-5D54E6302563}"/>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F7F9B3CC-EFEF-47B5-834D-71435C2EE580}"/>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8A5B724C-7968-461D-A333-AB66FB59426C}"/>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5C513CB5-FCC8-46AE-A249-3F4906D4A321}"/>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74E945C5-EBBE-434B-A6C5-E100AAF31301}"/>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551C3D4-50FB-4015-8602-23048EDF4EDE}"/>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B533073A-1682-4B83-B2AD-D3B073FE539D}"/>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3F2177C7-F81F-4875-89C0-76285F2DE992}"/>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5B660ABB-D563-4B74-A9E4-A469341B819A}"/>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91D51755-C9B8-4003-A768-D83E268B1163}"/>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ABB75D86-7430-4E58-A20B-00BC6C13BAF3}"/>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B2E9B60F-BE36-48F1-B8AD-F35F703FC005}"/>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9AC3E350-73CA-410C-A2C3-CEDCE57E33EB}"/>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09E5A066-B5C0-4AC6-BF61-76151E554931}"/>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DDB7E871-938C-42FF-98AE-E7FC4F78A381}"/>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C070F7FD-B0A3-40FB-9853-E3F62C493DA2}"/>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0A5BE11C-B37E-4669-98C9-08E5DB3CC053}"/>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70F173FE-DCFD-4129-BD59-2677A3AE75AF}"/>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B7F1BC6D-C924-4AB4-85FD-09F5F348A1A8}"/>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F7CB0089-B2C6-4F53-8D3B-46B0B9C90275}"/>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2700F556-6AA6-4196-989A-189F22E1816A}"/>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D25AE07B-0C45-47BE-B86E-7A1A21D9CD60}"/>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94F20832-15A3-4D52-8F04-59F83D74F357}"/>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7F20FF0E-1B8B-474E-8994-9DA79CF0C670}"/>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90A58E45-CC1F-4E78-BE49-EFC4426477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329925713"/>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48545094-2D1F-478A-AF52-83E095C6196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89">
            <a:extLst xmlns:a="http://schemas.openxmlformats.org/drawingml/2006/main">
              <a:ext uri="{FF2B5EF4-FFF2-40B4-BE49-F238E27FC236}">
                <a16:creationId xmlns:a16="http://schemas.microsoft.com/office/drawing/2014/main" id="{98E82027-E29B-4D91-9162-1941893C34B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다음 작은 행동을 개인적으로 고른다">
            <a:extLst xmlns:a="http://schemas.openxmlformats.org/drawingml/2006/main">
              <a:ext uri="{FF2B5EF4-FFF2-40B4-BE49-F238E27FC236}">
                <a16:creationId xmlns:a16="http://schemas.microsoft.com/office/drawing/2014/main" id="{28EC24EC-27CE-4680-9D5A-3FDDF022F4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8C5E7E17-F5AB-4F2A-BE22-77924B56AE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998DE717-55E2-4082-A4AD-CA46CE03AF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1687F63D-D216-4D50-AC7B-8B9C8409EC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CB146A74-4E48-4ED1-AF09-B1A2EA9D6D72}"/>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04A696F4-F265-4113-AC94-AD1B87C2CB84}"/>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8734D381-9377-41E8-8FAE-1461EA12B816}"/>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316523CF-CEA7-47AF-B020-392E137D21EC}"/>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16BC9D23-4404-4A01-A3A6-6D6E789DDC2F}"/>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4D8474BA-933C-4431-A6A3-38A1D3754492}"/>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C34C1E4E-15B9-43A7-A59C-A13F6CC9D398}"/>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D6C45E0E-3204-4937-ABCF-2DEF976B26BC}"/>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384DD377-50BB-4CBE-A432-0802B9A0E52B}"/>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8C57713F-FFB9-4C4D-9EC7-3FE43AB912AA}"/>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8CC2018D-DC64-453E-B048-0B71AB4140E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754966057"/>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5C565625-5378-4E7B-BD47-9D84B2B277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90">
            <a:extLst xmlns:a="http://schemas.openxmlformats.org/drawingml/2006/main">
              <a:ext uri="{FF2B5EF4-FFF2-40B4-BE49-F238E27FC236}">
                <a16:creationId xmlns:a16="http://schemas.microsoft.com/office/drawing/2014/main" id="{0B3C3D6B-A6B0-4B30-A6B3-EC929D40D6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Q&amp;A와 교육 마무리">
            <a:extLst xmlns:a="http://schemas.openxmlformats.org/drawingml/2006/main">
              <a:ext uri="{FF2B5EF4-FFF2-40B4-BE49-F238E27FC236}">
                <a16:creationId xmlns:a16="http://schemas.microsoft.com/office/drawing/2014/main" id="{F56FF63C-5124-4976-921A-53CAF3B466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2DF735C3-5944-4DEE-8942-E7A7324FA2C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F874FD1D-96B9-44E0-B3FB-86A11C2FC4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53746196-56A6-4E3A-80FF-12959A7509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F0902C94-1573-49C5-8DBD-0829172C7D36}"/>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15D98B8D-D034-4E9E-90AD-6075CAB87FC5}"/>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A8D4AE4F-6BCA-4BC5-A5EE-269013264B48}"/>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7E692469-CB20-4F2D-BBBE-1048AD28D73D}"/>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C0B2B7EF-B5C5-4A99-9B1C-CD8F5801541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3035462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2026-10-21T20:44:06.1860000Z</dcterms:created>
  <dcterms:modified xsi:type="dcterms:W3CDTF">2026-10-21T20:44:06.1860000Z</dcterms:modified>
</coreProperties>
</file>