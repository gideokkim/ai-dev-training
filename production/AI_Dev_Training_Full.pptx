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1.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2a8a4fd017d4476" /><Relationship Type="http://schemas.openxmlformats.org/officeDocument/2006/relationships/extended-properties" Target="/docProps/app.xml" Id="Raa08e00bbbd04eb6" /><Relationship Type="http://schemas.openxmlformats.org/officeDocument/2006/relationships/officeDocument" Target="/ppt/presentation.xml" Id="R86181654dfab4e3b" /></Relationships>
</file>

<file path=ppt/presentation.xml><?xml version="1.0" encoding="utf-8"?>
<p:presentation xmlns:p="http://schemas.openxmlformats.org/presentationml/2006/main">
  <p:sldMasterIdLst>
    <p:sldMasterId xmlns:r="http://schemas.openxmlformats.org/officeDocument/2006/relationships" id="2147483648" r:id="R629a1b6b47904770"/>
  </p:sldMasterIdLst>
  <p:notesMasterIdLst>
    <p:notesMasterId xmlns:r="http://schemas.openxmlformats.org/officeDocument/2006/relationships" r:id="R80c927bd138948b4"/>
  </p:notesMasterIdLst>
  <p:sldIdLst>
    <p:sldId xmlns:r="http://schemas.openxmlformats.org/officeDocument/2006/relationships" id="256" r:id="R43002540fd35456f"/>
    <p:sldId xmlns:r="http://schemas.openxmlformats.org/officeDocument/2006/relationships" id="257" r:id="Rfefdd1fe645f4ad4"/>
    <p:sldId xmlns:r="http://schemas.openxmlformats.org/officeDocument/2006/relationships" id="258" r:id="Raa775cae8528495c"/>
    <p:sldId xmlns:r="http://schemas.openxmlformats.org/officeDocument/2006/relationships" id="259" r:id="R43f61d71edb94a76"/>
    <p:sldId xmlns:r="http://schemas.openxmlformats.org/officeDocument/2006/relationships" id="260" r:id="Rc8cb96cc04c24048"/>
    <p:sldId xmlns:r="http://schemas.openxmlformats.org/officeDocument/2006/relationships" id="261" r:id="R4af16cec6318484c"/>
    <p:sldId xmlns:r="http://schemas.openxmlformats.org/officeDocument/2006/relationships" id="262" r:id="R27eb7b2e85ca4c96"/>
    <p:sldId xmlns:r="http://schemas.openxmlformats.org/officeDocument/2006/relationships" id="263" r:id="R1ff71e4fdc004917"/>
    <p:sldId xmlns:r="http://schemas.openxmlformats.org/officeDocument/2006/relationships" id="264" r:id="Ra6f0068e02034d19"/>
    <p:sldId xmlns:r="http://schemas.openxmlformats.org/officeDocument/2006/relationships" id="265" r:id="Ra9c5b00c44594ddc"/>
    <p:sldId xmlns:r="http://schemas.openxmlformats.org/officeDocument/2006/relationships" id="266" r:id="R56410ab0b9994b21"/>
    <p:sldId xmlns:r="http://schemas.openxmlformats.org/officeDocument/2006/relationships" id="267" r:id="Rf052c7928a5548b8"/>
    <p:sldId xmlns:r="http://schemas.openxmlformats.org/officeDocument/2006/relationships" id="268" r:id="R4117d11509d6486a"/>
    <p:sldId xmlns:r="http://schemas.openxmlformats.org/officeDocument/2006/relationships" id="269" r:id="R584439a2f1064097"/>
    <p:sldId xmlns:r="http://schemas.openxmlformats.org/officeDocument/2006/relationships" id="270" r:id="R34388e50a523452e"/>
    <p:sldId xmlns:r="http://schemas.openxmlformats.org/officeDocument/2006/relationships" id="271" r:id="Rc3fedd63e1224eaf"/>
    <p:sldId xmlns:r="http://schemas.openxmlformats.org/officeDocument/2006/relationships" id="272" r:id="Ree89180a5e124525"/>
    <p:sldId xmlns:r="http://schemas.openxmlformats.org/officeDocument/2006/relationships" id="273" r:id="Rbdf7715ccb194097"/>
    <p:sldId xmlns:r="http://schemas.openxmlformats.org/officeDocument/2006/relationships" id="274" r:id="R7b46092f33d84582"/>
    <p:sldId xmlns:r="http://schemas.openxmlformats.org/officeDocument/2006/relationships" id="275" r:id="R4e8ca748358a46f9"/>
    <p:sldId xmlns:r="http://schemas.openxmlformats.org/officeDocument/2006/relationships" id="276" r:id="Rf094c5bd3a414e34"/>
    <p:sldId xmlns:r="http://schemas.openxmlformats.org/officeDocument/2006/relationships" id="277" r:id="Ra86e96b1fcb547b5"/>
    <p:sldId xmlns:r="http://schemas.openxmlformats.org/officeDocument/2006/relationships" id="278" r:id="R4edc33431f334beb"/>
    <p:sldId xmlns:r="http://schemas.openxmlformats.org/officeDocument/2006/relationships" id="279" r:id="R837cd1001c9942e0"/>
    <p:sldId xmlns:r="http://schemas.openxmlformats.org/officeDocument/2006/relationships" id="280" r:id="Ra96d83868c8d408a"/>
    <p:sldId xmlns:r="http://schemas.openxmlformats.org/officeDocument/2006/relationships" id="281" r:id="Reae3ace902f645ba"/>
    <p:sldId xmlns:r="http://schemas.openxmlformats.org/officeDocument/2006/relationships" id="282" r:id="R3bbce500a4d84cf4"/>
    <p:sldId xmlns:r="http://schemas.openxmlformats.org/officeDocument/2006/relationships" id="283" r:id="Rb861414ad8c24fd1"/>
    <p:sldId xmlns:r="http://schemas.openxmlformats.org/officeDocument/2006/relationships" id="284" r:id="Ra096a0e6cce44c71"/>
    <p:sldId xmlns:r="http://schemas.openxmlformats.org/officeDocument/2006/relationships" id="285" r:id="R94780b25a1374a49"/>
    <p:sldId xmlns:r="http://schemas.openxmlformats.org/officeDocument/2006/relationships" id="286" r:id="R29bd6bd7385748b4"/>
    <p:sldId xmlns:r="http://schemas.openxmlformats.org/officeDocument/2006/relationships" id="287" r:id="R267f2b2cc05444c1"/>
    <p:sldId xmlns:r="http://schemas.openxmlformats.org/officeDocument/2006/relationships" id="288" r:id="Rf1391ec140b844fd"/>
    <p:sldId xmlns:r="http://schemas.openxmlformats.org/officeDocument/2006/relationships" id="289" r:id="R24a4da8407b74a3d"/>
    <p:sldId xmlns:r="http://schemas.openxmlformats.org/officeDocument/2006/relationships" id="290" r:id="Re8284c0d75ac442b"/>
    <p:sldId xmlns:r="http://schemas.openxmlformats.org/officeDocument/2006/relationships" id="291" r:id="R2f3d647681984c87"/>
    <p:sldId xmlns:r="http://schemas.openxmlformats.org/officeDocument/2006/relationships" id="292" r:id="Rf30dfd1168284bb7"/>
    <p:sldId xmlns:r="http://schemas.openxmlformats.org/officeDocument/2006/relationships" id="293" r:id="R2211694376224bfd"/>
    <p:sldId xmlns:r="http://schemas.openxmlformats.org/officeDocument/2006/relationships" id="294" r:id="R60370155c4bf4316"/>
    <p:sldId xmlns:r="http://schemas.openxmlformats.org/officeDocument/2006/relationships" id="295" r:id="Rbf777236b12f4437"/>
    <p:sldId xmlns:r="http://schemas.openxmlformats.org/officeDocument/2006/relationships" id="296" r:id="R7716d667196440c5"/>
    <p:sldId xmlns:r="http://schemas.openxmlformats.org/officeDocument/2006/relationships" id="297" r:id="R46978bfb86b74e7d"/>
    <p:sldId xmlns:r="http://schemas.openxmlformats.org/officeDocument/2006/relationships" id="298" r:id="Rcd26ecca81d54355"/>
    <p:sldId xmlns:r="http://schemas.openxmlformats.org/officeDocument/2006/relationships" id="299" r:id="R3173edc1c2ae4c40"/>
    <p:sldId xmlns:r="http://schemas.openxmlformats.org/officeDocument/2006/relationships" id="300" r:id="R6e412d8fc9ed4182"/>
    <p:sldId xmlns:r="http://schemas.openxmlformats.org/officeDocument/2006/relationships" id="301" r:id="Rb827cd4c603b45ac"/>
    <p:sldId xmlns:r="http://schemas.openxmlformats.org/officeDocument/2006/relationships" id="302" r:id="R83d3953439314137"/>
    <p:sldId xmlns:r="http://schemas.openxmlformats.org/officeDocument/2006/relationships" id="303" r:id="R37d634c4ed7c40b6"/>
    <p:sldId xmlns:r="http://schemas.openxmlformats.org/officeDocument/2006/relationships" id="304" r:id="R780b9897ceef4713"/>
    <p:sldId xmlns:r="http://schemas.openxmlformats.org/officeDocument/2006/relationships" id="305" r:id="R7bc996b801bb43bb"/>
    <p:sldId xmlns:r="http://schemas.openxmlformats.org/officeDocument/2006/relationships" id="306" r:id="R5214a1c252134528"/>
    <p:sldId xmlns:r="http://schemas.openxmlformats.org/officeDocument/2006/relationships" id="307" r:id="R4e3c5eaa99974a7a"/>
    <p:sldId xmlns:r="http://schemas.openxmlformats.org/officeDocument/2006/relationships" id="308" r:id="R63247229c83b453e"/>
    <p:sldId xmlns:r="http://schemas.openxmlformats.org/officeDocument/2006/relationships" id="309" r:id="R7ae949e9ac6e4cc6"/>
    <p:sldId xmlns:r="http://schemas.openxmlformats.org/officeDocument/2006/relationships" id="310" r:id="R9e0f4e9bf9f84126"/>
    <p:sldId xmlns:r="http://schemas.openxmlformats.org/officeDocument/2006/relationships" id="311" r:id="R5af12516a7a54998"/>
    <p:sldId xmlns:r="http://schemas.openxmlformats.org/officeDocument/2006/relationships" id="312" r:id="R6e2efc616d1a4174"/>
    <p:sldId xmlns:r="http://schemas.openxmlformats.org/officeDocument/2006/relationships" id="313" r:id="Ra1fe49df2c07407e"/>
    <p:sldId xmlns:r="http://schemas.openxmlformats.org/officeDocument/2006/relationships" id="314" r:id="Rbd754f3cfdd7448f"/>
    <p:sldId xmlns:r="http://schemas.openxmlformats.org/officeDocument/2006/relationships" id="315" r:id="Rf5abbfbea40543d2"/>
    <p:sldId xmlns:r="http://schemas.openxmlformats.org/officeDocument/2006/relationships" id="316" r:id="R2f0c2eced7af4dba"/>
    <p:sldId xmlns:r="http://schemas.openxmlformats.org/officeDocument/2006/relationships" id="317" r:id="Rfcdd659e0f6543cc"/>
    <p:sldId xmlns:r="http://schemas.openxmlformats.org/officeDocument/2006/relationships" id="318" r:id="R87aa743d53024382"/>
    <p:sldId xmlns:r="http://schemas.openxmlformats.org/officeDocument/2006/relationships" id="319" r:id="R77316515fbd04aea"/>
    <p:sldId xmlns:r="http://schemas.openxmlformats.org/officeDocument/2006/relationships" id="320" r:id="R78c3f551814d4029"/>
    <p:sldId xmlns:r="http://schemas.openxmlformats.org/officeDocument/2006/relationships" id="321" r:id="R5a4b490428874354"/>
    <p:sldId xmlns:r="http://schemas.openxmlformats.org/officeDocument/2006/relationships" id="322" r:id="R3a7d400161ad4556"/>
    <p:sldId xmlns:r="http://schemas.openxmlformats.org/officeDocument/2006/relationships" id="323" r:id="R77d4dcc7e66c4043"/>
    <p:sldId xmlns:r="http://schemas.openxmlformats.org/officeDocument/2006/relationships" id="324" r:id="R4293131a26754d62"/>
    <p:sldId xmlns:r="http://schemas.openxmlformats.org/officeDocument/2006/relationships" id="325" r:id="R3481bf0c79574807"/>
    <p:sldId xmlns:r="http://schemas.openxmlformats.org/officeDocument/2006/relationships" id="326" r:id="Re90269d1f3c84af8"/>
    <p:sldId xmlns:r="http://schemas.openxmlformats.org/officeDocument/2006/relationships" id="327" r:id="R340ee3067051406f"/>
    <p:sldId xmlns:r="http://schemas.openxmlformats.org/officeDocument/2006/relationships" id="328" r:id="R87fe0c372a6c4f2c"/>
    <p:sldId xmlns:r="http://schemas.openxmlformats.org/officeDocument/2006/relationships" id="329" r:id="Rab9ae6a6c25540ee"/>
    <p:sldId xmlns:r="http://schemas.openxmlformats.org/officeDocument/2006/relationships" id="330" r:id="R9cb708587c454848"/>
    <p:sldId xmlns:r="http://schemas.openxmlformats.org/officeDocument/2006/relationships" id="331" r:id="Rea329d7b429d4d47"/>
    <p:sldId xmlns:r="http://schemas.openxmlformats.org/officeDocument/2006/relationships" id="332" r:id="R3a682755c52947bd"/>
    <p:sldId xmlns:r="http://schemas.openxmlformats.org/officeDocument/2006/relationships" id="333" r:id="R71fbff7cf6d64fce"/>
    <p:sldId xmlns:r="http://schemas.openxmlformats.org/officeDocument/2006/relationships" id="334" r:id="Rb8310cc712194a30"/>
    <p:sldId xmlns:r="http://schemas.openxmlformats.org/officeDocument/2006/relationships" id="335" r:id="Rac5f759d9a064b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5895ed61334650" /><Relationship Type="http://schemas.openxmlformats.org/officeDocument/2006/relationships/slideMaster" Target="/ppt/slideMasters/slideMaster1.xml" Id="R629a1b6b47904770" /><Relationship Type="http://schemas.openxmlformats.org/officeDocument/2006/relationships/notesMaster" Target="/ppt/notesMasters/notesMaster1.xml" Id="R80c927bd138948b4" /><Relationship Type="http://schemas.openxmlformats.org/officeDocument/2006/relationships/presProps" Target="/ppt/presProps.xml" Id="R17af22482c4a4c43" /><Relationship Type="http://schemas.openxmlformats.org/officeDocument/2006/relationships/tableStyles" Target="/ppt/tableStyles.xml" Id="R0bd519dac7e94294" /><Relationship Type="http://schemas.openxmlformats.org/officeDocument/2006/relationships/slide" Target="/ppt/slides/slide1.xml" Id="R43002540fd35456f" /><Relationship Type="http://schemas.openxmlformats.org/officeDocument/2006/relationships/slide" Target="/ppt/slides/slide2.xml" Id="Rfefdd1fe645f4ad4" /><Relationship Type="http://schemas.openxmlformats.org/officeDocument/2006/relationships/slide" Target="/ppt/slides/slide3.xml" Id="Raa775cae8528495c" /><Relationship Type="http://schemas.openxmlformats.org/officeDocument/2006/relationships/slide" Target="/ppt/slides/slide4.xml" Id="R43f61d71edb94a76" /><Relationship Type="http://schemas.openxmlformats.org/officeDocument/2006/relationships/slide" Target="/ppt/slides/slide5.xml" Id="Rc8cb96cc04c24048" /><Relationship Type="http://schemas.openxmlformats.org/officeDocument/2006/relationships/slide" Target="/ppt/slides/slide6.xml" Id="R4af16cec6318484c" /><Relationship Type="http://schemas.openxmlformats.org/officeDocument/2006/relationships/slide" Target="/ppt/slides/slide7.xml" Id="R27eb7b2e85ca4c96" /><Relationship Type="http://schemas.openxmlformats.org/officeDocument/2006/relationships/slide" Target="/ppt/slides/slide8.xml" Id="R1ff71e4fdc004917" /><Relationship Type="http://schemas.openxmlformats.org/officeDocument/2006/relationships/slide" Target="/ppt/slides/slide9.xml" Id="Ra6f0068e02034d19" /><Relationship Type="http://schemas.openxmlformats.org/officeDocument/2006/relationships/slide" Target="/ppt/slides/slide10.xml" Id="Ra9c5b00c44594ddc" /><Relationship Type="http://schemas.openxmlformats.org/officeDocument/2006/relationships/slide" Target="/ppt/slides/slide11.xml" Id="R56410ab0b9994b21" /><Relationship Type="http://schemas.openxmlformats.org/officeDocument/2006/relationships/slide" Target="/ppt/slides/slide12.xml" Id="Rf052c7928a5548b8" /><Relationship Type="http://schemas.openxmlformats.org/officeDocument/2006/relationships/slide" Target="/ppt/slides/slide13.xml" Id="R4117d11509d6486a" /><Relationship Type="http://schemas.openxmlformats.org/officeDocument/2006/relationships/slide" Target="/ppt/slides/slide14.xml" Id="R584439a2f1064097" /><Relationship Type="http://schemas.openxmlformats.org/officeDocument/2006/relationships/slide" Target="/ppt/slides/slide15.xml" Id="R34388e50a523452e" /><Relationship Type="http://schemas.openxmlformats.org/officeDocument/2006/relationships/slide" Target="/ppt/slides/slide16.xml" Id="Rc3fedd63e1224eaf" /><Relationship Type="http://schemas.openxmlformats.org/officeDocument/2006/relationships/slide" Target="/ppt/slides/slide17.xml" Id="Ree89180a5e124525" /><Relationship Type="http://schemas.openxmlformats.org/officeDocument/2006/relationships/slide" Target="/ppt/slides/slide18.xml" Id="Rbdf7715ccb194097" /><Relationship Type="http://schemas.openxmlformats.org/officeDocument/2006/relationships/slide" Target="/ppt/slides/slide19.xml" Id="R7b46092f33d84582" /><Relationship Type="http://schemas.openxmlformats.org/officeDocument/2006/relationships/slide" Target="/ppt/slides/slide20.xml" Id="R4e8ca748358a46f9" /><Relationship Type="http://schemas.openxmlformats.org/officeDocument/2006/relationships/slide" Target="/ppt/slides/slide21.xml" Id="Rf094c5bd3a414e34" /><Relationship Type="http://schemas.openxmlformats.org/officeDocument/2006/relationships/slide" Target="/ppt/slides/slide22.xml" Id="Ra86e96b1fcb547b5" /><Relationship Type="http://schemas.openxmlformats.org/officeDocument/2006/relationships/slide" Target="/ppt/slides/slide23.xml" Id="R4edc33431f334beb" /><Relationship Type="http://schemas.openxmlformats.org/officeDocument/2006/relationships/slide" Target="/ppt/slides/slide24.xml" Id="R837cd1001c9942e0" /><Relationship Type="http://schemas.openxmlformats.org/officeDocument/2006/relationships/slide" Target="/ppt/slides/slide25.xml" Id="Ra96d83868c8d408a" /><Relationship Type="http://schemas.openxmlformats.org/officeDocument/2006/relationships/slide" Target="/ppt/slides/slide26.xml" Id="Reae3ace902f645ba" /><Relationship Type="http://schemas.openxmlformats.org/officeDocument/2006/relationships/slide" Target="/ppt/slides/slide27.xml" Id="R3bbce500a4d84cf4" /><Relationship Type="http://schemas.openxmlformats.org/officeDocument/2006/relationships/slide" Target="/ppt/slides/slide28.xml" Id="Rb861414ad8c24fd1" /><Relationship Type="http://schemas.openxmlformats.org/officeDocument/2006/relationships/slide" Target="/ppt/slides/slide29.xml" Id="Ra096a0e6cce44c71" /><Relationship Type="http://schemas.openxmlformats.org/officeDocument/2006/relationships/slide" Target="/ppt/slides/slide30.xml" Id="R94780b25a1374a49" /><Relationship Type="http://schemas.openxmlformats.org/officeDocument/2006/relationships/slide" Target="/ppt/slides/slide31.xml" Id="R29bd6bd7385748b4" /><Relationship Type="http://schemas.openxmlformats.org/officeDocument/2006/relationships/slide" Target="/ppt/slides/slide32.xml" Id="R267f2b2cc05444c1" /><Relationship Type="http://schemas.openxmlformats.org/officeDocument/2006/relationships/slide" Target="/ppt/slides/slide33.xml" Id="Rf1391ec140b844fd" /><Relationship Type="http://schemas.openxmlformats.org/officeDocument/2006/relationships/slide" Target="/ppt/slides/slide34.xml" Id="R24a4da8407b74a3d" /><Relationship Type="http://schemas.openxmlformats.org/officeDocument/2006/relationships/slide" Target="/ppt/slides/slide35.xml" Id="Re8284c0d75ac442b" /><Relationship Type="http://schemas.openxmlformats.org/officeDocument/2006/relationships/slide" Target="/ppt/slides/slide36.xml" Id="R2f3d647681984c87" /><Relationship Type="http://schemas.openxmlformats.org/officeDocument/2006/relationships/slide" Target="/ppt/slides/slide37.xml" Id="Rf30dfd1168284bb7" /><Relationship Type="http://schemas.openxmlformats.org/officeDocument/2006/relationships/slide" Target="/ppt/slides/slide38.xml" Id="R2211694376224bfd" /><Relationship Type="http://schemas.openxmlformats.org/officeDocument/2006/relationships/slide" Target="/ppt/slides/slide39.xml" Id="R60370155c4bf4316" /><Relationship Type="http://schemas.openxmlformats.org/officeDocument/2006/relationships/slide" Target="/ppt/slides/slide40.xml" Id="Rbf777236b12f4437" /><Relationship Type="http://schemas.openxmlformats.org/officeDocument/2006/relationships/slide" Target="/ppt/slides/slide41.xml" Id="R7716d667196440c5" /><Relationship Type="http://schemas.openxmlformats.org/officeDocument/2006/relationships/slide" Target="/ppt/slides/slide42.xml" Id="R46978bfb86b74e7d" /><Relationship Type="http://schemas.openxmlformats.org/officeDocument/2006/relationships/slide" Target="/ppt/slides/slide43.xml" Id="Rcd26ecca81d54355" /><Relationship Type="http://schemas.openxmlformats.org/officeDocument/2006/relationships/slide" Target="/ppt/slides/slide44.xml" Id="R3173edc1c2ae4c40" /><Relationship Type="http://schemas.openxmlformats.org/officeDocument/2006/relationships/slide" Target="/ppt/slides/slide45.xml" Id="R6e412d8fc9ed4182" /><Relationship Type="http://schemas.openxmlformats.org/officeDocument/2006/relationships/slide" Target="/ppt/slides/slide46.xml" Id="Rb827cd4c603b45ac" /><Relationship Type="http://schemas.openxmlformats.org/officeDocument/2006/relationships/slide" Target="/ppt/slides/slide47.xml" Id="R83d3953439314137" /><Relationship Type="http://schemas.openxmlformats.org/officeDocument/2006/relationships/slide" Target="/ppt/slides/slide48.xml" Id="R37d634c4ed7c40b6" /><Relationship Type="http://schemas.openxmlformats.org/officeDocument/2006/relationships/slide" Target="/ppt/slides/slide49.xml" Id="R780b9897ceef4713" /><Relationship Type="http://schemas.openxmlformats.org/officeDocument/2006/relationships/slide" Target="/ppt/slides/slide50.xml" Id="R7bc996b801bb43bb" /><Relationship Type="http://schemas.openxmlformats.org/officeDocument/2006/relationships/slide" Target="/ppt/slides/slide51.xml" Id="R5214a1c252134528" /><Relationship Type="http://schemas.openxmlformats.org/officeDocument/2006/relationships/slide" Target="/ppt/slides/slide52.xml" Id="R4e3c5eaa99974a7a" /><Relationship Type="http://schemas.openxmlformats.org/officeDocument/2006/relationships/slide" Target="/ppt/slides/slide53.xml" Id="R63247229c83b453e" /><Relationship Type="http://schemas.openxmlformats.org/officeDocument/2006/relationships/slide" Target="/ppt/slides/slide54.xml" Id="R7ae949e9ac6e4cc6" /><Relationship Type="http://schemas.openxmlformats.org/officeDocument/2006/relationships/slide" Target="/ppt/slides/slide55.xml" Id="R9e0f4e9bf9f84126" /><Relationship Type="http://schemas.openxmlformats.org/officeDocument/2006/relationships/slide" Target="/ppt/slides/slide56.xml" Id="R5af12516a7a54998" /><Relationship Type="http://schemas.openxmlformats.org/officeDocument/2006/relationships/slide" Target="/ppt/slides/slide57.xml" Id="R6e2efc616d1a4174" /><Relationship Type="http://schemas.openxmlformats.org/officeDocument/2006/relationships/slide" Target="/ppt/slides/slide58.xml" Id="Ra1fe49df2c07407e" /><Relationship Type="http://schemas.openxmlformats.org/officeDocument/2006/relationships/slide" Target="/ppt/slides/slide59.xml" Id="Rbd754f3cfdd7448f" /><Relationship Type="http://schemas.openxmlformats.org/officeDocument/2006/relationships/slide" Target="/ppt/slides/slide60.xml" Id="Rf5abbfbea40543d2" /><Relationship Type="http://schemas.openxmlformats.org/officeDocument/2006/relationships/slide" Target="/ppt/slides/slide61.xml" Id="R2f0c2eced7af4dba" /><Relationship Type="http://schemas.openxmlformats.org/officeDocument/2006/relationships/slide" Target="/ppt/slides/slide62.xml" Id="Rfcdd659e0f6543cc" /><Relationship Type="http://schemas.openxmlformats.org/officeDocument/2006/relationships/slide" Target="/ppt/slides/slide63.xml" Id="R87aa743d53024382" /><Relationship Type="http://schemas.openxmlformats.org/officeDocument/2006/relationships/slide" Target="/ppt/slides/slide64.xml" Id="R77316515fbd04aea" /><Relationship Type="http://schemas.openxmlformats.org/officeDocument/2006/relationships/slide" Target="/ppt/slides/slide65.xml" Id="R78c3f551814d4029" /><Relationship Type="http://schemas.openxmlformats.org/officeDocument/2006/relationships/slide" Target="/ppt/slides/slide66.xml" Id="R5a4b490428874354" /><Relationship Type="http://schemas.openxmlformats.org/officeDocument/2006/relationships/slide" Target="/ppt/slides/slide67.xml" Id="R3a7d400161ad4556" /><Relationship Type="http://schemas.openxmlformats.org/officeDocument/2006/relationships/slide" Target="/ppt/slides/slide68.xml" Id="R77d4dcc7e66c4043" /><Relationship Type="http://schemas.openxmlformats.org/officeDocument/2006/relationships/slide" Target="/ppt/slides/slide69.xml" Id="R4293131a26754d62" /><Relationship Type="http://schemas.openxmlformats.org/officeDocument/2006/relationships/slide" Target="/ppt/slides/slide70.xml" Id="R3481bf0c79574807" /><Relationship Type="http://schemas.openxmlformats.org/officeDocument/2006/relationships/slide" Target="/ppt/slides/slide71.xml" Id="Re90269d1f3c84af8" /><Relationship Type="http://schemas.openxmlformats.org/officeDocument/2006/relationships/slide" Target="/ppt/slides/slide72.xml" Id="R340ee3067051406f" /><Relationship Type="http://schemas.openxmlformats.org/officeDocument/2006/relationships/slide" Target="/ppt/slides/slide73.xml" Id="R87fe0c372a6c4f2c" /><Relationship Type="http://schemas.openxmlformats.org/officeDocument/2006/relationships/slide" Target="/ppt/slides/slide74.xml" Id="Rab9ae6a6c25540ee" /><Relationship Type="http://schemas.openxmlformats.org/officeDocument/2006/relationships/slide" Target="/ppt/slides/slide75.xml" Id="R9cb708587c454848" /><Relationship Type="http://schemas.openxmlformats.org/officeDocument/2006/relationships/slide" Target="/ppt/slides/slide76.xml" Id="Rea329d7b429d4d47" /><Relationship Type="http://schemas.openxmlformats.org/officeDocument/2006/relationships/slide" Target="/ppt/slides/slide77.xml" Id="R3a682755c52947bd" /><Relationship Type="http://schemas.openxmlformats.org/officeDocument/2006/relationships/slide" Target="/ppt/slides/slide78.xml" Id="R71fbff7cf6d64fce" /><Relationship Type="http://schemas.openxmlformats.org/officeDocument/2006/relationships/slide" Target="/ppt/slides/slide79.xml" Id="Rb8310cc712194a30" /><Relationship Type="http://schemas.openxmlformats.org/officeDocument/2006/relationships/slide" Target="/ppt/slides/slide80.xml" Id="Rac5f759d9a064b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4198a156a894a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ba9a6aaa0b44dad" /><Relationship Type="http://schemas.openxmlformats.org/officeDocument/2006/relationships/notesMaster" Target="/ppt/notesMasters/notesMaster1.xml" Id="Rd7aa94f29bdc4864"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512c5a0d0944e9" /><Relationship Type="http://schemas.openxmlformats.org/officeDocument/2006/relationships/notesMaster" Target="/ppt/notesMasters/notesMaster1.xml" Id="Rd01a111623ec4d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5869daea5242e8" /><Relationship Type="http://schemas.openxmlformats.org/officeDocument/2006/relationships/notesMaster" Target="/ppt/notesMasters/notesMaster1.xml" Id="R441d6b9ce4f04c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8d2b5e3d744253" /><Relationship Type="http://schemas.openxmlformats.org/officeDocument/2006/relationships/notesMaster" Target="/ppt/notesMasters/notesMaster1.xml" Id="R18889d0218df4a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f0277d0f954438" /><Relationship Type="http://schemas.openxmlformats.org/officeDocument/2006/relationships/notesMaster" Target="/ppt/notesMasters/notesMaster1.xml" Id="R14a2c465b11f4357"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d2e1a8ffe74e9d" /><Relationship Type="http://schemas.openxmlformats.org/officeDocument/2006/relationships/notesMaster" Target="/ppt/notesMasters/notesMaster1.xml" Id="R2f95dfcf303c45e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9b7a8ff8e6492e" /><Relationship Type="http://schemas.openxmlformats.org/officeDocument/2006/relationships/notesMaster" Target="/ppt/notesMasters/notesMaster1.xml" Id="R5a285c28d4c940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08d884352a46ab" /><Relationship Type="http://schemas.openxmlformats.org/officeDocument/2006/relationships/notesMaster" Target="/ppt/notesMasters/notesMaster1.xml" Id="Rcd57d36ce6044d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25bd063b694835" /><Relationship Type="http://schemas.openxmlformats.org/officeDocument/2006/relationships/notesMaster" Target="/ppt/notesMasters/notesMaster1.xml" Id="R6d64d42d7b044a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ae09aaca1b4350" /><Relationship Type="http://schemas.openxmlformats.org/officeDocument/2006/relationships/notesMaster" Target="/ppt/notesMasters/notesMaster1.xml" Id="R2bd59b6cbbf24f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2502a9147047f7" /><Relationship Type="http://schemas.openxmlformats.org/officeDocument/2006/relationships/notesMaster" Target="/ppt/notesMasters/notesMaster1.xml" Id="R46e9675baeb84d8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dada8c5a1b74ade" /><Relationship Type="http://schemas.openxmlformats.org/officeDocument/2006/relationships/notesMaster" Target="/ppt/notesMasters/notesMaster1.xml" Id="R0836b25cb368441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07b3b4e2d184958" /><Relationship Type="http://schemas.openxmlformats.org/officeDocument/2006/relationships/notesMaster" Target="/ppt/notesMasters/notesMaster1.xml" Id="R269b2428759e44c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fb23a1a2e4c4a57" /><Relationship Type="http://schemas.openxmlformats.org/officeDocument/2006/relationships/notesMaster" Target="/ppt/notesMasters/notesMaster1.xml" Id="R6c87d371c0bb449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76ed4436a804fe4" /><Relationship Type="http://schemas.openxmlformats.org/officeDocument/2006/relationships/notesMaster" Target="/ppt/notesMasters/notesMaster1.xml" Id="R48d73bf128994f1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9a6ba82bdab4610" /><Relationship Type="http://schemas.openxmlformats.org/officeDocument/2006/relationships/notesMaster" Target="/ppt/notesMasters/notesMaster1.xml" Id="R96c0227196024e6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a743692759943dd" /><Relationship Type="http://schemas.openxmlformats.org/officeDocument/2006/relationships/notesMaster" Target="/ppt/notesMasters/notesMaster1.xml" Id="R85070271054d405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6fc3f44f9aa4c68" /><Relationship Type="http://schemas.openxmlformats.org/officeDocument/2006/relationships/notesMaster" Target="/ppt/notesMasters/notesMaster1.xml" Id="Rcc7ebf1d7d79472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de5ea18ec4541e1" /><Relationship Type="http://schemas.openxmlformats.org/officeDocument/2006/relationships/notesMaster" Target="/ppt/notesMasters/notesMaster1.xml" Id="R0da83cc75ac4480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45e313c90ce484a" /><Relationship Type="http://schemas.openxmlformats.org/officeDocument/2006/relationships/notesMaster" Target="/ppt/notesMasters/notesMaster1.xml" Id="Rf996665f60a34dd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bb9aef6ad514ce6" /><Relationship Type="http://schemas.openxmlformats.org/officeDocument/2006/relationships/notesMaster" Target="/ppt/notesMasters/notesMaster1.xml" Id="Re0cfd9a141be4e7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f0522112a6c402c" /><Relationship Type="http://schemas.openxmlformats.org/officeDocument/2006/relationships/notesMaster" Target="/ppt/notesMasters/notesMaster1.xml" Id="Rf7a0e8df1fe44cb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326aa8f20c34400" /><Relationship Type="http://schemas.openxmlformats.org/officeDocument/2006/relationships/notesMaster" Target="/ppt/notesMasters/notesMaster1.xml" Id="Rf0aec1a3a5c94be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64d1adc2c654b03" /><Relationship Type="http://schemas.openxmlformats.org/officeDocument/2006/relationships/notesMaster" Target="/ppt/notesMasters/notesMaster1.xml" Id="Ra9da57925aaf4bc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29ceddcd1934afe" /><Relationship Type="http://schemas.openxmlformats.org/officeDocument/2006/relationships/notesMaster" Target="/ppt/notesMasters/notesMaster1.xml" Id="R801939b004c54af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b2adf7012914d45" /><Relationship Type="http://schemas.openxmlformats.org/officeDocument/2006/relationships/notesMaster" Target="/ppt/notesMasters/notesMaster1.xml" Id="R96e205baefe34e6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5fee42fc46f4645" /><Relationship Type="http://schemas.openxmlformats.org/officeDocument/2006/relationships/notesMaster" Target="/ppt/notesMasters/notesMaster1.xml" Id="R0cb696d130fe473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392a96f6f184bc4" /><Relationship Type="http://schemas.openxmlformats.org/officeDocument/2006/relationships/notesMaster" Target="/ppt/notesMasters/notesMaster1.xml" Id="R5a1d796b92d3489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2c84e28c48f48d7" /><Relationship Type="http://schemas.openxmlformats.org/officeDocument/2006/relationships/notesMaster" Target="/ppt/notesMasters/notesMaster1.xml" Id="R28a98c264760488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ef70312b1494d1a" /><Relationship Type="http://schemas.openxmlformats.org/officeDocument/2006/relationships/notesMaster" Target="/ppt/notesMasters/notesMaster1.xml" Id="Re5ae44618d074bd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49383a37f5a4212" /><Relationship Type="http://schemas.openxmlformats.org/officeDocument/2006/relationships/notesMaster" Target="/ppt/notesMasters/notesMaster1.xml" Id="R4ad62958341a4b4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024abec5f3e4100" /><Relationship Type="http://schemas.openxmlformats.org/officeDocument/2006/relationships/notesMaster" Target="/ppt/notesMasters/notesMaster1.xml" Id="R6f7c656862d944c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b2556228076449b" /><Relationship Type="http://schemas.openxmlformats.org/officeDocument/2006/relationships/notesMaster" Target="/ppt/notesMasters/notesMaster1.xml" Id="R0d7f212f0de546d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bf1b6cab2544d73" /><Relationship Type="http://schemas.openxmlformats.org/officeDocument/2006/relationships/notesMaster" Target="/ppt/notesMasters/notesMaster1.xml" Id="R23015b537a124da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eaf8efcfb34407b" /><Relationship Type="http://schemas.openxmlformats.org/officeDocument/2006/relationships/notesMaster" Target="/ppt/notesMasters/notesMaster1.xml" Id="R6d5de677dee4403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e05c3ce8645496d" /><Relationship Type="http://schemas.openxmlformats.org/officeDocument/2006/relationships/notesMaster" Target="/ppt/notesMasters/notesMaster1.xml" Id="R5187ddec343f4f9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cc209da4f974e9b" /><Relationship Type="http://schemas.openxmlformats.org/officeDocument/2006/relationships/notesMaster" Target="/ppt/notesMasters/notesMaster1.xml" Id="Re8d52eba6362460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e7ea84e8ecc4a0e" /><Relationship Type="http://schemas.openxmlformats.org/officeDocument/2006/relationships/notesMaster" Target="/ppt/notesMasters/notesMaster1.xml" Id="R4f19e6d18ad04b7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2b1f46b9e8b402e" /><Relationship Type="http://schemas.openxmlformats.org/officeDocument/2006/relationships/notesMaster" Target="/ppt/notesMasters/notesMaster1.xml" Id="Rc1bf13a5011f4bb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46504cecda64838" /><Relationship Type="http://schemas.openxmlformats.org/officeDocument/2006/relationships/notesMaster" Target="/ppt/notesMasters/notesMaster1.xml" Id="Rb9aa895bf64d4cf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284458d582d4d28" /><Relationship Type="http://schemas.openxmlformats.org/officeDocument/2006/relationships/notesMaster" Target="/ppt/notesMasters/notesMaster1.xml" Id="Rf49709753302424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c901bdd551d4d2a" /><Relationship Type="http://schemas.openxmlformats.org/officeDocument/2006/relationships/notesMaster" Target="/ppt/notesMasters/notesMaster1.xml" Id="Ree858e33b701433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6c1998a018644ba" /><Relationship Type="http://schemas.openxmlformats.org/officeDocument/2006/relationships/notesMaster" Target="/ppt/notesMasters/notesMaster1.xml" Id="R639795c5753c4cb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8a913bf47c3403c" /><Relationship Type="http://schemas.openxmlformats.org/officeDocument/2006/relationships/notesMaster" Target="/ppt/notesMasters/notesMaster1.xml" Id="Rd08f9004efc94f6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9780448d1684c68" /><Relationship Type="http://schemas.openxmlformats.org/officeDocument/2006/relationships/notesMaster" Target="/ppt/notesMasters/notesMaster1.xml" Id="R41938a77a5ec4b2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af0e88c8f0c4e2b" /><Relationship Type="http://schemas.openxmlformats.org/officeDocument/2006/relationships/notesMaster" Target="/ppt/notesMasters/notesMaster1.xml" Id="R8c47aa1111d04c8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fcef877d385442a" /><Relationship Type="http://schemas.openxmlformats.org/officeDocument/2006/relationships/notesMaster" Target="/ppt/notesMasters/notesMaster1.xml" Id="R1b2cba51d5de438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bb86d4baff64e2f" /><Relationship Type="http://schemas.openxmlformats.org/officeDocument/2006/relationships/notesMaster" Target="/ppt/notesMasters/notesMaster1.xml" Id="Rc65b857b7bc9429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f120dde635a4b8f" /><Relationship Type="http://schemas.openxmlformats.org/officeDocument/2006/relationships/notesMaster" Target="/ppt/notesMasters/notesMaster1.xml" Id="R460176ca7076425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6770842f5064fac" /><Relationship Type="http://schemas.openxmlformats.org/officeDocument/2006/relationships/notesMaster" Target="/ppt/notesMasters/notesMaster1.xml" Id="R00660559dff2472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ba26b69b3dd4511" /><Relationship Type="http://schemas.openxmlformats.org/officeDocument/2006/relationships/notesMaster" Target="/ppt/notesMasters/notesMaster1.xml" Id="R71d76a6b60bb466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8140e1e6e674c3e" /><Relationship Type="http://schemas.openxmlformats.org/officeDocument/2006/relationships/notesMaster" Target="/ppt/notesMasters/notesMaster1.xml" Id="R65dabece984f47b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c1264533541481e" /><Relationship Type="http://schemas.openxmlformats.org/officeDocument/2006/relationships/notesMaster" Target="/ppt/notesMasters/notesMaster1.xml" Id="R59cf68df7be24f6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03ea76684274394" /><Relationship Type="http://schemas.openxmlformats.org/officeDocument/2006/relationships/notesMaster" Target="/ppt/notesMasters/notesMaster1.xml" Id="R886fb4e0d24b401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74c57ee1d844087" /><Relationship Type="http://schemas.openxmlformats.org/officeDocument/2006/relationships/notesMaster" Target="/ppt/notesMasters/notesMaster1.xml" Id="R67f9fb0a644b4cf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01e59a9d47d41e4" /><Relationship Type="http://schemas.openxmlformats.org/officeDocument/2006/relationships/notesMaster" Target="/ppt/notesMasters/notesMaster1.xml" Id="Rbb0931133933490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e1f6dc380d542eb" /><Relationship Type="http://schemas.openxmlformats.org/officeDocument/2006/relationships/notesMaster" Target="/ppt/notesMasters/notesMaster1.xml" Id="Rf102977b990d451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aa468ee07804cbb" /><Relationship Type="http://schemas.openxmlformats.org/officeDocument/2006/relationships/notesMaster" Target="/ppt/notesMasters/notesMaster1.xml" Id="Rb5562a670e7749b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5d6666158374d78" /><Relationship Type="http://schemas.openxmlformats.org/officeDocument/2006/relationships/notesMaster" Target="/ppt/notesMasters/notesMaster1.xml" Id="R32df9eb96378415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e6519a70ccf4c56" /><Relationship Type="http://schemas.openxmlformats.org/officeDocument/2006/relationships/notesMaster" Target="/ppt/notesMasters/notesMaster1.xml" Id="R85ee3da8ab0340c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6ce4fb1edc44861" /><Relationship Type="http://schemas.openxmlformats.org/officeDocument/2006/relationships/notesMaster" Target="/ppt/notesMasters/notesMaster1.xml" Id="R953418bea7b8433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9b9eb7e0b8441ad" /><Relationship Type="http://schemas.openxmlformats.org/officeDocument/2006/relationships/notesMaster" Target="/ppt/notesMasters/notesMaster1.xml" Id="Rce7ed6bbaa87422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cf20bedd6254900" /><Relationship Type="http://schemas.openxmlformats.org/officeDocument/2006/relationships/notesMaster" Target="/ppt/notesMasters/notesMaster1.xml" Id="R333635d3f7fe48b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024d0248c814e8a" /><Relationship Type="http://schemas.openxmlformats.org/officeDocument/2006/relationships/notesMaster" Target="/ppt/notesMasters/notesMaster1.xml" Id="R7372c8b9c291424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f4c94ea4af446a3" /><Relationship Type="http://schemas.openxmlformats.org/officeDocument/2006/relationships/notesMaster" Target="/ppt/notesMasters/notesMaster1.xml" Id="R00a41301426a4c8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798410e232348bb" /><Relationship Type="http://schemas.openxmlformats.org/officeDocument/2006/relationships/notesMaster" Target="/ppt/notesMasters/notesMaster1.xml" Id="Ra3f868b731c74d3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72637b75118e4c84" /><Relationship Type="http://schemas.openxmlformats.org/officeDocument/2006/relationships/notesMaster" Target="/ppt/notesMasters/notesMaster1.xml" Id="R15b83642e21d49f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af26fd3c87b4754" /><Relationship Type="http://schemas.openxmlformats.org/officeDocument/2006/relationships/notesMaster" Target="/ppt/notesMasters/notesMaster1.xml" Id="R30d80213fec24a7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3d9951ab8d04fed" /><Relationship Type="http://schemas.openxmlformats.org/officeDocument/2006/relationships/notesMaster" Target="/ppt/notesMasters/notesMaster1.xml" Id="R0581dddbb5d241d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3374badafaf450d" /><Relationship Type="http://schemas.openxmlformats.org/officeDocument/2006/relationships/notesMaster" Target="/ppt/notesMasters/notesMaster1.xml" Id="R2cf2aaf4cd6148b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4e81064244d400a" /><Relationship Type="http://schemas.openxmlformats.org/officeDocument/2006/relationships/notesMaster" Target="/ppt/notesMasters/notesMaster1.xml" Id="R9d147688ae1448f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59b1a9aa6674b9d" /><Relationship Type="http://schemas.openxmlformats.org/officeDocument/2006/relationships/notesMaster" Target="/ppt/notesMasters/notesMaster1.xml" Id="R06f995fe01264cf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3dfbc034d004ba2" /><Relationship Type="http://schemas.openxmlformats.org/officeDocument/2006/relationships/notesMaster" Target="/ppt/notesMasters/notesMaster1.xml" Id="R03fc57c4fbc5459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8e6a03f8b7b41b5" /><Relationship Type="http://schemas.openxmlformats.org/officeDocument/2006/relationships/notesMaster" Target="/ppt/notesMasters/notesMaster1.xml" Id="R2c11763cb834492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c3f806d85384ecb" /><Relationship Type="http://schemas.openxmlformats.org/officeDocument/2006/relationships/notesMaster" Target="/ppt/notesMasters/notesMaster1.xml" Id="R6f07f061a06445e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78f76b2d6384678" /><Relationship Type="http://schemas.openxmlformats.org/officeDocument/2006/relationships/notesMaster" Target="/ppt/notesMasters/notesMaster1.xml" Id="R99218bfc32e2428a"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3e271a3a82946ba" /><Relationship Type="http://schemas.openxmlformats.org/officeDocument/2006/relationships/notesMaster" Target="/ppt/notesMasters/notesMaster1.xml" Id="R15bde9a923f647f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894f985935cb44f0" /><Relationship Type="http://schemas.openxmlformats.org/officeDocument/2006/relationships/notesMaster" Target="/ppt/notesMasters/notesMaster1.xml" Id="R65e39462e2954b69"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e6cfd711b034252" /><Relationship Type="http://schemas.openxmlformats.org/officeDocument/2006/relationships/notesMaster" Target="/ppt/notesMasters/notesMaster1.xml" Id="R3a0b3a7b7886423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a08cb02bdfd4cb6" /><Relationship Type="http://schemas.openxmlformats.org/officeDocument/2006/relationships/notesMaster" Target="/ppt/notesMasters/notesMaster1.xml" Id="R2890ffa7116949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사람이 여러 자료를 골라 모으는 삽화를 가리킨다. 오른쪽 구현·호출 경로(CLI → 처리 흐름 → 연산), 테스트, 계약의 세 질문을 차례로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 삽화: assets/slide-illustrations/S03-context-collection.png, built-in image_gen, 2026-10-18. 생성 프롬프트: assets/slide-illustrations/PROMPTS.md. 실제 인물·작업 장면·제품 실행 자료가 아니다.</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production/preview/full/S03.png 또는 production/preview/act0/S03.png를 사용한다. 삽화가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(0:00–0:30):** 왼쪽 Repository → 개발자 선택·복사 → AI 관계로 S02를 짧게 회수한다.</a:t>
            </a:r>
          </a:p>
          <a:p xmlns:a="http://schemas.openxmlformats.org/drawingml/2006/main">
            <a:r>
              <a:t>2. **TRANSFER (0:30–1:30):** 오른쪽 개발자 조사 요청 → Agent ↔ Repository로 시선을 옮긴다. 바뀌는 것은 Context를 찾는 주체의 일부이며 목표와 검증 책임을 전부 넘긴다는 뜻이 아니다.</a:t>
            </a:r>
          </a:p>
          <a:p xmlns:a="http://schemas.openxmlformats.org/drawingml/2006/main">
            <a:r>
              <a:t>3. **ACCESS BOUNDARY (1:30–2:15):**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**TRANSFER / TRANSITION (2:15–3:00):** 필요하면 큰 C++ 저장소에서도 모듈·테스트·계약을 찾는 상황을 한 문장으로만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기존 관계 재설명과 선택적 C++ 해설을 줄여 접근 범위 확인 45초를 배치한다. C++ 연결은 선택적인 한 문장에 한정하고 Lecture 3분 안에 S08로 이동한다. 실제 시간 적합성은 리허설 전까지 UNVERIFIED다.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정리한다. 이어 이 구분을 각자가 맡기고 싶은 작업에 대입할 질문을 남긴다.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S09의 개인 적용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S08의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Task에는 무엇이 아직 정해지지 않았을까?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S09의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질문한다. 남은 결정을 더 구체적으로 보기 위해 앞서 조사한 crop 사례로 좁히겠다고 S11을 예고한다. 실제 제품 실패 사례나 관찰 결과로 말하지 않는다.</a:t>
            </a:r>
          </a:p>
          <a:p xmlns:a="http://schemas.openxmlformats.org/drawingml/2006/main">
            <a:r>
              <a:t/>
            </a:r>
          </a:p>
          <a:p xmlns:a="http://schemas.openxmlformats.org/drawingml/2006/main">
            <a:r>
              <a:t>화면 진행: 이 장은 빈 조건을 발견하는 데 쓴다. 오른쪽 세 질문을 하나씩 짚으며 답은 채우지 않는다. 다음 장의 테스트/구현 두 해석을 여기서 미리 비교하지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“남은 결정을 더 분명히 보기 위해, 앞서 조사한 crop 사례로 좁혀 보겠습니다.”라고 S11의 교육용 요청 예시로 이동한다.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S10 또는 `production/preview/act1/S10.png` 사용. 응답이 없어도 7분 후 S11로 이동한다.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요청만으로는 의도가 보이지 않는다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요청에는 어떤 결정이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앞서 조사한 crop으로 사례를 좁힌다고 알린 뒤 “crop test 고쳐줘”를 읽는다. 이는 교육용 구성 요청이며 실제 Trial Prompt가 아님을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남은 결정들을 짚고, 다음 장에서는 이를 개발자가 답할 질문으로 바꿔 보겠다고 S12로 넘긴다. 특정 답은 제시하지 않는다.</a:t>
            </a:r>
          </a:p>
          <a:p xmlns:a="http://schemas.openxmlformats.org/drawingml/2006/main">
            <a:r>
              <a:t/>
            </a:r>
          </a:p>
          <a:p xmlns:a="http://schemas.openxmlformats.org/drawingml/2006/main">
            <a:r>
              <a:t>화면 진행: 이 장은 같은 요청의 두 해석에 집중한다. 왼쪽 테스트 변경과 오른쪽 구현 변경을 비교한 뒤, 아래 미정 정보를 짚는다. S10의 세 질문을 다시 강의하지 않는다.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“Agent에게 남아 있던 결정을 개발자가 답할 질문으로 바꿔 보겠습니다.”라고 S12로 간다.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S11 또는 `production/preview/act1/S11.png`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개발자가 정해야 하는 경계</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S11에서 남은 결정을 개발자의 질문으로 읽는다.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개발자가 판단할 다섯 질문을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S13의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S12 또는 `production/preview/act1/S12.png`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Task Specification의 다섯 책임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S14로 간다.</a:t>
            </a:r>
          </a:p>
          <a:p xmlns:a="http://schemas.openxmlformats.org/drawingml/2006/main">
            <a:r>
              <a:t/>
            </a:r>
          </a:p>
          <a:p xmlns:a="http://schemas.openxmlformats.org/drawingml/2006/main">
            <a:r>
              <a:t>화면 진행: 이 장은 한 작업 요청에 다섯 책임을 묶는 구조를 보여준다. S12의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14에서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S13 또는 `production/preview/act1/S13.png`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더 긴 Prompt보다 분명한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S14 또는 `production/preview/act1/S14.png`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먼저 무엇을 하는지 보자</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“TRIAL-002 실제 기록에서는 수정 전에 무엇을 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S14의 교육용 구성 예시에서 과거 TRIAL-002 기록으로 전환했음을 밝힌다. “실제 기록에서는 수정 전에 무엇을 했을까?”를 제시한다. S14 화면의 요청을 그대로 실행한 것으로 설명하지 않는다.</a:t>
            </a:r>
          </a:p>
          <a:p xmlns:a="http://schemas.openxmlformats.org/drawingml/2006/main">
            <a:r>
              <a:t>2. (0:35–1:35) TRIAL-002에서 요청한 재현 → 조사 → 계획 → 수정 → 검증의 다섯 관찰 단계를 가리킨다. 화면은 WATCH 기준이며 결과를 미리 읽어 주는 요약이 아니다.</a:t>
            </a:r>
          </a:p>
          <a:p xmlns:a="http://schemas.openxmlformats.org/drawingml/2006/main">
            <a:r>
              <a:t>3. (1:35–2:00) 다음 두 장에서 이 단일 과거 CLI 기록의 요청 흐름과 행동을 대조한다고 알리고 S16으로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16에서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S15 또는 `production/preview/act1/S15.png`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조사에서 한 줄 변경까지</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S17로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S16의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17에서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S16 또는 `production/preview/act1/S16.png`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변경 결과와 확인 증거</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S18에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18로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S17 또는 `production/preview/act1/S17.png`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Generated ≠ Done</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S17의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S19로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S19 Notes의 선택적 참고로 남기며 S19 화면에는 C++ inset이 없다. 주요 C++ 패턴 전이는 S53에서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19에서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S19 연결 15초로 배분한다. 기존 검증 근거의 재나열과 반복 설명을 이 예시로 교체한다. 기록 사실과 Teaching Model을 분리하고 S17의 다섯 수치를 다시 읽지 않는다. 실제 시간 적합성은 리허설 전까지 UNVERIFIED다.</a:t>
            </a:r>
          </a:p>
          <a:p xmlns:a="http://schemas.openxmlformats.org/drawingml/2006/main">
            <a:r>
              <a:t/>
            </a:r>
          </a:p>
          <a:p xmlns:a="http://schemas.openxmlformats.org/drawingml/2006/main">
            <a:r>
              <a:t>Fallback: 정적 PPTX S18 또는 `production/preview/act1/S18.png`를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Check마다 확인하는 범위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S53에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S20의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S19 또는 `production/preview/act1/S19.png`를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이번 Task인가, 계속 유지할 Project 정보인가?</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S19에서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S21에서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21에서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S20 또는 `production/preview/act1/S20.png`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반복하는 설명을 두 범주로 나누기</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S20의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S24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S21 또는 `production/preview/act1/S21.png`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다른 Task에 같은 설명이 반복된다</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S22 또는 `production/preview/act2/S22.png`다.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작은 Project Context의 첫 기록</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S23 및 `production/preview/act2/S23.png`에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S24 handoff. 명령어 옵션별 설명은 생략한다.</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한 번의 사용에서 확인된 것</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Task Prompt와 Project Context</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S24에서 본 기록을 회수한 뒤 두 열의 수명을 비교한다. 왼쪽은 다음 작업에서 바뀔 목표, 오른쪽은 여러 작업에서 다시 참고할 사실이다. S21의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S22–S24.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정확한 정보도 계속 늘어난다</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정확하지만 이번 Task에는 불필요한 정보</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정보의 범위와 제공 시점</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Long Context 연구가 말해주는 범위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필요한 상세 정보로 가는 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Core Context에서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정보를 지우지 않고 위치를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서로 다른 두 Task가 무엇을 읽을까?</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Crop Task에서 관찰한 접근</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Task별 접근은 달랐지만 완벽하지는 않다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지식은 정리됐지만 절차는 반복된다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여기까지는 잘 동작했다</a:t>
            </a:r>
          </a:p>
          <a:p xmlns:a="http://schemas.openxmlformats.org/drawingml/2006/main">
            <a:r>
              <a:t/>
            </a:r>
          </a:p>
          <a:p xmlns:a="http://schemas.openxmlformats.org/drawingml/2006/main">
            <a:r>
              <a:t>**Slide ID:**</a:t>
            </a:r>
          </a:p>
          <a:p xmlns:a="http://schemas.openxmlformats.org/drawingml/2006/main">
            <a:r>
              <a:t>S55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S55와 production/preview/act4/S55.png를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개념 사례: Project와 Workflow는 현재 맞다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Project는 바뀌고 Workflow는 남았다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S57와 production/preview/act4/S57.png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S58로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Task 해결과 System 문제는 다르다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원인에 맞는 Layer를 고르기</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실패 지점과 원인 Layer 구분하기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S59의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먼저 관찰하고, 그다음 가설을 세운다</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Cause가 지지하는 최소 변경</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같은 Task의 재실행만으로 충분할까?</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대표 작업으로 변경 범위를 확인하기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Harness도 특정 실패에 맞춰 과적합될 수 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Feedback을 System Change와 Evaluation으로 잇기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실제 제작 기록: TRIAL-006</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결과의 타당성과 원인 귀속은 별개다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평가와 보고 규칙을 Evidence에 맞추다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후속 기록은 개선됐지만 완전하지 않았다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Meta Loop에서 바뀐 것</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Project와 환경이 바뀌면 검증도 다시 본다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production/preview/act4/S72.png 및 production/preview/full/S72.png.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여섯 시간의 Story를 한 장으로</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S74 실제 Repository 이력→S75 선택 기준→S76 책임을 거쳐 S77에서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S74와 S76에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S73와 production/preview/act5/S73.png를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하나의 Repository가 문제에 대응해 진화했다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발췌(S16 crop 수정, S32 상세 문서 분리, S45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(기존 production PNG와 동일). S16은 TRIAL-002 diff 재구성, S32는 STATE-02→03 문구 발췌, S45는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S32로 Routing 우월성·토큰 절감을 주장하지 않고, S45는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필요성이 입증되지 않은 것은 보류했다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위임이 늘어도 개발자 책임은 남는다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AI-Native Development는 이 교육의 운영 모델</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어느 Layer에서 마찰이 반복되는가?</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S79의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S79로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작은 행동을 개인적으로 고른다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S78에서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Q&amp;A와 교육 마무리</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f014ccdbe145e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73a8b4eeb5c44e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816e667977945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5500f32f6e0413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bb4435331f84f8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7793f08529643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6E3D86-CFD0-42A1-AFFE-C73917ECDB9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229B9FE-B475-4052-AF33-8E0F47F5F13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58B2AC3-E4F7-4B1B-B3E5-78438A4BEBE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DE8633-F6AE-4B8C-8D96-52AD5CD4AF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97BB96B-9893-4665-A3C9-F993D5D2382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96CB011-E0F2-4C5D-924E-582558A2E8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DA57A0-3902-4247-8254-58AE673C1DD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E172454-9CE9-4BB3-83C9-F6F6C5F4BC7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CAB7D4-43B5-424A-AD5D-092F6E0E84F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88A565-104C-49B5-93E1-A89A09FB181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be9e18be3948fd" /><Relationship Type="http://schemas.openxmlformats.org/officeDocument/2006/relationships/slideLayout" Target="/ppt/slideLayouts/slideLayout1.xml" Id="R92865e23513b4a62" /><Relationship Type="http://schemas.openxmlformats.org/officeDocument/2006/relationships/slideLayout" Target="/ppt/slideLayouts/slideLayout2.xml" Id="R1f62a596a02348bb" /><Relationship Type="http://schemas.openxmlformats.org/officeDocument/2006/relationships/slideLayout" Target="/ppt/slideLayouts/slideLayout3.xml" Id="R897e543e43124363" /><Relationship Type="http://schemas.openxmlformats.org/officeDocument/2006/relationships/slideLayout" Target="/ppt/slideLayouts/slideLayout4.xml" Id="Rd05d92464fbe4539" /><Relationship Type="http://schemas.openxmlformats.org/officeDocument/2006/relationships/slideLayout" Target="/ppt/slideLayouts/slideLayout5.xml" Id="Rc506536c86434fa1" /><Relationship Type="http://schemas.openxmlformats.org/officeDocument/2006/relationships/slideLayout" Target="/ppt/slideLayouts/slideLayout6.xml" Id="Rad3c7552f1a347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865e23513b4a62"/>
    <p:sldLayoutId xmlns:r="http://schemas.openxmlformats.org/officeDocument/2006/relationships" id="2147483650" r:id="R1f62a596a02348bb"/>
    <p:sldLayoutId xmlns:r="http://schemas.openxmlformats.org/officeDocument/2006/relationships" id="2147483651" r:id="R897e543e43124363"/>
    <p:sldLayoutId xmlns:r="http://schemas.openxmlformats.org/officeDocument/2006/relationships" id="2147483652" r:id="Rd05d92464fbe4539"/>
    <p:sldLayoutId xmlns:r="http://schemas.openxmlformats.org/officeDocument/2006/relationships" id="2147483653" r:id="Rc506536c86434fa1"/>
    <p:sldLayoutId xmlns:r="http://schemas.openxmlformats.org/officeDocument/2006/relationships" id="2147483654" r:id="Rad3c7552f1a347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47139f4bca64fec" /><Relationship Type="http://schemas.openxmlformats.org/officeDocument/2006/relationships/notesSlide" Target="/ppt/notesSlides/notesSlide1.xml" Id="R5e11473b7788482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76be3992c514d0f" /><Relationship Type="http://schemas.openxmlformats.org/officeDocument/2006/relationships/notesSlide" Target="/ppt/notesSlides/notesSlide2.xml" Id="R020b649bb8804c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2fdbf2453894755" /><Relationship Type="http://schemas.openxmlformats.org/officeDocument/2006/relationships/image" Target="/ppt/media/image.png" Id="Refae6b23a00540f0" /><Relationship Type="http://schemas.openxmlformats.org/officeDocument/2006/relationships/notesSlide" Target="/ppt/notesSlides/notesSlide3.xml" Id="Rbc62668fbb61496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35783581b3047ff" /><Relationship Type="http://schemas.openxmlformats.org/officeDocument/2006/relationships/notesSlide" Target="/ppt/notesSlides/notesSlide4.xml" Id="R314b435b75a9479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3c253316357432e" /><Relationship Type="http://schemas.openxmlformats.org/officeDocument/2006/relationships/notesSlide" Target="/ppt/notesSlides/notesSlide5.xml" Id="R4d8d11e2883f4a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033be3920eb4e4e" /><Relationship Type="http://schemas.openxmlformats.org/officeDocument/2006/relationships/notesSlide" Target="/ppt/notesSlides/notesSlide6.xml" Id="R23c77dd27b3d456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fae61dc954240bb" /><Relationship Type="http://schemas.openxmlformats.org/officeDocument/2006/relationships/image" Target="/ppt/media/image2.png" Id="R5eb042fc25124694" /><Relationship Type="http://schemas.openxmlformats.org/officeDocument/2006/relationships/notesSlide" Target="/ppt/notesSlides/notesSlide7.xml" Id="Ra9438905cb6c49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b061416782947d3" /><Relationship Type="http://schemas.openxmlformats.org/officeDocument/2006/relationships/notesSlide" Target="/ppt/notesSlides/notesSlide8.xml" Id="R9af3c1f46766427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2855e16a7f94792" /><Relationship Type="http://schemas.openxmlformats.org/officeDocument/2006/relationships/notesSlide" Target="/ppt/notesSlides/notesSlide9.xml" Id="R8db426f48cdf4a3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46c26f789e048e9" /><Relationship Type="http://schemas.openxmlformats.org/officeDocument/2006/relationships/notesSlide" Target="/ppt/notesSlides/notesSlide10.xml" Id="Re35ef193385541d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15bfcf1adf14473" /><Relationship Type="http://schemas.openxmlformats.org/officeDocument/2006/relationships/notesSlide" Target="/ppt/notesSlides/notesSlide11.xml" Id="R58ce3c37dbb4498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6dea23118ea4ef2" /><Relationship Type="http://schemas.openxmlformats.org/officeDocument/2006/relationships/notesSlide" Target="/ppt/notesSlides/notesSlide12.xml" Id="R1510d5c650fc47a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97fc435389648b0" /><Relationship Type="http://schemas.openxmlformats.org/officeDocument/2006/relationships/notesSlide" Target="/ppt/notesSlides/notesSlide13.xml" Id="R91a931ab5476409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f4e4a4e5d2348f5" /><Relationship Type="http://schemas.openxmlformats.org/officeDocument/2006/relationships/notesSlide" Target="/ppt/notesSlides/notesSlide14.xml" Id="R063d347d162245a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f939a83098f4363" /><Relationship Type="http://schemas.openxmlformats.org/officeDocument/2006/relationships/notesSlide" Target="/ppt/notesSlides/notesSlide15.xml" Id="Rb60bcb24bd70466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dd6bb102d6d45b8" /><Relationship Type="http://schemas.openxmlformats.org/officeDocument/2006/relationships/notesSlide" Target="/ppt/notesSlides/notesSlide16.xml" Id="Rb6642fb54ba1497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6bb6e7109b647ea" /><Relationship Type="http://schemas.openxmlformats.org/officeDocument/2006/relationships/notesSlide" Target="/ppt/notesSlides/notesSlide17.xml" Id="R93bc2a67cf3f48f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237215cec1841f9" /><Relationship Type="http://schemas.openxmlformats.org/officeDocument/2006/relationships/notesSlide" Target="/ppt/notesSlides/notesSlide18.xml" Id="Rf14cf56c10cb43f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673625c703a4bdf" /><Relationship Type="http://schemas.openxmlformats.org/officeDocument/2006/relationships/notesSlide" Target="/ppt/notesSlides/notesSlide19.xml" Id="R6cfe16f026bd4b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9aca11ee2e1498f" /><Relationship Type="http://schemas.openxmlformats.org/officeDocument/2006/relationships/notesSlide" Target="/ppt/notesSlides/notesSlide20.xml" Id="Ra9d253558beb477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4850857d3a44abc" /><Relationship Type="http://schemas.openxmlformats.org/officeDocument/2006/relationships/notesSlide" Target="/ppt/notesSlides/notesSlide21.xml" Id="Rb0932b61513c46a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9d7a9527e4f4584" /><Relationship Type="http://schemas.openxmlformats.org/officeDocument/2006/relationships/notesSlide" Target="/ppt/notesSlides/notesSlide22.xml" Id="R3b66b88941ef4b1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b692da894794240" /><Relationship Type="http://schemas.openxmlformats.org/officeDocument/2006/relationships/notesSlide" Target="/ppt/notesSlides/notesSlide23.xml" Id="R0648ceef32e74c0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6567862b7a94e76" /><Relationship Type="http://schemas.openxmlformats.org/officeDocument/2006/relationships/notesSlide" Target="/ppt/notesSlides/notesSlide24.xml" Id="R37c1480204514a2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1d862a50959491d" /><Relationship Type="http://schemas.openxmlformats.org/officeDocument/2006/relationships/notesSlide" Target="/ppt/notesSlides/notesSlide25.xml" Id="R589bf2e3c8d6492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a5096271a614a2e" /><Relationship Type="http://schemas.openxmlformats.org/officeDocument/2006/relationships/notesSlide" Target="/ppt/notesSlides/notesSlide26.xml" Id="R1d70a6940c10488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18285b0cf37484a" /><Relationship Type="http://schemas.openxmlformats.org/officeDocument/2006/relationships/notesSlide" Target="/ppt/notesSlides/notesSlide27.xml" Id="R60c57743f445455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4613e35f58c489d" /><Relationship Type="http://schemas.openxmlformats.org/officeDocument/2006/relationships/notesSlide" Target="/ppt/notesSlides/notesSlide28.xml" Id="R0bac442825d5436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3b056f7d225419b" /><Relationship Type="http://schemas.openxmlformats.org/officeDocument/2006/relationships/notesSlide" Target="/ppt/notesSlides/notesSlide29.xml" Id="R840daeacb798431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4c4004bac7742d6" /><Relationship Type="http://schemas.openxmlformats.org/officeDocument/2006/relationships/notesSlide" Target="/ppt/notesSlides/notesSlide30.xml" Id="R140e576b4f6a492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0e79cd6835843d6" /><Relationship Type="http://schemas.openxmlformats.org/officeDocument/2006/relationships/notesSlide" Target="/ppt/notesSlides/notesSlide31.xml" Id="R4201bb1959824c7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766424ee705428d" /><Relationship Type="http://schemas.openxmlformats.org/officeDocument/2006/relationships/notesSlide" Target="/ppt/notesSlides/notesSlide32.xml" Id="R6be9ea11fadd469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86d6ffe5f854818" /><Relationship Type="http://schemas.openxmlformats.org/officeDocument/2006/relationships/notesSlide" Target="/ppt/notesSlides/notesSlide33.xml" Id="R421f21eb15374cd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0f46e60837549a3" /><Relationship Type="http://schemas.openxmlformats.org/officeDocument/2006/relationships/notesSlide" Target="/ppt/notesSlides/notesSlide34.xml" Id="R55f620e71ac0459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6291fa13f1e4313" /><Relationship Type="http://schemas.openxmlformats.org/officeDocument/2006/relationships/notesSlide" Target="/ppt/notesSlides/notesSlide35.xml" Id="R843a6f7d3df54a4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ba8f7e6325574e36" /><Relationship Type="http://schemas.openxmlformats.org/officeDocument/2006/relationships/notesSlide" Target="/ppt/notesSlides/notesSlide36.xml" Id="R3c9bb3b2ea1c403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e5b8aa403024ced" /><Relationship Type="http://schemas.openxmlformats.org/officeDocument/2006/relationships/image" Target="/ppt/media/image3.png" Id="Ref6987aae0264008" /><Relationship Type="http://schemas.openxmlformats.org/officeDocument/2006/relationships/image" Target="/ppt/media/image4.png" Id="R77981e84579749e9" /><Relationship Type="http://schemas.openxmlformats.org/officeDocument/2006/relationships/image" Target="/ppt/media/image5.png" Id="R84eac6d97f1e4b29" /><Relationship Type="http://schemas.openxmlformats.org/officeDocument/2006/relationships/image" Target="/ppt/media/image6.png" Id="R68bbfc4a5f0f42d3" /><Relationship Type="http://schemas.openxmlformats.org/officeDocument/2006/relationships/notesSlide" Target="/ppt/notesSlides/notesSlide37.xml" Id="R0aced8af1a194f6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15472e2af5c4ef7" /><Relationship Type="http://schemas.openxmlformats.org/officeDocument/2006/relationships/notesSlide" Target="/ppt/notesSlides/notesSlide38.xml" Id="R9927fc303cdb419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2638989bfa6420b" /><Relationship Type="http://schemas.openxmlformats.org/officeDocument/2006/relationships/notesSlide" Target="/ppt/notesSlides/notesSlide39.xml" Id="Ra5108a8d54fa4c5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1e7cd75b5b264809" /><Relationship Type="http://schemas.openxmlformats.org/officeDocument/2006/relationships/notesSlide" Target="/ppt/notesSlides/notesSlide40.xml" Id="Re8f7c5891b77428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682fe9af05c44e9" /><Relationship Type="http://schemas.openxmlformats.org/officeDocument/2006/relationships/notesSlide" Target="/ppt/notesSlides/notesSlide41.xml" Id="Rc9db54fbba834eb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e92ddea422d44b9" /><Relationship Type="http://schemas.openxmlformats.org/officeDocument/2006/relationships/notesSlide" Target="/ppt/notesSlides/notesSlide42.xml" Id="Rad2523cde6af458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9e13373039543ab" /><Relationship Type="http://schemas.openxmlformats.org/officeDocument/2006/relationships/notesSlide" Target="/ppt/notesSlides/notesSlide43.xml" Id="R83ebe61e95324fd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be44662bb56476d" /><Relationship Type="http://schemas.openxmlformats.org/officeDocument/2006/relationships/notesSlide" Target="/ppt/notesSlides/notesSlide44.xml" Id="Rf67592e887a6456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ebd07927cf44a71" /><Relationship Type="http://schemas.openxmlformats.org/officeDocument/2006/relationships/chart" Target="/ppt/slides/charts/chart1.xml" Id="Ra8d90c03c2b4485b" /><Relationship Type="http://schemas.openxmlformats.org/officeDocument/2006/relationships/notesSlide" Target="/ppt/notesSlides/notesSlide45.xml" Id="R8315fcf224da44f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ca4d8e6280564494" /><Relationship Type="http://schemas.openxmlformats.org/officeDocument/2006/relationships/notesSlide" Target="/ppt/notesSlides/notesSlide46.xml" Id="Redb52ded134844f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c2cdcaa7ddd41c9" /><Relationship Type="http://schemas.openxmlformats.org/officeDocument/2006/relationships/notesSlide" Target="/ppt/notesSlides/notesSlide47.xml" Id="R3bc557c68b8f4c7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103ff17f28846cf" /><Relationship Type="http://schemas.openxmlformats.org/officeDocument/2006/relationships/notesSlide" Target="/ppt/notesSlides/notesSlide48.xml" Id="Rdbe15da0d518422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8824ab2c3354e15" /><Relationship Type="http://schemas.openxmlformats.org/officeDocument/2006/relationships/notesSlide" Target="/ppt/notesSlides/notesSlide49.xml" Id="Ra34e9744eff749e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edac78e68cc4e7c" /><Relationship Type="http://schemas.openxmlformats.org/officeDocument/2006/relationships/notesSlide" Target="/ppt/notesSlides/notesSlide50.xml" Id="R6b6ab491f7a140d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8f16939f814f4885" /><Relationship Type="http://schemas.openxmlformats.org/officeDocument/2006/relationships/notesSlide" Target="/ppt/notesSlides/notesSlide51.xml" Id="R08c7b5d081d745b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c851be02ff444f0a" /><Relationship Type="http://schemas.openxmlformats.org/officeDocument/2006/relationships/notesSlide" Target="/ppt/notesSlides/notesSlide52.xml" Id="R05c6d1049d9a48e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552e31bbd49424f" /><Relationship Type="http://schemas.openxmlformats.org/officeDocument/2006/relationships/image" Target="/ppt/media/image7.png" Id="R575cb75079874e4f" /><Relationship Type="http://schemas.openxmlformats.org/officeDocument/2006/relationships/notesSlide" Target="/ppt/notesSlides/notesSlide53.xml" Id="R164189e3b6f744a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cd185eb3b454c22" /><Relationship Type="http://schemas.openxmlformats.org/officeDocument/2006/relationships/notesSlide" Target="/ppt/notesSlides/notesSlide54.xml" Id="Rdacd9ac2988440c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506d068dfc664019" /><Relationship Type="http://schemas.openxmlformats.org/officeDocument/2006/relationships/notesSlide" Target="/ppt/notesSlides/notesSlide55.xml" Id="Rd2557019221447c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7f28803a67544341" /><Relationship Type="http://schemas.openxmlformats.org/officeDocument/2006/relationships/notesSlide" Target="/ppt/notesSlides/notesSlide56.xml" Id="Rda0c16e77a3e4f4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042c75ba1799455d" /><Relationship Type="http://schemas.openxmlformats.org/officeDocument/2006/relationships/notesSlide" Target="/ppt/notesSlides/notesSlide57.xml" Id="Ra1391fc8123c466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45779e35c9724883" /><Relationship Type="http://schemas.openxmlformats.org/officeDocument/2006/relationships/notesSlide" Target="/ppt/notesSlides/notesSlide58.xml" Id="Re1527a36a4de448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0fbd84e15a343b4" /><Relationship Type="http://schemas.openxmlformats.org/officeDocument/2006/relationships/notesSlide" Target="/ppt/notesSlides/notesSlide59.xml" Id="Rbb8640433c0347f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33288e90c41a4b0b" /><Relationship Type="http://schemas.openxmlformats.org/officeDocument/2006/relationships/notesSlide" Target="/ppt/notesSlides/notesSlide60.xml" Id="R72078b3a3ef4431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819d069453e242d7" /><Relationship Type="http://schemas.openxmlformats.org/officeDocument/2006/relationships/notesSlide" Target="/ppt/notesSlides/notesSlide61.xml" Id="Rec791cb452c1450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a7cff7c7b9e14812" /><Relationship Type="http://schemas.openxmlformats.org/officeDocument/2006/relationships/notesSlide" Target="/ppt/notesSlides/notesSlide62.xml" Id="Rd1413b0e39884ca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8d44721df634e4a" /><Relationship Type="http://schemas.openxmlformats.org/officeDocument/2006/relationships/notesSlide" Target="/ppt/notesSlides/notesSlide63.xml" Id="R5654032720a14681"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eea94a6744cc4dcf" /><Relationship Type="http://schemas.openxmlformats.org/officeDocument/2006/relationships/notesSlide" Target="/ppt/notesSlides/notesSlide64.xml" Id="R012648db953c4ec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5710ba983da34f4f" /><Relationship Type="http://schemas.openxmlformats.org/officeDocument/2006/relationships/notesSlide" Target="/ppt/notesSlides/notesSlide65.xml" Id="Rb1a488f15f924e2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b9a8933b10994a0a" /><Relationship Type="http://schemas.openxmlformats.org/officeDocument/2006/relationships/notesSlide" Target="/ppt/notesSlides/notesSlide66.xml" Id="R9d9c3863192e4dc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d425cb25d18433b" /><Relationship Type="http://schemas.openxmlformats.org/officeDocument/2006/relationships/notesSlide" Target="/ppt/notesSlides/notesSlide67.xml" Id="R9593a2807d4142c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6f9e9a246da24334" /><Relationship Type="http://schemas.openxmlformats.org/officeDocument/2006/relationships/notesSlide" Target="/ppt/notesSlides/notesSlide68.xml" Id="R4ab553c76355415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2718f2c057c4c36" /><Relationship Type="http://schemas.openxmlformats.org/officeDocument/2006/relationships/notesSlide" Target="/ppt/notesSlides/notesSlide69.xml" Id="R7821f5c965074850"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fb8b4fbd1ac54b9e" /><Relationship Type="http://schemas.openxmlformats.org/officeDocument/2006/relationships/notesSlide" Target="/ppt/notesSlides/notesSlide70.xml" Id="R8163d572a91d4cc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9bca66e4c414cc1" /><Relationship Type="http://schemas.openxmlformats.org/officeDocument/2006/relationships/notesSlide" Target="/ppt/notesSlides/notesSlide71.xml" Id="Rf0c9f21fc19b4ac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f4d7ea3f5a2f4fa4" /><Relationship Type="http://schemas.openxmlformats.org/officeDocument/2006/relationships/image" Target="/ppt/media/image8.png" Id="R4279c289d8534a5a" /><Relationship Type="http://schemas.openxmlformats.org/officeDocument/2006/relationships/notesSlide" Target="/ppt/notesSlides/notesSlide72.xml" Id="R1f71f1415b774219"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78a3b4b04e2e424b" /><Relationship Type="http://schemas.openxmlformats.org/officeDocument/2006/relationships/notesSlide" Target="/ppt/notesSlides/notesSlide73.xml" Id="R4dc62deea5b14c1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e8d1b8dab7ec47e5" /><Relationship Type="http://schemas.openxmlformats.org/officeDocument/2006/relationships/image" Target="/ppt/media/image9.png" Id="R637635c94fa848b5" /><Relationship Type="http://schemas.openxmlformats.org/officeDocument/2006/relationships/image" Target="/ppt/media/image10.png" Id="Ref802456df074cc2" /><Relationship Type="http://schemas.openxmlformats.org/officeDocument/2006/relationships/image" Target="/ppt/media/image11.png" Id="Rf774def0e7b244fb" /><Relationship Type="http://schemas.openxmlformats.org/officeDocument/2006/relationships/notesSlide" Target="/ppt/notesSlides/notesSlide74.xml" Id="Rc644f68f6f25450f"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ee8a7c05460f49e6" /><Relationship Type="http://schemas.openxmlformats.org/officeDocument/2006/relationships/notesSlide" Target="/ppt/notesSlides/notesSlide75.xml" Id="R1a3cec3425b145b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695b988208a14e12" /><Relationship Type="http://schemas.openxmlformats.org/officeDocument/2006/relationships/notesSlide" Target="/ppt/notesSlides/notesSlide76.xml" Id="R3cdaec3d72bb446a"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8c228d43880b4ce8" /><Relationship Type="http://schemas.openxmlformats.org/officeDocument/2006/relationships/notesSlide" Target="/ppt/notesSlides/notesSlide77.xml" Id="Rc95d10a792ba41c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76a8b9cc3a4a47c8" /><Relationship Type="http://schemas.openxmlformats.org/officeDocument/2006/relationships/notesSlide" Target="/ppt/notesSlides/notesSlide78.xml" Id="R2dd5f3ea0418445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9f9f0180461d4b7f" /><Relationship Type="http://schemas.openxmlformats.org/officeDocument/2006/relationships/notesSlide" Target="/ppt/notesSlides/notesSlide79.xml" Id="Rf4775bd1d929497d"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52bf85fc3a2e441c" /><Relationship Type="http://schemas.openxmlformats.org/officeDocument/2006/relationships/notesSlide" Target="/ppt/notesSlides/notesSlide80.xml" Id="R5dccd9e8cd57455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시작하기">
            <a:extLst xmlns:a="http://schemas.openxmlformats.org/drawingml/2006/main">
              <a:ext uri="{FF2B5EF4-FFF2-40B4-BE49-F238E27FC236}">
                <a16:creationId xmlns:a16="http://schemas.microsoft.com/office/drawing/2014/main" id="{A644CE5B-5EC6-4ADE-BE34-1D630B7D4B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F6DB8BDB-1EB4-46C5-9CC4-781437C8FE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46DFC2DA-CC62-45CB-89A1-F23089005F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B58BA6E-FB7B-49BF-A6DE-46E3ABB47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B176028A-344F-4222-8B7B-24ACDA77B8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26094D06-1FCC-4947-98F3-9E5F988E9F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F4AFF5A7-6042-4685-B889-35F8538AB62E}"/>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EC45EE8B-C075-456C-A1A4-CDD5A6BD4093}"/>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444924DD-F317-4688-832D-B4AB71F9F3B6}"/>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EED8EAB6-8924-45B5-92D1-E84D1ABC918E}"/>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93222447-F5E9-48B2-BF58-491C50DEC354}"/>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
        <p:nvSpPr>
          <p:cNvPr id="12" name="Legacy module connection">
            <a:extLst xmlns:a="http://schemas.openxmlformats.org/drawingml/2006/main">
              <a:ext uri="{FF2B5EF4-FFF2-40B4-BE49-F238E27FC236}">
                <a16:creationId xmlns:a16="http://schemas.microsoft.com/office/drawing/2014/main" id="{7FF5FD40-4449-444C-80A1-D3FA6B4C57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1928472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0 · 작은 코드 질문">
            <a:extLst xmlns:a="http://schemas.openxmlformats.org/drawingml/2006/main">
              <a:ext uri="{FF2B5EF4-FFF2-40B4-BE49-F238E27FC236}">
                <a16:creationId xmlns:a16="http://schemas.microsoft.com/office/drawing/2014/main" id="{593079C7-FAB1-49CB-A69B-0D4D45B5DF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C46725FB-2F80-48DB-B7F9-3817769C4B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D9C9EDB7-4A6D-47EB-85AC-D4B0C4E84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AE5FB0F-0F7C-4C1C-B6B3-043DC1D5A6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CE7E94C3-0FCD-44A6-BA77-EF3D0CEFD3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3EC4CEE3-925C-432C-BB1E-F559E0AE98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764ADAAA-11E7-49BF-93B4-47CB1CE70229}"/>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C8FD911A-2488-4164-B492-5409C06ABE7B}"/>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47C44F38-8A5C-4D53-AF96-91121709ECA2}"/>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22E0B077-5438-419B-9C57-28E12D587305}"/>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484BC193-2BF9-41C8-A924-8DF857FFB0D5}"/>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AD68C9A5-3AFB-49C7-9CC8-176F33D09F18}"/>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7FA48433-F155-4172-B9AF-8F15C21475F4}"/>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5BCEF0D5-DB68-4DDE-8A27-011897CD5A86}"/>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2FDF31C5-EA27-4598-8489-B7DEB2DC28C8}"/>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270DC219-057A-4048-AF63-0AD443F7C8E8}"/>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CC1A07D0-A5BB-4371-A2C9-E8C18C7F3D77}"/>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44489821-593E-48DA-9634-841AF85E2EDE}"/>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DFAC331E-2EB3-4A97-9AB2-E50012DD9A94}"/>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7566FF57-2CFB-4C02-BD21-BB4DC69AD5B5}"/>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0F4EBD46-2942-46E4-8240-D46E3B184C80}"/>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D7AAA4B2-AC5E-406A-9D20-7EC0D1035028}"/>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Legacy module connection">
            <a:extLst xmlns:a="http://schemas.openxmlformats.org/drawingml/2006/main">
              <a:ext uri="{FF2B5EF4-FFF2-40B4-BE49-F238E27FC236}">
                <a16:creationId xmlns:a16="http://schemas.microsoft.com/office/drawing/2014/main" id="{65E502B0-4E0A-414B-AAE2-DE51FCADEE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9960061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여러 파일을 가로지르는 질문">
            <a:extLst xmlns:a="http://schemas.openxmlformats.org/drawingml/2006/main">
              <a:ext uri="{FF2B5EF4-FFF2-40B4-BE49-F238E27FC236}">
                <a16:creationId xmlns:a16="http://schemas.microsoft.com/office/drawing/2014/main" id="{7C0FCE93-AA75-479D-9BD8-1CF91C2935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73CC2416-3244-483B-9C74-980DBEC956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C963C054-B336-48EE-A3F2-A65D25B522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E57D921F-5E41-4FFC-99AD-CE4FE1B39C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사람이 Context를 모으는 장면 · AI 생성 설명용 삽화">
            <a:extLst xmlns:a="http://schemas.openxmlformats.org/drawingml/2006/main">
              <a:ext uri="{FF2B5EF4-FFF2-40B4-BE49-F238E27FC236}">
                <a16:creationId xmlns:a16="http://schemas.microsoft.com/office/drawing/2014/main" id="{3668CD1C-3B9E-4550-A281-769161FA3C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사람이 Context를 모으는 장면 · AI 생성 설명용 삽화</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14239ABD-9F7F-4CCA-88FB-B7F4500238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AAD89A10-BB5E-443F-9BF1-C95EBA9B44F1}"/>
              </a:ext>
            </a:extLst>
          </p:cNvPr>
          <p:cNvSpPr>
            <a:spLocks xmlns:a="http://schemas.openxmlformats.org/drawingml/2006/main" noGrp="1"/>
          </p:cNvSpPr>
          <p:nvPr/>
        </p:nvSpPr>
        <p:spPr>
          <a:xfrm xmlns:a="http://schemas.openxmlformats.org/drawingml/2006/main">
            <a:off x="609600" y="16287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결과가 기대와 다른데, 어디서부터 봐야 할까?”</a:t>
            </a:r>
          </a:p>
        </p:txBody>
      </p:sp>
      <p:pic>
        <p:nvPicPr>
          <p:cNvPr id="8" name="">
            <a:extLst xmlns:a="http://schemas.openxmlformats.org/drawingml/2006/main">
              <a:ext uri="{FF2B5EF4-FFF2-40B4-BE49-F238E27FC236}">
                <a16:creationId xmlns:a16="http://schemas.microsoft.com/office/drawing/2014/main" id="{1935D40A-F4C8-415D-8264-2E88F84944F4}"/>
              </a:ext>
            </a:extLst>
          </p:cNvPr>
          <p:cNvPicPr>
            <a:picLocks xmlns:a="http://schemas.openxmlformats.org/drawingml/2006/main" noChangeAspect="1"/>
          </p:cNvPicPr>
          <p:nvPr/>
        </p:nvPicPr>
        <p:blipFill>
          <a:blip xmlns:r="http://schemas.openxmlformats.org/officeDocument/2006/relationships" xmlns:a="http://schemas.openxmlformats.org/drawingml/2006/main" r:embed="Refae6b23a00540f0"/>
          <a:stretch xmlns:a="http://schemas.openxmlformats.org/drawingml/2006/main"/>
        </p:blipFill>
        <p:spPr>
          <a:xfrm xmlns:a="http://schemas.openxmlformats.org/drawingml/2006/main">
            <a:off x="609600" y="2124075"/>
            <a:ext cx="7086600" cy="3543300"/>
          </a:xfrm>
          <a:prstGeom xmlns:a="http://schemas.openxmlformats.org/drawingml/2006/main" prst="rect">
            <a:avLst/>
          </a:prstGeom>
        </p:spPr>
      </p:pic>
      <p:sp>
        <p:nvSpPr>
          <p:cNvPr id="9" name="구현 · 호출 경로">
            <a:extLst xmlns:a="http://schemas.openxmlformats.org/drawingml/2006/main">
              <a:ext uri="{FF2B5EF4-FFF2-40B4-BE49-F238E27FC236}">
                <a16:creationId xmlns:a16="http://schemas.microsoft.com/office/drawing/2014/main" id="{BBF89D01-410B-4F5B-A2AF-613929E3453D}"/>
              </a:ext>
            </a:extLst>
          </p:cNvPr>
          <p:cNvSpPr>
            <a:spLocks xmlns:a="http://schemas.openxmlformats.org/drawingml/2006/main" noGrp="1"/>
          </p:cNvSpPr>
          <p:nvPr/>
        </p:nvSpPr>
        <p:spPr>
          <a:xfrm xmlns:a="http://schemas.openxmlformats.org/drawingml/2006/main">
            <a:off x="8096250" y="229552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구현 · 호출 경로</a:t>
            </a:r>
          </a:p>
        </p:txBody>
      </p:sp>
      <p:sp>
        <p:nvSpPr>
          <p:cNvPr id="10" name="CLI → 처리 흐름 → 연산">
            <a:extLst xmlns:a="http://schemas.openxmlformats.org/drawingml/2006/main">
              <a:ext uri="{FF2B5EF4-FFF2-40B4-BE49-F238E27FC236}">
                <a16:creationId xmlns:a16="http://schemas.microsoft.com/office/drawing/2014/main" id="{905A375C-A3C6-44D8-9B3A-4A7E4CEB60D0}"/>
              </a:ext>
            </a:extLst>
          </p:cNvPr>
          <p:cNvSpPr>
            <a:spLocks xmlns:a="http://schemas.openxmlformats.org/drawingml/2006/main" noGrp="1"/>
          </p:cNvSpPr>
          <p:nvPr/>
        </p:nvSpPr>
        <p:spPr>
          <a:xfrm xmlns:a="http://schemas.openxmlformats.org/drawingml/2006/main">
            <a:off x="8096250" y="270510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CLI → 처리 흐름 → 연산</a:t>
            </a:r>
          </a:p>
        </p:txBody>
      </p:sp>
      <p:sp>
        <p:nvSpPr>
          <p:cNvPr id="11" name="테스트">
            <a:extLst xmlns:a="http://schemas.openxmlformats.org/drawingml/2006/main">
              <a:ext uri="{FF2B5EF4-FFF2-40B4-BE49-F238E27FC236}">
                <a16:creationId xmlns:a16="http://schemas.microsoft.com/office/drawing/2014/main" id="{995DE6AE-596C-495B-B4D2-439523955993}"/>
              </a:ext>
            </a:extLst>
          </p:cNvPr>
          <p:cNvSpPr>
            <a:spLocks xmlns:a="http://schemas.openxmlformats.org/drawingml/2006/main" noGrp="1"/>
          </p:cNvSpPr>
          <p:nvPr/>
        </p:nvSpPr>
        <p:spPr>
          <a:xfrm xmlns:a="http://schemas.openxmlformats.org/drawingml/2006/main">
            <a:off x="8096250" y="33337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a:t>
            </a:r>
          </a:p>
        </p:txBody>
      </p:sp>
      <p:sp>
        <p:nvSpPr>
          <p:cNvPr id="12" name="어떤 조건에서 실패했나?">
            <a:extLst xmlns:a="http://schemas.openxmlformats.org/drawingml/2006/main">
              <a:ext uri="{FF2B5EF4-FFF2-40B4-BE49-F238E27FC236}">
                <a16:creationId xmlns:a16="http://schemas.microsoft.com/office/drawing/2014/main" id="{5EEF0A69-9CE1-44F2-8A8D-25BA00AFD78F}"/>
              </a:ext>
            </a:extLst>
          </p:cNvPr>
          <p:cNvSpPr>
            <a:spLocks xmlns:a="http://schemas.openxmlformats.org/drawingml/2006/main" noGrp="1"/>
          </p:cNvSpPr>
          <p:nvPr/>
        </p:nvSpPr>
        <p:spPr>
          <a:xfrm xmlns:a="http://schemas.openxmlformats.org/drawingml/2006/main">
            <a:off x="8096250" y="3743325"/>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조건에서 실패했나?</a:t>
            </a:r>
          </a:p>
        </p:txBody>
      </p:sp>
      <p:sp>
        <p:nvSpPr>
          <p:cNvPr id="13" name="계약">
            <a:extLst xmlns:a="http://schemas.openxmlformats.org/drawingml/2006/main">
              <a:ext uri="{FF2B5EF4-FFF2-40B4-BE49-F238E27FC236}">
                <a16:creationId xmlns:a16="http://schemas.microsoft.com/office/drawing/2014/main" id="{AEA146FB-D9CD-4755-AE8C-82CB40BAE7C5}"/>
              </a:ext>
            </a:extLst>
          </p:cNvPr>
          <p:cNvSpPr>
            <a:spLocks xmlns:a="http://schemas.openxmlformats.org/drawingml/2006/main" noGrp="1"/>
          </p:cNvSpPr>
          <p:nvPr/>
        </p:nvSpPr>
        <p:spPr>
          <a:xfrm xmlns:a="http://schemas.openxmlformats.org/drawingml/2006/main">
            <a:off x="8096250" y="437197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계약</a:t>
            </a:r>
          </a:p>
        </p:txBody>
      </p:sp>
      <p:sp>
        <p:nvSpPr>
          <p:cNvPr id="14" name="원래 기대한 동작은?">
            <a:extLst xmlns:a="http://schemas.openxmlformats.org/drawingml/2006/main">
              <a:ext uri="{FF2B5EF4-FFF2-40B4-BE49-F238E27FC236}">
                <a16:creationId xmlns:a16="http://schemas.microsoft.com/office/drawing/2014/main" id="{95DCE351-5FE1-4140-A276-D6AE7C1793E8}"/>
              </a:ext>
            </a:extLst>
          </p:cNvPr>
          <p:cNvSpPr>
            <a:spLocks xmlns:a="http://schemas.openxmlformats.org/drawingml/2006/main" noGrp="1"/>
          </p:cNvSpPr>
          <p:nvPr/>
        </p:nvSpPr>
        <p:spPr>
          <a:xfrm xmlns:a="http://schemas.openxmlformats.org/drawingml/2006/main">
            <a:off x="8096250" y="478155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원래 기대한 동작은?</a:t>
            </a:r>
          </a:p>
        </p:txBody>
      </p:sp>
      <p:sp>
        <p:nvSpPr>
          <p:cNvPr id="15" name="질문에 옮길 자료는?">
            <a:extLst xmlns:a="http://schemas.openxmlformats.org/drawingml/2006/main">
              <a:ext uri="{FF2B5EF4-FFF2-40B4-BE49-F238E27FC236}">
                <a16:creationId xmlns:a16="http://schemas.microsoft.com/office/drawing/2014/main" id="{69A26ECF-8C74-4601-A701-42535B3C40C5}"/>
              </a:ext>
            </a:extLst>
          </p:cNvPr>
          <p:cNvSpPr>
            <a:spLocks xmlns:a="http://schemas.openxmlformats.org/drawingml/2006/main" noGrp="1"/>
          </p:cNvSpPr>
          <p:nvPr/>
        </p:nvSpPr>
        <p:spPr>
          <a:xfrm xmlns:a="http://schemas.openxmlformats.org/drawingml/2006/main">
            <a:off x="8096250" y="53149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질문에 옮길 자료는?</a:t>
            </a:r>
          </a:p>
        </p:txBody>
      </p:sp>
      <p:sp>
        <p:nvSpPr>
          <p:cNvPr id="16" name="Legacy module connection">
            <a:extLst xmlns:a="http://schemas.openxmlformats.org/drawingml/2006/main">
              <a:ext uri="{FF2B5EF4-FFF2-40B4-BE49-F238E27FC236}">
                <a16:creationId xmlns:a16="http://schemas.microsoft.com/office/drawing/2014/main" id="{9D29CCA5-58B8-4B03-AD9D-903D6B1D46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67562500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Repository 조사 관찰">
            <a:extLst xmlns:a="http://schemas.openxmlformats.org/drawingml/2006/main">
              <a:ext uri="{FF2B5EF4-FFF2-40B4-BE49-F238E27FC236}">
                <a16:creationId xmlns:a16="http://schemas.microsoft.com/office/drawing/2014/main" id="{F3986307-04AE-482B-BA9E-334E9071D5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CCE5C74C-C3F6-41F5-B9C1-21D82829E4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2AEBD187-6804-43A7-AF58-5F832A45D7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A6A3D858-A4DE-4E13-BA73-E548677D1B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16BD53A9-2263-4FEE-BB96-4EE73B8B04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1AED0682-0B22-4D3A-A18E-1EFCBF95C3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8DF17D51-9688-4AB9-AD7B-DE7B054C5F65}"/>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C32F26E5-D30E-4F5E-8A8E-5FBB2AA71543}"/>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7FE1E772-87F4-4A8B-8D74-251FB89E1245}"/>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E22AF11A-9612-45E9-A40C-3CB956EAC940}"/>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95C83337-CBBC-41C2-8140-F6A4DEE74322}"/>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D610F52C-7257-4F70-9F64-F941C4CECC87}"/>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
        <p:nvSpPr>
          <p:cNvPr id="13" name="Legacy module connection">
            <a:extLst xmlns:a="http://schemas.openxmlformats.org/drawingml/2006/main">
              <a:ext uri="{FF2B5EF4-FFF2-40B4-BE49-F238E27FC236}">
                <a16:creationId xmlns:a16="http://schemas.microsoft.com/office/drawing/2014/main" id="{78A5F151-4B0D-42EC-9F81-6B72907F45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9182061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4" name="ACT 0  ·  Repository 탐색">
            <a:extLst xmlns:a="http://schemas.openxmlformats.org/drawingml/2006/main">
              <a:ext uri="{FF2B5EF4-FFF2-40B4-BE49-F238E27FC236}">
                <a16:creationId xmlns:a16="http://schemas.microsoft.com/office/drawing/2014/main" id="{DA726B75-CD66-4D4C-84A2-44F1D51D7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7B7FFAE0-DFFA-475F-965F-FE6C06D52D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2B6084AC-2CDD-46E5-B7D9-B18D832097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D072AF47-58D9-4180-B669-80CC4E07BA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58387993-5DF4-4007-934B-C9D982CA1B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CF37CFD9-DD65-4B98-BA41-653BF21332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242D4677-5BDF-41B6-9E45-A5B9B0421503}"/>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06A18947-5BF2-4D88-9EAA-27707AE9FF3D}"/>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41B23ACF-CE97-4E00-975B-F8BBE0A24585}"/>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E53320AC-D7C5-4CFE-B700-5EAF3EBE2D1D}"/>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76791C8A-3CEC-48ED-83D3-315C59215155}"/>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510B4CEF-C8D9-47DC-8BD5-FBE68C041474}"/>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4EAAF1F6-B3FF-490D-A610-287BD4229A4A}"/>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E36BD6D7-3A84-4D2C-8CF9-633EAA320E00}"/>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0D7121BA-8ED0-4C23-A199-30A8A142EF85}"/>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6860E5E8-165D-4E2D-9779-00AAF363B4B1}"/>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D7891A09-2F8D-4361-8704-E9E9A9E00786}"/>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E355E6CF-88A1-4452-BACA-5C42F3AB2179}"/>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41885B96-9993-4FC3-9392-76F1E19EE595}"/>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70E97502-FA51-45B8-BB91-4C16B7113E3B}"/>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2B65BB56-374F-4311-8D0D-37E37E6558E1}"/>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0EA70509-5838-4F79-8E13-0B9209E837E1}"/>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FA8DA8E9-0417-4163-BC89-C1599BC15AB8}"/>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D9ED6F56-B016-4533-816A-66BAD1BA2093}"/>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FEB38CF4-8133-4A05-8C6C-6AE1A9893C1B}"/>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EDC6B1E1-C98F-410C-8301-6A2F5BB96DAE}"/>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97EFA2F2-6C8C-410F-998E-8E58FE096E39}"/>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3563780F-B223-456E-9DFC-4FF4143D976C}"/>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165B6562-BB16-45C5-BDA2-155E44B76A29}"/>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9B23B927-040C-4FFF-AA28-1254827AFA06}"/>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FBE9ED7C-0225-45F0-AE69-3E4EF97D245F}"/>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971FB2D7-FE00-45B7-9125-98329723253C}"/>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A6B3C5DC-43D7-4874-9D11-AA867B339A20}"/>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81A23C0A-2214-4955-A0E1-A82DA1BC5E16}"/>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D3B37C9A-5267-4CFB-A4B8-BB435B2C2FF7}"/>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AB390069-754A-4ACE-B82B-3EFF9D43587E}"/>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353781B0-8A39-449C-B262-5255CBE24FEC}"/>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DB44786E-A55D-48DE-A2C5-346CF441FD65}"/>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110E61AA-CA2B-4AAB-A12E-7026F68AA526}"/>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3B2256AB-2CB0-44FD-B793-76D1EFAB5E3D}"/>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9336460C-6F5D-4195-91F8-53DF2401A9E2}"/>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4FF87526-E1A4-4328-B319-1D6DE4B9061D}"/>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801070D4-9A5E-4378-B036-8035F61C4313}"/>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04F9F6ED-8222-4D91-8451-14D400AE939A}"/>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C1625B78-8830-40B5-904A-16F153AC6B8F}"/>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FB6E08BA-3F17-4AF1-9D89-0DAF1860D627}"/>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C6DB0A63-AE67-4FEB-826C-16B2D483D5AE}"/>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F881EB9E-ADA9-4E28-B927-6E9242E04E05}"/>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5F14A095-2702-444A-9B5B-9E1C9A5E8D40}"/>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C47DB82D-BF8C-4FD3-97FF-ED5162A8D3DB}"/>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1C086A33-ABDE-4B85-8BC3-C7171FDE6BAA}"/>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617E9A91-2196-4D41-8AD8-936255A087A2}"/>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764B2142-EE63-4406-A5DE-5A591B5163AF}"/>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1CAFFDF4-6257-405D-B793-40559CCD183A}"/>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ED3F9A4F-4F39-4BD9-BF3B-E562EE93D768}"/>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2A9001E7-96C8-47EB-B61A-909475FC5FB9}"/>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F02C458B-51AA-4D85-905B-935DDDB374EF}"/>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4E5CEC05-3FB6-4399-A8F3-5DFB504B6081}"/>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4F91F3BD-53B4-4C5E-8D45-16AB8970084E}"/>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D4E1D1B6-AB36-49C2-84E3-F9692CCA0EB1}"/>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E17401F4-1B84-440D-AAB2-7E0101FE04D2}"/>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21AD8EEB-548B-4BC3-AEE0-5BFF92F0D876}"/>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
        <p:nvSpPr>
          <p:cNvPr id="63" name="Legacy module connection">
            <a:extLst xmlns:a="http://schemas.openxmlformats.org/drawingml/2006/main">
              <a:ext uri="{FF2B5EF4-FFF2-40B4-BE49-F238E27FC236}">
                <a16:creationId xmlns:a16="http://schemas.microsoft.com/office/drawing/2014/main" id="{77EDE39A-07F2-4F55-8FD9-291FCE6DD6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715844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0 · 조사 결과 읽기">
            <a:extLst xmlns:a="http://schemas.openxmlformats.org/drawingml/2006/main">
              <a:ext uri="{FF2B5EF4-FFF2-40B4-BE49-F238E27FC236}">
                <a16:creationId xmlns:a16="http://schemas.microsoft.com/office/drawing/2014/main" id="{C5C8C3FB-217C-4F31-9614-51877C1035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F12BD73F-51C5-4E10-89B6-2A7EC5CD82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2C109361-746F-49D0-A181-FE417BAF32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77239342-7405-4FB3-BE70-FDCB133EE7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A31D8784-73A2-46D3-BCE2-62B3EF4C85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4DF5063B-7F06-4569-857C-96748E42C4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57DC8DB9-C5B0-4275-88E3-4863FB235BAE}"/>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C4233F8C-8FF7-455C-BD23-86D0F9C71E87}"/>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26E52F7A-6412-4A97-A736-F1571650B437}"/>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72588F9E-9FE9-42D7-ACE9-1B5A5EC4AB7B}"/>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4665D9FC-3CEB-4C8D-8AE8-7C4616B0C317}"/>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AA33CD9D-6E03-4356-B6D4-292D81454910}"/>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FE07BD2E-0C98-401B-9E90-5282DEA52DFB}"/>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4DBC2F6B-851F-43A4-A417-FCFF91F916A1}"/>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73B1C299-3DD6-4BDE-B6C8-76756182D236}"/>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DC06E537-2F00-4E31-8A9B-9F95B2BB02C3}"/>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
        <p:nvSpPr>
          <p:cNvPr id="17" name="Legacy module connection">
            <a:extLst xmlns:a="http://schemas.openxmlformats.org/drawingml/2006/main">
              <a:ext uri="{FF2B5EF4-FFF2-40B4-BE49-F238E27FC236}">
                <a16:creationId xmlns:a16="http://schemas.microsoft.com/office/drawing/2014/main" id="{F0DBCED8-C4F5-4CF0-B75C-26D105AEB3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5925484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27C087DB-E126-4AEF-ACDB-277521BA2A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D410AEB-BB6E-4905-A2B7-38C03572CC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E7B48E45-0F11-4CDF-A7A2-CC08FBEE54E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1658522E-0A93-42E3-9BA1-DE0F884E40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05F4D5F6-96B9-4C86-8B86-A52EA1A88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41B030F8-E9F5-42E5-9665-CF157C87CB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0A11C7E5-E28D-43DA-8766-C2E9AEF2B054}"/>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04248931-D6A0-418D-9842-476786829454}"/>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54F98F61-3E26-49B1-9C27-BC48C1BCD57D}"/>
              </a:ext>
            </a:extLst>
          </p:cNvPr>
          <p:cNvPicPr>
            <a:picLocks xmlns:a="http://schemas.openxmlformats.org/drawingml/2006/main" noChangeAspect="1"/>
          </p:cNvPicPr>
          <p:nvPr/>
        </p:nvPicPr>
        <p:blipFill>
          <a:blip xmlns:r="http://schemas.openxmlformats.org/officeDocument/2006/relationships" xmlns:a="http://schemas.openxmlformats.org/drawingml/2006/main" r:embed="R5eb042fc25124694"/>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CA53D259-C7CE-4482-8534-23328083A968}"/>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B91FCBF-2E97-4C88-9955-07E64E207684}"/>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24813878-29C4-4B3D-8420-A6303E50F8F7}"/>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22A065AA-ECB8-46EC-AE5A-F133F66E12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241593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접근할 정보와 정할 목표">
            <a:extLst xmlns:a="http://schemas.openxmlformats.org/drawingml/2006/main">
              <a:ext uri="{FF2B5EF4-FFF2-40B4-BE49-F238E27FC236}">
                <a16:creationId xmlns:a16="http://schemas.microsoft.com/office/drawing/2014/main" id="{CEB3274D-603C-4320-9769-FD6B2B3134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479223BA-2D4C-4BD0-98AA-03E674660E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213551BE-5CD0-4809-894B-94C3777DB0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DB76D58-35C0-4C53-969B-A67F7FDC89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50A59D78-6EA0-4645-87D4-E1ECAF975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1115E4AD-55B4-400F-87A6-29CA9C302D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AC7DE1F6-B092-471A-A0AA-DC0D6B8912BA}"/>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496E3CAE-5482-4C3A-83BA-2FE23090857B}"/>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8DD8EA7B-EB1B-4018-8EF7-00AF0CC28553}"/>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32666FF-E2B4-40D0-A905-4793CF7255BA}"/>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43B35E8B-1CDA-4A12-88D1-03D5617C85D3}"/>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3099B6AE-FE54-437F-A4A4-3DB8709485F7}"/>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9DF73842-F7C8-4173-A88B-073D5E47B769}"/>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7A69246C-7AAC-472F-85D5-C35A20C0DA0A}"/>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
        <p:nvSpPr>
          <p:cNvPr id="15" name="Legacy module connection">
            <a:extLst xmlns:a="http://schemas.openxmlformats.org/drawingml/2006/main">
              <a:ext uri="{FF2B5EF4-FFF2-40B4-BE49-F238E27FC236}">
                <a16:creationId xmlns:a16="http://schemas.microsoft.com/office/drawing/2014/main" id="{589963C0-6FA0-4E05-B894-8D8D5E81CE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3416807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내 작업에 적용할 질문">
            <a:extLst xmlns:a="http://schemas.openxmlformats.org/drawingml/2006/main">
              <a:ext uri="{FF2B5EF4-FFF2-40B4-BE49-F238E27FC236}">
                <a16:creationId xmlns:a16="http://schemas.microsoft.com/office/drawing/2014/main" id="{8C8833F6-093D-41BE-8934-9076F5D730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09">
            <a:extLst xmlns:a="http://schemas.openxmlformats.org/drawingml/2006/main">
              <a:ext uri="{FF2B5EF4-FFF2-40B4-BE49-F238E27FC236}">
                <a16:creationId xmlns:a16="http://schemas.microsoft.com/office/drawing/2014/main" id="{A835FE4F-9B9D-4C01-B1D2-5B32F7C64C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FAA31CAC-F083-4810-B4B6-F0FCF25CAF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6C475FE9-5093-4ED9-B78A-0B99342E0F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D9F30DA9-BF4F-4242-B9BC-1B5F768D0E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36A7C8D3-707E-4630-AC06-3925ED8FAF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B5CC24D5-8D5E-4924-93C4-74A4C9AECC1F}"/>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A89DD17D-B2E5-40E8-9358-669591B0B75E}"/>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64C2F089-3BEE-45B3-9E6A-531AA322C6EA}"/>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A598DE5F-1905-48E3-A49A-B8B33F3CA270}"/>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
        <p:nvSpPr>
          <p:cNvPr id="11" name="Legacy module connection">
            <a:extLst xmlns:a="http://schemas.openxmlformats.org/drawingml/2006/main">
              <a:ext uri="{FF2B5EF4-FFF2-40B4-BE49-F238E27FC236}">
                <a16:creationId xmlns:a16="http://schemas.microsoft.com/office/drawing/2014/main" id="{6D5DE65B-BC3A-4270-80D5-74391F320F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5633823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모호한 작업 요청">
            <a:extLst xmlns:a="http://schemas.openxmlformats.org/drawingml/2006/main">
              <a:ext uri="{FF2B5EF4-FFF2-40B4-BE49-F238E27FC236}">
                <a16:creationId xmlns:a16="http://schemas.microsoft.com/office/drawing/2014/main" id="{40063105-E139-43A6-9926-FD4BDA4C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0">
            <a:extLst xmlns:a="http://schemas.openxmlformats.org/drawingml/2006/main">
              <a:ext uri="{FF2B5EF4-FFF2-40B4-BE49-F238E27FC236}">
                <a16:creationId xmlns:a16="http://schemas.microsoft.com/office/drawing/2014/main" id="{0F14EFBD-DACA-4D4F-9053-8124C1D03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Task에는 무엇이 아직 정해지지 않았을까?">
            <a:extLst xmlns:a="http://schemas.openxmlformats.org/drawingml/2006/main">
              <a:ext uri="{FF2B5EF4-FFF2-40B4-BE49-F238E27FC236}">
                <a16:creationId xmlns:a16="http://schemas.microsoft.com/office/drawing/2014/main" id="{55C71B2A-35A2-44F5-B0F4-953370191E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9D549CDD-BE21-47A3-B038-BF8C48D95C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94B81764-EE3D-4CEB-A7A8-8E6533C40E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B6EBCE69-D664-4D40-A4E2-6F0D5CBB52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499BB7D6-750D-42BD-9A4F-DF590954109B}"/>
              </a:ext>
            </a:extLst>
          </p:cNvPr>
          <p:cNvSpPr>
            <a:spLocks xmlns:a="http://schemas.openxmlformats.org/drawingml/2006/main" noGrp="1"/>
          </p:cNvSpPr>
          <p:nvPr/>
        </p:nvSpPr>
        <p:spPr>
          <a:xfrm xmlns:a="http://schemas.openxmlformats.org/drawingml/2006/main">
            <a:off x="609600" y="19716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A4135012-D336-405A-A0CF-551186B3D6AE}"/>
              </a:ext>
            </a:extLst>
          </p:cNvPr>
          <p:cNvSpPr>
            <a:spLocks xmlns:a="http://schemas.openxmlformats.org/drawingml/2006/main" noGrp="1"/>
          </p:cNvSpPr>
          <p:nvPr/>
        </p:nvSpPr>
        <p:spPr>
          <a:xfrm xmlns:a="http://schemas.openxmlformats.org/drawingml/2006/main">
            <a:off x="609600" y="2800350"/>
            <a:ext cx="43434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a:extLst xmlns:a="http://schemas.openxmlformats.org/drawingml/2006/main">
              <a:ext uri="{FF2B5EF4-FFF2-40B4-BE49-F238E27FC236}">
                <a16:creationId xmlns:a16="http://schemas.microsoft.com/office/drawing/2014/main" id="{DEDC9DB7-7D33-4BFB-AD7F-19C704554CAA}"/>
              </a:ext>
            </a:extLst>
          </p:cNvPr>
          <p:cNvSpPr>
            <a:spLocks xmlns:a="http://schemas.openxmlformats.org/drawingml/2006/main" noGrp="1"/>
          </p:cNvSpPr>
          <p:nvPr/>
        </p:nvSpPr>
        <p:spPr>
          <a:xfrm xmlns:a="http://schemas.openxmlformats.org/drawingml/2006/main">
            <a:off x="838200" y="2962275"/>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요청</a:t>
            </a:r>
          </a:p>
        </p:txBody>
      </p:sp>
      <p:sp>
        <p:nvSpPr>
          <p:cNvPr id="10" name="“filter 성능&#10;개선해줘.”">
            <a:extLst xmlns:a="http://schemas.openxmlformats.org/drawingml/2006/main">
              <a:ext uri="{FF2B5EF4-FFF2-40B4-BE49-F238E27FC236}">
                <a16:creationId xmlns:a16="http://schemas.microsoft.com/office/drawing/2014/main" id="{D16DBF1C-6621-4265-80A5-DE4BC5F1D919}"/>
              </a:ext>
            </a:extLst>
          </p:cNvPr>
          <p:cNvSpPr>
            <a:spLocks xmlns:a="http://schemas.openxmlformats.org/drawingml/2006/main" noGrp="1"/>
          </p:cNvSpPr>
          <p:nvPr/>
        </p:nvSpPr>
        <p:spPr>
          <a:xfrm xmlns:a="http://schemas.openxmlformats.org/drawingml/2006/main">
            <a:off x="838200" y="3476625"/>
            <a:ext cx="38862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“filter 성능</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개선해줘.”</a:t>
            </a:r>
          </a:p>
        </p:txBody>
      </p:sp>
      <p:sp>
        <p:nvSpPr>
          <p:cNvPr id="11" name="">
            <a:extLst xmlns:a="http://schemas.openxmlformats.org/drawingml/2006/main">
              <a:ext uri="{FF2B5EF4-FFF2-40B4-BE49-F238E27FC236}">
                <a16:creationId xmlns:a16="http://schemas.microsoft.com/office/drawing/2014/main" id="{E9400444-A630-481A-B9E6-1556B4583341}"/>
              </a:ext>
            </a:extLst>
          </p:cNvPr>
          <p:cNvSpPr>
            <a:spLocks xmlns:a="http://schemas.openxmlformats.org/drawingml/2006/main" noGrp="1"/>
          </p:cNvSpPr>
          <p:nvPr/>
        </p:nvSpPr>
        <p:spPr>
          <a:xfrm xmlns:a="http://schemas.openxmlformats.org/drawingml/2006/main">
            <a:off x="5276850" y="3600450"/>
            <a:ext cx="45720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바꿀 것">
            <a:extLst xmlns:a="http://schemas.openxmlformats.org/drawingml/2006/main">
              <a:ext uri="{FF2B5EF4-FFF2-40B4-BE49-F238E27FC236}">
                <a16:creationId xmlns:a16="http://schemas.microsoft.com/office/drawing/2014/main" id="{4472E4F0-2222-479C-AAAA-2819CC2B68DB}"/>
              </a:ext>
            </a:extLst>
          </p:cNvPr>
          <p:cNvSpPr>
            <a:spLocks xmlns:a="http://schemas.openxmlformats.org/drawingml/2006/main" noGrp="1"/>
          </p:cNvSpPr>
          <p:nvPr/>
        </p:nvSpPr>
        <p:spPr>
          <a:xfrm xmlns:a="http://schemas.openxmlformats.org/drawingml/2006/main">
            <a:off x="6191250" y="263842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바꿀 것</a:t>
            </a:r>
          </a:p>
        </p:txBody>
      </p:sp>
      <p:sp>
        <p:nvSpPr>
          <p:cNvPr id="13" name="">
            <a:extLst xmlns:a="http://schemas.openxmlformats.org/drawingml/2006/main">
              <a:ext uri="{FF2B5EF4-FFF2-40B4-BE49-F238E27FC236}">
                <a16:creationId xmlns:a16="http://schemas.microsoft.com/office/drawing/2014/main" id="{808F9425-DB29-4AE2-8EE6-E61FDAC826F4}"/>
              </a:ext>
            </a:extLst>
          </p:cNvPr>
          <p:cNvSpPr>
            <a:spLocks xmlns:a="http://schemas.openxmlformats.org/drawingml/2006/main" noGrp="1"/>
          </p:cNvSpPr>
          <p:nvPr/>
        </p:nvSpPr>
        <p:spPr>
          <a:xfrm xmlns:a="http://schemas.openxmlformats.org/drawingml/2006/main">
            <a:off x="6191250" y="338137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4" name="무엇을 바꿀까?">
            <a:extLst xmlns:a="http://schemas.openxmlformats.org/drawingml/2006/main">
              <a:ext uri="{FF2B5EF4-FFF2-40B4-BE49-F238E27FC236}">
                <a16:creationId xmlns:a16="http://schemas.microsoft.com/office/drawing/2014/main" id="{D0560773-9C22-4D2B-87F8-287F3CB88DB4}"/>
              </a:ext>
            </a:extLst>
          </p:cNvPr>
          <p:cNvSpPr>
            <a:spLocks xmlns:a="http://schemas.openxmlformats.org/drawingml/2006/main" noGrp="1"/>
          </p:cNvSpPr>
          <p:nvPr/>
        </p:nvSpPr>
        <p:spPr>
          <a:xfrm xmlns:a="http://schemas.openxmlformats.org/drawingml/2006/main">
            <a:off x="6191250" y="29432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바꿀까?</a:t>
            </a:r>
          </a:p>
        </p:txBody>
      </p:sp>
      <p:sp>
        <p:nvSpPr>
          <p:cNvPr id="15" name="?">
            <a:extLst xmlns:a="http://schemas.openxmlformats.org/drawingml/2006/main">
              <a:ext uri="{FF2B5EF4-FFF2-40B4-BE49-F238E27FC236}">
                <a16:creationId xmlns:a16="http://schemas.microsoft.com/office/drawing/2014/main" id="{FBE98EF7-04A3-401D-B625-A66139D7CA35}"/>
              </a:ext>
            </a:extLst>
          </p:cNvPr>
          <p:cNvSpPr>
            <a:spLocks xmlns:a="http://schemas.openxmlformats.org/drawingml/2006/main" noGrp="1"/>
          </p:cNvSpPr>
          <p:nvPr/>
        </p:nvSpPr>
        <p:spPr>
          <a:xfrm xmlns:a="http://schemas.openxmlformats.org/drawingml/2006/main">
            <a:off x="11077575" y="293370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16" name="보존할 것">
            <a:extLst xmlns:a="http://schemas.openxmlformats.org/drawingml/2006/main">
              <a:ext uri="{FF2B5EF4-FFF2-40B4-BE49-F238E27FC236}">
                <a16:creationId xmlns:a16="http://schemas.microsoft.com/office/drawing/2014/main" id="{AD4DE1B4-34B4-4C66-8DB6-3FBD1B9B13DF}"/>
              </a:ext>
            </a:extLst>
          </p:cNvPr>
          <p:cNvSpPr>
            <a:spLocks xmlns:a="http://schemas.openxmlformats.org/drawingml/2006/main" noGrp="1"/>
          </p:cNvSpPr>
          <p:nvPr/>
        </p:nvSpPr>
        <p:spPr>
          <a:xfrm xmlns:a="http://schemas.openxmlformats.org/drawingml/2006/main">
            <a:off x="6191250" y="36385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보존할 것</a:t>
            </a:r>
          </a:p>
        </p:txBody>
      </p:sp>
      <p:sp>
        <p:nvSpPr>
          <p:cNvPr id="17" name="">
            <a:extLst xmlns:a="http://schemas.openxmlformats.org/drawingml/2006/main">
              <a:ext uri="{FF2B5EF4-FFF2-40B4-BE49-F238E27FC236}">
                <a16:creationId xmlns:a16="http://schemas.microsoft.com/office/drawing/2014/main" id="{8B5D96B7-5F9E-4E03-9750-95A34CCC05FA}"/>
              </a:ext>
            </a:extLst>
          </p:cNvPr>
          <p:cNvSpPr>
            <a:spLocks xmlns:a="http://schemas.openxmlformats.org/drawingml/2006/main" noGrp="1"/>
          </p:cNvSpPr>
          <p:nvPr/>
        </p:nvSpPr>
        <p:spPr>
          <a:xfrm xmlns:a="http://schemas.openxmlformats.org/drawingml/2006/main">
            <a:off x="6191250" y="4381500"/>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무엇을 그대로 지킬까?">
            <a:extLst xmlns:a="http://schemas.openxmlformats.org/drawingml/2006/main">
              <a:ext uri="{FF2B5EF4-FFF2-40B4-BE49-F238E27FC236}">
                <a16:creationId xmlns:a16="http://schemas.microsoft.com/office/drawing/2014/main" id="{022FB53F-27C0-49B4-977A-7D76E8B31B06}"/>
              </a:ext>
            </a:extLst>
          </p:cNvPr>
          <p:cNvSpPr>
            <a:spLocks xmlns:a="http://schemas.openxmlformats.org/drawingml/2006/main" noGrp="1"/>
          </p:cNvSpPr>
          <p:nvPr/>
        </p:nvSpPr>
        <p:spPr>
          <a:xfrm xmlns:a="http://schemas.openxmlformats.org/drawingml/2006/main">
            <a:off x="6191250" y="39433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그대로 지킬까?</a:t>
            </a:r>
          </a:p>
        </p:txBody>
      </p:sp>
      <p:sp>
        <p:nvSpPr>
          <p:cNvPr id="19" name="?">
            <a:extLst xmlns:a="http://schemas.openxmlformats.org/drawingml/2006/main">
              <a:ext uri="{FF2B5EF4-FFF2-40B4-BE49-F238E27FC236}">
                <a16:creationId xmlns:a16="http://schemas.microsoft.com/office/drawing/2014/main" id="{760553E0-D72C-4151-9F8A-06DB291FD429}"/>
              </a:ext>
            </a:extLst>
          </p:cNvPr>
          <p:cNvSpPr>
            <a:spLocks xmlns:a="http://schemas.openxmlformats.org/drawingml/2006/main" noGrp="1"/>
          </p:cNvSpPr>
          <p:nvPr/>
        </p:nvSpPr>
        <p:spPr>
          <a:xfrm xmlns:a="http://schemas.openxmlformats.org/drawingml/2006/main">
            <a:off x="11077575" y="3933825"/>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0" name="완료 근거">
            <a:extLst xmlns:a="http://schemas.openxmlformats.org/drawingml/2006/main">
              <a:ext uri="{FF2B5EF4-FFF2-40B4-BE49-F238E27FC236}">
                <a16:creationId xmlns:a16="http://schemas.microsoft.com/office/drawing/2014/main" id="{AE27865A-30FB-4701-BAF1-8EC616EEE3A6}"/>
              </a:ext>
            </a:extLst>
          </p:cNvPr>
          <p:cNvSpPr>
            <a:spLocks xmlns:a="http://schemas.openxmlformats.org/drawingml/2006/main" noGrp="1"/>
          </p:cNvSpPr>
          <p:nvPr/>
        </p:nvSpPr>
        <p:spPr>
          <a:xfrm xmlns:a="http://schemas.openxmlformats.org/drawingml/2006/main">
            <a:off x="6191250" y="463867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완료 근거</a:t>
            </a:r>
          </a:p>
        </p:txBody>
      </p:sp>
      <p:sp>
        <p:nvSpPr>
          <p:cNvPr id="21" name="">
            <a:extLst xmlns:a="http://schemas.openxmlformats.org/drawingml/2006/main">
              <a:ext uri="{FF2B5EF4-FFF2-40B4-BE49-F238E27FC236}">
                <a16:creationId xmlns:a16="http://schemas.microsoft.com/office/drawing/2014/main" id="{37D505B1-18DC-47E2-BE11-EE1763E89941}"/>
              </a:ext>
            </a:extLst>
          </p:cNvPr>
          <p:cNvSpPr>
            <a:spLocks xmlns:a="http://schemas.openxmlformats.org/drawingml/2006/main" noGrp="1"/>
          </p:cNvSpPr>
          <p:nvPr/>
        </p:nvSpPr>
        <p:spPr>
          <a:xfrm xmlns:a="http://schemas.openxmlformats.org/drawingml/2006/main">
            <a:off x="6191250" y="538162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22" name="무엇을 보면 끝났다고 할까?">
            <a:extLst xmlns:a="http://schemas.openxmlformats.org/drawingml/2006/main">
              <a:ext uri="{FF2B5EF4-FFF2-40B4-BE49-F238E27FC236}">
                <a16:creationId xmlns:a16="http://schemas.microsoft.com/office/drawing/2014/main" id="{F91F3442-C379-4073-AF5C-8E02563C9821}"/>
              </a:ext>
            </a:extLst>
          </p:cNvPr>
          <p:cNvSpPr>
            <a:spLocks xmlns:a="http://schemas.openxmlformats.org/drawingml/2006/main" noGrp="1"/>
          </p:cNvSpPr>
          <p:nvPr/>
        </p:nvSpPr>
        <p:spPr>
          <a:xfrm xmlns:a="http://schemas.openxmlformats.org/drawingml/2006/main">
            <a:off x="6191250" y="49434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보면 끝났다고 할까?</a:t>
            </a:r>
          </a:p>
        </p:txBody>
      </p:sp>
      <p:sp>
        <p:nvSpPr>
          <p:cNvPr id="23" name="?">
            <a:extLst xmlns:a="http://schemas.openxmlformats.org/drawingml/2006/main">
              <a:ext uri="{FF2B5EF4-FFF2-40B4-BE49-F238E27FC236}">
                <a16:creationId xmlns:a16="http://schemas.microsoft.com/office/drawing/2014/main" id="{2DCE53E4-B3B7-4631-9B3E-CDF31080F800}"/>
              </a:ext>
            </a:extLst>
          </p:cNvPr>
          <p:cNvSpPr>
            <a:spLocks xmlns:a="http://schemas.openxmlformats.org/drawingml/2006/main" noGrp="1"/>
          </p:cNvSpPr>
          <p:nvPr/>
        </p:nvSpPr>
        <p:spPr>
          <a:xfrm xmlns:a="http://schemas.openxmlformats.org/drawingml/2006/main">
            <a:off x="11077575" y="493395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4" name="Legacy module connection">
            <a:extLst xmlns:a="http://schemas.openxmlformats.org/drawingml/2006/main">
              <a:ext uri="{FF2B5EF4-FFF2-40B4-BE49-F238E27FC236}">
                <a16:creationId xmlns:a16="http://schemas.microsoft.com/office/drawing/2014/main" id="{001007FE-FA7A-4569-B261-FDD508233A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641106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앞서 본 crop 사례로 좁히기">
            <a:extLst xmlns:a="http://schemas.openxmlformats.org/drawingml/2006/main">
              <a:ext uri="{FF2B5EF4-FFF2-40B4-BE49-F238E27FC236}">
                <a16:creationId xmlns:a16="http://schemas.microsoft.com/office/drawing/2014/main" id="{9F7D57BE-366A-411E-9600-DA975D53F2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앞서 본 crop 사례로 좁히기</a:t>
            </a:r>
          </a:p>
        </p:txBody>
      </p:sp>
      <p:sp>
        <p:nvSpPr>
          <p:cNvPr id="2" name="S11">
            <a:extLst xmlns:a="http://schemas.openxmlformats.org/drawingml/2006/main">
              <a:ext uri="{FF2B5EF4-FFF2-40B4-BE49-F238E27FC236}">
                <a16:creationId xmlns:a16="http://schemas.microsoft.com/office/drawing/2014/main" id="{9EC24543-BC8D-4C49-A0F0-D19052D990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요청만으로는 의도가 보이지 않는다">
            <a:extLst xmlns:a="http://schemas.openxmlformats.org/drawingml/2006/main">
              <a:ext uri="{FF2B5EF4-FFF2-40B4-BE49-F238E27FC236}">
                <a16:creationId xmlns:a16="http://schemas.microsoft.com/office/drawing/2014/main" id="{9F900AB2-631A-44D2-95C4-46DC7565EA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7350204F-69B7-457D-B82F-BA36491D89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9D34EB24-F202-4245-8E1C-D19C091AF7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CF428C0A-FBBA-42E0-B50E-296986D359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E4EA1BC4-4E73-49D5-8C40-4F9F3FC9036D}"/>
              </a:ext>
            </a:extLst>
          </p:cNvPr>
          <p:cNvSpPr>
            <a:spLocks xmlns:a="http://schemas.openxmlformats.org/drawingml/2006/main" noGrp="1"/>
          </p:cNvSpPr>
          <p:nvPr/>
        </p:nvSpPr>
        <p:spPr>
          <a:xfrm xmlns:a="http://schemas.openxmlformats.org/drawingml/2006/main">
            <a:off x="609600" y="20288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test 고쳐줘”</a:t>
            </a:r>
          </a:p>
        </p:txBody>
      </p:sp>
      <p:sp>
        <p:nvSpPr>
          <p:cNvPr id="8" name="">
            <a:extLst xmlns:a="http://schemas.openxmlformats.org/drawingml/2006/main">
              <a:ext uri="{FF2B5EF4-FFF2-40B4-BE49-F238E27FC236}">
                <a16:creationId xmlns:a16="http://schemas.microsoft.com/office/drawing/2014/main" id="{C4D9246E-0A04-40AB-8DAD-BA2D2F1E13DC}"/>
              </a:ext>
            </a:extLst>
          </p:cNvPr>
          <p:cNvSpPr>
            <a:spLocks xmlns:a="http://schemas.openxmlformats.org/drawingml/2006/main" noGrp="1"/>
          </p:cNvSpPr>
          <p:nvPr/>
        </p:nvSpPr>
        <p:spPr>
          <a:xfrm xmlns:a="http://schemas.openxmlformats.org/drawingml/2006/main">
            <a:off x="5981700" y="2838450"/>
            <a:ext cx="228600" cy="2952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2A3746-73CF-4541-8078-B697DC5D5CA8}"/>
              </a:ext>
            </a:extLst>
          </p:cNvPr>
          <p:cNvSpPr>
            <a:spLocks xmlns:a="http://schemas.openxmlformats.org/drawingml/2006/main" noGrp="1"/>
          </p:cNvSpPr>
          <p:nvPr/>
        </p:nvSpPr>
        <p:spPr>
          <a:xfrm xmlns:a="http://schemas.openxmlformats.org/drawingml/2006/main">
            <a:off x="3048000" y="3209925"/>
            <a:ext cx="6096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
            <a:extLst xmlns:a="http://schemas.openxmlformats.org/drawingml/2006/main">
              <a:ext uri="{FF2B5EF4-FFF2-40B4-BE49-F238E27FC236}">
                <a16:creationId xmlns:a16="http://schemas.microsoft.com/office/drawing/2014/main" id="{63C27077-95FC-48E1-B239-D422A1136694}"/>
              </a:ext>
            </a:extLst>
          </p:cNvPr>
          <p:cNvSpPr>
            <a:spLocks xmlns:a="http://schemas.openxmlformats.org/drawingml/2006/main" noGrp="1"/>
          </p:cNvSpPr>
          <p:nvPr/>
        </p:nvSpPr>
        <p:spPr>
          <a:xfrm xmlns:a="http://schemas.openxmlformats.org/drawingml/2006/main">
            <a:off x="6096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69FD03C-4F63-462F-8E5D-422C7A6A7B3B}"/>
              </a:ext>
            </a:extLst>
          </p:cNvPr>
          <p:cNvSpPr>
            <a:spLocks xmlns:a="http://schemas.openxmlformats.org/drawingml/2006/main" noGrp="1"/>
          </p:cNvSpPr>
          <p:nvPr/>
        </p:nvSpPr>
        <p:spPr>
          <a:xfrm xmlns:a="http://schemas.openxmlformats.org/drawingml/2006/main">
            <a:off x="64389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테스트를 바꿀까?">
            <a:extLst xmlns:a="http://schemas.openxmlformats.org/drawingml/2006/main">
              <a:ext uri="{FF2B5EF4-FFF2-40B4-BE49-F238E27FC236}">
                <a16:creationId xmlns:a16="http://schemas.microsoft.com/office/drawing/2014/main" id="{9FB50FED-192E-4A65-A8DC-751DA3D0F95F}"/>
              </a:ext>
            </a:extLst>
          </p:cNvPr>
          <p:cNvSpPr>
            <a:spLocks xmlns:a="http://schemas.openxmlformats.org/drawingml/2006/main" noGrp="1"/>
          </p:cNvSpPr>
          <p:nvPr/>
        </p:nvSpPr>
        <p:spPr>
          <a:xfrm xmlns:a="http://schemas.openxmlformats.org/drawingml/2006/main">
            <a:off x="8191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테스트를 바꿀까?</a:t>
            </a:r>
          </a:p>
        </p:txBody>
      </p:sp>
      <p:sp>
        <p:nvSpPr>
          <p:cNvPr id="13" name="구현을 바꿀까?">
            <a:extLst xmlns:a="http://schemas.openxmlformats.org/drawingml/2006/main">
              <a:ext uri="{FF2B5EF4-FFF2-40B4-BE49-F238E27FC236}">
                <a16:creationId xmlns:a16="http://schemas.microsoft.com/office/drawing/2014/main" id="{13C3FA6E-3E22-4D3B-BBF1-DA422414E614}"/>
              </a:ext>
            </a:extLst>
          </p:cNvPr>
          <p:cNvSpPr>
            <a:spLocks xmlns:a="http://schemas.openxmlformats.org/drawingml/2006/main" noGrp="1"/>
          </p:cNvSpPr>
          <p:nvPr/>
        </p:nvSpPr>
        <p:spPr>
          <a:xfrm xmlns:a="http://schemas.openxmlformats.org/drawingml/2006/main">
            <a:off x="66484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구현을 바꿀까?</a:t>
            </a:r>
          </a:p>
        </p:txBody>
      </p:sp>
      <p:sp>
        <p:nvSpPr>
          <p:cNvPr id="14" name="아직 정해지지 않은 정보">
            <a:extLst xmlns:a="http://schemas.openxmlformats.org/drawingml/2006/main">
              <a:ext uri="{FF2B5EF4-FFF2-40B4-BE49-F238E27FC236}">
                <a16:creationId xmlns:a16="http://schemas.microsoft.com/office/drawing/2014/main" id="{1DAB7D7F-A88E-4EED-9480-5D1685C33128}"/>
              </a:ext>
            </a:extLst>
          </p:cNvPr>
          <p:cNvSpPr>
            <a:spLocks xmlns:a="http://schemas.openxmlformats.org/drawingml/2006/main" noGrp="1"/>
          </p:cNvSpPr>
          <p:nvPr/>
        </p:nvSpPr>
        <p:spPr>
          <a:xfrm xmlns:a="http://schemas.openxmlformats.org/drawingml/2006/main">
            <a:off x="609600" y="47434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아직 정해지지 않은 정보</a:t>
            </a:r>
          </a:p>
        </p:txBody>
      </p:sp>
      <p:sp>
        <p:nvSpPr>
          <p:cNvPr id="15" name="목표의 세부 ?">
            <a:extLst xmlns:a="http://schemas.openxmlformats.org/drawingml/2006/main">
              <a:ext uri="{FF2B5EF4-FFF2-40B4-BE49-F238E27FC236}">
                <a16:creationId xmlns:a16="http://schemas.microsoft.com/office/drawing/2014/main" id="{E386A886-06DA-430E-8D28-1852672811E3}"/>
              </a:ext>
            </a:extLst>
          </p:cNvPr>
          <p:cNvSpPr>
            <a:spLocks xmlns:a="http://schemas.openxmlformats.org/drawingml/2006/main" noGrp="1"/>
          </p:cNvSpPr>
          <p:nvPr/>
        </p:nvSpPr>
        <p:spPr>
          <a:xfrm xmlns:a="http://schemas.openxmlformats.org/drawingml/2006/main">
            <a:off x="6096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목표의 세부 ?</a:t>
            </a:r>
          </a:p>
        </p:txBody>
      </p:sp>
      <p:sp>
        <p:nvSpPr>
          <p:cNvPr id="16" name="보존 조건 ?">
            <a:extLst xmlns:a="http://schemas.openxmlformats.org/drawingml/2006/main">
              <a:ext uri="{FF2B5EF4-FFF2-40B4-BE49-F238E27FC236}">
                <a16:creationId xmlns:a16="http://schemas.microsoft.com/office/drawing/2014/main" id="{B56BB5E2-9665-4EB1-A195-0D2F599547FC}"/>
              </a:ext>
            </a:extLst>
          </p:cNvPr>
          <p:cNvSpPr>
            <a:spLocks xmlns:a="http://schemas.openxmlformats.org/drawingml/2006/main" noGrp="1"/>
          </p:cNvSpPr>
          <p:nvPr/>
        </p:nvSpPr>
        <p:spPr>
          <a:xfrm xmlns:a="http://schemas.openxmlformats.org/drawingml/2006/main">
            <a:off x="28384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보존 조건 ?</a:t>
            </a:r>
          </a:p>
        </p:txBody>
      </p:sp>
      <p:sp>
        <p:nvSpPr>
          <p:cNvPr id="17" name="수정 범위 ?">
            <a:extLst xmlns:a="http://schemas.openxmlformats.org/drawingml/2006/main">
              <a:ext uri="{FF2B5EF4-FFF2-40B4-BE49-F238E27FC236}">
                <a16:creationId xmlns:a16="http://schemas.microsoft.com/office/drawing/2014/main" id="{74435584-CB29-44E1-8AD4-B56F316CF83D}"/>
              </a:ext>
            </a:extLst>
          </p:cNvPr>
          <p:cNvSpPr>
            <a:spLocks xmlns:a="http://schemas.openxmlformats.org/drawingml/2006/main" noGrp="1"/>
          </p:cNvSpPr>
          <p:nvPr/>
        </p:nvSpPr>
        <p:spPr>
          <a:xfrm xmlns:a="http://schemas.openxmlformats.org/drawingml/2006/main">
            <a:off x="50673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범위 ?</a:t>
            </a:r>
          </a:p>
        </p:txBody>
      </p:sp>
      <p:sp>
        <p:nvSpPr>
          <p:cNvPr id="18" name="확인 근거 ?">
            <a:extLst xmlns:a="http://schemas.openxmlformats.org/drawingml/2006/main">
              <a:ext uri="{FF2B5EF4-FFF2-40B4-BE49-F238E27FC236}">
                <a16:creationId xmlns:a16="http://schemas.microsoft.com/office/drawing/2014/main" id="{D9E7CA1D-EE68-4E3E-91C7-6D58DDF3B73D}"/>
              </a:ext>
            </a:extLst>
          </p:cNvPr>
          <p:cNvSpPr>
            <a:spLocks xmlns:a="http://schemas.openxmlformats.org/drawingml/2006/main" noGrp="1"/>
          </p:cNvSpPr>
          <p:nvPr/>
        </p:nvSpPr>
        <p:spPr>
          <a:xfrm xmlns:a="http://schemas.openxmlformats.org/drawingml/2006/main">
            <a:off x="72961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근거 ?</a:t>
            </a:r>
          </a:p>
        </p:txBody>
      </p:sp>
      <p:sp>
        <p:nvSpPr>
          <p:cNvPr id="19" name="완료 조건 ?">
            <a:extLst xmlns:a="http://schemas.openxmlformats.org/drawingml/2006/main">
              <a:ext uri="{FF2B5EF4-FFF2-40B4-BE49-F238E27FC236}">
                <a16:creationId xmlns:a16="http://schemas.microsoft.com/office/drawing/2014/main" id="{B281D70F-4B2A-4D4C-9E74-2387B29BDDDF}"/>
              </a:ext>
            </a:extLst>
          </p:cNvPr>
          <p:cNvSpPr>
            <a:spLocks xmlns:a="http://schemas.openxmlformats.org/drawingml/2006/main" noGrp="1"/>
          </p:cNvSpPr>
          <p:nvPr/>
        </p:nvSpPr>
        <p:spPr>
          <a:xfrm xmlns:a="http://schemas.openxmlformats.org/drawingml/2006/main">
            <a:off x="95250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조건 ?</a:t>
            </a:r>
          </a:p>
        </p:txBody>
      </p:sp>
      <p:sp>
        <p:nvSpPr>
          <p:cNvPr id="20" name="Legacy module connection">
            <a:extLst xmlns:a="http://schemas.openxmlformats.org/drawingml/2006/main">
              <a:ext uri="{FF2B5EF4-FFF2-40B4-BE49-F238E27FC236}">
                <a16:creationId xmlns:a16="http://schemas.microsoft.com/office/drawing/2014/main" id="{4DB3ECAA-6312-4F5A-B2F2-531BFA1168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964389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3D1220A1-47B5-443E-89EF-755D6C2231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2">
            <a:extLst xmlns:a="http://schemas.openxmlformats.org/drawingml/2006/main">
              <a:ext uri="{FF2B5EF4-FFF2-40B4-BE49-F238E27FC236}">
                <a16:creationId xmlns:a16="http://schemas.microsoft.com/office/drawing/2014/main" id="{6BDCBF63-0C8E-425E-B142-A32CEA5106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개발자가 정해야 하는 경계">
            <a:extLst xmlns:a="http://schemas.openxmlformats.org/drawingml/2006/main">
              <a:ext uri="{FF2B5EF4-FFF2-40B4-BE49-F238E27FC236}">
                <a16:creationId xmlns:a16="http://schemas.microsoft.com/office/drawing/2014/main" id="{F5A4DE4D-95F2-432F-97E7-E1DBE29958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FD21AAB8-D2CC-42FA-A6E5-82789E98C8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2208B839-30AF-4289-9277-A987D3C462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B0415CC0-4EEA-4253-9E6F-8057624D8C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A2A502E3-5F8D-4533-8D0F-1D13DDDDDD6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BF013DF0-7BD1-48FA-9925-C5BEC37FC7A8}"/>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591D2CC3-82C0-4AC0-BBAE-52BA6C7E09E6}"/>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594589B5-F06E-4400-8D8F-446EA0B9A9D5}"/>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C4ADC879-9CDF-49E7-B853-C3B381559F32}"/>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8CD911DD-3360-482E-ACA2-AC768EDCCC7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B843809-F3EB-421D-B2B0-8E41B9EC226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5282D06-73A8-4AF2-8D8B-4A7AFCAB2896}"/>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6290674-D046-4F05-AC52-D4D08352F5C4}"/>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D31E1773-F9C2-48F4-B29E-0ADF557310F3}"/>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ECD167CA-8427-4CD1-AE97-3BDA092E7C2C}"/>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11618CBA-2CD9-4B14-9C46-78A6EDFCB98B}"/>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6C1CD02-8207-4204-B11D-986EC54DFBD7}"/>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1637A5D-C888-409B-9F22-6CDCFF02A50C}"/>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03233FE0-C965-45FB-8BED-546506144BF8}"/>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93AA1DA-EB7A-428B-B2B3-3312E9EBEBD9}"/>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5A644484-9DBB-4807-9C5E-487E7E794E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42006953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7AA705F0-9831-45C3-B0EA-CB1258C108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3">
            <a:extLst xmlns:a="http://schemas.openxmlformats.org/drawingml/2006/main">
              <a:ext uri="{FF2B5EF4-FFF2-40B4-BE49-F238E27FC236}">
                <a16:creationId xmlns:a16="http://schemas.microsoft.com/office/drawing/2014/main" id="{44EB6FE7-F480-41E9-AEB2-BDF52AFEA5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Task Specification의 다섯 책임">
            <a:extLst xmlns:a="http://schemas.openxmlformats.org/drawingml/2006/main">
              <a:ext uri="{FF2B5EF4-FFF2-40B4-BE49-F238E27FC236}">
                <a16:creationId xmlns:a16="http://schemas.microsoft.com/office/drawing/2014/main" id="{AE5F361A-2A96-4BD5-B531-2038F06BAF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D339F548-E817-4E18-9EC9-AD5B13DB34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00A95618-E1BA-4754-84D7-0A9B4C1410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CDFB3C4D-003F-42DA-9A2C-F55DB74718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2887919D-3569-4BF9-B8D6-A6B64AA947BF}"/>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5EC6BC0B-C26D-4CFD-A44F-1B0BF8E87A36}"/>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498C5A9-9135-4095-8A7D-6DBF60FFE178}"/>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C09EFF28-8582-4ADC-A17D-6212CD1D2971}"/>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6C2F914-1967-43B3-A95C-4C3A2D7DD6E9}"/>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8F936901-58FE-42BF-9CFC-B67F2098AFB2}"/>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592A1165-8FDF-4782-AB73-6E5CAD30C70A}"/>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ADC27AF5-8A26-41FD-B5AD-CB7A91E28697}"/>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4B4AE920-A9B7-44FD-9CEF-60146E4D3C30}"/>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BF48DBD7-CE67-4E0A-86E2-5307988D72E9}"/>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7B337B75-14F8-4071-9890-0B519D11265A}"/>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7E16B187-8336-413E-B164-FB7718441A40}"/>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7E9586BC-57C4-4B04-ACE9-B7C9D8C4BDEF}"/>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BB3FFD83-5549-48A8-AC95-20475891EE3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6E6A5A9A-B2FC-4D2D-A296-BE024F1A5FE0}"/>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D26A7ED3-FEE1-42DF-8AEF-A92D3E565DA4}"/>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5FE64866-748A-4C9C-AD85-A080F6E5E7A1}"/>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FA9C9018-219D-40A1-B6AD-DBC5E49B72C7}"/>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92765110-3DB4-4296-B970-3EAAA21D9F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745289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4E369677-7CC9-4B17-9A14-160C6367A7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4">
            <a:extLst xmlns:a="http://schemas.openxmlformats.org/drawingml/2006/main">
              <a:ext uri="{FF2B5EF4-FFF2-40B4-BE49-F238E27FC236}">
                <a16:creationId xmlns:a16="http://schemas.microsoft.com/office/drawing/2014/main" id="{11396522-B5DE-469E-8352-99CC28C25D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더 긴 Prompt보다 분명한 경계">
            <a:extLst xmlns:a="http://schemas.openxmlformats.org/drawingml/2006/main">
              <a:ext uri="{FF2B5EF4-FFF2-40B4-BE49-F238E27FC236}">
                <a16:creationId xmlns:a16="http://schemas.microsoft.com/office/drawing/2014/main" id="{021BF7BE-6453-45CD-B2F7-45BFCC4632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26C9F09-41B4-406D-AA77-8D826DA87C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FDD787CC-756F-4C0D-9C32-3357F1906D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0903EDF3-E1B6-4273-9726-8FA4D308FE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3AFFD44A-666D-475F-99B6-5EBC00CC9AA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9BD11EC-B829-4839-930D-FA00EF008E2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7F2F76A-0090-416B-9772-115455BFEDE0}"/>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C401F08B-90D1-4A20-9B95-00D260A523F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9DAA38F9-AD2F-48BC-B8D1-5693D85B6458}"/>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0799C4FE-0E97-4287-96AB-E451668D21D6}"/>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B2E012F3-07F2-468F-A1E0-7A037F4C08AB}"/>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AE04B9C4-4124-46FD-94F7-A10B93D5BC3D}"/>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2C025572-90BE-4174-B260-484AB477D892}"/>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57373650-586F-4E8F-B0EE-72028E3B4152}"/>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E28FD968-B9D3-403B-81AE-66286B1B6F86}"/>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9E461F05-E57B-4460-946B-E4521590791B}"/>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EF8308EE-BD25-45AA-AEFF-C8695F73ACCD}"/>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9C74EC10-142E-4DC7-BD75-DDA1B3131E36}"/>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0E19976C-C252-49D2-8A83-6B545E0E5399}"/>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26794A68-B247-4827-BD16-87383F82A80C}"/>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A0A2FE9B-D2CF-4ACE-AAF7-8775C2F312ED}"/>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54CE7EFB-8537-4458-9C42-A2C5383CF045}"/>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DCB2F166-6307-48DF-91A4-2A382A7302B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511EEC90-86DF-491E-8FAE-655A18D3BB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9463025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TRIAL-002 관찰 시작">
            <a:extLst xmlns:a="http://schemas.openxmlformats.org/drawingml/2006/main">
              <a:ext uri="{FF2B5EF4-FFF2-40B4-BE49-F238E27FC236}">
                <a16:creationId xmlns:a16="http://schemas.microsoft.com/office/drawing/2014/main" id="{E183BF60-44B7-48AA-83BE-7E9B9E657E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5">
            <a:extLst xmlns:a="http://schemas.openxmlformats.org/drawingml/2006/main">
              <a:ext uri="{FF2B5EF4-FFF2-40B4-BE49-F238E27FC236}">
                <a16:creationId xmlns:a16="http://schemas.microsoft.com/office/drawing/2014/main" id="{EDBF57E0-E7EB-4613-AF68-0B86C3999E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먼저 무엇을 하는지 보자">
            <a:extLst xmlns:a="http://schemas.openxmlformats.org/drawingml/2006/main">
              <a:ext uri="{FF2B5EF4-FFF2-40B4-BE49-F238E27FC236}">
                <a16:creationId xmlns:a16="http://schemas.microsoft.com/office/drawing/2014/main" id="{2F7E9F31-020A-4984-A4D4-6BA6F28577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BCAD9AD8-BCCF-47AD-B3A5-57758494B9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9A89F98C-FBC0-49A4-B8FB-E5E12F18AB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2668A9F8-2772-42CC-ADD4-8B4F6FCA81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실제 기록에서는 수정 전에 무엇을 했을까?”">
            <a:extLst xmlns:a="http://schemas.openxmlformats.org/drawingml/2006/main">
              <a:ext uri="{FF2B5EF4-FFF2-40B4-BE49-F238E27FC236}">
                <a16:creationId xmlns:a16="http://schemas.microsoft.com/office/drawing/2014/main" id="{4FBFE98B-4C74-436C-A429-79D69F1D4479}"/>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“실제 기록에서는 수정 전에 무엇을 했을까?”</a:t>
            </a:r>
          </a:p>
        </p:txBody>
      </p:sp>
      <p:sp>
        <p:nvSpPr>
          <p:cNvPr id="8" name="01">
            <a:extLst xmlns:a="http://schemas.openxmlformats.org/drawingml/2006/main">
              <a:ext uri="{FF2B5EF4-FFF2-40B4-BE49-F238E27FC236}">
                <a16:creationId xmlns:a16="http://schemas.microsoft.com/office/drawing/2014/main" id="{972391D7-C1A1-4140-8A98-386CEA640995}"/>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BA66778A-801F-4434-86B8-24A176D40F0B}"/>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44D159D7-19FA-4DE0-8854-175B49CFF854}"/>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1C5CF7A8-33A6-4212-8396-106D113C5CBA}"/>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8691D9D8-E9B2-47DC-9A50-534E1EC284F3}"/>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939CE4B0-6332-441B-BB65-AE5BA886DFBB}"/>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D562F4AA-F142-4CB4-A843-E276094146FC}"/>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9D621014-86C1-4EC1-A2EB-6931E919B37E}"/>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DD9F27CE-7317-4F03-A225-511A72C26102}"/>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5E3F32C9-AA28-421A-AB4C-FA9F00ABEB6A}"/>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B70287AF-638C-426F-9956-71A6E57AD7B9}"/>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DB11351C-8AAC-4402-9634-739BCBF52C44}"/>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DD2B3B09-0375-459D-A3A9-263ACCC4CC65}"/>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5879AF87-2EF5-4A90-9191-16C47475FE6E}"/>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D43501FF-2113-4749-AF89-14CA043C015F}"/>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D8FCC87F-A355-4E38-A388-25B1B4BCB6EB}"/>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7E64E599-B805-4648-B021-74052ED6481A}"/>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EBDAA090-D660-4159-990F-4611C9C481DF}"/>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BDC69808-4D5D-41A2-BF3C-2457B7F9B118}"/>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C1A6DCC8-A716-48AB-A7EF-F1E90586F2CD}"/>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TRIAL-002의 요청 흐름과 행동을 대조한다.">
            <a:extLst xmlns:a="http://schemas.openxmlformats.org/drawingml/2006/main">
              <a:ext uri="{FF2B5EF4-FFF2-40B4-BE49-F238E27FC236}">
                <a16:creationId xmlns:a16="http://schemas.microsoft.com/office/drawing/2014/main" id="{71F5764F-28D5-477C-A5E3-54A8D7148ABE}"/>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TRIAL-002의 요청 흐름과 행동을 대조한다.</a:t>
            </a:r>
          </a:p>
        </p:txBody>
      </p:sp>
      <p:sp>
        <p:nvSpPr>
          <p:cNvPr id="29" name="Legacy module connection">
            <a:extLst xmlns:a="http://schemas.openxmlformats.org/drawingml/2006/main">
              <a:ext uri="{FF2B5EF4-FFF2-40B4-BE49-F238E27FC236}">
                <a16:creationId xmlns:a16="http://schemas.microsoft.com/office/drawing/2014/main" id="{E52ED4B3-4416-4EE9-9125-DD75D92F41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2706582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1 · 계약을 보존하는 최소 변경">
            <a:extLst xmlns:a="http://schemas.openxmlformats.org/drawingml/2006/main">
              <a:ext uri="{FF2B5EF4-FFF2-40B4-BE49-F238E27FC236}">
                <a16:creationId xmlns:a16="http://schemas.microsoft.com/office/drawing/2014/main" id="{AF219E14-AE62-4342-B8BB-1740FBD7B3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6">
            <a:extLst xmlns:a="http://schemas.openxmlformats.org/drawingml/2006/main">
              <a:ext uri="{FF2B5EF4-FFF2-40B4-BE49-F238E27FC236}">
                <a16:creationId xmlns:a16="http://schemas.microsoft.com/office/drawing/2014/main" id="{4DBDA45E-B6C3-4698-82D5-DC087A7FB4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조사에서 한 줄 변경까지">
            <a:extLst xmlns:a="http://schemas.openxmlformats.org/drawingml/2006/main">
              <a:ext uri="{FF2B5EF4-FFF2-40B4-BE49-F238E27FC236}">
                <a16:creationId xmlns:a16="http://schemas.microsoft.com/office/drawing/2014/main" id="{10C2A188-EA45-4B2D-A012-0663CF666A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1E565F4-FB8C-4423-BE22-1D74828821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050532D1-1B4D-4C8D-AC4B-FBD116C8F3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E3F7B8EA-F370-4AB6-8E72-DE2452D4A2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97C5F154-A95A-4469-A2A3-D5E9BC6E221C}"/>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D0EC2E63-CDD3-4B0E-A607-B4873C001487}"/>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AEC95563-18EA-4CCE-8C8A-EB636C697E1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34134B-BEFA-4C21-AACF-97FABD1F2FDB}"/>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8C82BE4-841D-483F-91A8-0BB42FDE3594}"/>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98501654-B37A-4613-8EF0-6B4B1C039001}"/>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90229A28-A52E-4BF5-B74A-28A2BA3F6F7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AEF928E-8B87-4A65-823E-4C1A4217E00B}"/>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6C2E3626-8792-4A0B-AA7F-9F1C4046E2F7}"/>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E28467FE-99EF-4042-9145-D7BECB8C842F}"/>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952604C0-46A8-4C0B-9DAF-8903C3318AD5}"/>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
        <p:nvSpPr>
          <p:cNvPr id="18" name="Legacy module connection">
            <a:extLst xmlns:a="http://schemas.openxmlformats.org/drawingml/2006/main">
              <a:ext uri="{FF2B5EF4-FFF2-40B4-BE49-F238E27FC236}">
                <a16:creationId xmlns:a16="http://schemas.microsoft.com/office/drawing/2014/main" id="{20E66C48-01EA-4062-9FF4-D02811AAF0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3326844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3078B813-E35B-4C4D-8B46-FC543BE552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7">
            <a:extLst xmlns:a="http://schemas.openxmlformats.org/drawingml/2006/main">
              <a:ext uri="{FF2B5EF4-FFF2-40B4-BE49-F238E27FC236}">
                <a16:creationId xmlns:a16="http://schemas.microsoft.com/office/drawing/2014/main" id="{AAE49C5C-D7D3-4322-BF16-B520491ADD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변경 결과와 확인 증거">
            <a:extLst xmlns:a="http://schemas.openxmlformats.org/drawingml/2006/main">
              <a:ext uri="{FF2B5EF4-FFF2-40B4-BE49-F238E27FC236}">
                <a16:creationId xmlns:a16="http://schemas.microsoft.com/office/drawing/2014/main" id="{5670EFAF-4AEB-4B5D-9380-6DF3AE61E0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7DB63645-3210-4012-8C5A-6492C00F18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C44993AE-30CA-47BE-ACA7-F07CE13278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94191480-14B7-4174-9087-276855C7DE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55143EA1-B08A-437D-B230-99B5B8D3068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5B1A3B32-8963-4785-BA74-0B94D60E5E14}"/>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23499425-E7BB-4AB3-B486-59F0E42BFF06}"/>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3AD1CE0E-E916-4625-B0E2-8EBFC84A2CA6}"/>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C240E7DC-B577-4CB3-8CAB-9BE0C5146CDF}"/>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AF2B04B1-CE44-4927-9617-BA217E9232F2}"/>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D1C543BC-79C2-4E31-89EE-4CCD59FF1A87}"/>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5F70B03D-C103-42B4-823D-05C9ECF6DC5C}"/>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15285FEA-F4E0-4F33-BF31-563DC043210B}"/>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4EDF1DCB-3ACF-4CD9-A923-FAD39EC745B4}"/>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FD1765DD-CA31-4D95-9C1A-D8F04CE3D57D}"/>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995C5046-F1A3-4492-BC11-460F0BB08734}"/>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91D29980-2CF4-406D-B929-0367F7B4B135}"/>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AF9B0CB1-02C5-4868-ABF1-73E141DA2EF5}"/>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FA8BFBFD-AC65-44D7-852A-D44F0519AF00}"/>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B8F191F1-A0A2-4D2D-B003-CCB76AE4CB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1220689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FE52D067-AEB8-4CBE-BAEA-2443A60112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8">
            <a:extLst xmlns:a="http://schemas.openxmlformats.org/drawingml/2006/main">
              <a:ext uri="{FF2B5EF4-FFF2-40B4-BE49-F238E27FC236}">
                <a16:creationId xmlns:a16="http://schemas.microsoft.com/office/drawing/2014/main" id="{2E57667B-060F-426C-8941-5FEB3F4A8E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Generated ≠ Done">
            <a:extLst xmlns:a="http://schemas.openxmlformats.org/drawingml/2006/main">
              <a:ext uri="{FF2B5EF4-FFF2-40B4-BE49-F238E27FC236}">
                <a16:creationId xmlns:a16="http://schemas.microsoft.com/office/drawing/2014/main" id="{7411CBDA-0157-4175-A699-E831E70867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59B51618-24BB-4731-89F9-74EE16EE88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2B9818BC-E938-4BCC-8CD0-439332C135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932E2745-B936-4F46-9018-F284582B19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C8C2B540-E453-4F57-A5C6-1F94BEF2437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4C7F351C-8DE7-4768-834A-CD6A17E414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DEE373F5-0710-4BCA-ABE0-37746C2D3A34}"/>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AF501388-8431-4442-BF5D-CF0200E9986B}"/>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30C7E9D8-34FF-4DCE-BCA1-32D0E59FECFF}"/>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41C7DFA2-3558-4722-8B15-688AD88D1AE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46AA930A-75F5-4BEC-B06D-038D21856100}"/>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601880CB-5090-4A84-B8B7-8A1E5CB916C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62EDE64E-5FAE-46F7-8FD0-C536D5BEC05D}"/>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D7071B10-0A1D-4F18-935C-3ABD9A053805}"/>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DCB844A3-1C35-4D82-8FC9-EFA897FEECE7}"/>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07A3BB87-5D41-47A3-9517-BF32250BA87E}"/>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A39A6CB1-51D9-457B-BC2B-9AD53409DCA4}"/>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2D0D3C21-7ACF-4131-BD78-8BA2796C6145}"/>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71A76D56-ED46-4BD0-98CC-F87A3A932982}"/>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EA6CC966-EA45-4310-B62F-484ED2428651}"/>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8CE3E08D-D2DB-4F39-8265-6266EAC3AF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97872609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6CB6D963-A2ED-40C0-BAFC-851AD4CD00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19">
            <a:extLst xmlns:a="http://schemas.openxmlformats.org/drawingml/2006/main">
              <a:ext uri="{FF2B5EF4-FFF2-40B4-BE49-F238E27FC236}">
                <a16:creationId xmlns:a16="http://schemas.microsoft.com/office/drawing/2014/main" id="{B2D00EA7-478D-4A68-8E64-DD4B5415C2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Check마다 확인하는 범위">
            <a:extLst xmlns:a="http://schemas.openxmlformats.org/drawingml/2006/main">
              <a:ext uri="{FF2B5EF4-FFF2-40B4-BE49-F238E27FC236}">
                <a16:creationId xmlns:a16="http://schemas.microsoft.com/office/drawing/2014/main" id="{CEF7ED5C-D95F-4322-BB2D-1387F74DDD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9D942E75-74F6-47F4-B24F-E9D3B637E4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BE7A78F3-4DED-43E8-8CB0-CF1ABB1BB2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28A6F850-C494-4EB4-9022-32F5CEB33A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502517EE-2CB3-4D9E-9BB9-6F3E21B14C55}"/>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B8FDEA91-3EB0-4781-8DBC-96A4C46D23C5}"/>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1E34A916-5B7C-4B1D-BB2C-3A1612895492}"/>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35FADCA9-5DD8-4D78-AFA6-6DED2FE0A398}"/>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2C2A7FE7-8DD2-4556-8749-8D78F0B875DC}"/>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CF44EBA3-BC07-4643-B6A6-06803B71B48F}"/>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904BB00-1457-4EE8-9904-3B559D30F231}"/>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DA8A2561-84C2-4ADD-8015-0ED784C3746E}"/>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FCBDD00D-24F9-4F1D-84F8-82C96B568BC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43380027-CB92-4523-BE54-48C500CF0122}"/>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BEE67EDC-2816-4CD4-A3BB-7C2382A600E6}"/>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AD1E980C-E871-48F5-85F4-9B62B5FC695B}"/>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EC9B294B-08C1-43F8-BAD0-D53614F532C8}"/>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7C0B1752-FE3E-4192-9615-F77A87814CD1}"/>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7E2EEF73-2074-45D1-8252-F8B6F98A773D}"/>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436BC62-04F0-4985-856E-31238ABEBD46}"/>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68BCBAE8-36DA-4D8D-A8F9-4C44ACFD4024}"/>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009B6B95-D7E2-4A8B-9529-B146C1CF9EC7}"/>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95398EEA-299B-4958-B413-C55AA81DC67F}"/>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52CD0A43-5B43-49E7-A7DB-B999D7EF1CB3}"/>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76229D0D-49D6-49D9-AAFB-9D58ABF9E180}"/>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65291580-407C-45BC-B6CF-B76C7FA1D916}"/>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AA5300E6-74B0-4C6E-82C5-0E25484FA2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4362238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FDC105CE-7E13-48F0-A177-58ADD4A228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0">
            <a:extLst xmlns:a="http://schemas.openxmlformats.org/drawingml/2006/main">
              <a:ext uri="{FF2B5EF4-FFF2-40B4-BE49-F238E27FC236}">
                <a16:creationId xmlns:a16="http://schemas.microsoft.com/office/drawing/2014/main" id="{B9B86044-28E3-4124-B299-83A8AB3578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이번 Task인가,&#10;계속 유지할 Project 정보인가?">
            <a:extLst xmlns:a="http://schemas.openxmlformats.org/drawingml/2006/main">
              <a:ext uri="{FF2B5EF4-FFF2-40B4-BE49-F238E27FC236}">
                <a16:creationId xmlns:a16="http://schemas.microsoft.com/office/drawing/2014/main" id="{112234C3-241C-406F-95E1-01470BB7EA4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A71FA5A2-2785-46E6-B914-151FC03B6B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C2113639-C0DE-4653-A77B-EC276C9EFA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32B5FEC0-6AFA-4EE9-BAE8-99DB0D7A9C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EC01FD16-F2A0-4221-BD99-8289F29F1958}"/>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B4420988-CA42-4D25-A919-CCA17C24A74C}"/>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F2A60097-C9BD-4E88-BA68-3ED2C0ADC6B0}"/>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1F122E24-26ED-4DA8-9359-B267B34D83B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2FB24E26-A5B5-4BDE-8497-033AFEC66FCF}"/>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A98B1EE-B1B3-4C5B-8F6E-2FB511D72859}"/>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7F151BD4-AF8A-4138-8A95-EC9FBF660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9929804"/>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0CF71527-A617-49BA-9E4A-909169E934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1">
            <a:extLst xmlns:a="http://schemas.openxmlformats.org/drawingml/2006/main">
              <a:ext uri="{FF2B5EF4-FFF2-40B4-BE49-F238E27FC236}">
                <a16:creationId xmlns:a16="http://schemas.microsoft.com/office/drawing/2014/main" id="{BE8A15EF-C2B6-478E-9A27-F09C6DFD47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반복하는 설명을 두 범주로 나누기">
            <a:extLst xmlns:a="http://schemas.openxmlformats.org/drawingml/2006/main">
              <a:ext uri="{FF2B5EF4-FFF2-40B4-BE49-F238E27FC236}">
                <a16:creationId xmlns:a16="http://schemas.microsoft.com/office/drawing/2014/main" id="{753D581C-BF5F-42B7-8B9D-C8BE73D8FE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58D86D6-50FA-4DD7-9C5C-6B49809C9C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BAFD7110-89DE-42B2-A018-FB093383A7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7BA33E66-699A-4E87-8636-12B7DFFB08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F9792D62-D0AD-40BE-B247-776500B6666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C3B9DD6A-F551-40DB-9A66-1134F7B50034}"/>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C9A5C30A-C779-430D-8109-9F016B6BBF1C}"/>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556D7C5A-0329-436C-A9B5-16A37EC0DEC9}"/>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F26EA544-013A-44F8-B9AD-552D00ED7DE7}"/>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12F92D35-56F4-400F-9492-5658D33BA1E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1775CE05-FB8F-43DE-AB2E-13CD825DB13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B4531279-E7A3-4996-92F4-9D896DDDF423}"/>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67F1C685-BB6B-4E23-8D2A-B1597291A96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7C2FDEDD-47BF-4F09-A969-5A254B7319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39403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31CCB924-13F3-4087-8CE1-64F5120A35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2">
            <a:extLst xmlns:a="http://schemas.openxmlformats.org/drawingml/2006/main">
              <a:ext uri="{FF2B5EF4-FFF2-40B4-BE49-F238E27FC236}">
                <a16:creationId xmlns:a16="http://schemas.microsoft.com/office/drawing/2014/main" id="{8EAA5340-1745-433F-BC54-7EFA8D0995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다른 Task에 같은 설명이 반복된다">
            <a:extLst xmlns:a="http://schemas.openxmlformats.org/drawingml/2006/main">
              <a:ext uri="{FF2B5EF4-FFF2-40B4-BE49-F238E27FC236}">
                <a16:creationId xmlns:a16="http://schemas.microsoft.com/office/drawing/2014/main" id="{D83F3DB3-298F-4AC2-9524-5E8D5F5664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0C1E8788-BC0A-470B-B7C6-139932E575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D7961C89-97BF-47C4-8C16-887DBD6FC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C656139-8413-427E-9E2C-E97A313F86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87AF49B-DFA1-4AAE-A7F3-116B3218A46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C1F94A5A-1DDB-447A-8D1E-A6BF599FBA82}"/>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12569A0-E2C2-4F95-A802-F975669875F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304DDD4-4933-4229-AB99-4C30A857E037}"/>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D37E003-F775-4489-BB73-C3C081F2410B}"/>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B4939102-94CC-43C0-9298-7D11EA685844}"/>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03FE6ED-AEB8-476B-BF30-889427EC3017}"/>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FB8052CC-A810-4414-95AA-4308E017A656}"/>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BC752C2-5B2B-40CF-B2C0-8EA8ADAFEBF6}"/>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D2E8770-D0EC-483B-8110-0BD84DA0EAF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8D8D7687-FEC3-4D3B-8BEE-C7F018715A0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F6597688-03B1-45F1-98A5-A02D4A4B6E5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50947C06-3001-4697-B056-57A62A2286E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828AE10-C498-49CC-9EFB-0BD2148A97A7}"/>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57D99A5-203F-4EFD-9251-9E897270702F}"/>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952CF0C-E822-41AA-A9BD-949526258F2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3C18C6C-E0B7-47B5-9D9D-BDA6B5C9D9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4418239"/>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901FBD60-6F03-434C-BA67-D32F6D8467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3">
            <a:extLst xmlns:a="http://schemas.openxmlformats.org/drawingml/2006/main">
              <a:ext uri="{FF2B5EF4-FFF2-40B4-BE49-F238E27FC236}">
                <a16:creationId xmlns:a16="http://schemas.microsoft.com/office/drawing/2014/main" id="{55B88B5A-1AFF-4416-A5F1-D70C2AE01C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작은 Project Context의 첫 기록">
            <a:extLst xmlns:a="http://schemas.openxmlformats.org/drawingml/2006/main">
              <a:ext uri="{FF2B5EF4-FFF2-40B4-BE49-F238E27FC236}">
                <a16:creationId xmlns:a16="http://schemas.microsoft.com/office/drawing/2014/main" id="{9C8B2B91-415E-47A9-BEEA-DC6BD8A0CC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C02EC089-06B6-4A04-B2CA-3F365BBD4C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37443B2F-3ADD-4634-B95F-38E5C4DBA0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801605B0-6A5F-4437-8FE6-2F46100CC0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7D3742E1-794E-44A4-BDCB-A2E3A3EF0B17}"/>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77845A99-F500-4C5D-BFBA-F28CA0A2873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50A9FA05-CAF0-4B22-A664-8CCD31CEC521}"/>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F854BDFF-42E3-445D-ABD7-98925772FDB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9E01DD9-9C4A-4A5A-87EA-3926617F842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6C85F8CC-5A25-444E-867B-25EE4F08851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47470BB6-EFFE-4F8A-AC35-8FCCB30C8CAE}"/>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3740AFB0-69A6-44E8-8DBB-AF4A02A39F7A}"/>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4186E72B-EE4F-48F2-9D85-02F000002456}"/>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FF12CDBC-CDCE-4233-B8C7-62D4C87B3D71}"/>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3629FAC7-0CE2-452A-96C3-B76065616B6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253D979D-EF61-4461-A7C3-EDF95A53D23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2D17FD01-B46B-4855-8480-665BCB4C591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5F81E9E8-DB08-4040-B6EA-0F5C0F900885}"/>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43AB1D6-F3EB-4E41-9A12-3F989EFD74FC}"/>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F0A08A91-7BD1-406E-B9B8-A78224AC7453}"/>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88B74F93-F60E-48F8-B9B2-FE8278B40A81}"/>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F3AC9455-C49A-4335-BAE5-A6F588F2D43A}"/>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925F8B2C-85DF-4186-8CCD-0C3F9E94F91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6548BF25-04F7-4DD1-8458-0F111200FA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1255996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1FDA4BD0-549E-4D84-AC7D-A2DA9664E8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4">
            <a:extLst xmlns:a="http://schemas.openxmlformats.org/drawingml/2006/main">
              <a:ext uri="{FF2B5EF4-FFF2-40B4-BE49-F238E27FC236}">
                <a16:creationId xmlns:a16="http://schemas.microsoft.com/office/drawing/2014/main" id="{0BBD8278-0823-477B-8832-49BFFE3F87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한 번의 사용에서 확인된 것">
            <a:extLst xmlns:a="http://schemas.openxmlformats.org/drawingml/2006/main">
              <a:ext uri="{FF2B5EF4-FFF2-40B4-BE49-F238E27FC236}">
                <a16:creationId xmlns:a16="http://schemas.microsoft.com/office/drawing/2014/main" id="{71011EB4-8EF9-4BED-B656-367EF96499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1CDE7496-00D1-43EE-9FB9-9288D7CA3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8C1CBE67-F624-4D8C-9CD1-54072D402A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56F4BD95-4210-4892-965A-7C3C6D4753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DA5ACAF4-9E0A-4B73-99D1-F34B5F4D25B6}"/>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F95567AE-FE98-4385-BBC9-2CCFBDB77329}"/>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0996B6A0-96B3-401A-9DB8-57EF29F010DC}"/>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6E7F3CFD-9C73-45F3-BDC2-C58031D949C5}"/>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68593D73-6542-4DB6-9829-A279297BBF67}"/>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45248BE4-497A-45D8-9BD8-6B40E95A2C61}"/>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3148BC18-32FB-4DD7-A386-3F0E81650213}"/>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53809CCB-B911-4BBC-8D19-A05D3A48FB0E}"/>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07A9FD31-1AE4-470E-8DCB-F1BEE810D4E7}"/>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B4EC43FB-C50E-45D0-9571-84117E8824D1}"/>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395757B2-8216-4974-A944-BDC32A063DD7}"/>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A78336F5-A697-4B71-BE5E-773B42CB2633}"/>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FB3205DC-F204-4196-8031-873D65D87DE1}"/>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FC343E0-11B0-4EFE-93E8-7C25E03460C0}"/>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B01907C-19BC-4D64-900B-980198EBD1AA}"/>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D331ABFB-FA2B-40BE-83EB-FFF6B179A174}"/>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47BA12DD-97C1-4DEF-9880-2EA679B7CD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10366980"/>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CE7F9642-B83F-4B44-AAC0-13C2E2EFA8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5">
            <a:extLst xmlns:a="http://schemas.openxmlformats.org/drawingml/2006/main">
              <a:ext uri="{FF2B5EF4-FFF2-40B4-BE49-F238E27FC236}">
                <a16:creationId xmlns:a16="http://schemas.microsoft.com/office/drawing/2014/main" id="{532B69D3-838C-4DEE-8BAB-F13663ADBB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Task Prompt와 Project Context">
            <a:extLst xmlns:a="http://schemas.openxmlformats.org/drawingml/2006/main">
              <a:ext uri="{FF2B5EF4-FFF2-40B4-BE49-F238E27FC236}">
                <a16:creationId xmlns:a16="http://schemas.microsoft.com/office/drawing/2014/main" id="{94B62E2B-E1B0-492A-A0E0-4AD5119AF5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C9E55142-37D2-4223-94D5-CBE4FC02C9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096D5D55-FDA6-4254-B091-1382FC6C4B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4B90750-6EBB-4783-B79D-AAEE11F479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77E4E16E-F0A0-4ADF-87F8-3D4BB43476DA}"/>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607A69AA-352F-452B-B053-000D51DD38B9}"/>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595A03A6-D035-4071-A787-E737B7977D00}"/>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9B88FF2C-6A28-42E3-A348-77C1A81BD294}"/>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952BFB8-3992-4389-AB89-70938F426F0B}"/>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E2D721E4-9007-4DB8-A347-BF99242A6D1E}"/>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A73A37A3-52E2-471E-B242-17EEC35F8658}"/>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898831C4-411F-402D-9949-9FEBBFDB09B1}"/>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C0F6085F-D85F-4D99-9B2F-180E359DF886}"/>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B65F9BEA-5765-4B45-A217-9551A3271B3B}"/>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CFB880B-3DCA-42E8-A7CA-FDE6948DB41A}"/>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688FBCC5-3AD3-4B59-87C4-2A9091361CEE}"/>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F4592BD9-C8A2-45D9-87DA-3A00AF174F36}"/>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37686615-15EA-4ADD-BEB5-8C90A15444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28571387"/>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26827200-721E-4294-8593-DD5AC232E8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6">
            <a:extLst xmlns:a="http://schemas.openxmlformats.org/drawingml/2006/main">
              <a:ext uri="{FF2B5EF4-FFF2-40B4-BE49-F238E27FC236}">
                <a16:creationId xmlns:a16="http://schemas.microsoft.com/office/drawing/2014/main" id="{E2573165-B405-432B-94FA-7480B5071D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정확한 정보도 계속 늘어난다">
            <a:extLst xmlns:a="http://schemas.openxmlformats.org/drawingml/2006/main">
              <a:ext uri="{FF2B5EF4-FFF2-40B4-BE49-F238E27FC236}">
                <a16:creationId xmlns:a16="http://schemas.microsoft.com/office/drawing/2014/main" id="{B00C6B12-5D92-454D-B48B-F73B00F1A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FB89305-27FB-4378-9712-EBA6882B8C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D95EB1D3-C3C5-49FF-BB58-5377E07755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AB3EA707-C16B-4F5A-A3C7-5CD69842BC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5411B52E-1E25-416B-8066-8BBDDC556561}"/>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3BA678E3-CDDB-40FF-B2F7-3F3BF500E28C}"/>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414E43C3-09CE-45AA-A291-E87EF8A85547}"/>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40AEB543-C9F6-46C1-86FE-4809D21CC744}"/>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452CFD92-A51C-48CA-AD71-6CF4383033E7}"/>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D0FD69F8-BF32-4119-A0CA-A3D4DF2CDD69}"/>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F4324D83-EF82-4F4B-9DFF-CBBC9720456F}"/>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0E070BE6-26C1-4363-8D89-F5D3180E6C8E}"/>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DC6E2839-857C-4D20-909E-16683E8B48CA}"/>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4EE3E57A-CD75-4BC0-A699-A5A234A8C2D7}"/>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20A54D83-7C0C-4E3A-9807-4C5ABE4E5D71}"/>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2E30869E-D467-49F8-8C71-517750A39DF1}"/>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D92AA7DE-BED1-4FB1-8336-1396013D6308}"/>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42923D7E-56AB-41BA-B261-53C274F2019F}"/>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C8675699-7C18-4D81-9932-8BB6DE8C2CBD}"/>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49E35BC0-96C5-4B62-A464-8998E8C47254}"/>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3C2715DA-1723-4E01-B7E3-1C39D56B509D}"/>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7ECCB453-6ADB-4955-B930-C97791D40858}"/>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69A87EA9-429F-4006-A020-D5C2A9D15841}"/>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C4477525-4E5B-4483-A8D0-B62454A35A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981446"/>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29B3857F-5505-4528-B64D-43A39FE485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7">
            <a:extLst xmlns:a="http://schemas.openxmlformats.org/drawingml/2006/main">
              <a:ext uri="{FF2B5EF4-FFF2-40B4-BE49-F238E27FC236}">
                <a16:creationId xmlns:a16="http://schemas.microsoft.com/office/drawing/2014/main" id="{AA6C4334-C0F8-41B5-A420-3BD1B7D01B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하지만 이번 Task에는 불필요한 정보">
            <a:extLst xmlns:a="http://schemas.openxmlformats.org/drawingml/2006/main">
              <a:ext uri="{FF2B5EF4-FFF2-40B4-BE49-F238E27FC236}">
                <a16:creationId xmlns:a16="http://schemas.microsoft.com/office/drawing/2014/main" id="{7A1D9620-CBB9-42F6-8C05-85283061DA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64B9FB91-22EF-4EA0-97E3-846FC97FD8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3426361C-9E15-4D43-BE9C-C8C0243A3A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0B0E7B75-C45C-48A7-8392-5F7DA648E6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3730694E-FC78-477A-9B0D-3BA048CE8B5E}"/>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C32B5114-FDE0-4BA2-AB76-87CAF3763C8E}"/>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A9D3DFAA-AEBF-40AB-9995-9756E19EDA68}"/>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4EA66C72-8C77-4C50-AE89-605C261C8FE6}"/>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EF77A0B-F2F9-4118-A272-82CF79299B72}"/>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AC9A2A37-3D81-4090-8F6C-F6C744C3FFB5}"/>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414BF0F2-A612-4CA4-B168-5778231F78AF}"/>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DB4FF2B3-E4E1-493F-9FA5-E52C3F273A4C}"/>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5B569AC1-B98B-4400-AF8E-1D83B4194347}"/>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5A26F3C7-2398-4506-9139-33EA4C447A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72194780"/>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02B8026C-BC51-4480-8262-629A75C3E8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8">
            <a:extLst xmlns:a="http://schemas.openxmlformats.org/drawingml/2006/main">
              <a:ext uri="{FF2B5EF4-FFF2-40B4-BE49-F238E27FC236}">
                <a16:creationId xmlns:a16="http://schemas.microsoft.com/office/drawing/2014/main" id="{C7EAE8F0-FCE7-4673-A556-E6FF68F46A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보의 범위와 제공 시점">
            <a:extLst xmlns:a="http://schemas.openxmlformats.org/drawingml/2006/main">
              <a:ext uri="{FF2B5EF4-FFF2-40B4-BE49-F238E27FC236}">
                <a16:creationId xmlns:a16="http://schemas.microsoft.com/office/drawing/2014/main" id="{1F2B1C91-28D3-479D-B6E8-FB41F51214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FE1D4138-30A6-471D-9C0B-12AC3A732B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5BE1C025-6801-4935-87A3-F7B5772E08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7FCD3058-5DB3-4247-B0E0-204B44BFB9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46826641-F64B-4DFD-BF12-D34B1AA8A48C}"/>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E4127397-FFA7-419F-BDD2-EC178E50861B}"/>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38158C2F-FDC4-4B42-9381-D5770F38AFF9}"/>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BF45D152-17E8-4740-9A72-A7CCB83CCE39}"/>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E85730A4-9EB0-48B1-94FC-CADC36BC653B}"/>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8A4F3687-D53F-4231-A725-6774152AA958}"/>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2A63012A-F2A6-4DE3-B9C2-CDD16A40BDCC}"/>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9AEA5234-A90B-4D7F-ADA2-711E9B5C5165}"/>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29398601-B252-436B-A36F-8F937F689387}"/>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B41ADF11-A17D-4C1D-92B4-3BC960FDD38A}"/>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F9A8B04F-FF19-442D-A4F4-FC1F9A588A9E}"/>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AAB5D1F4-82AE-4892-A4A0-FC6D30F71139}"/>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98DE174B-0617-4337-BDC5-440BE19325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686603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723B72FA-83F3-4843-9A06-22737A6A7B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29">
            <a:extLst xmlns:a="http://schemas.openxmlformats.org/drawingml/2006/main">
              <a:ext uri="{FF2B5EF4-FFF2-40B4-BE49-F238E27FC236}">
                <a16:creationId xmlns:a16="http://schemas.microsoft.com/office/drawing/2014/main" id="{0F2AE678-D144-4125-8E2F-CB9E1F371C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Long Context 연구가 말해주는 범위">
            <a:extLst xmlns:a="http://schemas.openxmlformats.org/drawingml/2006/main">
              <a:ext uri="{FF2B5EF4-FFF2-40B4-BE49-F238E27FC236}">
                <a16:creationId xmlns:a16="http://schemas.microsoft.com/office/drawing/2014/main" id="{216A9B75-626B-4203-BE52-9A307B3270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DC12CEEE-755C-4EE7-9DC7-8616602AB6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2737B08D-E249-42DF-8C05-6A88E43BFA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95938FF1-E872-4C31-8EB5-5F959727F3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185CEFBD-E6AA-47E1-B583-FF83F45A2485}"/>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B1CF40EC-3A52-4AFC-B1C0-4C611D391A40}"/>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D9505249-709F-4343-A218-11345E1CA79C}"/>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6CA2ABFF-2A27-4905-A0DB-50571834489F}"/>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5548E96C-B084-4A56-BAEF-B1D4DC46E1A4}"/>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B586B31F-28A5-4A10-8D50-0A4123680CD5}"/>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AFA8011E-669F-4E87-8648-0EE1738515E0}"/>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7935CB7-AB8A-4139-A22D-719ADD7F2C9B}"/>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34AA45-BA3B-4ED6-937B-BFD4B5EB64F5}"/>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018C7F04-DF6D-477E-A08D-75B800B1D7CA}"/>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0ABED17-4D49-4E5D-B793-4740A90B2D87}"/>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17979DB-714D-4B84-A2A9-556BC38EF7B4}"/>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DBA33F7-1E78-440C-BB29-6D9C701669CD}"/>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72EB036-05E1-4CA5-9FAD-F1D6BC1F0593}"/>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0CA5358-91CC-46D6-887D-17919FF2BF34}"/>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58042CF-179D-4E78-A3B8-AD5D7FFC7C65}"/>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D97B8662-1384-4D6F-AC5B-64756FA179C1}"/>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BC293CB3-F94C-42B2-B3C6-C699FAF1E193}"/>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8B0D01C-1243-4ED6-99C8-1F1EA034C2F7}"/>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3BC58A3-0B43-4BE4-9F44-1D113F5B0131}"/>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87AA8470-7B47-4709-B126-0A5509B523E7}"/>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A26CC289-470D-4407-87B5-FE7E0608AC3B}"/>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291C6362-34B7-4A31-A7C4-4FF472CB1222}"/>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7917241C-9125-4CE7-909D-57A824C6FA8F}"/>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ABF20D65-633F-4456-85C1-F65907BC4900}"/>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4E23D57F-4E8E-4F77-A421-775163DEDAFB}"/>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EED3E3CD-CA04-40D4-835E-E5832B65CF8E}"/>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4A3A245B-AE10-4BAE-8E90-34136FC63804}"/>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2A6D4FE5-A163-473E-89E5-F4B52B7FFD92}"/>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783B0C2C-CB85-4E24-AD3F-8225B06512C3}"/>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FB0BE91F-8D68-43CC-9C06-4ABF951432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529742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309593E6-70C1-4F3D-8E41-C7117FD8D4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0">
            <a:extLst xmlns:a="http://schemas.openxmlformats.org/drawingml/2006/main">
              <a:ext uri="{FF2B5EF4-FFF2-40B4-BE49-F238E27FC236}">
                <a16:creationId xmlns:a16="http://schemas.microsoft.com/office/drawing/2014/main" id="{F146838E-F7D4-4364-A4F5-F00BD5D5F6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필요한 상세 정보로 가는 길">
            <a:extLst xmlns:a="http://schemas.openxmlformats.org/drawingml/2006/main">
              <a:ext uri="{FF2B5EF4-FFF2-40B4-BE49-F238E27FC236}">
                <a16:creationId xmlns:a16="http://schemas.microsoft.com/office/drawing/2014/main" id="{895BBF4C-77BC-40A8-BC6D-3389377D3F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556D2E8-4155-4ADE-8D0F-CDBFDCBE05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540041BF-E056-4C6A-A750-0AD6AD3B16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9E4EF3DA-90AA-4D4D-912A-2BFC7CDBA5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DD6EF9B3-405D-452D-B7E0-3B998C1D4DFC}"/>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85C2D1A5-FFAF-453D-B3D9-9F132A126147}"/>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EDD02BE4-8618-47D7-8D51-A4D2B5B2C315}"/>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0595D22A-33F3-4F81-A51F-06E2CA4A319F}"/>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F4EE879C-082C-4AF3-8A87-32A410A77CD8}"/>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0F5C264-4050-4BE8-BEB8-8694E75621F8}"/>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F04159DC-095A-44D0-87CA-BC1AE2CF9D6F}"/>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0F9DF098-D62C-444B-8CD8-F27269AB9642}"/>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F16551DF-0704-46FB-88C6-A7306B9E1D05}"/>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3608668-847C-4ED1-9CAA-749994A48CA8}"/>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825521E6-39E0-40FA-BB29-11E2131787D8}"/>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972BCB36-14AC-4D87-8104-AA9F58815939}"/>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E7C8419C-4630-4CAA-B1C8-CD1843735E36}"/>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54DE0FF6-846B-416B-9A68-634F2300EB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9097987"/>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3592FB8D-D0DE-40B7-B89A-3BA2BEEB4F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1">
            <a:extLst xmlns:a="http://schemas.openxmlformats.org/drawingml/2006/main">
              <a:ext uri="{FF2B5EF4-FFF2-40B4-BE49-F238E27FC236}">
                <a16:creationId xmlns:a16="http://schemas.microsoft.com/office/drawing/2014/main" id="{E83C20B5-A03B-49D0-9E68-804C5B1C7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Core Context에서 상세 정보로 가는 길">
            <a:extLst xmlns:a="http://schemas.openxmlformats.org/drawingml/2006/main">
              <a:ext uri="{FF2B5EF4-FFF2-40B4-BE49-F238E27FC236}">
                <a16:creationId xmlns:a16="http://schemas.microsoft.com/office/drawing/2014/main" id="{9093BE51-0FCE-499A-BEC4-DCD7DD49E2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6E848B58-97DD-442B-BB72-64ABCC4E4E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3A2C1D38-42C0-4723-A4B6-D441C6127A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7DC667A1-20F8-4049-9EFA-D93E629C5E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DFBB9BAB-3CC7-46EA-BF05-F0B01727EF79}"/>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0A6023C2-FC17-4EED-8E5A-631A09519E92}"/>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7AB16656-05D5-4830-A6ED-9E27AEBF7FDF}"/>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A72E1972-15C2-47DC-BCBF-387ACC80463C}"/>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5407E944-3EB3-4C99-8861-1C1BFCCF5B99}"/>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EFE642A6-0FFD-4CAC-BBA6-30E32134218F}"/>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6357BDF1-FDFE-4CDC-8F82-56355F022E60}"/>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E5EADA30-EB1F-47DB-9BEA-1430A49E8371}"/>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AA3BC20A-8AD5-4CF4-B312-26DDE3EECDDE}"/>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82763E66-020A-4232-8EF7-29A15E9CA09E}"/>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49C5FB0C-603C-49B4-ACA4-561913B13DF9}"/>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4D997FDF-8484-478B-BE1C-F7C1429F600C}"/>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5DE8BD64-4485-4CDD-B8E5-0A57B0863F5F}"/>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6B783DE1-244B-4902-BD22-40F62AD669F7}"/>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82682AE9-BF6A-4C7F-A7ED-BC89DACE6BC4}"/>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E157ACFB-5CCA-45A4-91D3-45D5A4B97FBC}"/>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17F72D80-EA64-4891-A439-3EFE784776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8849586"/>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81CA4798-570B-4134-95C2-DE3C431C17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2">
            <a:extLst xmlns:a="http://schemas.openxmlformats.org/drawingml/2006/main">
              <a:ext uri="{FF2B5EF4-FFF2-40B4-BE49-F238E27FC236}">
                <a16:creationId xmlns:a16="http://schemas.microsoft.com/office/drawing/2014/main" id="{9A688BB0-FA29-473B-B5C2-C726CEB9EB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정보를 지우지 않고 위치를 나누기">
            <a:extLst xmlns:a="http://schemas.openxmlformats.org/drawingml/2006/main">
              <a:ext uri="{FF2B5EF4-FFF2-40B4-BE49-F238E27FC236}">
                <a16:creationId xmlns:a16="http://schemas.microsoft.com/office/drawing/2014/main" id="{263065A4-82B1-4837-A103-5A418B2273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AE31455-592E-4DAC-9593-3541B5261F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982681A7-D936-4C6D-AFF5-ABBCB45934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CB892B4B-E626-45EE-AEB0-CFB8CA608B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B8513736-9FB0-4A3F-8F65-FAC6B904EE3D}"/>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D8DB067A-5C2F-4318-83A3-8942585C17B1}"/>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212DBC11-9507-4F6B-B1D4-688DAC395292}"/>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EC6FC5EA-EADD-45A2-99FC-79E22286C277}"/>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A84672E3-F582-4A4B-997D-B1F64C83B494}"/>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CB1FA1B0-D73B-4FB9-9D02-7F1736CC79A7}"/>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96836F12-F501-40AF-9EA6-0B6C259FD6F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898E22F1-C24F-45C5-847E-45FDD9823686}"/>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933A54A1-2AF4-410A-9D65-B3AEA069B3EA}"/>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7E438159-E70A-42C2-A710-0BE58E35C958}"/>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F0305F12-2D1E-4D0A-8F4A-7DE320AC11C8}"/>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B1CD5C88-93C7-48D0-A0C5-D6A5AEBB7805}"/>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82F4CF3C-7D14-4584-A141-223408560823}"/>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6637C7EE-C627-4EA9-8D01-9081BA7A9CAC}"/>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E2ED1B7B-2B0D-4500-8A2C-7BA8731738BF}"/>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ED6C305A-824C-40C1-B6B8-E7E70945CA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8433991"/>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77D0245E-3CFC-4392-8D52-6D48887EAF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3">
            <a:extLst xmlns:a="http://schemas.openxmlformats.org/drawingml/2006/main">
              <a:ext uri="{FF2B5EF4-FFF2-40B4-BE49-F238E27FC236}">
                <a16:creationId xmlns:a16="http://schemas.microsoft.com/office/drawing/2014/main" id="{B3337D17-6613-4809-868D-EB2F626AC9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서로 다른 두 Task가 무엇을 읽을까?">
            <a:extLst xmlns:a="http://schemas.openxmlformats.org/drawingml/2006/main">
              <a:ext uri="{FF2B5EF4-FFF2-40B4-BE49-F238E27FC236}">
                <a16:creationId xmlns:a16="http://schemas.microsoft.com/office/drawing/2014/main" id="{EC4391E8-26D6-4D49-AA6C-20E83D3A48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05D4815A-1F54-453F-A3BC-6DB6ECABA7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3A085F4B-850A-4DBF-8B69-B1D535FC19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2A776289-3F27-4AAE-83DD-D7C220C56F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1AFC5D3F-A39F-461C-87AF-A29A8C43B1C8}"/>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BF106F46-DF43-4EE0-8F4A-E26228A5E239}"/>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AA3E69DF-FBE0-477D-A617-356606534D51}"/>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3622F78-9F51-41CF-9EA6-8789EFD950B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F50CF90B-CEBB-4541-9C22-C2DABAF4B0F9}"/>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4213580C-06F3-424D-852A-D175730D3B7C}"/>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9E5983EA-5C6B-4A22-A7AF-13CFF1D6C393}"/>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A47ABC53-68C6-442A-BB9C-88F1A05244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610532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638894AE-468C-4955-A8EE-F386149201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4">
            <a:extLst xmlns:a="http://schemas.openxmlformats.org/drawingml/2006/main">
              <a:ext uri="{FF2B5EF4-FFF2-40B4-BE49-F238E27FC236}">
                <a16:creationId xmlns:a16="http://schemas.microsoft.com/office/drawing/2014/main" id="{100523D0-C9AC-45B9-A6DA-D0D0FAB74D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Crop Task에서 관찰한 접근">
            <a:extLst xmlns:a="http://schemas.openxmlformats.org/drawingml/2006/main">
              <a:ext uri="{FF2B5EF4-FFF2-40B4-BE49-F238E27FC236}">
                <a16:creationId xmlns:a16="http://schemas.microsoft.com/office/drawing/2014/main" id="{3E24C3F8-C195-4BC3-AED4-7FFE0364E1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577D674D-1990-4C15-B3F3-6D0752FF86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7809934E-63A3-49DB-844A-1B31523D07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EE7CE937-4F1C-4BBA-B6CA-47715F9B43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55311979-06D3-4A61-B6E7-392CF21E2BB7}"/>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B422FEC5-3831-4F22-870E-B5FC3A227762}"/>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6A81F77C-80A3-4D6E-BD6F-4D765F52D531}"/>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30CEF37B-A172-450F-A332-B4661112928E}"/>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554CDE51-07D4-4790-B1CB-16408F49760D}"/>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4B55659F-C1A4-45F8-BE59-BE00E237CB2E}"/>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32FD5ECD-407F-430E-8371-3EF8EA4E9EF4}"/>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7EB68436-719A-4522-B51D-1667FA79152C}"/>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066E4687-9E1F-47A8-BC72-672678B90F46}"/>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81078A25-3C86-4FC1-9311-B0C6A8DBBB68}"/>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9A124843-57E8-41CD-8374-78A6D342F940}"/>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7FC15B22-D5F6-443E-B904-CEA6CB0A2F18}"/>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0DCB1011-EA40-4783-BE09-43DE358DE25D}"/>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80E38AE-81C9-48A2-9D22-1FB1CCC30B2C}"/>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793862E6-5876-446B-AA17-CFA0E09449C7}"/>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60DA5DD4-6A7C-45AF-828F-D0ABC394E6FA}"/>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16C5C3AB-F290-42D4-A084-8744763A2C40}"/>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39DD5175-F82C-4251-A9A3-F825D94B6B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2240527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D57E9F78-AE0D-4394-85E0-C926235165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5">
            <a:extLst xmlns:a="http://schemas.openxmlformats.org/drawingml/2006/main">
              <a:ext uri="{FF2B5EF4-FFF2-40B4-BE49-F238E27FC236}">
                <a16:creationId xmlns:a16="http://schemas.microsoft.com/office/drawing/2014/main" id="{02F1E27C-4D3E-48C7-B869-3E0EEF5752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별 접근은 달랐지만 완벽하지는 않다">
            <a:extLst xmlns:a="http://schemas.openxmlformats.org/drawingml/2006/main">
              <a:ext uri="{FF2B5EF4-FFF2-40B4-BE49-F238E27FC236}">
                <a16:creationId xmlns:a16="http://schemas.microsoft.com/office/drawing/2014/main" id="{1A6316F3-8843-46CF-B066-CD7BE119D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F63BB6C2-F217-4B7B-8F19-A653BEAA4E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3874D666-8C69-47E6-8702-161F24DB75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B77E14B6-6CF6-4EE1-B13D-C4BCAA10C4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95C5B615-4322-4811-BF19-5EA481CC14B8}"/>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F35D0B51-31CE-4B0D-92B3-10E91E2824E2}"/>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1FE69212-F6E3-4C10-8526-8C7693E3A4F8}"/>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78913E17-1797-4460-A74A-46712F5BAEFC}"/>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5DE1F1FC-D057-4EE2-A29A-BDB034795E58}"/>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7E99B7D5-2608-4802-BED0-CF0BD5E5AA26}"/>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F8C86F75-63AA-4317-99F8-2F03775E5B46}"/>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68D9D3FD-B0A4-42B4-9A70-31505866DE09}"/>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C592652F-568A-48AC-955D-EA437295301A}"/>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D8E26333-C904-4FA8-9A6B-92E05DE176A9}"/>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5BC49518-9343-4A4E-AE46-41FD2DCB5E79}"/>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5D6F0147-6205-42C1-BE5C-8EC679BE8D2A}"/>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B1E46DBB-2664-49B9-B7FD-AD5C2356DF89}"/>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3523F8F5-1DC1-4380-A465-EA4C6E4BF2EF}"/>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36768489-4C28-455E-A205-6875B42468AE}"/>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632E5A36-9777-4629-9CCF-8FA8428934F1}"/>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953A3ADD-49F1-464D-A612-C753F34A386B}"/>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7EC0CCF1-9D6D-4679-8208-A5C6FC347D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9370764"/>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08887467-92B6-462C-BDB3-4614ED22F3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6">
            <a:extLst xmlns:a="http://schemas.openxmlformats.org/drawingml/2006/main">
              <a:ext uri="{FF2B5EF4-FFF2-40B4-BE49-F238E27FC236}">
                <a16:creationId xmlns:a16="http://schemas.microsoft.com/office/drawing/2014/main" id="{A2737EE1-B636-4680-8EDD-77E0672237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지식은 정리됐지만 절차는 반복된다">
            <a:extLst xmlns:a="http://schemas.openxmlformats.org/drawingml/2006/main">
              <a:ext uri="{FF2B5EF4-FFF2-40B4-BE49-F238E27FC236}">
                <a16:creationId xmlns:a16="http://schemas.microsoft.com/office/drawing/2014/main" id="{33C54682-C93B-4D76-A819-0F93240073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5A161E57-DBD4-43C8-AD74-39A93F9D3E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1CEC9340-CD31-4ACC-95A2-C4EDBD6BF7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DFA51569-EA31-4320-BF02-B1F85A8D0F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1BBB98BC-775A-402F-9566-574C59997AEE}"/>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3D6C7F6A-365F-4979-AD99-5567C02285DB}"/>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277D6E80-7A8A-4FC7-9A51-B3969F619F31}"/>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969E1BC-7554-4555-AD8A-0EE236A8514C}"/>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B65915A3-5DF9-4535-862B-A71DAFF4647A}"/>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BF42E0F0-E4EC-4034-A11C-707520606569}"/>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A02650C8-91CA-40D2-A593-F084AD729D38}"/>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3A60792B-C161-46E0-B53C-62A191CEF8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76140861"/>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F87F432F-D3BC-41DF-9C6E-49C4E561D9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B19F8833-4892-49A1-A883-2FC2F1FCDD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86F73646-876A-45CD-9CC0-33C10D74679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6B0858BF-4C04-4E37-85AB-B757243053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F59E8547-E2FE-4B69-8538-457899AEB0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2FB21D3C-135C-4F1C-9412-5D4A3B80BF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5037D028-2CAB-426E-9B3E-F401BDD85E72}"/>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149F8793-1302-4C53-9316-729E2D951073}"/>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492F235E-7503-452F-8C37-F8EB9F18F15C}"/>
              </a:ext>
            </a:extLst>
          </p:cNvPr>
          <p:cNvPicPr>
            <a:picLocks xmlns:a="http://schemas.openxmlformats.org/drawingml/2006/main" noChangeAspect="1"/>
          </p:cNvPicPr>
          <p:nvPr/>
        </p:nvPicPr>
        <p:blipFill>
          <a:blip xmlns:r="http://schemas.openxmlformats.org/officeDocument/2006/relationships" xmlns:a="http://schemas.openxmlformats.org/drawingml/2006/main" r:embed="Ref6987aae0264008"/>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7D8D6AC0-5124-4D8C-89D0-EB62B7C52A1B}"/>
              </a:ext>
            </a:extLst>
          </p:cNvPr>
          <p:cNvPicPr>
            <a:picLocks xmlns:a="http://schemas.openxmlformats.org/drawingml/2006/main" noChangeAspect="1"/>
          </p:cNvPicPr>
          <p:nvPr/>
        </p:nvPicPr>
        <p:blipFill>
          <a:blip xmlns:r="http://schemas.openxmlformats.org/officeDocument/2006/relationships" xmlns:a="http://schemas.openxmlformats.org/drawingml/2006/main" r:embed="R77981e84579749e9"/>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42756B6-BD5B-489A-8EB4-C0E7D43F82F1}"/>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8F53893E-B055-4D2F-91F2-C1E52A085672}"/>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05343B8C-6801-4409-89DF-1439B11E667E}"/>
              </a:ext>
            </a:extLst>
          </p:cNvPr>
          <p:cNvPicPr>
            <a:picLocks xmlns:a="http://schemas.openxmlformats.org/drawingml/2006/main" noChangeAspect="1"/>
          </p:cNvPicPr>
          <p:nvPr/>
        </p:nvPicPr>
        <p:blipFill>
          <a:blip xmlns:r="http://schemas.openxmlformats.org/officeDocument/2006/relationships" xmlns:a="http://schemas.openxmlformats.org/drawingml/2006/main" r:embed="R84eac6d97f1e4b29"/>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10A08AE9-C666-4878-AD37-DF6C761AF4EC}"/>
              </a:ext>
            </a:extLst>
          </p:cNvPr>
          <p:cNvPicPr>
            <a:picLocks xmlns:a="http://schemas.openxmlformats.org/drawingml/2006/main" noChangeAspect="1"/>
          </p:cNvPicPr>
          <p:nvPr/>
        </p:nvPicPr>
        <p:blipFill>
          <a:blip xmlns:r="http://schemas.openxmlformats.org/officeDocument/2006/relationships" xmlns:a="http://schemas.openxmlformats.org/drawingml/2006/main" r:embed="R68bbfc4a5f0f42d3"/>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53DBCF46-7795-4E3B-8D20-9DF8E086991B}"/>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D427E047-7809-427D-AF63-3AA3597204EB}"/>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B2FE874E-D4A7-4BE5-ADF5-3DC8E3601221}"/>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FF8E25AD-AB06-46FC-ABA4-6DBAEF7EAD8E}"/>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2907B884-3234-4DB9-BE15-71203C7425E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F6DEB830-1F2B-4B40-A921-7C17CCD13908}"/>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DA9017FB-0102-478C-A792-0226BAE54DFD}"/>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96B1ED81-01D0-43A5-AD14-D486EB9A0578}"/>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0727A2C5-8FB3-480E-A9BF-0E2112D287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89331190"/>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25E15839-76F1-464A-A33E-30FBB8AFBC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6358F0A4-3428-45CD-9B81-B2F3F94C8B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4189F083-1BB8-4283-B7E8-753821C5E5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EBA72AFE-1655-4335-A54E-BBD6B9BDF7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F130C3DD-6854-49F0-BE44-60D9A7634E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89CF18C5-5DC1-45CD-9E3C-D47AEB0496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CCDF38CC-38F4-45B0-809E-2EC067FA13ED}"/>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5EA58635-F5DF-422E-A2E2-74C591714045}"/>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1C82E760-494B-407B-A19F-53EF11ABA0A2}"/>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D3473D0-5760-4503-8478-230449EF26BF}"/>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6FA043E2-EF02-4259-BA31-0B9D7B3BB5D6}"/>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8C6EE439-7849-4DA2-B293-94BA9C818EC8}"/>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715688D6-8BBB-4BBC-9FF9-69C1CE4436D7}"/>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CE5C4476-6E17-4854-A8D5-C2A1D944CF79}"/>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D0A584D9-7607-4C40-8577-20A78EBC42F3}"/>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6EA30D0E-33BB-4CAE-856F-2F774A4FCC47}"/>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654C34DE-F4F5-43E2-8153-718F39E5D3CB}"/>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E08EB194-EFD9-4417-AC56-D8257D87263A}"/>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7ED9F9DA-0B2C-49E0-A8D6-22AFD6C6B0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4337467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28D01675-CE8B-47A0-9F79-74AAF49510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983C79F5-9B5B-4F1B-89F2-8DBBDDAABC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1BA0F001-C680-486A-9652-48BD78CA62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F4C164A3-543F-413A-B804-05808717E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09FEAF0F-700E-42DE-9A77-4A86FF2B12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0921223A-E670-4E4F-928A-C46B3C300A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BF1D8829-CBD0-4816-952C-7F98538DDEE1}"/>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0712B456-A53E-4BA6-92DF-DD357EE1BB05}"/>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18ACB07D-026B-4585-B93A-7ECBB113D1E4}"/>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48EFB465-A788-480F-9C1C-7DC6178684D3}"/>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02608118-C589-483A-9192-5C65061754A7}"/>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67981364-F250-43CC-900D-6D2A141DEF7D}"/>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9D1DBB9E-CC3C-4C86-B227-801CDDC139A6}"/>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9A1BBF7E-9E07-4CEF-A632-CCE90AA1F0DC}"/>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2D40552B-1C87-4340-9A09-CC6C1F08D65B}"/>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DFD34641-E426-4977-BDAB-290DD05EC972}"/>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7B8B45C9-369B-4D10-B00D-D802CBA5DEE7}"/>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033964A8-F6EC-41CB-A663-272D6700416A}"/>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99BA0658-E7BB-4F09-AA69-BB28A0D431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853811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5FD99F69-3325-4F47-9C5F-C5693AFFB4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00B116B4-81BC-4177-9DCB-86544F4033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AE4505BE-D503-4C16-B2D6-93DEB05872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6C3315A5-B201-4032-AAF7-315ACCF044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9AFF298E-0C55-409A-BDAC-7B0221A166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9495EF8E-99A8-478A-9A8C-198AA5E8F3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D0214755-F07A-4418-8370-9CE56F6C5708}"/>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35AE5133-3949-4464-8FC2-A5B75E6B9E74}"/>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E3022717-C01E-4A4D-B04E-E0BD7C0CD6A4}"/>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90F7E5B-EA25-4C94-8A66-F3B1E4E88709}"/>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0B706917-088B-45A1-A36E-DC0CB4C6D72F}"/>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92E81EE0-94AA-4C2E-ACFC-9B29F8890A2B}"/>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5D9361DF-A821-4E64-B301-7240EEA8243C}"/>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4DAD33BD-F048-46F9-BEB4-AC982EEF0A5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291EB8B8-BECB-4412-B163-56DA1F344137}"/>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2BC23DC3-C428-4110-9C47-27B4E8234E79}"/>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395BD910-03D8-4A04-88B2-4FFEC635BBB7}"/>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81543FF3-6070-44A4-BBE6-47E5AB64E5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40991758"/>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64CAF127-0BF1-4F69-96C3-2C24E77FD0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7142CAEF-F3D1-43A5-A6C1-E56CA27D26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3B6007CE-F415-4DD3-A652-792AF6679D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7934A18A-6D28-411B-BB41-A961D292DA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3307E2D7-11CF-4C85-AB63-8F3EC7FE92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45140026-3E43-4C8D-B1DB-71D1083DBE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A2D84F15-771D-4DAA-AF3A-5EC7B997AEE9}"/>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A4F658DE-5EF2-4A98-84DE-36D77C1CD88F}"/>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D0AD4717-C2CB-4C2F-92A3-E947C4351615}"/>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3DB69BE0-89C0-4108-8ACB-A326BEDA7E7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1ABC3736-85B4-4446-8BE3-B6EB3846E385}"/>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268BF389-4B4A-4255-A7A8-AF0D293860D1}"/>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D38B3AEC-4D7F-45D9-9F5B-B2569633F75A}"/>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AF808045-6B61-4272-AC8C-742621CFCC0A}"/>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461D9C62-EB35-4AFD-8228-8A8A3CADF8EC}"/>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5A38ED99-EE95-426A-9236-4BF46EC40C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5311824"/>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F7D1FC56-711A-49A8-A36A-5E3B29BC73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2448F23F-E779-4592-B3CF-4D3961DE75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1DEC3A19-4D97-452E-88E4-C54EF1D79DE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97BA3E4E-4436-439F-978D-1FCCAA7E9A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FBF4903A-CE4E-4C95-B4E3-6DDA885915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70065C3C-FFE4-4C9E-BA78-5E9130D5CE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CF124D0E-F156-4106-95E7-CD82FE4878D0}"/>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B59FB7F5-3986-4FFC-8641-773BF07CA297}"/>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77E6EF73-2FFC-45BB-82D4-781B005FBBE4}"/>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61F7627A-2D8A-4733-9639-AFB02DF3BA7C}"/>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96EAD232-F7A5-4000-A2C4-4DD9C6AE7D2F}"/>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3D158677-3DFD-4F8C-A587-9EEFBF0AC561}"/>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9CE7C064-AF37-446E-994A-D7642F377DEE}"/>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1C5053B6-5199-451C-8295-A0217FAA6338}"/>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06403223-5885-46A1-A0C5-8DFA5C07F4D5}"/>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0E22E9F0-0A62-48CE-BB52-185D482FB487}"/>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28FA05DB-448B-46B3-87D1-8B90032A5CBF}"/>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D4C7C197-9470-4D74-B461-BD47E91FDB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25794373"/>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B17E436D-91AD-48C1-A94F-A72CBE669A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044550DE-7EBA-4227-B342-CC93069073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DD632A1B-9856-448E-8266-CA316EBC64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DA621809-5E29-4938-A27F-B216247539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E2EE93A0-AC43-470D-B132-27CD775D07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A4F07C25-9F58-4423-9C32-C12B5A6178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0B8F33F9-DD97-43DE-A50F-AAEDF87E7E88}"/>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E66AFB35-16B6-48AE-9EC4-CF6BD6430D3D}"/>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C0A8F173-10B1-4716-9756-B8C10B8B3CE3}"/>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F8166858-C134-4411-8506-88D3867D0535}"/>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CC12B2BA-2D6E-4311-A6B0-93C0C1109B04}"/>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99AD3276-2594-469A-9486-CC783AF2331E}"/>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7924D2D8-B70C-49E0-96BE-BC700A3E9C53}"/>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F2266C64-5F88-4332-84B4-1EE74C0C3670}"/>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2ED4E6F5-D0C9-424F-8FD9-E5835644ED76}"/>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14F78472-BE96-45E7-AB85-AF858900CC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32878579"/>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7352B0BF-C315-4C86-8E1F-98C8ACC017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B30B2DB6-29BE-4232-A202-1D9A9059B3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DF3C3470-8BBB-4BED-9EE5-5EA15B516D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34A50508-304D-4BDF-AB31-7874C90185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F5215311-C5FE-43B5-8923-2727E02B8F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FC6A77F5-EEB1-405A-B7C6-F3F23D9BE7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57AD94F4-B4CF-4452-82CE-07C806E22A21}"/>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76957C81-1BD1-46F3-A72F-A6F761588653}"/>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E5250981-CD0C-41ED-90C8-28AFC49AC583}"/>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74DB6B13-5D21-49E1-BF5F-6041412E5211}"/>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23A1C92C-ACC6-4409-91A0-C5B6EA78F813}"/>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4FC4DF28-C84A-4CA9-AD50-025F74CF840B}"/>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B2F02B9E-0F24-4D27-9AC9-C9D682013EB0}"/>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C94D3A40-DD3D-44F8-9E56-23E985A5A11D}"/>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F2B1016C-E509-412F-A841-A9A6D489AFE7}"/>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D333991C-C016-4156-8D28-E0B27B04DC3A}"/>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2866C560-28EE-4C6F-8316-4DC118BC565E}"/>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AFFE68BF-7F92-438B-8CFF-F1893F3D472A}"/>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AAFCC081-80F9-4F89-AC79-C275F1DA8E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399038263"/>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B886C9E5-5559-438E-B4EF-0F7092FF0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E1C6373F-752A-4D88-A44B-995D139B45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E60B4506-10FF-437A-A91B-8B2C333409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B8A3BA57-C08F-47F5-BCC5-5337CE0E2E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64D19251-3E5F-41B7-BE55-68DD3AC6D6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AE879A74-45E4-4C67-8714-F3DB0D7FAF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2763ACF5-8C5C-476A-9E46-3DD4F7300B2E}"/>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C9E7C505-90A3-4936-816D-77CA15290AE4}"/>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1B187539-D85F-478A-B81A-14D63819003E}"/>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1AE2824C-0047-4160-9D4A-161130CA4BAF}"/>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a8d90c03c2b4485b"/>
          </a:graphicData>
        </a:graphic>
      </p:graphicFrame>
      <p:sp>
        <p:nvSpPr>
          <p:cNvPr id="11" name="">
            <a:extLst xmlns:a="http://schemas.openxmlformats.org/drawingml/2006/main">
              <a:ext uri="{FF2B5EF4-FFF2-40B4-BE49-F238E27FC236}">
                <a16:creationId xmlns:a16="http://schemas.microsoft.com/office/drawing/2014/main" id="{02F46510-2EE3-4CB6-85CD-9AD30D5C57F0}"/>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052742DD-0B40-4E9A-9C66-EC56634AE404}"/>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6DB252EC-27F8-4BD6-B06C-7FC993AFDF12}"/>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34EFBDB3-061F-4CF2-B97D-5056AC04FF1F}"/>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ABA84201-FDBB-464A-9D6F-1BD9DEDD5515}"/>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DA3013AD-5B5A-48F8-B281-65555EC42CE4}"/>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3F3E54A0-8FD3-4223-8FA9-C8631A815145}"/>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5AA6A8FB-B43A-4A10-85F0-2AB7B4C3DC16}"/>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8A5BC020-FEE2-48A1-A580-DE557329F39A}"/>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2B759692-4A04-4A33-801D-96BB070123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0089469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8508F989-16B7-4309-A105-4787DB1BB9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6">
            <a:extLst xmlns:a="http://schemas.openxmlformats.org/drawingml/2006/main">
              <a:ext uri="{FF2B5EF4-FFF2-40B4-BE49-F238E27FC236}">
                <a16:creationId xmlns:a16="http://schemas.microsoft.com/office/drawing/2014/main" id="{4E77F3D6-ED99-4D95-ADC4-D25E504F88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0D938630-B606-4CCB-B217-4BBC230815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9AE8C9C6-1FB5-4E24-A02B-3DD5A45B8E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22DBD1D6-8331-4A73-AF2D-2DA2F51D83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FD8085E6-4F06-4072-9D7B-8CB3EF44C5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6F34D8F4-BFA4-424A-9011-CED649ADFD59}"/>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A5BCEBF1-1857-41F0-BE3B-70CF2C1EA55F}"/>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51867839-BF0A-49C0-B4D4-09B5A9A26E6B}"/>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F7E314BB-45A1-4D21-B25F-57365F5820B6}"/>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5447C0E-DEBC-48B6-B517-BA22354F2F1B}"/>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5DE1F716-EDFB-4D59-AC7D-337BE591F630}"/>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25EA5300-ABBA-4FAF-8E38-A6211BA81DD8}"/>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8C2D76B4-7BEB-48E9-9520-F15DA5538F41}"/>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B27C189-59B8-4D60-B35E-CC0C44836817}"/>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5E9D0E98-307B-4BF0-9EF1-DB0ADBCC9290}"/>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F17FB364-AA73-4F18-A1C4-96A4B835A48E}"/>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4B83908A-B2E8-43B4-B667-1952E824D1D7}"/>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B04E0F73-A3F1-4512-B95D-63571B33D3B4}"/>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4313439F-0FC5-47A6-A47B-1B3EDA1A65C3}"/>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CD4BC4CE-C3CE-459C-8BAE-0CFE88F237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3651597"/>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6C916C47-7106-48FA-B47E-CBA86B4C6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F1EF41FF-CCDB-42E7-A52D-78658AE052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E2879063-3D5A-49D8-88BF-220BF8E9E0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42FC13E1-59CA-4DAD-B286-30F62C1F91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862BC7B1-8D00-4F8F-8E90-40B0419342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478248B4-EA05-4387-8AA8-46E4A683EE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221308F0-0A1C-4374-8E24-5F61CAA13167}"/>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A2014ADA-6B36-4BB6-A1F2-6118F34BCDE3}"/>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C34FAFD3-51A4-461C-AA84-E1F24734D35C}"/>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936D7641-AE67-4801-A335-57FE5AE9C7FE}"/>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A664F251-9971-4989-8C5E-B2CA93DB852E}"/>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B6744271-0CDA-41B6-9E4D-BFC7623ADE8E}"/>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13C5FD1E-6E35-4114-87C0-ADA27D5C085D}"/>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EF895405-1B6F-4B05-BCF9-7E344DC83EC3}"/>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5728B3B6-E19A-401F-9EC1-B52ACCA417E0}"/>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30C0F3F4-5D15-48AB-A343-3DD37066C39B}"/>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1D45A734-4BE5-4471-8E2C-72378CF8D280}"/>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14D71829-EEF5-4A82-80A8-8BA79E98E3E8}"/>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C2930BE2-FD6B-4DA6-BFEB-FC6131F83F80}"/>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325F6A6-20F0-449C-BCE2-F772C4D45BB6}"/>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9CEBDFF3-51F8-43C2-8268-E987B39AB7CE}"/>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333AA43C-A595-4B71-A89A-21D8834D17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5656798"/>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EB3A487F-72C9-40F8-9D56-21523704B5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8">
            <a:extLst xmlns:a="http://schemas.openxmlformats.org/drawingml/2006/main">
              <a:ext uri="{FF2B5EF4-FFF2-40B4-BE49-F238E27FC236}">
                <a16:creationId xmlns:a16="http://schemas.microsoft.com/office/drawing/2014/main" id="{557B3366-2555-4DFA-83AF-78F69CCB7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CC923BDD-E058-4B25-AFE3-E5CDB73214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DCB1156B-1115-432D-9DA8-F177EA6CB2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65E78643-8521-4477-A7D5-AE82DDFF40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16B19EC3-B978-460C-B526-3A5A4421B9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3B5B06B3-6007-426D-9C5D-184DF6D188D6}"/>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8FD9B2D5-A653-4395-8D62-B63FCDDEA773}"/>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5E96B658-C193-4B33-8167-E0BBAB1BC08B}"/>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15A809A4-AB04-4F97-896A-662F27F856B1}"/>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4A7B886E-E01F-4C9B-9A72-C90F8F4B3A9D}"/>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AF40171B-4144-4BEE-8B8D-1DFE88B6B0AF}"/>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477A9A00-9872-472F-9B5E-2CEB9A63BE6A}"/>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0ECAAEFA-5A74-4EDF-917D-B680A43850E1}"/>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03B6E216-9B9B-43AE-969F-44A4A1CEC0D1}"/>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36063C2C-8546-41B3-A8AA-AF3C27F31479}"/>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850C76AF-1333-4B08-A421-A007BC180CA3}"/>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4ED107C9-8E93-4C2B-AA9A-D389E0925A7C}"/>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DA0A97E0-0265-425A-A6F5-6950C7C6CDAC}"/>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6D239381-0721-4B1A-BD6F-81885E8CF153}"/>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E398B2F0-1F7B-47EA-A077-66EBC2EC45CE}"/>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BD13C3D7-592F-425E-8DDB-DEF566D681A3}"/>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E49E9284-A328-4C44-89A4-2E887022ABFF}"/>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FC4E09D1-850C-432F-85F1-0541940763FE}"/>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C0342368-E3E2-48C9-AA26-0955B4211D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28372476"/>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C61189DA-1976-4CF6-91C4-7148FBFB4E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73FAB56C-2A03-4EE6-AD95-7732820319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52A9A8BE-B59C-4E9E-8CA8-B1C25DCD34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523089DA-6F8C-4CEB-BBE1-5806FAC930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16C4CA59-141D-452A-9DE7-0005A976FD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24F29514-78AC-48F7-9729-73F7D2153F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6CB1DD94-B728-455A-9C2F-3F1B894FC141}"/>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78D2269D-6BE2-4D34-838C-C3B3B6AB9EFF}"/>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441CC814-EF44-44F7-8D39-DB368321053A}"/>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FD0E1895-2CBF-45F0-8F33-E842B03529B6}"/>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77BF3016-5148-4FDF-8DC1-E57F4B9AF03B}"/>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2A02AFC7-CC16-4AB2-98AC-5E7ED39A3196}"/>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2A387850-9F7B-451D-93CD-9099105BF6E4}"/>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4DBA2CCF-4382-4EB4-BC04-08BBBA6DE77D}"/>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7BF95265-18CA-42C2-9891-5835E6B4184D}"/>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CD2160BD-90CD-4063-BBFF-7C7704617B4C}"/>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277AB5FC-1312-4508-99D7-B04F29983BE9}"/>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A5C45E52-470F-4917-9B6A-C1677BBFBFD2}"/>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6E2704CB-F444-4BB3-9E70-59C40925511E}"/>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53969F3B-F094-44EF-AF74-89CEFAAB13F8}"/>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2F7CFEDC-AD2B-4EA2-9654-6AF8C97ED4E0}"/>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3278FE8B-5124-49EA-AC62-3441F6BEE075}"/>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C8D42BDB-EF56-4080-8C5D-E691E2AA61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2329905"/>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78E71B95-E05E-4B0F-8E64-EB6AA75223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B9B14AA3-B988-498C-A7C1-71587B98C0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AB15127A-55FE-41E1-B84A-43A5644EC2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5E6F60AC-1412-478A-AB35-28C546CD73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5B2C8D76-3A5C-44FF-92D6-97CCA14B3C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9AE66664-1857-4986-BEEE-E13A011EFC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F9CBE140-10F9-481E-995D-D6564982CE80}"/>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6B0F795B-AFAE-43FA-96F7-A4AF5E6590C1}"/>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52B11F1D-3903-412A-AE69-1DDD185C4650}"/>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E50775F1-2BAB-4B1B-A793-BC19730DA944}"/>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C8E7FB0A-386C-4C6C-9C85-796C3021019E}"/>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973F5022-BD2F-4A7F-87BA-9FC4061A01D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E6A89037-0DEC-472A-A50B-0FC141FD7FE1}"/>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1F4C7A42-9D8B-4EE1-AC0B-F1B8205967C1}"/>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73A235EB-A0CB-4B9D-92CA-8FB0DAE6B9A2}"/>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8FEBEEEE-2284-4CB9-B4DF-98EB580F7DEC}"/>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EAA8AF10-EEF0-4423-8367-C7BD417E6B2F}"/>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5DBB7061-6B88-47D8-A6A2-3B7DDF6F007E}"/>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516049C0-B77B-4477-B893-C0DE13EB54CD}"/>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BA1BB8C9-64A9-4BD7-9D79-367FFE80BAEA}"/>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4BAB3120-182F-441F-BDFC-E704AC066B9E}"/>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0CA266FA-57A2-4B72-9CA1-1FA4798D3738}"/>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D98D0AA0-70B2-46DB-8389-243C316CBA6F}"/>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B0593F37-A7BB-499E-9308-A0C520D58D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6674350"/>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6DF96FA1-CF90-499A-B354-EAE421F827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752CEF5C-2E09-4744-BDF1-8DEE5F7A5C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894E19BC-2168-4677-82D1-45459CBDD7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BE7D2DAD-89A4-4013-B28B-D563D56348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F4F0790C-9F5A-4202-8C0C-62021B81E8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31FF3B4D-F392-497C-AFCB-D54E8625EE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C2AD780D-5D08-4DE2-B7D5-041279107D07}"/>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589A1DED-1BD5-441B-845E-E0735EBCBA55}"/>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CFDAF206-F6A4-48D7-A3ED-03197D6BE568}"/>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317A36A3-E2DF-4E93-ADFD-9B52339B3442}"/>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D0AA765D-1060-461F-859D-C4336B3185B4}"/>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F43D6542-B32F-4965-AE59-0D872CE7219A}"/>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7CEA7E-7E54-4D43-A135-8A0E358D602A}"/>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E652A92-FB8A-48E3-B85A-999BE6C57BF5}"/>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BEAFAB9C-4A0E-414C-8E78-55B06D4FB6DB}"/>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56BD2667-B5AE-43C5-9BB1-2C5DDB9D1043}"/>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9036D007-3BE2-40CA-AD7B-6A0E55435E9A}"/>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9E0A33F5-000A-4BCE-9B3C-9711788F48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2558518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C027E9C5-DCE2-47B9-86AD-06655E43CF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7AAAD9FE-4576-4DE0-9CD2-A92D9055A5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60382526-0BC2-4174-99EF-54DFD1C8EF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7891C026-AC1D-4352-8BA8-78DBDF9ACE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39426A1-3D50-435C-B6E8-A8320971911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C763F7CA-3766-4745-B13E-D14A743208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DCF46AAC-624F-4055-84C3-C64F590C0B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0D683871-69EF-47BB-8F1B-EC1E50AC94EF}"/>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E52CA7A0-2621-4A1B-8F16-AFC715A47986}"/>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867D1F8C-7996-4D57-93DD-D26927269FAF}"/>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90679DFD-6E30-4B37-ACE1-D87018EF392E}"/>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83E32F6F-3BFF-4A03-BD53-707347001093}"/>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5C8673E8-69A7-4FD6-9AAD-B1F6B2BC67F5}"/>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A81DB068-87F3-4572-957F-9B7C0C3B9FC2}"/>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C32583E9-D0C0-44FA-ACEA-E97EE7C68B50}"/>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4EBF63CE-9CBD-4850-9447-F6EF3C9B9C0B}"/>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BA8AE5CF-A497-4827-8865-365DDD7066E4}"/>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D0E196FF-C398-4DBE-87FF-E7CEAF607435}"/>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9DC1A875-FE79-42C4-A5E3-9D560137DD30}"/>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AEB4C788-95F7-4061-A303-11BC2A125FE2}"/>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DFF293B5-F157-4439-AAD2-122FEE9ED92F}"/>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8D7EE7F9-278D-49BB-857A-60D8C8EFDAF2}"/>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0A487564-F234-4B94-A7C3-1E4B0041D7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6555726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3F0B28FB-1938-4397-9212-DF7588B935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A705D3F3-42BD-4BEE-BAB3-6020EFFD01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937261C1-0548-4B71-B684-F7125C7B7E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E4D22C47-03CF-47E1-9FAD-2AB57487B8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80BCBBF3-04D6-4275-85D3-C7758A7C34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B02749FD-2862-4DBB-8AB1-21EFC9C642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AA609B01-EBAF-459D-91D0-B644092F6184}"/>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B732E31A-7BF3-438E-8C34-3254A5C015EC}"/>
              </a:ext>
            </a:extLst>
          </p:cNvPr>
          <p:cNvPicPr>
            <a:picLocks xmlns:a="http://schemas.openxmlformats.org/drawingml/2006/main" noChangeAspect="1"/>
          </p:cNvPicPr>
          <p:nvPr/>
        </p:nvPicPr>
        <p:blipFill>
          <a:blip xmlns:r="http://schemas.openxmlformats.org/officeDocument/2006/relationships" xmlns:a="http://schemas.openxmlformats.org/drawingml/2006/main" r:embed="R575cb75079874e4f"/>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28FB3140-4627-429C-88C3-A88524B6B59D}"/>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531B2464-DAC8-4158-B226-6B04434F0107}"/>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4025E04C-CEF9-4162-8309-EC7063EAA5CB}"/>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186FBC54-F62F-454F-B298-B7D1DEBA26B8}"/>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5EAC5159-9ADC-4FEE-A9D8-51A16D094F7E}"/>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87C7CE0F-690A-4BAF-BD9F-80734B3455D8}"/>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CCE63217-780F-4494-B2DC-BFDB802832E5}"/>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7C996583-0FA3-43CF-93C3-48D723A2B8EB}"/>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BF2BF58E-F8EE-4BDF-8BF7-D97CEC849345}"/>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06B8C346-91E1-4470-9D31-4EC5F2D9E418}"/>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D80C8B7E-08F5-4A83-8DAF-479C163362BD}"/>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E8DFC28C-DD72-4940-BA4D-E3533E351638}"/>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56B16823-F4F2-46A4-8B48-FF29F4DB1683}"/>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E83EC004-B129-4602-AB7C-BA9518DDB9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38016318"/>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A929ACFF-0243-4226-B069-9C101EE521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579EBDCE-5E92-43BE-8BFC-CF448159D5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339C122A-9B17-4FFD-9E1C-F45CFB214D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E588CF27-CBD9-4C41-9BD8-6BA867EC8C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1C9A0D65-55D2-42B3-9AE2-1312379301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E3A6306C-BA48-42A0-B199-5E151179D0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DC3EE62F-0DCD-4C2B-BC5B-9629C717960B}"/>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85EE09AB-6F4D-4246-9371-A628D01343AB}"/>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DE98BE32-5DBC-43DC-8B95-A1FAEC9610B9}"/>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A3CCDE90-AADE-4EF2-A124-F89B6B61C886}"/>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C247207B-DB6C-4645-9F8A-CF1E0DB850C6}"/>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8484E4D7-280E-49A3-ADAE-4692D888214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124BE2C5-C651-4455-8ADB-CAF7132D2DCA}"/>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3458084D-F530-4FCD-BD9E-BF4655FECF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8686978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7775A3CF-E548-42C3-95C9-F7C035D953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5">
            <a:extLst xmlns:a="http://schemas.openxmlformats.org/drawingml/2006/main">
              <a:ext uri="{FF2B5EF4-FFF2-40B4-BE49-F238E27FC236}">
                <a16:creationId xmlns:a16="http://schemas.microsoft.com/office/drawing/2014/main" id="{6761B978-7957-4075-85D1-39E281FF35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여기까지는 잘 동작했다">
            <a:extLst xmlns:a="http://schemas.openxmlformats.org/drawingml/2006/main">
              <a:ext uri="{FF2B5EF4-FFF2-40B4-BE49-F238E27FC236}">
                <a16:creationId xmlns:a16="http://schemas.microsoft.com/office/drawing/2014/main" id="{B549E6FF-6779-4221-9509-33F2FE2D1F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6F4D1F73-05DA-4E79-8EAC-6936A3EDD0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E5C21246-6B64-4967-989E-B1B1AA504E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5C584BBB-648E-497B-A48D-D3247B62FD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8162CD09-DD90-43AA-84AD-5F5A4639290E}"/>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E4B1EA32-3B94-4386-8589-45227C664FA5}"/>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D796A8F0-9D6B-4A97-9E21-B5154463D8FD}"/>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68D0B858-784E-4A7C-9ECF-33A37C4C8964}"/>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6D510D40-C212-43DB-89E5-C7459FE7F604}"/>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7D27A802-1CC7-4009-8264-719A12DC1596}"/>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C1F4D4C9-6124-43A1-AFCD-7B64ABB71A5A}"/>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1AE690C1-01EC-4AFE-83D4-5F2E16AF2612}"/>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BFC17F6B-4E3D-40AD-BCA9-97DF2EE3FD6E}"/>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0B8F2C74-3DC3-4B54-96E0-03A874F7C552}"/>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54FA6F82-5246-4CD7-AECE-5AA524F76921}"/>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40E8283C-1B32-44B6-8675-7BFB91EA26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92456420"/>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50CB3555-9BF4-41ED-840A-DB344232A1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6">
            <a:extLst xmlns:a="http://schemas.openxmlformats.org/drawingml/2006/main">
              <a:ext uri="{FF2B5EF4-FFF2-40B4-BE49-F238E27FC236}">
                <a16:creationId xmlns:a16="http://schemas.microsoft.com/office/drawing/2014/main" id="{3C585A17-B1AD-4CF5-BAF0-5B616477A9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개념 사례: Project와 Workflow는 현재 맞다">
            <a:extLst xmlns:a="http://schemas.openxmlformats.org/drawingml/2006/main">
              <a:ext uri="{FF2B5EF4-FFF2-40B4-BE49-F238E27FC236}">
                <a16:creationId xmlns:a16="http://schemas.microsoft.com/office/drawing/2014/main" id="{130D35BA-F3A0-4F31-8CF5-95A826CCCB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58AE211D-BFDC-421F-8498-7B7B2FDFB4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F58EF990-7A12-4D4B-B1AB-FCF751769A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A408806E-9339-4AA9-89F6-67CEB6EAA1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0CD02B4D-F254-4158-B2E2-E28476C9E59F}"/>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17F5A422-CCA6-498A-9A6B-99F9CE408440}"/>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916D8647-B5DA-4D66-AA9A-1E864AC8CFED}"/>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9F914766-9D9D-476C-8E06-D25624C9E3D2}"/>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4527065-8CAE-495D-9D31-FB1BD1BADBD2}"/>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65357324-04A0-469E-A915-57589DD367BB}"/>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1BD81FE5-5213-4C38-9842-B140FFFC332F}"/>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8C906281-1939-4527-AB98-6392EC5CAFDD}"/>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885B2201-1370-4AE2-B75B-2B5BC2BFA985}"/>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3673C806-BD9F-47F5-8DCE-6A76F685E2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6717167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441D1F9-09C4-49BD-8E2E-E55E0C60CFF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D8FCB909-393B-4E10-B2D1-972FA912F77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Project는 바뀌고 Workflow는 남았다">
            <a:extLst xmlns:a="http://schemas.openxmlformats.org/drawingml/2006/main">
              <a:ext uri="{FF2B5EF4-FFF2-40B4-BE49-F238E27FC236}">
                <a16:creationId xmlns:a16="http://schemas.microsoft.com/office/drawing/2014/main" id="{63E57DC5-906D-4817-B363-CD9688DEA5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6B33AC88-AF32-47B2-B57E-E52AC8A62FE6}"/>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37E60BC9-7F55-42DC-BA11-03F5A202E83C}"/>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3E9B96F4-B8FE-435D-B8E4-6BE64B479260}"/>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53CC0FA8-7D95-4D63-AA7B-A31B36CD1B15}"/>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7306CB5F-E114-44A7-87AF-52A18A4004C8}"/>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5F3B928-2C0B-42EB-9764-14FB655A0CC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2F1E84D7-A856-4D73-A7F8-E248AEC9B5C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1344564F-A70E-47E1-A94D-7197812183A3}"/>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3F09867E-0044-4806-9939-18DEC98EFFC1}"/>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E88478E7-8606-4A5A-8812-BD9A741C48CF}"/>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A8BD85F5-C575-4BC1-81EC-2E304FD1BC51}"/>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4E02AEC4-7F1C-4C5E-A019-2C716EEDAA8B}"/>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871B6746-5668-4AB6-985F-35BA685BA620}"/>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0787C0A0-BC5E-4C17-8CCA-0C9C8C17645F}"/>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2F9A1BA3-1200-421B-94F8-F808A848678B}"/>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D9501A57-3ABC-4A38-9E4F-FD0689C94D16}"/>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852C3224-4BDF-42E2-B017-52E8583784B1}"/>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FD1933FD-AC28-4A21-8CA2-83086E2B065E}"/>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2499558D-5342-4C87-9656-B88F41946FAE}"/>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5C97999-AC82-45CE-A593-28FE62D59B6D}"/>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AC7DE75F-4F62-4B21-9FC3-4A422950124F}"/>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549C5AEF-0AD4-4CCA-B8F7-91797BE1E9E4}"/>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826AA16B-7272-4A27-82B5-1E4244AF3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BE40480A-2CDB-4159-A54A-A4E479F93D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2AF57E43-6B19-4ECD-86C1-215583D69A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8F06603A-51F3-4FF2-B9F1-34D1CE0C0B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9732526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9D2B23ED-482A-4302-B867-23DCCFCB68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B915B201-061B-40ED-855D-A118AEC210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Task 해결과 System 문제는 다르다">
            <a:extLst xmlns:a="http://schemas.openxmlformats.org/drawingml/2006/main">
              <a:ext uri="{FF2B5EF4-FFF2-40B4-BE49-F238E27FC236}">
                <a16:creationId xmlns:a16="http://schemas.microsoft.com/office/drawing/2014/main" id="{CA04AD51-C86B-4E76-A64B-BF1EB41458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FEBBB445-F7A2-49FF-8390-8199060A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B9006761-E074-47BB-942D-0E1B756162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F86118C1-D359-4207-AF57-D2C3BE63A9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42BE4032-4412-40BF-A5F3-6D0E3599546B}"/>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6BE15305-C718-433C-BF87-56ED9811FDD8}"/>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62A0BC3F-A851-4E89-9D02-E0416956D200}"/>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2BCBDBF6-4DEB-4D82-979B-5D9A4C59DD2F}"/>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27F7463-05D8-4BAE-A84D-34D5502EE7F3}"/>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509D471A-0283-459C-A7A7-1845E3CF3049}"/>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1794AB68-DA57-40C3-9311-2A0AFD3B93F9}"/>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A1E9C9D5-B69D-4FB4-87E8-69F2270A1272}"/>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5BA7EB1C-524D-4C2A-A437-CB05D641EA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5120685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C798FF28-D5ED-4973-8525-F87849DCCC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59">
            <a:extLst xmlns:a="http://schemas.openxmlformats.org/drawingml/2006/main">
              <a:ext uri="{FF2B5EF4-FFF2-40B4-BE49-F238E27FC236}">
                <a16:creationId xmlns:a16="http://schemas.microsoft.com/office/drawing/2014/main" id="{2B13CD9E-8F52-48DA-AC51-698D1622E7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원인에 맞는 Layer를 고르기">
            <a:extLst xmlns:a="http://schemas.openxmlformats.org/drawingml/2006/main">
              <a:ext uri="{FF2B5EF4-FFF2-40B4-BE49-F238E27FC236}">
                <a16:creationId xmlns:a16="http://schemas.microsoft.com/office/drawing/2014/main" id="{596B211B-45DA-450C-877A-AB69ADCD11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B26E0438-DA24-45B4-8D33-6E9577BFE2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E20E25C4-FCAA-429C-B4F7-060740CE24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9FA53B94-4C5A-45D3-BD85-B1F43909E3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EBBE80A0-AFDC-4A12-BB84-A29BF03C2615}"/>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B7D299F6-2227-420B-92EC-B63996406658}"/>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53BECADE-FA00-445B-B57E-948E1C7D72AB}"/>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998A3DB8-0AF5-4A76-B4F9-E9E1BEC14EEB}"/>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FD5EF29D-60EA-4482-B770-98AB984B59D0}"/>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4AE87AFB-79E9-4E51-B5B0-0B1094D35792}"/>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2E6BBB92-AF3C-4BD6-A210-BCBC68E0299D}"/>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BB9F7DD9-5CC6-4E91-B368-8B1A57BDD4CB}"/>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2C41D86B-943C-4354-A5BB-337C880DB693}"/>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70C7ABAE-1790-4700-9B4D-9A5DB9D0389C}"/>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B0F5F275-09A3-4834-AB4A-B2E38539CF55}"/>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CA48AB53-B3F6-40A4-9458-74CDCA06C0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90804457"/>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D45BD901-FC50-4A1B-8BD4-4AE9CC8127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0">
            <a:extLst xmlns:a="http://schemas.openxmlformats.org/drawingml/2006/main">
              <a:ext uri="{FF2B5EF4-FFF2-40B4-BE49-F238E27FC236}">
                <a16:creationId xmlns:a16="http://schemas.microsoft.com/office/drawing/2014/main" id="{3DF40914-4602-40AB-A0BE-B68749518D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실패 지점과 원인 Layer 구분하기">
            <a:extLst xmlns:a="http://schemas.openxmlformats.org/drawingml/2006/main">
              <a:ext uri="{FF2B5EF4-FFF2-40B4-BE49-F238E27FC236}">
                <a16:creationId xmlns:a16="http://schemas.microsoft.com/office/drawing/2014/main" id="{6D187878-6A9A-440B-A272-DBF673DDB5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0C43B960-27FE-45A1-B2FF-90B9573817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8367C0BC-C1A8-4BC9-8640-2A640AE985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CAADB436-32C5-488D-94F6-707CB1A3C1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6220C431-BCEF-4FF0-B7D9-D78F33A97A2A}"/>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3B072081-309D-4E33-A5C8-9BCE94362ED5}"/>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F0C49BB6-CEEC-4CB1-A52D-D4FFDFFE0A3B}"/>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99BC5215-EE78-4922-A137-534AF0C734D0}"/>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26692965-1485-4212-8A0E-1FC6474ED3DD}"/>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589D191D-D261-44BB-A728-DE59CADDBD4F}"/>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1BD3AD5C-84D0-4BA1-8905-9433320007A4}"/>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4A10D74D-F4D2-416B-899C-50AA3C93D293}"/>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E1700053-DC15-4E78-A471-1A3B3618EAF4}"/>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FFEB439-0F5F-4210-99D4-22CB3C9E1879}"/>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B2913DAE-F410-413A-9643-85CB51040B13}"/>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65500E27-4FBC-4CB8-9CA3-32D3E0AB8D71}"/>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AB28F7EF-9AD5-436A-A335-4B8AC589249B}"/>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5F0080B5-87BC-43A0-A8D2-F8E936B5886F}"/>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B5DD43AF-24A6-4FE1-B78C-ABA3D47A5640}"/>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8340BAB1-9A0F-486B-9A80-D2FAB80ED5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27562513"/>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282911B3-36B3-4C9D-A1E3-067365B5DD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1">
            <a:extLst xmlns:a="http://schemas.openxmlformats.org/drawingml/2006/main">
              <a:ext uri="{FF2B5EF4-FFF2-40B4-BE49-F238E27FC236}">
                <a16:creationId xmlns:a16="http://schemas.microsoft.com/office/drawing/2014/main" id="{C6ED6D6C-132A-4AD3-BC0C-0F09813C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먼저 관찰하고, 그다음 가설을 세운다">
            <a:extLst xmlns:a="http://schemas.openxmlformats.org/drawingml/2006/main">
              <a:ext uri="{FF2B5EF4-FFF2-40B4-BE49-F238E27FC236}">
                <a16:creationId xmlns:a16="http://schemas.microsoft.com/office/drawing/2014/main" id="{C3C07CE3-CB36-41B0-A413-AED08BA323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0FFC2EDA-6435-4FCD-AD86-D53A48E092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96394D51-0A07-4C0B-8D85-B59F70947D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5E845E2D-435B-472B-825F-8985BFBF7B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8BA80F4F-0E78-44C4-AA1F-0DB1DC41633B}"/>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02FA1A2C-A339-4BD6-95D8-BF616A35BA86}"/>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793C2A9B-C61E-41AB-AA66-D239AFBD47A0}"/>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BD62A75-36B2-4C76-9ACA-843D91DF3BB2}"/>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CB6EA302-5312-4FDF-90A1-1A5333F471DF}"/>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9A9D5BFE-EB9C-4865-8CE2-6E3546856126}"/>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A64D785D-1C0C-4DEC-BAE1-297D4E7AAC61}"/>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177D42A6-97DC-4315-93C3-879EEB2C50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499178"/>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8EE66F39-E092-4DE7-8565-44E5F8E23B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2">
            <a:extLst xmlns:a="http://schemas.openxmlformats.org/drawingml/2006/main">
              <a:ext uri="{FF2B5EF4-FFF2-40B4-BE49-F238E27FC236}">
                <a16:creationId xmlns:a16="http://schemas.microsoft.com/office/drawing/2014/main" id="{C6D88FB7-1C1D-4E2E-B283-E90B0E2906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Cause가 지지하는 최소 변경">
            <a:extLst xmlns:a="http://schemas.openxmlformats.org/drawingml/2006/main">
              <a:ext uri="{FF2B5EF4-FFF2-40B4-BE49-F238E27FC236}">
                <a16:creationId xmlns:a16="http://schemas.microsoft.com/office/drawing/2014/main" id="{A6A8754B-1672-46FE-8CF9-0A7F83349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DAFB42BF-E575-4E58-B211-3B6F78FEC1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BBAC57F3-FCEF-4696-AEC4-4C561B66E0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0C434370-E566-4D6F-9639-C1A4A3B7E3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D3D9CA1-48FF-44C4-8CC1-C22DC3D98AD6}"/>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6C19F2B3-1F0D-455C-B4C6-C36F74864CB3}"/>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F963EC4F-6410-425E-B6BF-DE84BE78150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C9E1D0F2-E2F9-4CDA-B7C7-6ABA5452203C}"/>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B1515B8C-C522-4CD2-973D-A22A5DEFE696}"/>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0CCCE466-0173-45DC-B606-199BD25994EA}"/>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7704C5D1-14D5-42CC-8416-29D49867DF03}"/>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95BC9229-E529-4498-9801-43B948CC9D37}"/>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6E8B93B2-74B5-41F6-BCEF-3E1D9E0A9452}"/>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2D88932C-1879-463B-9505-2C483E887A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65806867"/>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C2E4B5B3-ECEC-4D5D-A21D-17C18A7B06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3">
            <a:extLst xmlns:a="http://schemas.openxmlformats.org/drawingml/2006/main">
              <a:ext uri="{FF2B5EF4-FFF2-40B4-BE49-F238E27FC236}">
                <a16:creationId xmlns:a16="http://schemas.microsoft.com/office/drawing/2014/main" id="{A9F2982B-649F-44F8-B5C7-8F2EB0F49B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같은 Task의 재실행만으로 충분할까?">
            <a:extLst xmlns:a="http://schemas.openxmlformats.org/drawingml/2006/main">
              <a:ext uri="{FF2B5EF4-FFF2-40B4-BE49-F238E27FC236}">
                <a16:creationId xmlns:a16="http://schemas.microsoft.com/office/drawing/2014/main" id="{CE848288-A716-4AC4-B6A7-BF46456EE2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07384567-F878-45C3-BC37-C8763D454F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1046C3B3-BA8C-43A8-A042-D12816F54D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5C361EE0-670D-4306-B839-B3B0C33D8E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A11858FA-70DC-4120-B619-5D00860E693A}"/>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6B7FAC51-8FAE-44F9-AD9C-18629C8C6B3C}"/>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9629BF17-7E02-4D0C-A191-2073DA2D688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C0FF640-E04B-4AE2-BB9E-3F83ADCC6CA1}"/>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2AF326D7-B3F1-4FC1-92F9-4E7339F03155}"/>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FB50ED03-3F14-488B-9959-43F9C07F6D14}"/>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B3DB759E-DAC0-4A56-9DE9-FA611340EA3B}"/>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2D7429BB-1573-4F16-A7D6-12FA8CF1B6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41446204"/>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DAC99E40-C810-4BF9-9C87-6220AC1142B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4">
            <a:extLst xmlns:a="http://schemas.openxmlformats.org/drawingml/2006/main">
              <a:ext uri="{FF2B5EF4-FFF2-40B4-BE49-F238E27FC236}">
                <a16:creationId xmlns:a16="http://schemas.microsoft.com/office/drawing/2014/main" id="{E422B1E1-0F29-46A1-B7A8-4C75D243B2F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표 작업으로 변경 범위를 확인하기">
            <a:extLst xmlns:a="http://schemas.openxmlformats.org/drawingml/2006/main">
              <a:ext uri="{FF2B5EF4-FFF2-40B4-BE49-F238E27FC236}">
                <a16:creationId xmlns:a16="http://schemas.microsoft.com/office/drawing/2014/main" id="{F6939E8B-84B4-47E6-A967-0CD2863668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C871C45D-1AF2-4A8E-B5B7-143A7F37C8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B3457A8C-C711-41C4-A1A1-5A60847C47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D33B9670-283E-4383-A648-6A29E37176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59D96BF4-4422-4A0C-BBEB-9BB9ED8896A7}"/>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E5A7184B-99D8-432B-A800-34679F21DA25}"/>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0C4DACB0-FDC5-4BE6-BCB0-9BC4CFD7BF1A}"/>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A91D807F-943D-4A1A-8CE0-AA91EDE0C351}"/>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9C82D729-C69F-4578-93D2-CF31B23FAB2F}"/>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2546A867-215B-421B-AACE-3E35044DE302}"/>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730FF6C2-E205-4099-9535-FAAC2F1ED528}"/>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8662C06E-86C3-4A49-B01F-1DF42D051D8C}"/>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5616307C-4E3D-49B4-B8F2-2AD71801C974}"/>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F4D7ABBA-AC2F-41C3-83CE-6865986F80CA}"/>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39851469-C910-4FF8-B4E4-1461D2BCC9F3}"/>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AE27B84F-876A-449C-94F6-4F12B3C752A2}"/>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979BCCAD-CB82-4D7F-95F7-77189D2FBEC2}"/>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89F41A9C-3412-4C74-A4C1-A407D36EE5B5}"/>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F8343A14-D26A-4343-96A5-5BB78E9E9597}"/>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DA665A71-33AD-4D5B-9483-503D377AD6DA}"/>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2FA26936-7DF3-45A3-BABD-8A441E728A64}"/>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FE8866C3-7AB4-46C0-857D-EB6E0B2A3552}"/>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E798A72B-A12D-42B7-A2C8-C42EEA06BBF3}"/>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76FF4B53-D94E-465E-8D20-1C8CEEB4E8D3}"/>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E1B3CBA2-25F8-4B28-8DDE-75A48E65DD8D}"/>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15A5E1A-F7D0-4057-9567-730BB2DBDBA3}"/>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307A0BA0-5D8D-42A2-8E8D-71E508CFA00A}"/>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6F4151CC-AB9B-4415-A47F-A86C3F65C0AD}"/>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27F215EE-F831-4E35-B6FD-883F2AA47B15}"/>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05CBA351-9B29-4ECF-84FD-28022825C258}"/>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19FDF348-BDE6-4132-B5CC-CC480934FC8D}"/>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7FEE88A0-F9E8-4562-8AC4-36567B320190}"/>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BDFEBCD9-3DC3-4D96-BDEC-5EE92097FBA1}"/>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3E01CA80-EFEB-4C10-A37D-0FB01C41C025}"/>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8210D0B7-0536-4D0F-B1D9-3E650FE754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64855415"/>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75B9B06E-B702-4AAD-8A66-682581D13B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5">
            <a:extLst xmlns:a="http://schemas.openxmlformats.org/drawingml/2006/main">
              <a:ext uri="{FF2B5EF4-FFF2-40B4-BE49-F238E27FC236}">
                <a16:creationId xmlns:a16="http://schemas.microsoft.com/office/drawing/2014/main" id="{5FB7555D-E734-424F-9BDC-E9AE424303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Harness도 특정 실패에 맞춰&#10;과적합될 수 있다">
            <a:extLst xmlns:a="http://schemas.openxmlformats.org/drawingml/2006/main">
              <a:ext uri="{FF2B5EF4-FFF2-40B4-BE49-F238E27FC236}">
                <a16:creationId xmlns:a16="http://schemas.microsoft.com/office/drawing/2014/main" id="{7DC812C6-C5E4-406D-8AA1-648647D6B70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4B6D2C7E-0B52-4A72-B079-9EE8EF2F3A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2E04FC3F-960F-4562-95FC-FE4524CAE8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026F266A-3502-4EBA-89E8-537715DE57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7E70F52F-1F71-43B9-B369-318F0515EC59}"/>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95D997DC-BDC1-4955-B798-512E35E28A80}"/>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3906EF23-AB22-40BC-9D73-1E1FFD0E625D}"/>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CDB21F43-8659-4CBE-8B19-E0A7EF6FA7FE}"/>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F19708BE-60E3-4119-A482-D46C81F606DC}"/>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C82B4F04-910A-4A87-A509-5CB05AF036C3}"/>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D7E308B2-1369-416B-B6F8-4D083724D884}"/>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6A28C60C-E386-4DEC-869D-EFE1D71590AC}"/>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57FDDDE5-7C05-43FE-83BD-10151C2B7443}"/>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22E10E72-E174-4BF2-8EA3-1D80AE67E465}"/>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DF4536E0-FBA1-4714-A04A-2F2F2B95510D}"/>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3C87B056-1F3A-4F27-8066-277C721F52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17074646"/>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6E2FA002-FAFC-4407-91D0-AB0088DD4CB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6">
            <a:extLst xmlns:a="http://schemas.openxmlformats.org/drawingml/2006/main">
              <a:ext uri="{FF2B5EF4-FFF2-40B4-BE49-F238E27FC236}">
                <a16:creationId xmlns:a16="http://schemas.microsoft.com/office/drawing/2014/main" id="{E0C389DF-AC9D-4DB3-814D-B4AE21A14D5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Feedback을 System Change와&#10;Evaluation으로 잇기">
            <a:extLst xmlns:a="http://schemas.openxmlformats.org/drawingml/2006/main">
              <a:ext uri="{FF2B5EF4-FFF2-40B4-BE49-F238E27FC236}">
                <a16:creationId xmlns:a16="http://schemas.microsoft.com/office/drawing/2014/main" id="{8BBB81B1-5D5F-40C9-A30D-A5D0C3A1DE9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091C3D6C-5A5F-439E-9857-7F79DA71D6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4B67E167-FA9F-4569-93D2-40D99E60A2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C6395E81-CA76-4DBC-9869-17327845E9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0EAEA0FF-9AEE-459E-B661-28486AD93D4B}"/>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BA8A1C0D-6354-4A6B-8AFF-56C839F09435}"/>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7FA7E134-1D00-4538-BF22-F9C77CB6F82A}"/>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57ED3275-650E-4960-9950-7BAD3D68AE8E}"/>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3243DF89-908C-4BAA-83A8-180E628C62B4}"/>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25100854-1B5B-4484-A44A-2469F2F91EC6}"/>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B77F59F7-06CE-4F0A-83DB-4D54C59C862F}"/>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B34684A1-B9E1-4037-830E-8EBF6C5E5C45}"/>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5FF28EA1-884B-4F73-B36A-E7573670896E}"/>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DE06790F-7038-4042-9176-8047C0B98E9D}"/>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4AD84CC1-0E6F-487E-B565-1B875FC2D8CE}"/>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21EF49E9-8310-45AC-AA3A-E7687BBB63A9}"/>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8897CBCA-454E-4552-AEC0-64D2743842D9}"/>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AEC4A589-3B72-4905-8BED-3B9493511E84}"/>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20A3B0BC-1E50-4841-8604-364420899BA0}"/>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45E18589-53D9-485A-9E0C-DDAF30C7ABC7}"/>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FE4D26CC-6851-40ED-A960-3D78C7646C4B}"/>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8B81DFAF-D093-460D-B5CC-548F03E74D51}"/>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761F7FA6-E0A2-45A4-919E-F95CA3A43A0D}"/>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0619E026-447D-4C36-B560-9787C5C9E2F1}"/>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EF9D411A-F43F-4107-A28E-22BE3C534D2E}"/>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4F8BCB45-6E17-471E-ABDD-A36B95F73239}"/>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1A2FDB2F-853B-497A-A361-FA15DA4F710F}"/>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CB12421E-F2B3-4F68-8FE6-9AB0FF87CCC5}"/>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8ECC1AE8-3956-4ED9-90A2-4BF0081687E1}"/>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C4C749A7-9B2B-42CE-996B-8C2DE1534907}"/>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632F96AB-8535-4C73-97DD-8822C0A0BA62}"/>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11DB2F44-46C8-4FD1-87E5-4F592927048C}"/>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4259BBE0-1918-4A14-B031-F20F59E18A94}"/>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81828B06-8DA2-45CC-B627-6B6B96D9296E}"/>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7B23114-D5B5-4186-89A8-B3A4729B4715}"/>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3CAC0E65-5C66-410A-9CE2-3DE41FABD996}"/>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40660977-A9DA-4CC2-B637-C36F3F1A12EE}"/>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4F183D74-469A-4531-A8AB-05CC8FCEEC7F}"/>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6A0C2E28-9029-436C-9547-AD8AA9D02982}"/>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1FBA6116-B363-4486-AEEA-B2CDE4447B2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6284AA42-43EA-4D0A-8269-D9CDDA1A3C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16085886"/>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13D9ADFE-F43C-480C-8017-4C5260A889F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7">
            <a:extLst xmlns:a="http://schemas.openxmlformats.org/drawingml/2006/main">
              <a:ext uri="{FF2B5EF4-FFF2-40B4-BE49-F238E27FC236}">
                <a16:creationId xmlns:a16="http://schemas.microsoft.com/office/drawing/2014/main" id="{426DA22B-C7BC-454C-8486-066282F5B55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실제 제작 기록: TRIAL-006">
            <a:extLst xmlns:a="http://schemas.openxmlformats.org/drawingml/2006/main">
              <a:ext uri="{FF2B5EF4-FFF2-40B4-BE49-F238E27FC236}">
                <a16:creationId xmlns:a16="http://schemas.microsoft.com/office/drawing/2014/main" id="{4460FE7B-139B-4DDC-9967-B607074B9F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221950B7-E1EA-4AD6-B319-2F3D4CCB74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8FA2996-2A0A-48E6-A560-B99629C7E42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8A99EBE4-0D6B-4078-98AA-88C6F3A3F2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4B07904B-23C7-4304-B2A7-F06E15C821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F11E4836-D8C4-4C7A-AD52-AE96C99E75CB}"/>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7C3EB1F8-CF39-4E1E-A3EC-403B4F2EFBA0}"/>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4B8C0123-7039-45E0-AFB5-61A822614CD8}"/>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B90FB7B0-0FCC-4997-A521-C6E82AF1E33F}"/>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1B9B27E2-4FBF-4C3C-A81D-8B90D8E96704}"/>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D236759F-7E8E-4C71-B8AE-67217E50F879}"/>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016B7101-8524-40AA-AE98-8B6B4D8EFDDF}"/>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B1686FB8-1F8A-4EDA-87F9-EFAC945DAC74}"/>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CF91344B-6809-42B8-AE67-DDEE208CF31D}"/>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16FFEEBA-14FF-46E3-A150-372FCF008387}"/>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B5A3BBCF-CC52-4511-911A-AB23CF55A420}"/>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F9CC7E33-96A8-46E2-B911-6411AF06AC8F}"/>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13331305-D7E9-477D-9913-D73B1FD72FA4}"/>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0E32EE33-B9B5-480D-B84D-3D43115B7F5C}"/>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511D1152-79B4-4DB9-BAD9-798F66C17A48}"/>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2EE55DD0-8640-4126-853E-2C35E40ED523}"/>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F53F249F-CC6A-4FBD-83E7-56DD106A75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74665501"/>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513CF223-A937-4A99-94CA-E292B4A21C4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8">
            <a:extLst xmlns:a="http://schemas.openxmlformats.org/drawingml/2006/main">
              <a:ext uri="{FF2B5EF4-FFF2-40B4-BE49-F238E27FC236}">
                <a16:creationId xmlns:a16="http://schemas.microsoft.com/office/drawing/2014/main" id="{49868F99-6906-4F8D-8929-9F56F16097E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결과의 타당성과 원인 귀속은 별개다">
            <a:extLst xmlns:a="http://schemas.openxmlformats.org/drawingml/2006/main">
              <a:ext uri="{FF2B5EF4-FFF2-40B4-BE49-F238E27FC236}">
                <a16:creationId xmlns:a16="http://schemas.microsoft.com/office/drawing/2014/main" id="{88504D5A-1C0D-4E4F-8290-40435ACC2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7F09F532-07B2-4039-82FF-07EEF56EF1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3F73EDE-64D4-460E-81B1-F8347B4ADF7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4EB82644-6DFB-4681-A578-FD2766C4A2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CE677A87-DCF1-49BC-9BEC-CAFB6B139A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40F29A3B-9175-4D93-B01B-2D2A982D3E33}"/>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4404C748-5A09-44D7-9381-883DD7B13FEA}"/>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A1795BC6-96AE-487A-A4B8-95322111564B}"/>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A0E26118-8149-4A06-9C78-4860EBA4F2DE}"/>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A84B9F6D-4FF9-43C6-9BC6-E520FD079616}"/>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1F3A1FA2-58C1-40A1-87AE-0D2EAB40BB74}"/>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90CBF23E-72FF-406A-8972-EDD53E710D28}"/>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28DC3842-A91A-4A16-8DB3-255BC822EC08}"/>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17A724B0-6C5B-4941-96D8-6FB5C0376077}"/>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AF17C03D-E374-48FF-8496-5672219B55E8}"/>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56644420-54B0-4F37-8545-F1B31A847F39}"/>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7630392C-89A3-4D4F-B377-9B3A9E278C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56265580"/>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1E419FA1-98F2-4598-BF37-1377F31FDC6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69">
            <a:extLst xmlns:a="http://schemas.openxmlformats.org/drawingml/2006/main">
              <a:ext uri="{FF2B5EF4-FFF2-40B4-BE49-F238E27FC236}">
                <a16:creationId xmlns:a16="http://schemas.microsoft.com/office/drawing/2014/main" id="{00689F31-838C-4A4E-8D9A-FAE1BF5F626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평가와 보고 규칙을 Evidence에 맞추다">
            <a:extLst xmlns:a="http://schemas.openxmlformats.org/drawingml/2006/main">
              <a:ext uri="{FF2B5EF4-FFF2-40B4-BE49-F238E27FC236}">
                <a16:creationId xmlns:a16="http://schemas.microsoft.com/office/drawing/2014/main" id="{C2DA9686-89E1-49A8-A3BF-723AB630EA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09DF9956-67F6-4E5D-A4B2-41EF8A46F2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E4E54E5-7E55-456E-B127-E04DC2A1EAF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2B359872-8319-4D0B-9542-1B3E59749F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39CBD98D-09BA-4896-91BC-9F83C63C93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DC1B8B33-A092-4366-9F1C-6CD64EFF5380}"/>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A5DFB10C-2BF2-4A5C-8FB6-F0238ABC4AA7}"/>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A6CA1AF-9DC0-45E9-8447-C27F215BDF2F}"/>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08140951-3C16-4056-8DC2-F8B0E19FCEFA}"/>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AFDF77E4-097C-4E30-BFCB-42A6012193C6}"/>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6C842E3F-4197-46CA-B34E-EAACCD4027FD}"/>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82706FC-A8AE-469C-97CE-9FC2E9EAAEA4}"/>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AB8462F6-5FCC-46B0-AC38-C68957D7A209}"/>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28981763-13AF-4232-9635-30218D259CE2}"/>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34963537-BCC3-4027-B970-C67EA3FEDFCE}"/>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EB991A9-40DA-44D4-9BC0-825812D95806}"/>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E17A3DED-3C70-4BD6-95EC-6399D5994692}"/>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229B43B3-DAC3-454F-9781-73957DA88660}"/>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35B78B3B-789D-4BBE-BCFF-EBDDE93E6697}"/>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26012597-2B29-4898-98B6-CAF46C898F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093864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DCB9FE56-A79C-4DB3-85C9-C9C4303509F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0">
            <a:extLst xmlns:a="http://schemas.openxmlformats.org/drawingml/2006/main">
              <a:ext uri="{FF2B5EF4-FFF2-40B4-BE49-F238E27FC236}">
                <a16:creationId xmlns:a16="http://schemas.microsoft.com/office/drawing/2014/main" id="{AEC624A5-C320-471E-A247-5D7FEE72F5D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후속 기록은 개선됐지만 완전하지 않았다">
            <a:extLst xmlns:a="http://schemas.openxmlformats.org/drawingml/2006/main">
              <a:ext uri="{FF2B5EF4-FFF2-40B4-BE49-F238E27FC236}">
                <a16:creationId xmlns:a16="http://schemas.microsoft.com/office/drawing/2014/main" id="{747DFCDC-8B28-43AD-A89F-6781839732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E436BAC8-2141-4698-8AE2-43BFA74EE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BCFD91A-2069-4EDB-8510-51615C0C701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0CC8817A-D7AD-4839-9C6F-B66630D21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6FD6311C-A28A-4BF0-BD9C-FF6156840B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8979214A-E156-49EB-A3F6-B68B68243E3B}"/>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BACB51A8-0546-47F7-9177-3CB2D01AEB7B}"/>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33266DCD-A6EA-4B38-9A0A-DE4F56DB16F9}"/>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9A8D7902-27A1-48B5-88BC-E91A420B4510}"/>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14767FCF-4179-467A-9419-B43B9BBCA198}"/>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9E1CA904-EE54-4F7C-AF2E-AB359FDBEDAE}"/>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32755CA8-603E-4CA1-9DF0-55F07E73DC73}"/>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0A9D4AA5-F5B1-45D9-A999-B71BB078C3C4}"/>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B7469CBF-5A10-439B-9616-9DEA9EE56458}"/>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3770C0A0-D756-4D88-9FB3-1ADEB538C362}"/>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9CB27337-2F50-45FC-9EA9-26E16476A259}"/>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2AD35AE3-22D6-4A4D-92E6-EAF64F5EC00B}"/>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2DBDE9C9-D002-4C4A-B224-6E1E8DB719EB}"/>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1F0F64D4-0FCF-47E9-B574-457800ABA402}"/>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2ACEA89E-D8AF-47CB-BA48-4E9C8155A18C}"/>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11B54698-8431-4942-96CA-B0A12B546A64}"/>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E629B689-D5C1-48AC-ADE7-0D09A2F24E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07784878"/>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6A9A3D5A-D41C-4FED-BE44-7895C24C8DC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1">
            <a:extLst xmlns:a="http://schemas.openxmlformats.org/drawingml/2006/main">
              <a:ext uri="{FF2B5EF4-FFF2-40B4-BE49-F238E27FC236}">
                <a16:creationId xmlns:a16="http://schemas.microsoft.com/office/drawing/2014/main" id="{047BD561-3B57-4AE7-81DC-5F0FEEF66EE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Meta Loop에서 바뀐 것">
            <a:extLst xmlns:a="http://schemas.openxmlformats.org/drawingml/2006/main">
              <a:ext uri="{FF2B5EF4-FFF2-40B4-BE49-F238E27FC236}">
                <a16:creationId xmlns:a16="http://schemas.microsoft.com/office/drawing/2014/main" id="{1FD719A3-67A3-47ED-8010-CA833B3D79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784E5888-E31B-49EF-8213-D0D8C4B185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A957F37-2529-4765-B598-5AC41404A4F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B8CBD902-B74C-4F52-93B6-46C526DAD5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91F3754-7C17-4549-882C-B388BE2767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9755E4E4-97B4-4195-828A-7EEE1CC1A0A8}"/>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8E385898-FCB5-416E-9B15-B4EA6D50FB2D}"/>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54CA22C0-7EF7-4330-8503-0A19D2ADE267}"/>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6141066A-AF80-44F1-B6C7-CCA02F598481}"/>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F23DF6F9-63DF-48D1-8089-1CE16735A6D5}"/>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DFEC8AC5-B623-4EF6-ABE8-993CA066BB0D}"/>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65900F31-08CF-465A-BCEC-C9F873FDE285}"/>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57FBD8BA-1E6F-4CB9-B64B-2F2110A78216}"/>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3DFABFBD-CAAC-4E59-99A1-38B54616DE76}"/>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91143080-F8A0-4EAD-82B3-6147A883FB41}"/>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BAE66C42-A96E-4502-849F-398DE60F9B5A}"/>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A7AAF811-DCCF-4C36-AB8F-DD21CA33AE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70927839"/>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3331EE62-F5A3-4592-81AC-12747F19BB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2">
            <a:extLst xmlns:a="http://schemas.openxmlformats.org/drawingml/2006/main">
              <a:ext uri="{FF2B5EF4-FFF2-40B4-BE49-F238E27FC236}">
                <a16:creationId xmlns:a16="http://schemas.microsoft.com/office/drawing/2014/main" id="{5BC87C26-5CEF-4688-8164-DD4FC90413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Project와 환경이 바뀌면&#10;검증도 다시 본다">
            <a:extLst xmlns:a="http://schemas.openxmlformats.org/drawingml/2006/main">
              <a:ext uri="{FF2B5EF4-FFF2-40B4-BE49-F238E27FC236}">
                <a16:creationId xmlns:a16="http://schemas.microsoft.com/office/drawing/2014/main" id="{15594AF5-89B7-435E-86DE-E6CD0967FCF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C814BB46-F290-4FB8-8B09-BFB846D20C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954DF797-D03C-46D0-AB09-A51D33D735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E7B5AA4-0176-4BD3-AD67-8BFA42DF9A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736145A7-B83A-4FAE-9ABC-A5701784C765}"/>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8493EEB4-30C6-4F10-B940-194F70198DD4}"/>
              </a:ext>
            </a:extLst>
          </p:cNvPr>
          <p:cNvPicPr>
            <a:picLocks xmlns:a="http://schemas.openxmlformats.org/drawingml/2006/main" noChangeAspect="1"/>
          </p:cNvPicPr>
          <p:nvPr/>
        </p:nvPicPr>
        <p:blipFill>
          <a:blip xmlns:r="http://schemas.openxmlformats.org/officeDocument/2006/relationships" xmlns:a="http://schemas.openxmlformats.org/drawingml/2006/main" r:embed="R4279c289d8534a5a"/>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74D657C2-122E-442B-94EA-E0F7B325701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2BB6FC14-5AA1-4FC7-84A8-F1A02785FEAD}"/>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D9A5A1F4-5F0F-4878-896D-DEA2A54D3398}"/>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14B9B579-5B7A-4470-867E-AD857B8F9EB9}"/>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9F627489-BE8A-4163-A6C7-3F7F6C3AEE52}"/>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A8FF59B3-646F-4FFC-AFE1-F073AAB8C212}"/>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2E8FE981-664A-44F0-827C-669818301701}"/>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69E418E0-0FFB-4125-B335-53A6EA654FBA}"/>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E29AB88D-E42D-4CB1-B63D-2D88520E5CA5}"/>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95BDBA7-1C06-4C79-A3AB-3F01D245A371}"/>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512A9C99-892E-420B-9035-BAB4BB48F183}"/>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41DB4CFB-5C82-4AC2-98D3-B57B7DB6F8DE}"/>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DC202F43-1877-4413-BFAD-E87FCCDB0C1C}"/>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668B3CB9-E8C7-4797-9C77-7CE5397672D4}"/>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EB0E2D75-E52A-4D6D-B8B6-0AAC86BE6D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0961655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F7720F3A-5060-417D-84C8-4D9743CCF31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3">
            <a:extLst xmlns:a="http://schemas.openxmlformats.org/drawingml/2006/main">
              <a:ext uri="{FF2B5EF4-FFF2-40B4-BE49-F238E27FC236}">
                <a16:creationId xmlns:a16="http://schemas.microsoft.com/office/drawing/2014/main" id="{423F2284-F672-4156-99E0-49A0CCEA658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여섯 시간의 Story를 한 장으로">
            <a:extLst xmlns:a="http://schemas.openxmlformats.org/drawingml/2006/main">
              <a:ext uri="{FF2B5EF4-FFF2-40B4-BE49-F238E27FC236}">
                <a16:creationId xmlns:a16="http://schemas.microsoft.com/office/drawing/2014/main" id="{882BA440-9EED-4738-BDFE-9351D770C9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96414317-AAC3-48A2-8BDA-B522722B77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9AB9B42B-0DF9-431C-8E23-6C9CADC552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8D34C857-B66A-4353-B1DD-A605AFE444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C776D337-594D-4A3C-A6C7-FC3056D9D2B6}"/>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9623427C-3998-4597-BBE1-9C0322BEF49C}"/>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456A89E-5006-4AAD-BB4B-70F0A90AABB2}"/>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CC1CA091-035A-44F8-85CA-62AE37BA9260}"/>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93CE5BF2-9329-4DC4-A26F-FE1495C4472F}"/>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0EB8C7DE-8B13-482D-AAB3-C401A864900D}"/>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883FE3D0-4B55-465C-A45F-ACE4F0F38EEC}"/>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DA462010-ED7B-4E47-9336-E5359D458E95}"/>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45F8E056-A9DE-4864-833B-83FAC370AA7A}"/>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C30FA149-C0B9-440D-8BA0-77EE10855A1F}"/>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346B2761-C095-43B7-B3FD-0D325F79D267}"/>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FBDDB068-D758-4492-A891-680675EBA64A}"/>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F5CD3FD3-9483-4409-A53A-67873413D099}"/>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AFAF3441-A157-4D28-9ABB-1F36B4AECE55}"/>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6193A86B-4F02-43AF-94B1-CB014D103E4A}"/>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AF54AA92-6C3F-449C-8C78-9090A1028537}"/>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4C494F38-1226-4101-95B3-C47FC220C5CF}"/>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88C1694-485C-460B-B966-49B92499E37E}"/>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75CB16A7-1177-4778-B6C5-BD652DDBCF2F}"/>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10BAB819-C212-410B-A3E9-79AD97FD4F6C}"/>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07CC14F8-57DC-4AD2-8445-C62712743E5D}"/>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B67D5BD8-0B83-4752-9286-084E7702AB38}"/>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7FD3C200-FA91-4B10-8C7F-787A69AAF37E}"/>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60E7CF71-E494-492D-81D0-1210647B293B}"/>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79DFCB87-DF78-44C9-98E0-87B7C534C61B}"/>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479EB48A-7041-4E8B-B087-560F8DA83140}"/>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D383DB3C-ECAA-4842-8783-C78A50F157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4562614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4B194CEF-5F2B-43B1-9F1E-881805AABF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4">
            <a:extLst xmlns:a="http://schemas.openxmlformats.org/drawingml/2006/main">
              <a:ext uri="{FF2B5EF4-FFF2-40B4-BE49-F238E27FC236}">
                <a16:creationId xmlns:a16="http://schemas.microsoft.com/office/drawing/2014/main" id="{DEF67E57-D0B3-48D5-A429-F277EF8BCF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하나의 Repository가 문제에 대응해 진화했다">
            <a:extLst xmlns:a="http://schemas.openxmlformats.org/drawingml/2006/main">
              <a:ext uri="{FF2B5EF4-FFF2-40B4-BE49-F238E27FC236}">
                <a16:creationId xmlns:a16="http://schemas.microsoft.com/office/drawing/2014/main" id="{9ED49374-F24A-441A-9415-A19616BC05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43937992-36D5-4C71-A8BD-82C029AD52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6 / S32 / S45 발표자료 발췌">
            <a:extLst xmlns:a="http://schemas.openxmlformats.org/drawingml/2006/main">
              <a:ext uri="{FF2B5EF4-FFF2-40B4-BE49-F238E27FC236}">
                <a16:creationId xmlns:a16="http://schemas.microsoft.com/office/drawing/2014/main" id="{9F4C1744-EBFC-475C-9065-F44CA4CD4F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S16 / S32 / S45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87CD601D-7041-42B2-A7A9-0B4E7BF5FA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7D86FA85-32A9-4ECE-A995-2A9DCF06AEF0}"/>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7E5CC509-E7D3-4403-90B0-DA2C1CBDB673}"/>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7C462E66-31CE-4CE8-8153-56A4D0F9C607}"/>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9CCAA0B3-C9BE-497D-AB22-F5527CFE9558}"/>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5B200E99-9A7D-4B89-A106-3BFA3B848706}"/>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001BEF1-7E19-46FE-A30B-E9223533730C}"/>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E8147ECC-6D15-4554-95D7-06C32750AD67}"/>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7E4BF6DD-8F83-41DF-B444-D97E1D64A0DD}"/>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D656B1ED-DAF1-4D64-BECD-A7E61B197AFE}"/>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75FCC6C4-A20F-4671-B6E2-AB87B43F881C}"/>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429532D-BD4E-4F22-9783-C158E5EF3E33}"/>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48C58BD4-2D7D-4F61-A796-BF4E74B83386}"/>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8FC6BB16-6252-429E-947F-F971FB5A0B82}"/>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80507C1B-8A27-4DE3-B85A-FF966D3F7BCB}"/>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2611EE23-7DE3-434C-9557-22CF4A4E0EEA}"/>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CD413E4-5E8B-4E44-91AE-8AA4D900EB1F}"/>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2611B017-51A9-4361-9B4E-D899F4A91F4C}"/>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4DFC215E-4F75-430C-B763-56F4187E2278}"/>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E7790C0A-00BF-40C7-B7BE-2AC350D34E12}"/>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63DEB551-A6B9-499F-8E03-148115A7DAD9}"/>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46C9E657-4A26-4617-AAA7-3F3BBE2DFC3F}"/>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B42D4E6D-865F-46B4-969C-F977A981B8D3}"/>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65D25D08-53D7-46E6-A9E1-AE266244E200}"/>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77BA0E07-4DDC-4E93-B52B-C8EE6FE3795E}"/>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E3B30CDD-9848-4AF5-A293-282994258281}"/>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A51272F1-3F19-4214-8467-79B072F81291}"/>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A128170A-3B03-4F44-B868-66D8C8B6D1EF}"/>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E03EC25D-4FC6-4182-9893-7728F259797F}"/>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01FA7AE9-EA13-4B84-9E67-F50C0D79320F}"/>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9B51151-E00E-42B1-A697-8882DCC0C9BD}"/>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D5A07786-84BE-4120-BF5E-F5B0BC5040F4}"/>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C77DBC54-8D5D-42AE-8475-FEAB694E70D3}"/>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DE0A7A2E-4FEB-4730-8BB8-0741E68EE861}"/>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F9936C0E-B0AC-42A2-BE97-9803756C7CC1}"/>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D87431F-14FB-4C8A-9D40-61F97A76FD3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2B843051-2F8B-4B0F-97D4-92E66C1E66A5}"/>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C80F0B9A-0254-4985-B295-73537109DFA9}"/>
              </a:ext>
            </a:extLst>
          </p:cNvPr>
          <p:cNvPicPr>
            <a:picLocks xmlns:a="http://schemas.openxmlformats.org/drawingml/2006/main" noChangeAspect="1"/>
          </p:cNvPicPr>
          <p:nvPr/>
        </p:nvPicPr>
        <p:blipFill>
          <a:blip xmlns:r="http://schemas.openxmlformats.org/officeDocument/2006/relationships" xmlns:a="http://schemas.openxmlformats.org/drawingml/2006/main" r:embed="R637635c94fa848b5"/>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A3BF664E-D87A-47B7-877D-AEFBE06D44EF}"/>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6 · STATE-00 → STATE-00-FIXED">
            <a:extLst xmlns:a="http://schemas.openxmlformats.org/drawingml/2006/main">
              <a:ext uri="{FF2B5EF4-FFF2-40B4-BE49-F238E27FC236}">
                <a16:creationId xmlns:a16="http://schemas.microsoft.com/office/drawing/2014/main" id="{2BADE135-F12F-4124-8442-7D98878E4445}"/>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S16 · STATE-00 → STATE-00-FIXED</a:t>
            </a:r>
          </a:p>
        </p:txBody>
      </p:sp>
      <p:pic>
        <p:nvPicPr>
          <p:cNvPr id="46" name="">
            <a:extLst xmlns:a="http://schemas.openxmlformats.org/drawingml/2006/main">
              <a:ext uri="{FF2B5EF4-FFF2-40B4-BE49-F238E27FC236}">
                <a16:creationId xmlns:a16="http://schemas.microsoft.com/office/drawing/2014/main" id="{179B5F54-4D42-424D-9822-FE065F674D9C}"/>
              </a:ext>
            </a:extLst>
          </p:cNvPr>
          <p:cNvPicPr>
            <a:picLocks xmlns:a="http://schemas.openxmlformats.org/drawingml/2006/main" noChangeAspect="1"/>
          </p:cNvPicPr>
          <p:nvPr/>
        </p:nvPicPr>
        <p:blipFill>
          <a:blip xmlns:r="http://schemas.openxmlformats.org/officeDocument/2006/relationships" xmlns:a="http://schemas.openxmlformats.org/drawingml/2006/main" r:embed="Ref802456df074cc2"/>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9FA89043-9F1E-43AD-9CF3-96DA679CCCCC}"/>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2 · STATE-02 → STATE-03">
            <a:extLst xmlns:a="http://schemas.openxmlformats.org/drawingml/2006/main">
              <a:ext uri="{FF2B5EF4-FFF2-40B4-BE49-F238E27FC236}">
                <a16:creationId xmlns:a16="http://schemas.microsoft.com/office/drawing/2014/main" id="{728C679F-48A0-4A8B-B749-1DC453F85E3D}"/>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S32 · STATE-02 → STATE-03</a:t>
            </a:r>
          </a:p>
        </p:txBody>
      </p:sp>
      <p:pic>
        <p:nvPicPr>
          <p:cNvPr id="49" name="">
            <a:extLst xmlns:a="http://schemas.openxmlformats.org/drawingml/2006/main">
              <a:ext uri="{FF2B5EF4-FFF2-40B4-BE49-F238E27FC236}">
                <a16:creationId xmlns:a16="http://schemas.microsoft.com/office/drawing/2014/main" id="{81533DA7-5D76-47D7-A9AE-0E8673F828C4}"/>
              </a:ext>
            </a:extLst>
          </p:cNvPr>
          <p:cNvPicPr>
            <a:picLocks xmlns:a="http://schemas.openxmlformats.org/drawingml/2006/main" noChangeAspect="1"/>
          </p:cNvPicPr>
          <p:nvPr/>
        </p:nvPicPr>
        <p:blipFill>
          <a:blip xmlns:r="http://schemas.openxmlformats.org/officeDocument/2006/relationships" xmlns:a="http://schemas.openxmlformats.org/drawingml/2006/main" r:embed="Rf774def0e7b244fb"/>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D6A31DD1-9D24-4E82-B2DE-86C1C79D3BB0}"/>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5 · STATE-04 → STATE-04-PERF">
            <a:extLst xmlns:a="http://schemas.openxmlformats.org/drawingml/2006/main">
              <a:ext uri="{FF2B5EF4-FFF2-40B4-BE49-F238E27FC236}">
                <a16:creationId xmlns:a16="http://schemas.microsoft.com/office/drawing/2014/main" id="{B87F4227-B678-45DA-9A56-5185EAECEB04}"/>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7A9A0DE6-7544-43DF-B97D-B87B60754425}"/>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B67A1E59-90BD-4C84-8485-4D8FEB0FB3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46086284"/>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A8DF22C4-8D11-40A0-B9DA-24AEFF24679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5">
            <a:extLst xmlns:a="http://schemas.openxmlformats.org/drawingml/2006/main">
              <a:ext uri="{FF2B5EF4-FFF2-40B4-BE49-F238E27FC236}">
                <a16:creationId xmlns:a16="http://schemas.microsoft.com/office/drawing/2014/main" id="{FFF3779A-837D-42D4-9D0E-799E792E667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필요성이 입증되지 않은 것은 보류했다">
            <a:extLst xmlns:a="http://schemas.openxmlformats.org/drawingml/2006/main">
              <a:ext uri="{FF2B5EF4-FFF2-40B4-BE49-F238E27FC236}">
                <a16:creationId xmlns:a16="http://schemas.microsoft.com/office/drawing/2014/main" id="{31D41551-D4AE-45C9-B4A4-06BC9BA2D2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A56C47B6-786E-49DE-95F1-8E0BCA4A95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2E0557A8-E34F-434F-8990-9C1D8C8BB4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D9992FDC-6A9F-43DE-9B55-351558A80E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21AA6A3A-95A6-4A9B-AF6D-96F46CE0985B}"/>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71E431E4-FD8F-49B4-ADB6-DE246D45CC17}"/>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847993F1-FC3C-4A0D-8BC0-53A0B2D449C8}"/>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F4262E78-26BC-4771-B3ED-4898295318A4}"/>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7384B32-E62E-4D30-826E-5C14A5582A25}"/>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ADC7C726-D454-4FC7-952E-E7CF6DE2229C}"/>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2E0D79EE-5D77-4EB1-B61F-CB3EE0E576A1}"/>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E49086EC-7611-4F83-9998-7667062143E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A400FC67-ADDF-48EE-B55A-4C1F8299BB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317807673"/>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418B8BA4-6F04-4B32-8234-160D7A29292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6">
            <a:extLst xmlns:a="http://schemas.openxmlformats.org/drawingml/2006/main">
              <a:ext uri="{FF2B5EF4-FFF2-40B4-BE49-F238E27FC236}">
                <a16:creationId xmlns:a16="http://schemas.microsoft.com/office/drawing/2014/main" id="{4723678F-653A-4016-89D2-F0F3B2E804F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위임이 늘어도 개발자 책임은 남는다">
            <a:extLst xmlns:a="http://schemas.openxmlformats.org/drawingml/2006/main">
              <a:ext uri="{FF2B5EF4-FFF2-40B4-BE49-F238E27FC236}">
                <a16:creationId xmlns:a16="http://schemas.microsoft.com/office/drawing/2014/main" id="{27EE88A2-72EC-460E-AA0F-AD66EDE860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BF489618-A33C-4CD5-B9E4-9A55EF2660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3D077DB0-6195-4100-BFA4-3FE0F9BCE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FEE07FE2-7135-4D31-A880-51EC450388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2C0F488E-5AC1-400C-AA11-3DD8F57EEBE3}"/>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773841D0-094E-47F9-8C8C-FF0D1ABA371D}"/>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2DB998F0-6E96-4DBE-9327-019609E1C0FB}"/>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B7A42E9B-D6A0-48E4-9791-D3E859E6457B}"/>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2A45CEA8-9DF4-4BEB-B4E4-987FDAE0FB12}"/>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D4BE5512-D758-4384-87D1-A781AFB8C51A}"/>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6F8DE356-4BAB-4781-8C59-7127D080520E}"/>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84B32C06-B4E6-4176-99E9-901DD1E0BB4F}"/>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E4F857A9-7AF6-43CC-80C6-98C17481206A}"/>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5E341D6A-7E11-4934-BDDB-3D8FBFB42D0F}"/>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F8BC597B-4211-44C6-8817-2FFA4527E9C8}"/>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B0521D28-E591-46E4-BCB8-43054101A0B2}"/>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67107113-EAF6-439A-9AA0-9E809CE06707}"/>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BE011A9C-B6AF-4132-8308-38E63769D7D5}"/>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AF73C21C-FF9D-4F5C-85BB-A943B0C85C5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89EC1088-E480-408E-BF69-BE1E29C798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475097506"/>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B8F43B2C-8C92-4B9E-BEDD-3EE1D2F1AB3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7">
            <a:extLst xmlns:a="http://schemas.openxmlformats.org/drawingml/2006/main">
              <a:ext uri="{FF2B5EF4-FFF2-40B4-BE49-F238E27FC236}">
                <a16:creationId xmlns:a16="http://schemas.microsoft.com/office/drawing/2014/main" id="{CD4EC23D-1E75-43A4-A86D-315CFB5EC60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AI-Native Development는&#10;이 교육의 운영 모델">
            <a:extLst xmlns:a="http://schemas.openxmlformats.org/drawingml/2006/main">
              <a:ext uri="{FF2B5EF4-FFF2-40B4-BE49-F238E27FC236}">
                <a16:creationId xmlns:a16="http://schemas.microsoft.com/office/drawing/2014/main" id="{7CB974FA-EDF8-4378-BF75-B6A14CD0F6E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F0FB0D9C-F245-48F4-9865-50E93F225D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86CEB1E5-898B-4E15-98E8-B3605F036B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9F2D11B8-6023-4218-9EF7-0400489849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1C13D1F3-1896-41CF-BEE1-0C917EC21D93}"/>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A81970D4-E513-4B43-9D2C-3035FDE95606}"/>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98B7F77F-6E44-458E-88F9-5C504FCD1784}"/>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2D82EB6B-0671-465A-A703-196643F8A2BE}"/>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02496D7E-F280-4AE4-9EBC-AE2FD1B47695}"/>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BAE4F647-AAE7-4611-80B5-ACD8BB1A5918}"/>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869BDAAC-9F3B-4FC9-9367-0AF515C9A437}"/>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5191ABE4-ADE5-4EE0-BBCD-2CD8EE307AC6}"/>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C32EF4AA-5EB3-4881-88E1-BFD822729E12}"/>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F97C36AB-8B83-491F-B92E-F290936FF255}"/>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DC60C5E4-6EFC-43EC-BC89-4C889EF7A7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326772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DEA39CD3-2745-467D-AA29-CDDADD8738D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8">
            <a:extLst xmlns:a="http://schemas.openxmlformats.org/drawingml/2006/main">
              <a:ext uri="{FF2B5EF4-FFF2-40B4-BE49-F238E27FC236}">
                <a16:creationId xmlns:a16="http://schemas.microsoft.com/office/drawing/2014/main" id="{133D2BE3-6E6D-4AFB-85FB-59EBCCEB1C2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어느 Layer에서 마찰이 반복되는가?">
            <a:extLst xmlns:a="http://schemas.openxmlformats.org/drawingml/2006/main">
              <a:ext uri="{FF2B5EF4-FFF2-40B4-BE49-F238E27FC236}">
                <a16:creationId xmlns:a16="http://schemas.microsoft.com/office/drawing/2014/main" id="{DB036CED-4D81-474A-960F-D367B2BDF3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D2B16584-3BA6-4C74-A5F0-E8891DE91E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716EB525-AFE5-479B-8C5F-487616EB94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F80C5B61-E46D-4E78-B694-70FFA58598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752D47C5-3A25-449B-8101-E7CEA7191BE5}"/>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BF8944A7-312D-4F02-9924-9F0CD6492477}"/>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E349576-7C85-4E20-8CA2-105C090D8304}"/>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84C1901-D388-4CB2-9C5F-B282BC2FA38D}"/>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E1939EE8-EC9C-4A7E-BC32-3829EF06C756}"/>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5B031613-B08E-4DB4-B571-AF1F67D9441A}"/>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DC227A25-DA64-4629-9888-123397022DDC}"/>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50FBAC0-78B6-4053-ABB9-C473FE1E9F52}"/>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659B47A4-DF39-4BB6-A353-90F56327E5A5}"/>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9D9D914F-88EB-4AA5-8223-137B94ADF7D6}"/>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753FFA66-1E26-4C59-8AC5-B4ED7D61244C}"/>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2D51EAED-5659-4886-9BC6-8EEDD39C3AF0}"/>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4B29F53-7524-40FE-A9B0-B4E5FDFE49CD}"/>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2792C9E1-8B09-44B5-9FA4-9FA577E6291D}"/>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8F5EA51C-E10E-4D93-A4D5-9A1EDA897EA0}"/>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CC3DC8BE-9CB1-4BEF-A3DD-A5EAD6369E10}"/>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1F0A5F9C-DBF6-403D-A90E-5CCF86A0AA41}"/>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D7F3B1D0-04D9-4C70-95CD-F9AA1A89713E}"/>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A8EE4787-6664-49C7-82E0-AE5D5149A187}"/>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73E881DB-BCBF-44F6-AF07-FAA7F7167196}"/>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686A92D6-1042-4C00-B7CC-0598E274F1C7}"/>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86591408-D29D-4FD6-98D7-E35E89E18102}"/>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A665140-CF6E-4F21-85B6-D79AE0200176}"/>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27611B55-7E02-4251-89DA-4C108141CC2E}"/>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CA06F119-D224-49FA-BC11-B15CD33CB92D}"/>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509D976F-E97B-48E8-9D37-D4A6009C8C05}"/>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6EFDEA4C-1B88-475A-91D3-D6D2A22EE5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73235648"/>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1293A3BB-6271-4B1E-81C0-464719F7801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79">
            <a:extLst xmlns:a="http://schemas.openxmlformats.org/drawingml/2006/main">
              <a:ext uri="{FF2B5EF4-FFF2-40B4-BE49-F238E27FC236}">
                <a16:creationId xmlns:a16="http://schemas.microsoft.com/office/drawing/2014/main" id="{929DE7E6-DCFD-45E4-A7B1-174F5734C8D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은 행동을 개인적으로 고른다">
            <a:extLst xmlns:a="http://schemas.openxmlformats.org/drawingml/2006/main">
              <a:ext uri="{FF2B5EF4-FFF2-40B4-BE49-F238E27FC236}">
                <a16:creationId xmlns:a16="http://schemas.microsoft.com/office/drawing/2014/main" id="{D5F90210-ACB5-4FE6-AB91-A1D5FD0A02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F30F9EAB-782C-43E5-A934-11536B2BFF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FF1537E4-0465-4C8C-A89B-6770E78B23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7B3FBA85-B949-4404-88F2-C1AB80742C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052941E0-CCE4-4673-A905-3ED231CD322A}"/>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B8747740-3D06-4C7A-A440-AF17504B7C8D}"/>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1819A8A5-41ED-49D5-BBC2-A62D6E577B6C}"/>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650D7CE4-1C27-43C7-92F6-62269A08559D}"/>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5BBF3D33-29E6-4F80-A02E-05061F1E964A}"/>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53FBF4E1-3207-4390-BBC3-67D69169F984}"/>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BDB996EC-1828-4A50-8E0E-3473F5247489}"/>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245361F-4986-46FB-ACDE-202F1C94C610}"/>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DFBF065D-CE24-49A2-AB7B-3C027CA81CD5}"/>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9E9E40D1-340D-46E7-9DC1-6CF5932359E5}"/>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DAFBBAE4-2683-4362-B860-8EE3F4C3D4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680218943"/>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D4B0B81B-4625-4008-92A2-CBD7CEE8F0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0">
            <a:extLst xmlns:a="http://schemas.openxmlformats.org/drawingml/2006/main">
              <a:ext uri="{FF2B5EF4-FFF2-40B4-BE49-F238E27FC236}">
                <a16:creationId xmlns:a16="http://schemas.microsoft.com/office/drawing/2014/main" id="{3BC05169-B0AA-4A7C-8797-6DF0138034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Q&amp;A와 교육 마무리">
            <a:extLst xmlns:a="http://schemas.openxmlformats.org/drawingml/2006/main">
              <a:ext uri="{FF2B5EF4-FFF2-40B4-BE49-F238E27FC236}">
                <a16:creationId xmlns:a16="http://schemas.microsoft.com/office/drawing/2014/main" id="{155B28CA-7F26-4EF4-85A5-BC7433DD8D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D931D7EA-E5B7-4FF5-BC7D-B3AA0022A8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2A53C7C-0029-438C-BA39-B320063AA5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74A37531-AA75-4770-AD1A-AD8E13A983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B89D81AD-4140-4B9A-9493-A578E6AD3B08}"/>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B908B994-EA81-464D-BC9B-C45667C6815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CD90C431-5839-49E7-82F4-676300FD46C8}"/>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8B63464D-A8A7-4AE4-BB12-73B610F5BFF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5153F1B8-0A03-4EA4-87D0-C331DEEA26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22991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2026-10-21T11:24:51.8860000Z</dcterms:created>
  <dcterms:modified xsi:type="dcterms:W3CDTF">2026-10-21T11:24:51.8860000Z</dcterms:modified>
</coreProperties>
</file>