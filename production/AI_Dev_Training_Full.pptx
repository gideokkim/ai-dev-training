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ca972fbfaf44684" /><Relationship Type="http://schemas.openxmlformats.org/officeDocument/2006/relationships/extended-properties" Target="/docProps/app.xml" Id="Rd3ff3e14dd854a55" /><Relationship Type="http://schemas.openxmlformats.org/officeDocument/2006/relationships/officeDocument" Target="/ppt/presentation.xml" Id="Rc911588348734c0b" /></Relationships>
</file>

<file path=ppt/presentation.xml><?xml version="1.0" encoding="utf-8"?>
<p:presentation xmlns:p="http://schemas.openxmlformats.org/presentationml/2006/main">
  <p:sldMasterIdLst>
    <p:sldMasterId xmlns:r="http://schemas.openxmlformats.org/officeDocument/2006/relationships" id="2147483648" r:id="Rdd3a83adecf94dad"/>
  </p:sldMasterIdLst>
  <p:notesMasterIdLst>
    <p:notesMasterId xmlns:r="http://schemas.openxmlformats.org/officeDocument/2006/relationships" r:id="Rd712caf66cf1480f"/>
  </p:notesMasterIdLst>
  <p:sldIdLst>
    <p:sldId xmlns:r="http://schemas.openxmlformats.org/officeDocument/2006/relationships" id="256" r:id="Rd8dda4ba3012446c"/>
    <p:sldId xmlns:r="http://schemas.openxmlformats.org/officeDocument/2006/relationships" id="257" r:id="R1c33ac1cef884997"/>
    <p:sldId xmlns:r="http://schemas.openxmlformats.org/officeDocument/2006/relationships" id="258" r:id="R4968c7ec8e684eac"/>
    <p:sldId xmlns:r="http://schemas.openxmlformats.org/officeDocument/2006/relationships" id="259" r:id="Re017f2b9e41d4a85"/>
    <p:sldId xmlns:r="http://schemas.openxmlformats.org/officeDocument/2006/relationships" id="260" r:id="R1a332aa8c7bb4a61"/>
    <p:sldId xmlns:r="http://schemas.openxmlformats.org/officeDocument/2006/relationships" id="261" r:id="Re43f17e955ba4516"/>
    <p:sldId xmlns:r="http://schemas.openxmlformats.org/officeDocument/2006/relationships" id="262" r:id="Rf29a43fb50284394"/>
    <p:sldId xmlns:r="http://schemas.openxmlformats.org/officeDocument/2006/relationships" id="263" r:id="R464019265bb444f3"/>
    <p:sldId xmlns:r="http://schemas.openxmlformats.org/officeDocument/2006/relationships" id="264" r:id="R098dd986cd6a43b6"/>
    <p:sldId xmlns:r="http://schemas.openxmlformats.org/officeDocument/2006/relationships" id="265" r:id="Rd025fffe9dfe45ef"/>
    <p:sldId xmlns:r="http://schemas.openxmlformats.org/officeDocument/2006/relationships" id="266" r:id="Ra27d6d4a55d54952"/>
    <p:sldId xmlns:r="http://schemas.openxmlformats.org/officeDocument/2006/relationships" id="267" r:id="Rae2f090047644f31"/>
    <p:sldId xmlns:r="http://schemas.openxmlformats.org/officeDocument/2006/relationships" id="268" r:id="R8edf4065f4364ec5"/>
    <p:sldId xmlns:r="http://schemas.openxmlformats.org/officeDocument/2006/relationships" id="269" r:id="Re499592043844112"/>
    <p:sldId xmlns:r="http://schemas.openxmlformats.org/officeDocument/2006/relationships" id="270" r:id="Redee1d810bfb4368"/>
    <p:sldId xmlns:r="http://schemas.openxmlformats.org/officeDocument/2006/relationships" id="271" r:id="R5e68fd9b0cdc423a"/>
    <p:sldId xmlns:r="http://schemas.openxmlformats.org/officeDocument/2006/relationships" id="272" r:id="R02c7bd3096c24e8c"/>
    <p:sldId xmlns:r="http://schemas.openxmlformats.org/officeDocument/2006/relationships" id="273" r:id="R1a9573d0f8b642ca"/>
    <p:sldId xmlns:r="http://schemas.openxmlformats.org/officeDocument/2006/relationships" id="274" r:id="Rf040da7889fb4861"/>
    <p:sldId xmlns:r="http://schemas.openxmlformats.org/officeDocument/2006/relationships" id="275" r:id="Re31cf86148804bfd"/>
    <p:sldId xmlns:r="http://schemas.openxmlformats.org/officeDocument/2006/relationships" id="276" r:id="Rba21770fb2fa4b40"/>
    <p:sldId xmlns:r="http://schemas.openxmlformats.org/officeDocument/2006/relationships" id="277" r:id="Rf41d6a7a5fa14263"/>
    <p:sldId xmlns:r="http://schemas.openxmlformats.org/officeDocument/2006/relationships" id="278" r:id="R1a7df3754c254ae1"/>
    <p:sldId xmlns:r="http://schemas.openxmlformats.org/officeDocument/2006/relationships" id="279" r:id="Rfe8a249b3efe405a"/>
    <p:sldId xmlns:r="http://schemas.openxmlformats.org/officeDocument/2006/relationships" id="280" r:id="R677f5dee769946c2"/>
    <p:sldId xmlns:r="http://schemas.openxmlformats.org/officeDocument/2006/relationships" id="281" r:id="Rdd854bb6d72c486a"/>
    <p:sldId xmlns:r="http://schemas.openxmlformats.org/officeDocument/2006/relationships" id="282" r:id="Re252be0d71bf4d87"/>
    <p:sldId xmlns:r="http://schemas.openxmlformats.org/officeDocument/2006/relationships" id="283" r:id="Ra9447b4622dd4ef6"/>
    <p:sldId xmlns:r="http://schemas.openxmlformats.org/officeDocument/2006/relationships" id="284" r:id="Rbfac281eb4134cb3"/>
    <p:sldId xmlns:r="http://schemas.openxmlformats.org/officeDocument/2006/relationships" id="285" r:id="Rdc93b30c239341d4"/>
    <p:sldId xmlns:r="http://schemas.openxmlformats.org/officeDocument/2006/relationships" id="286" r:id="R30ce77d1bf4848e3"/>
    <p:sldId xmlns:r="http://schemas.openxmlformats.org/officeDocument/2006/relationships" id="287" r:id="Rbb1605711eb44f87"/>
    <p:sldId xmlns:r="http://schemas.openxmlformats.org/officeDocument/2006/relationships" id="288" r:id="R6efd0f1bde48483f"/>
    <p:sldId xmlns:r="http://schemas.openxmlformats.org/officeDocument/2006/relationships" id="289" r:id="Rf693308f6d944958"/>
    <p:sldId xmlns:r="http://schemas.openxmlformats.org/officeDocument/2006/relationships" id="290" r:id="R5480e08ba22e4153"/>
    <p:sldId xmlns:r="http://schemas.openxmlformats.org/officeDocument/2006/relationships" id="291" r:id="R2f93a02f6def4947"/>
    <p:sldId xmlns:r="http://schemas.openxmlformats.org/officeDocument/2006/relationships" id="292" r:id="R4ffff28347ce485d"/>
    <p:sldId xmlns:r="http://schemas.openxmlformats.org/officeDocument/2006/relationships" id="293" r:id="Rc7b230d835d44249"/>
    <p:sldId xmlns:r="http://schemas.openxmlformats.org/officeDocument/2006/relationships" id="294" r:id="R9ddb75f2f4bc448e"/>
    <p:sldId xmlns:r="http://schemas.openxmlformats.org/officeDocument/2006/relationships" id="295" r:id="Ra00df842852d4f21"/>
    <p:sldId xmlns:r="http://schemas.openxmlformats.org/officeDocument/2006/relationships" id="296" r:id="Rd006fc306acd4259"/>
    <p:sldId xmlns:r="http://schemas.openxmlformats.org/officeDocument/2006/relationships" id="297" r:id="R865e8c99a7904b72"/>
    <p:sldId xmlns:r="http://schemas.openxmlformats.org/officeDocument/2006/relationships" id="298" r:id="Rb9fce7d679be4edc"/>
    <p:sldId xmlns:r="http://schemas.openxmlformats.org/officeDocument/2006/relationships" id="299" r:id="R59b340ed65c44b6a"/>
    <p:sldId xmlns:r="http://schemas.openxmlformats.org/officeDocument/2006/relationships" id="300" r:id="R76300b2f67454fd9"/>
    <p:sldId xmlns:r="http://schemas.openxmlformats.org/officeDocument/2006/relationships" id="301" r:id="R54c14248c91a44f0"/>
    <p:sldId xmlns:r="http://schemas.openxmlformats.org/officeDocument/2006/relationships" id="302" r:id="Rf9d96aa5bfa14ab7"/>
    <p:sldId xmlns:r="http://schemas.openxmlformats.org/officeDocument/2006/relationships" id="303" r:id="Rda51498ebf924397"/>
    <p:sldId xmlns:r="http://schemas.openxmlformats.org/officeDocument/2006/relationships" id="304" r:id="R5e5abaa908814efb"/>
    <p:sldId xmlns:r="http://schemas.openxmlformats.org/officeDocument/2006/relationships" id="305" r:id="Ra894c1b7484e4d4c"/>
    <p:sldId xmlns:r="http://schemas.openxmlformats.org/officeDocument/2006/relationships" id="306" r:id="R702e6ae8decf4913"/>
    <p:sldId xmlns:r="http://schemas.openxmlformats.org/officeDocument/2006/relationships" id="307" r:id="R443d2e6882724532"/>
    <p:sldId xmlns:r="http://schemas.openxmlformats.org/officeDocument/2006/relationships" id="308" r:id="R9c292d4215ba4a7f"/>
    <p:sldId xmlns:r="http://schemas.openxmlformats.org/officeDocument/2006/relationships" id="309" r:id="Re5af75461b814aef"/>
    <p:sldId xmlns:r="http://schemas.openxmlformats.org/officeDocument/2006/relationships" id="310" r:id="Rf470d598f3af41de"/>
    <p:sldId xmlns:r="http://schemas.openxmlformats.org/officeDocument/2006/relationships" id="311" r:id="R63831afff71a4cd1"/>
    <p:sldId xmlns:r="http://schemas.openxmlformats.org/officeDocument/2006/relationships" id="312" r:id="Rd8cf6dee36314f00"/>
    <p:sldId xmlns:r="http://schemas.openxmlformats.org/officeDocument/2006/relationships" id="313" r:id="R6d0273cd4c4740fc"/>
    <p:sldId xmlns:r="http://schemas.openxmlformats.org/officeDocument/2006/relationships" id="314" r:id="R3d6b98d7fa1c4afa"/>
    <p:sldId xmlns:r="http://schemas.openxmlformats.org/officeDocument/2006/relationships" id="315" r:id="R32cd8eb06f814d89"/>
    <p:sldId xmlns:r="http://schemas.openxmlformats.org/officeDocument/2006/relationships" id="316" r:id="Rbe5a82f538404c3c"/>
    <p:sldId xmlns:r="http://schemas.openxmlformats.org/officeDocument/2006/relationships" id="317" r:id="R2fdfaf27c25a4a5b"/>
    <p:sldId xmlns:r="http://schemas.openxmlformats.org/officeDocument/2006/relationships" id="318" r:id="Rcb01ba21e4de4a68"/>
    <p:sldId xmlns:r="http://schemas.openxmlformats.org/officeDocument/2006/relationships" id="319" r:id="R0397cf8b93fa4aca"/>
    <p:sldId xmlns:r="http://schemas.openxmlformats.org/officeDocument/2006/relationships" id="320" r:id="R5ff70539cc60456e"/>
    <p:sldId xmlns:r="http://schemas.openxmlformats.org/officeDocument/2006/relationships" id="321" r:id="Rec838e0c014e473e"/>
    <p:sldId xmlns:r="http://schemas.openxmlformats.org/officeDocument/2006/relationships" id="322" r:id="R8ef31647931b44be"/>
    <p:sldId xmlns:r="http://schemas.openxmlformats.org/officeDocument/2006/relationships" id="323" r:id="Rfe4bfdc734a3471d"/>
    <p:sldId xmlns:r="http://schemas.openxmlformats.org/officeDocument/2006/relationships" id="324" r:id="R96cbd816e4dd4ff0"/>
    <p:sldId xmlns:r="http://schemas.openxmlformats.org/officeDocument/2006/relationships" id="325" r:id="R0b094691bc3845b3"/>
    <p:sldId xmlns:r="http://schemas.openxmlformats.org/officeDocument/2006/relationships" id="326" r:id="Rbcd1b72a6bc64638"/>
    <p:sldId xmlns:r="http://schemas.openxmlformats.org/officeDocument/2006/relationships" id="327" r:id="Rcfb7ff5ac060419c"/>
    <p:sldId xmlns:r="http://schemas.openxmlformats.org/officeDocument/2006/relationships" id="328" r:id="Rd0e26879c3984c62"/>
    <p:sldId xmlns:r="http://schemas.openxmlformats.org/officeDocument/2006/relationships" id="329" r:id="Rea3cc5c4f02e4a17"/>
    <p:sldId xmlns:r="http://schemas.openxmlformats.org/officeDocument/2006/relationships" id="330" r:id="R237ae2a300114d08"/>
    <p:sldId xmlns:r="http://schemas.openxmlformats.org/officeDocument/2006/relationships" id="331" r:id="Rd12d528024fd4479"/>
    <p:sldId xmlns:r="http://schemas.openxmlformats.org/officeDocument/2006/relationships" id="332" r:id="R1d0d977d2cd94ae0"/>
    <p:sldId xmlns:r="http://schemas.openxmlformats.org/officeDocument/2006/relationships" id="333" r:id="R191aab702c884375"/>
    <p:sldId xmlns:r="http://schemas.openxmlformats.org/officeDocument/2006/relationships" id="334" r:id="Rcc8449e2002c4c69"/>
    <p:sldId xmlns:r="http://schemas.openxmlformats.org/officeDocument/2006/relationships" id="335" r:id="R0b27cf7343fb49cc"/>
    <p:sldId xmlns:r="http://schemas.openxmlformats.org/officeDocument/2006/relationships" id="336" r:id="R46a6994af88f4181"/>
    <p:sldId xmlns:r="http://schemas.openxmlformats.org/officeDocument/2006/relationships" id="337" r:id="Rd40439fbf7e54315"/>
    <p:sldId xmlns:r="http://schemas.openxmlformats.org/officeDocument/2006/relationships" id="338" r:id="R735e2cccf7fe4e8b"/>
    <p:sldId xmlns:r="http://schemas.openxmlformats.org/officeDocument/2006/relationships" id="339" r:id="Rfff1f268a2484b11"/>
    <p:sldId xmlns:r="http://schemas.openxmlformats.org/officeDocument/2006/relationships" id="340" r:id="Rb92827beeb8e4480"/>
    <p:sldId xmlns:r="http://schemas.openxmlformats.org/officeDocument/2006/relationships" id="341" r:id="Re6dfe3ee11e24e6b"/>
    <p:sldId xmlns:r="http://schemas.openxmlformats.org/officeDocument/2006/relationships" id="342" r:id="Rfaafcad45c6441c1"/>
    <p:sldId xmlns:r="http://schemas.openxmlformats.org/officeDocument/2006/relationships" id="343" r:id="R43f8ac0b103a4672"/>
    <p:sldId xmlns:r="http://schemas.openxmlformats.org/officeDocument/2006/relationships" id="344" r:id="Rbd7b7ab2250b4bce"/>
    <p:sldId xmlns:r="http://schemas.openxmlformats.org/officeDocument/2006/relationships" id="345" r:id="R9f2ebb259f504656"/>
    <p:sldId xmlns:r="http://schemas.openxmlformats.org/officeDocument/2006/relationships" id="346" r:id="R171d8ec400f34f1e"/>
    <p:sldId xmlns:r="http://schemas.openxmlformats.org/officeDocument/2006/relationships" id="347" r:id="R5cb23b9a10464068"/>
    <p:sldId xmlns:r="http://schemas.openxmlformats.org/officeDocument/2006/relationships" id="348" r:id="R66880a3b01e645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3b3f34eb98c4410" /><Relationship Type="http://schemas.openxmlformats.org/officeDocument/2006/relationships/slideMaster" Target="/ppt/slideMasters/slideMaster1.xml" Id="Rdd3a83adecf94dad" /><Relationship Type="http://schemas.openxmlformats.org/officeDocument/2006/relationships/notesMaster" Target="/ppt/notesMasters/notesMaster1.xml" Id="Rd712caf66cf1480f" /><Relationship Type="http://schemas.openxmlformats.org/officeDocument/2006/relationships/presProps" Target="/ppt/presProps.xml" Id="R143ed05a65e84550" /><Relationship Type="http://schemas.openxmlformats.org/officeDocument/2006/relationships/tableStyles" Target="/ppt/tableStyles.xml" Id="R08b3046541404112" /><Relationship Type="http://schemas.openxmlformats.org/officeDocument/2006/relationships/slide" Target="/ppt/slides/slide1.xml" Id="Rd8dda4ba3012446c" /><Relationship Type="http://schemas.openxmlformats.org/officeDocument/2006/relationships/slide" Target="/ppt/slides/slide2.xml" Id="R1c33ac1cef884997" /><Relationship Type="http://schemas.openxmlformats.org/officeDocument/2006/relationships/slide" Target="/ppt/slides/slide3.xml" Id="R4968c7ec8e684eac" /><Relationship Type="http://schemas.openxmlformats.org/officeDocument/2006/relationships/slide" Target="/ppt/slides/slide4.xml" Id="Re017f2b9e41d4a85" /><Relationship Type="http://schemas.openxmlformats.org/officeDocument/2006/relationships/slide" Target="/ppt/slides/slide5.xml" Id="R1a332aa8c7bb4a61" /><Relationship Type="http://schemas.openxmlformats.org/officeDocument/2006/relationships/slide" Target="/ppt/slides/slide6.xml" Id="Re43f17e955ba4516" /><Relationship Type="http://schemas.openxmlformats.org/officeDocument/2006/relationships/slide" Target="/ppt/slides/slide7.xml" Id="Rf29a43fb50284394" /><Relationship Type="http://schemas.openxmlformats.org/officeDocument/2006/relationships/slide" Target="/ppt/slides/slide8.xml" Id="R464019265bb444f3" /><Relationship Type="http://schemas.openxmlformats.org/officeDocument/2006/relationships/slide" Target="/ppt/slides/slide9.xml" Id="R098dd986cd6a43b6" /><Relationship Type="http://schemas.openxmlformats.org/officeDocument/2006/relationships/slide" Target="/ppt/slides/slide10.xml" Id="Rd025fffe9dfe45ef" /><Relationship Type="http://schemas.openxmlformats.org/officeDocument/2006/relationships/slide" Target="/ppt/slides/slide11.xml" Id="Ra27d6d4a55d54952" /><Relationship Type="http://schemas.openxmlformats.org/officeDocument/2006/relationships/slide" Target="/ppt/slides/slide12.xml" Id="Rae2f090047644f31" /><Relationship Type="http://schemas.openxmlformats.org/officeDocument/2006/relationships/slide" Target="/ppt/slides/slide13.xml" Id="R8edf4065f4364ec5" /><Relationship Type="http://schemas.openxmlformats.org/officeDocument/2006/relationships/slide" Target="/ppt/slides/slide14.xml" Id="Re499592043844112" /><Relationship Type="http://schemas.openxmlformats.org/officeDocument/2006/relationships/slide" Target="/ppt/slides/slide15.xml" Id="Redee1d810bfb4368" /><Relationship Type="http://schemas.openxmlformats.org/officeDocument/2006/relationships/slide" Target="/ppt/slides/slide16.xml" Id="R5e68fd9b0cdc423a" /><Relationship Type="http://schemas.openxmlformats.org/officeDocument/2006/relationships/slide" Target="/ppt/slides/slide17.xml" Id="R02c7bd3096c24e8c" /><Relationship Type="http://schemas.openxmlformats.org/officeDocument/2006/relationships/slide" Target="/ppt/slides/slide18.xml" Id="R1a9573d0f8b642ca" /><Relationship Type="http://schemas.openxmlformats.org/officeDocument/2006/relationships/slide" Target="/ppt/slides/slide19.xml" Id="Rf040da7889fb4861" /><Relationship Type="http://schemas.openxmlformats.org/officeDocument/2006/relationships/slide" Target="/ppt/slides/slide20.xml" Id="Re31cf86148804bfd" /><Relationship Type="http://schemas.openxmlformats.org/officeDocument/2006/relationships/slide" Target="/ppt/slides/slide21.xml" Id="Rba21770fb2fa4b40" /><Relationship Type="http://schemas.openxmlformats.org/officeDocument/2006/relationships/slide" Target="/ppt/slides/slide22.xml" Id="Rf41d6a7a5fa14263" /><Relationship Type="http://schemas.openxmlformats.org/officeDocument/2006/relationships/slide" Target="/ppt/slides/slide23.xml" Id="R1a7df3754c254ae1" /><Relationship Type="http://schemas.openxmlformats.org/officeDocument/2006/relationships/slide" Target="/ppt/slides/slide24.xml" Id="Rfe8a249b3efe405a" /><Relationship Type="http://schemas.openxmlformats.org/officeDocument/2006/relationships/slide" Target="/ppt/slides/slide25.xml" Id="R677f5dee769946c2" /><Relationship Type="http://schemas.openxmlformats.org/officeDocument/2006/relationships/slide" Target="/ppt/slides/slide26.xml" Id="Rdd854bb6d72c486a" /><Relationship Type="http://schemas.openxmlformats.org/officeDocument/2006/relationships/slide" Target="/ppt/slides/slide27.xml" Id="Re252be0d71bf4d87" /><Relationship Type="http://schemas.openxmlformats.org/officeDocument/2006/relationships/slide" Target="/ppt/slides/slide28.xml" Id="Ra9447b4622dd4ef6" /><Relationship Type="http://schemas.openxmlformats.org/officeDocument/2006/relationships/slide" Target="/ppt/slides/slide29.xml" Id="Rbfac281eb4134cb3" /><Relationship Type="http://schemas.openxmlformats.org/officeDocument/2006/relationships/slide" Target="/ppt/slides/slide30.xml" Id="Rdc93b30c239341d4" /><Relationship Type="http://schemas.openxmlformats.org/officeDocument/2006/relationships/slide" Target="/ppt/slides/slide31.xml" Id="R30ce77d1bf4848e3" /><Relationship Type="http://schemas.openxmlformats.org/officeDocument/2006/relationships/slide" Target="/ppt/slides/slide32.xml" Id="Rbb1605711eb44f87" /><Relationship Type="http://schemas.openxmlformats.org/officeDocument/2006/relationships/slide" Target="/ppt/slides/slide33.xml" Id="R6efd0f1bde48483f" /><Relationship Type="http://schemas.openxmlformats.org/officeDocument/2006/relationships/slide" Target="/ppt/slides/slide34.xml" Id="Rf693308f6d944958" /><Relationship Type="http://schemas.openxmlformats.org/officeDocument/2006/relationships/slide" Target="/ppt/slides/slide35.xml" Id="R5480e08ba22e4153" /><Relationship Type="http://schemas.openxmlformats.org/officeDocument/2006/relationships/slide" Target="/ppt/slides/slide36.xml" Id="R2f93a02f6def4947" /><Relationship Type="http://schemas.openxmlformats.org/officeDocument/2006/relationships/slide" Target="/ppt/slides/slide37.xml" Id="R4ffff28347ce485d" /><Relationship Type="http://schemas.openxmlformats.org/officeDocument/2006/relationships/slide" Target="/ppt/slides/slide38.xml" Id="Rc7b230d835d44249" /><Relationship Type="http://schemas.openxmlformats.org/officeDocument/2006/relationships/slide" Target="/ppt/slides/slide39.xml" Id="R9ddb75f2f4bc448e" /><Relationship Type="http://schemas.openxmlformats.org/officeDocument/2006/relationships/slide" Target="/ppt/slides/slide40.xml" Id="Ra00df842852d4f21" /><Relationship Type="http://schemas.openxmlformats.org/officeDocument/2006/relationships/slide" Target="/ppt/slides/slide41.xml" Id="Rd006fc306acd4259" /><Relationship Type="http://schemas.openxmlformats.org/officeDocument/2006/relationships/slide" Target="/ppt/slides/slide42.xml" Id="R865e8c99a7904b72" /><Relationship Type="http://schemas.openxmlformats.org/officeDocument/2006/relationships/slide" Target="/ppt/slides/slide43.xml" Id="Rb9fce7d679be4edc" /><Relationship Type="http://schemas.openxmlformats.org/officeDocument/2006/relationships/slide" Target="/ppt/slides/slide44.xml" Id="R59b340ed65c44b6a" /><Relationship Type="http://schemas.openxmlformats.org/officeDocument/2006/relationships/slide" Target="/ppt/slides/slide45.xml" Id="R76300b2f67454fd9" /><Relationship Type="http://schemas.openxmlformats.org/officeDocument/2006/relationships/slide" Target="/ppt/slides/slide46.xml" Id="R54c14248c91a44f0" /><Relationship Type="http://schemas.openxmlformats.org/officeDocument/2006/relationships/slide" Target="/ppt/slides/slide47.xml" Id="Rf9d96aa5bfa14ab7" /><Relationship Type="http://schemas.openxmlformats.org/officeDocument/2006/relationships/slide" Target="/ppt/slides/slide48.xml" Id="Rda51498ebf924397" /><Relationship Type="http://schemas.openxmlformats.org/officeDocument/2006/relationships/slide" Target="/ppt/slides/slide49.xml" Id="R5e5abaa908814efb" /><Relationship Type="http://schemas.openxmlformats.org/officeDocument/2006/relationships/slide" Target="/ppt/slides/slide50.xml" Id="Ra894c1b7484e4d4c" /><Relationship Type="http://schemas.openxmlformats.org/officeDocument/2006/relationships/slide" Target="/ppt/slides/slide51.xml" Id="R702e6ae8decf4913" /><Relationship Type="http://schemas.openxmlformats.org/officeDocument/2006/relationships/slide" Target="/ppt/slides/slide52.xml" Id="R443d2e6882724532" /><Relationship Type="http://schemas.openxmlformats.org/officeDocument/2006/relationships/slide" Target="/ppt/slides/slide53.xml" Id="R9c292d4215ba4a7f" /><Relationship Type="http://schemas.openxmlformats.org/officeDocument/2006/relationships/slide" Target="/ppt/slides/slide54.xml" Id="Re5af75461b814aef" /><Relationship Type="http://schemas.openxmlformats.org/officeDocument/2006/relationships/slide" Target="/ppt/slides/slide55.xml" Id="Rf470d598f3af41de" /><Relationship Type="http://schemas.openxmlformats.org/officeDocument/2006/relationships/slide" Target="/ppt/slides/slide56.xml" Id="R63831afff71a4cd1" /><Relationship Type="http://schemas.openxmlformats.org/officeDocument/2006/relationships/slide" Target="/ppt/slides/slide57.xml" Id="Rd8cf6dee36314f00" /><Relationship Type="http://schemas.openxmlformats.org/officeDocument/2006/relationships/slide" Target="/ppt/slides/slide58.xml" Id="R6d0273cd4c4740fc" /><Relationship Type="http://schemas.openxmlformats.org/officeDocument/2006/relationships/slide" Target="/ppt/slides/slide59.xml" Id="R3d6b98d7fa1c4afa" /><Relationship Type="http://schemas.openxmlformats.org/officeDocument/2006/relationships/slide" Target="/ppt/slides/slide60.xml" Id="R32cd8eb06f814d89" /><Relationship Type="http://schemas.openxmlformats.org/officeDocument/2006/relationships/slide" Target="/ppt/slides/slide61.xml" Id="Rbe5a82f538404c3c" /><Relationship Type="http://schemas.openxmlformats.org/officeDocument/2006/relationships/slide" Target="/ppt/slides/slide62.xml" Id="R2fdfaf27c25a4a5b" /><Relationship Type="http://schemas.openxmlformats.org/officeDocument/2006/relationships/slide" Target="/ppt/slides/slide63.xml" Id="Rcb01ba21e4de4a68" /><Relationship Type="http://schemas.openxmlformats.org/officeDocument/2006/relationships/slide" Target="/ppt/slides/slide64.xml" Id="R0397cf8b93fa4aca" /><Relationship Type="http://schemas.openxmlformats.org/officeDocument/2006/relationships/slide" Target="/ppt/slides/slide65.xml" Id="R5ff70539cc60456e" /><Relationship Type="http://schemas.openxmlformats.org/officeDocument/2006/relationships/slide" Target="/ppt/slides/slide66.xml" Id="Rec838e0c014e473e" /><Relationship Type="http://schemas.openxmlformats.org/officeDocument/2006/relationships/slide" Target="/ppt/slides/slide67.xml" Id="R8ef31647931b44be" /><Relationship Type="http://schemas.openxmlformats.org/officeDocument/2006/relationships/slide" Target="/ppt/slides/slide68.xml" Id="Rfe4bfdc734a3471d" /><Relationship Type="http://schemas.openxmlformats.org/officeDocument/2006/relationships/slide" Target="/ppt/slides/slide69.xml" Id="R96cbd816e4dd4ff0" /><Relationship Type="http://schemas.openxmlformats.org/officeDocument/2006/relationships/slide" Target="/ppt/slides/slide70.xml" Id="R0b094691bc3845b3" /><Relationship Type="http://schemas.openxmlformats.org/officeDocument/2006/relationships/slide" Target="/ppt/slides/slide71.xml" Id="Rbcd1b72a6bc64638" /><Relationship Type="http://schemas.openxmlformats.org/officeDocument/2006/relationships/slide" Target="/ppt/slides/slide72.xml" Id="Rcfb7ff5ac060419c" /><Relationship Type="http://schemas.openxmlformats.org/officeDocument/2006/relationships/slide" Target="/ppt/slides/slide73.xml" Id="Rd0e26879c3984c62" /><Relationship Type="http://schemas.openxmlformats.org/officeDocument/2006/relationships/slide" Target="/ppt/slides/slide74.xml" Id="Rea3cc5c4f02e4a17" /><Relationship Type="http://schemas.openxmlformats.org/officeDocument/2006/relationships/slide" Target="/ppt/slides/slide75.xml" Id="R237ae2a300114d08" /><Relationship Type="http://schemas.openxmlformats.org/officeDocument/2006/relationships/slide" Target="/ppt/slides/slide76.xml" Id="Rd12d528024fd4479" /><Relationship Type="http://schemas.openxmlformats.org/officeDocument/2006/relationships/slide" Target="/ppt/slides/slide77.xml" Id="R1d0d977d2cd94ae0" /><Relationship Type="http://schemas.openxmlformats.org/officeDocument/2006/relationships/slide" Target="/ppt/slides/slide78.xml" Id="R191aab702c884375" /><Relationship Type="http://schemas.openxmlformats.org/officeDocument/2006/relationships/slide" Target="/ppt/slides/slide79.xml" Id="Rcc8449e2002c4c69" /><Relationship Type="http://schemas.openxmlformats.org/officeDocument/2006/relationships/slide" Target="/ppt/slides/slide80.xml" Id="R0b27cf7343fb49cc" /><Relationship Type="http://schemas.openxmlformats.org/officeDocument/2006/relationships/slide" Target="/ppt/slides/slide81.xml" Id="R46a6994af88f4181" /><Relationship Type="http://schemas.openxmlformats.org/officeDocument/2006/relationships/slide" Target="/ppt/slides/slide82.xml" Id="Rd40439fbf7e54315" /><Relationship Type="http://schemas.openxmlformats.org/officeDocument/2006/relationships/slide" Target="/ppt/slides/slide83.xml" Id="R735e2cccf7fe4e8b" /><Relationship Type="http://schemas.openxmlformats.org/officeDocument/2006/relationships/slide" Target="/ppt/slides/slide84.xml" Id="Rfff1f268a2484b11" /><Relationship Type="http://schemas.openxmlformats.org/officeDocument/2006/relationships/slide" Target="/ppt/slides/slide85.xml" Id="Rb92827beeb8e4480" /><Relationship Type="http://schemas.openxmlformats.org/officeDocument/2006/relationships/slide" Target="/ppt/slides/slide86.xml" Id="Re6dfe3ee11e24e6b" /><Relationship Type="http://schemas.openxmlformats.org/officeDocument/2006/relationships/slide" Target="/ppt/slides/slide87.xml" Id="Rfaafcad45c6441c1" /><Relationship Type="http://schemas.openxmlformats.org/officeDocument/2006/relationships/slide" Target="/ppt/slides/slide88.xml" Id="R43f8ac0b103a4672" /><Relationship Type="http://schemas.openxmlformats.org/officeDocument/2006/relationships/slide" Target="/ppt/slides/slide89.xml" Id="Rbd7b7ab2250b4bce" /><Relationship Type="http://schemas.openxmlformats.org/officeDocument/2006/relationships/slide" Target="/ppt/slides/slide90.xml" Id="R9f2ebb259f504656" /><Relationship Type="http://schemas.openxmlformats.org/officeDocument/2006/relationships/slide" Target="/ppt/slides/slide91.xml" Id="R171d8ec400f34f1e" /><Relationship Type="http://schemas.openxmlformats.org/officeDocument/2006/relationships/slide" Target="/ppt/slides/slide92.xml" Id="R5cb23b9a10464068" /><Relationship Type="http://schemas.openxmlformats.org/officeDocument/2006/relationships/slide" Target="/ppt/slides/slide93.xml" Id="R66880a3b01e645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4a0d6057cdb48f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2155e10fe2f4c83" /><Relationship Type="http://schemas.openxmlformats.org/officeDocument/2006/relationships/notesMaster" Target="/ppt/notesMasters/notesMaster1.xml" Id="Rb745afd77eb24e6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ce9d7f770f43c9" /><Relationship Type="http://schemas.openxmlformats.org/officeDocument/2006/relationships/notesMaster" Target="/ppt/notesMasters/notesMaster1.xml" Id="Rcd00ecc3891a4a8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c6a14b7007a427b" /><Relationship Type="http://schemas.openxmlformats.org/officeDocument/2006/relationships/notesMaster" Target="/ppt/notesMasters/notesMaster1.xml" Id="R98223070bf034ab9" /></Relationships>
</file>

<file path=ppt/notesSlides/_rels/notesSlide4.xml.rels>&#65279;<?xml version="1.0" encoding="utf-8"?><Relationships xmlns="http://schemas.openxmlformats.org/package/2006/relationships"><Relationship Type="http://schemas.openxmlformats.org/officeDocument/2006/relationships/slide" Target="/ppt/slides/slide4.xml" Id="R20fa38b254214055" /><Relationship Type="http://schemas.openxmlformats.org/officeDocument/2006/relationships/notesMaster" Target="/ppt/notesMasters/notesMaster1.xml" Id="R8208dca7805b42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f676483e78af4857" /><Relationship Type="http://schemas.openxmlformats.org/officeDocument/2006/relationships/notesMaster" Target="/ppt/notesMasters/notesMaster1.xml" Id="R186a65c512534034" /></Relationships>
</file>

<file path=ppt/notesSlides/_rels/notesSlide6.xml.rels>&#65279;<?xml version="1.0" encoding="utf-8"?><Relationships xmlns="http://schemas.openxmlformats.org/package/2006/relationships"><Relationship Type="http://schemas.openxmlformats.org/officeDocument/2006/relationships/slide" Target="/ppt/slides/slide6.xml" Id="Rf01f4ef5bf324b77" /><Relationship Type="http://schemas.openxmlformats.org/officeDocument/2006/relationships/notesMaster" Target="/ppt/notesMasters/notesMaster1.xml" Id="R045706fb2fad4f1b" /></Relationships>
</file>

<file path=ppt/notesSlides/_rels/notesSlide7.xml.rels>&#65279;<?xml version="1.0" encoding="utf-8"?><Relationships xmlns="http://schemas.openxmlformats.org/package/2006/relationships"><Relationship Type="http://schemas.openxmlformats.org/officeDocument/2006/relationships/slide" Target="/ppt/slides/slide7.xml" Id="R5e3cd162559848f9" /><Relationship Type="http://schemas.openxmlformats.org/officeDocument/2006/relationships/notesMaster" Target="/ppt/notesMasters/notesMaster1.xml" Id="Rea0e219886064201" /></Relationships>
</file>

<file path=ppt/notesSlides/_rels/notesSlide8.xml.rels>&#65279;<?xml version="1.0" encoding="utf-8"?><Relationships xmlns="http://schemas.openxmlformats.org/package/2006/relationships"><Relationship Type="http://schemas.openxmlformats.org/officeDocument/2006/relationships/slide" Target="/ppt/slides/slide8.xml" Id="Rf5197a576601417d" /><Relationship Type="http://schemas.openxmlformats.org/officeDocument/2006/relationships/notesMaster" Target="/ppt/notesMasters/notesMaster1.xml" Id="Ra42f56a45e504750" /></Relationships>
</file>

<file path=ppt/notesSlides/_rels/notesSlide9.xml.rels>&#65279;<?xml version="1.0" encoding="utf-8"?><Relationships xmlns="http://schemas.openxmlformats.org/package/2006/relationships"><Relationship Type="http://schemas.openxmlformats.org/officeDocument/2006/relationships/slide" Target="/ppt/slides/slide9.xml" Id="Ree693ad8fd4d436b" /><Relationship Type="http://schemas.openxmlformats.org/officeDocument/2006/relationships/notesMaster" Target="/ppt/notesMasters/notesMaster1.xml" Id="Rf899f9f5797f40b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a6c84006ea14745" /><Relationship Type="http://schemas.openxmlformats.org/officeDocument/2006/relationships/notesMaster" Target="/ppt/notesMasters/notesMaster1.xml" Id="Reb5ca2636b094fb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7f1bc866b954b72" /><Relationship Type="http://schemas.openxmlformats.org/officeDocument/2006/relationships/notesMaster" Target="/ppt/notesMasters/notesMaster1.xml" Id="Ra42c17cc192e417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fcacf7465fa42b4" /><Relationship Type="http://schemas.openxmlformats.org/officeDocument/2006/relationships/notesMaster" Target="/ppt/notesMasters/notesMaster1.xml" Id="R660a54704a2c42f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5f1d59615614936" /><Relationship Type="http://schemas.openxmlformats.org/officeDocument/2006/relationships/notesMaster" Target="/ppt/notesMasters/notesMaster1.xml" Id="R81982fd626fd46b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afdcee111b2407b" /><Relationship Type="http://schemas.openxmlformats.org/officeDocument/2006/relationships/notesMaster" Target="/ppt/notesMasters/notesMaster1.xml" Id="Rfa6076b757a0451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f7140ce0ad0492f" /><Relationship Type="http://schemas.openxmlformats.org/officeDocument/2006/relationships/notesMaster" Target="/ppt/notesMasters/notesMaster1.xml" Id="R8f8184f46491447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09b93d9a47849ba" /><Relationship Type="http://schemas.openxmlformats.org/officeDocument/2006/relationships/notesMaster" Target="/ppt/notesMasters/notesMaster1.xml" Id="R35e9fe7193194c3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6408ff0a3f74cd1" /><Relationship Type="http://schemas.openxmlformats.org/officeDocument/2006/relationships/notesMaster" Target="/ppt/notesMasters/notesMaster1.xml" Id="R8408ab4fcded40e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6784b0a76af4d70" /><Relationship Type="http://schemas.openxmlformats.org/officeDocument/2006/relationships/notesMaster" Target="/ppt/notesMasters/notesMaster1.xml" Id="R6d3de5f8596449e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5c027e451534cf0" /><Relationship Type="http://schemas.openxmlformats.org/officeDocument/2006/relationships/notesMaster" Target="/ppt/notesMasters/notesMaster1.xml" Id="Re3693761bb7c41c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92d21aebaa04f80" /><Relationship Type="http://schemas.openxmlformats.org/officeDocument/2006/relationships/notesMaster" Target="/ppt/notesMasters/notesMaster1.xml" Id="Rd5aec315951a4be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10e5660b2d94ae4" /><Relationship Type="http://schemas.openxmlformats.org/officeDocument/2006/relationships/notesMaster" Target="/ppt/notesMasters/notesMaster1.xml" Id="R4c73078ad31747c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9fb7e347c424e98" /><Relationship Type="http://schemas.openxmlformats.org/officeDocument/2006/relationships/notesMaster" Target="/ppt/notesMasters/notesMaster1.xml" Id="R641be0d8436244d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72768cb612c4828" /><Relationship Type="http://schemas.openxmlformats.org/officeDocument/2006/relationships/notesMaster" Target="/ppt/notesMasters/notesMaster1.xml" Id="Re51c795240974e1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53c8b2b012a444f" /><Relationship Type="http://schemas.openxmlformats.org/officeDocument/2006/relationships/notesMaster" Target="/ppt/notesMasters/notesMaster1.xml" Id="Rff2ee525a93248e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fbf0e3de227457b" /><Relationship Type="http://schemas.openxmlformats.org/officeDocument/2006/relationships/notesMaster" Target="/ppt/notesMasters/notesMaster1.xml" Id="R05efc9ebefe6446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8c31995c61d4854" /><Relationship Type="http://schemas.openxmlformats.org/officeDocument/2006/relationships/notesMaster" Target="/ppt/notesMasters/notesMaster1.xml" Id="Reeeceb71108445d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fdba59ebc114604" /><Relationship Type="http://schemas.openxmlformats.org/officeDocument/2006/relationships/notesMaster" Target="/ppt/notesMasters/notesMaster1.xml" Id="R4bb5aaa39a9f45c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d3b1c430aad4db1" /><Relationship Type="http://schemas.openxmlformats.org/officeDocument/2006/relationships/notesMaster" Target="/ppt/notesMasters/notesMaster1.xml" Id="R80332cb43b604ea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52c09f600e04f78" /><Relationship Type="http://schemas.openxmlformats.org/officeDocument/2006/relationships/notesMaster" Target="/ppt/notesMasters/notesMaster1.xml" Id="Ra53a0022e2464a3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ed3fae776364dcf" /><Relationship Type="http://schemas.openxmlformats.org/officeDocument/2006/relationships/notesMaster" Target="/ppt/notesMasters/notesMaster1.xml" Id="R6ab7c715bda348c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3342bf9872b4c8b" /><Relationship Type="http://schemas.openxmlformats.org/officeDocument/2006/relationships/notesMaster" Target="/ppt/notesMasters/notesMaster1.xml" Id="Rc76f4fe028dd4c3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9d0f3d43dab4250" /><Relationship Type="http://schemas.openxmlformats.org/officeDocument/2006/relationships/notesMaster" Target="/ppt/notesMasters/notesMaster1.xml" Id="R21b1b9c070ef407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b76799c582e4dc9" /><Relationship Type="http://schemas.openxmlformats.org/officeDocument/2006/relationships/notesMaster" Target="/ppt/notesMasters/notesMaster1.xml" Id="R7e0136d176e94d5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5511d622e704888" /><Relationship Type="http://schemas.openxmlformats.org/officeDocument/2006/relationships/notesMaster" Target="/ppt/notesMasters/notesMaster1.xml" Id="R08eed38ef08b452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917100db4c94e82" /><Relationship Type="http://schemas.openxmlformats.org/officeDocument/2006/relationships/notesMaster" Target="/ppt/notesMasters/notesMaster1.xml" Id="Ra37acd1c80e64b7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1c7429e94074ea8" /><Relationship Type="http://schemas.openxmlformats.org/officeDocument/2006/relationships/notesMaster" Target="/ppt/notesMasters/notesMaster1.xml" Id="R9869599930d440b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22147def2de4a05" /><Relationship Type="http://schemas.openxmlformats.org/officeDocument/2006/relationships/notesMaster" Target="/ppt/notesMasters/notesMaster1.xml" Id="R6920fa7c8abb42c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59000cc13214eac" /><Relationship Type="http://schemas.openxmlformats.org/officeDocument/2006/relationships/notesMaster" Target="/ppt/notesMasters/notesMaster1.xml" Id="Rcba57630ccfc42b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7ba3b5aa2d24d7f" /><Relationship Type="http://schemas.openxmlformats.org/officeDocument/2006/relationships/notesMaster" Target="/ppt/notesMasters/notesMaster1.xml" Id="Red828f963b3e40f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d518fbee72a4183" /><Relationship Type="http://schemas.openxmlformats.org/officeDocument/2006/relationships/notesMaster" Target="/ppt/notesMasters/notesMaster1.xml" Id="Rdd734f62d2b2419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6dbd3af72fc4686" /><Relationship Type="http://schemas.openxmlformats.org/officeDocument/2006/relationships/notesMaster" Target="/ppt/notesMasters/notesMaster1.xml" Id="R4286dd32643f422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5f67e78da354d96" /><Relationship Type="http://schemas.openxmlformats.org/officeDocument/2006/relationships/notesMaster" Target="/ppt/notesMasters/notesMaster1.xml" Id="R33d8c14b204c423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6863559c7eb4e5e" /><Relationship Type="http://schemas.openxmlformats.org/officeDocument/2006/relationships/notesMaster" Target="/ppt/notesMasters/notesMaster1.xml" Id="Redd899fb356541c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3995e95b3214fc9" /><Relationship Type="http://schemas.openxmlformats.org/officeDocument/2006/relationships/notesMaster" Target="/ppt/notesMasters/notesMaster1.xml" Id="R3afab39717ea4b5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d084e5cedeb442b" /><Relationship Type="http://schemas.openxmlformats.org/officeDocument/2006/relationships/notesMaster" Target="/ppt/notesMasters/notesMaster1.xml" Id="Rd639de610f2e4c4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fdcfc5561dc54f95" /><Relationship Type="http://schemas.openxmlformats.org/officeDocument/2006/relationships/notesMaster" Target="/ppt/notesMasters/notesMaster1.xml" Id="R72aa27c2d181462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b870546def74f57" /><Relationship Type="http://schemas.openxmlformats.org/officeDocument/2006/relationships/notesMaster" Target="/ppt/notesMasters/notesMaster1.xml" Id="R8ef418f8cf2044b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6b1d99e197f41e7" /><Relationship Type="http://schemas.openxmlformats.org/officeDocument/2006/relationships/notesMaster" Target="/ppt/notesMasters/notesMaster1.xml" Id="R0c55ce394c984d2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b33c0b94b6642ba" /><Relationship Type="http://schemas.openxmlformats.org/officeDocument/2006/relationships/notesMaster" Target="/ppt/notesMasters/notesMaster1.xml" Id="R257aef5f7e524f0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6449125ec06f4b7c" /><Relationship Type="http://schemas.openxmlformats.org/officeDocument/2006/relationships/notesMaster" Target="/ppt/notesMasters/notesMaster1.xml" Id="R882cae49200549b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8d9fe730f3b42ca" /><Relationship Type="http://schemas.openxmlformats.org/officeDocument/2006/relationships/notesMaster" Target="/ppt/notesMasters/notesMaster1.xml" Id="R8c1f888bd3d9401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5f350bb0aa334fc1" /><Relationship Type="http://schemas.openxmlformats.org/officeDocument/2006/relationships/notesMaster" Target="/ppt/notesMasters/notesMaster1.xml" Id="R4f5ca0c7f884442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542e980e26ea41f2" /><Relationship Type="http://schemas.openxmlformats.org/officeDocument/2006/relationships/notesMaster" Target="/ppt/notesMasters/notesMaster1.xml" Id="Rcd05cd4af74a4aa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fc3de8a0f9e74c15" /><Relationship Type="http://schemas.openxmlformats.org/officeDocument/2006/relationships/notesMaster" Target="/ppt/notesMasters/notesMaster1.xml" Id="R9db55851b41e490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b7e67ae316f49f9" /><Relationship Type="http://schemas.openxmlformats.org/officeDocument/2006/relationships/notesMaster" Target="/ppt/notesMasters/notesMaster1.xml" Id="R7723d0fabf2d473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004860005994327" /><Relationship Type="http://schemas.openxmlformats.org/officeDocument/2006/relationships/notesMaster" Target="/ppt/notesMasters/notesMaster1.xml" Id="R36b0a5cd0c8c481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48db45debac4ca9" /><Relationship Type="http://schemas.openxmlformats.org/officeDocument/2006/relationships/notesMaster" Target="/ppt/notesMasters/notesMaster1.xml" Id="Re90c8a6e1b5c40f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c33b958a47f451f" /><Relationship Type="http://schemas.openxmlformats.org/officeDocument/2006/relationships/notesMaster" Target="/ppt/notesMasters/notesMaster1.xml" Id="Rfef5b2f8434f492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02b3b8e5cda4577" /><Relationship Type="http://schemas.openxmlformats.org/officeDocument/2006/relationships/notesMaster" Target="/ppt/notesMasters/notesMaster1.xml" Id="R37f9b4aa53f645f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e288d25d793462f" /><Relationship Type="http://schemas.openxmlformats.org/officeDocument/2006/relationships/notesMaster" Target="/ppt/notesMasters/notesMaster1.xml" Id="R6ff6c4893d22457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5c0240987a6b4245" /><Relationship Type="http://schemas.openxmlformats.org/officeDocument/2006/relationships/notesMaster" Target="/ppt/notesMasters/notesMaster1.xml" Id="R704d0fc1994c4ef8"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a720873a4d044b0" /><Relationship Type="http://schemas.openxmlformats.org/officeDocument/2006/relationships/notesMaster" Target="/ppt/notesMasters/notesMaster1.xml" Id="Rde677f4207f043dd"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027590a139254d12" /><Relationship Type="http://schemas.openxmlformats.org/officeDocument/2006/relationships/notesMaster" Target="/ppt/notesMasters/notesMaster1.xml" Id="R6a0ff047adfe412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2bd5ccce31d4d92" /><Relationship Type="http://schemas.openxmlformats.org/officeDocument/2006/relationships/notesMaster" Target="/ppt/notesMasters/notesMaster1.xml" Id="R88c81560cb794a42"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ae4abd88f8d4def" /><Relationship Type="http://schemas.openxmlformats.org/officeDocument/2006/relationships/notesMaster" Target="/ppt/notesMasters/notesMaster1.xml" Id="Rb9e696fc694d4d28"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f003fcf25dd401e" /><Relationship Type="http://schemas.openxmlformats.org/officeDocument/2006/relationships/notesMaster" Target="/ppt/notesMasters/notesMaster1.xml" Id="R9250aba3aa65456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3e9374edf15f4f05" /><Relationship Type="http://schemas.openxmlformats.org/officeDocument/2006/relationships/notesMaster" Target="/ppt/notesMasters/notesMaster1.xml" Id="Rad6d0a1ac4cf45b7"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ad9f4e809b94eea" /><Relationship Type="http://schemas.openxmlformats.org/officeDocument/2006/relationships/notesMaster" Target="/ppt/notesMasters/notesMaster1.xml" Id="R6d22707f68e041a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f91078abe3341ab" /><Relationship Type="http://schemas.openxmlformats.org/officeDocument/2006/relationships/notesMaster" Target="/ppt/notesMasters/notesMaster1.xml" Id="Rc45af44314b14e1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432d94555fc495d" /><Relationship Type="http://schemas.openxmlformats.org/officeDocument/2006/relationships/notesMaster" Target="/ppt/notesMasters/notesMaster1.xml" Id="R38e12296a10d4342"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96edcfcd62934286" /><Relationship Type="http://schemas.openxmlformats.org/officeDocument/2006/relationships/notesMaster" Target="/ppt/notesMasters/notesMaster1.xml" Id="Rf661363558cf44d2"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e4e113b12ec94322" /><Relationship Type="http://schemas.openxmlformats.org/officeDocument/2006/relationships/notesMaster" Target="/ppt/notesMasters/notesMaster1.xml" Id="R0cba4352436f4c5d"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a5192e5368e494f" /><Relationship Type="http://schemas.openxmlformats.org/officeDocument/2006/relationships/notesMaster" Target="/ppt/notesMasters/notesMaster1.xml" Id="R6a409e1e23164eac"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45c0ed6f728640f1" /><Relationship Type="http://schemas.openxmlformats.org/officeDocument/2006/relationships/notesMaster" Target="/ppt/notesMasters/notesMaster1.xml" Id="Rff5e19a5a780418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f3657631b994202" /><Relationship Type="http://schemas.openxmlformats.org/officeDocument/2006/relationships/notesMaster" Target="/ppt/notesMasters/notesMaster1.xml" Id="R8e2eddd83a85487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62468ccfe6f54b87" /><Relationship Type="http://schemas.openxmlformats.org/officeDocument/2006/relationships/notesMaster" Target="/ppt/notesMasters/notesMaster1.xml" Id="R504eece19b4a4940"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38bcdd5f9b7d4f1a" /><Relationship Type="http://schemas.openxmlformats.org/officeDocument/2006/relationships/notesMaster" Target="/ppt/notesMasters/notesMaster1.xml" Id="R253f605ec90247bc"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13ea29c2aa5487f" /><Relationship Type="http://schemas.openxmlformats.org/officeDocument/2006/relationships/notesMaster" Target="/ppt/notesMasters/notesMaster1.xml" Id="Re1e3b8e8298a490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0bb39a7aae7a458c" /><Relationship Type="http://schemas.openxmlformats.org/officeDocument/2006/relationships/notesMaster" Target="/ppt/notesMasters/notesMaster1.xml" Id="R40ee5ce101114406"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d1932e572a6b4b5a" /><Relationship Type="http://schemas.openxmlformats.org/officeDocument/2006/relationships/notesMaster" Target="/ppt/notesMasters/notesMaster1.xml" Id="Rb07d9c019e1f49e8"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2074fc8df20f4d40" /><Relationship Type="http://schemas.openxmlformats.org/officeDocument/2006/relationships/notesMaster" Target="/ppt/notesMasters/notesMaster1.xml" Id="R429b1cb1d8364c2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071c96aa23b1455c" /><Relationship Type="http://schemas.openxmlformats.org/officeDocument/2006/relationships/notesMaster" Target="/ppt/notesMasters/notesMaster1.xml" Id="Rd3352ceea6214e46"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1f8d352fc304bde" /><Relationship Type="http://schemas.openxmlformats.org/officeDocument/2006/relationships/notesMaster" Target="/ppt/notesMasters/notesMaster1.xml" Id="R21632f627ea44aca"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d7bc799c08514286" /><Relationship Type="http://schemas.openxmlformats.org/officeDocument/2006/relationships/notesMaster" Target="/ppt/notesMasters/notesMaster1.xml" Id="Raa26f22c1781406d"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80692dc8c1ea465a" /><Relationship Type="http://schemas.openxmlformats.org/officeDocument/2006/relationships/notesMaster" Target="/ppt/notesMasters/notesMaster1.xml" Id="R738385f1a89a4892"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d82ceddfb8314be2" /><Relationship Type="http://schemas.openxmlformats.org/officeDocument/2006/relationships/notesMaster" Target="/ppt/notesMasters/notesMaster1.xml" Id="R46e9c84e2c2e44f2"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b0fafab2e6eb4eb1" /><Relationship Type="http://schemas.openxmlformats.org/officeDocument/2006/relationships/notesMaster" Target="/ppt/notesMasters/notesMaster1.xml" Id="R4c560ab6a9bd4372"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1d3b6fda19634517" /><Relationship Type="http://schemas.openxmlformats.org/officeDocument/2006/relationships/notesMaster" Target="/ppt/notesMasters/notesMaster1.xml" Id="Ra99e4800f7e5446e"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feaaa7eb1960425d" /><Relationship Type="http://schemas.openxmlformats.org/officeDocument/2006/relationships/notesMaster" Target="/ppt/notesMasters/notesMaster1.xml" Id="Reac86b07ac2443fc"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f5ac7b845bf241e6" /><Relationship Type="http://schemas.openxmlformats.org/officeDocument/2006/relationships/notesMaster" Target="/ppt/notesMasters/notesMaster1.xml" Id="R4f496c288eb04c4e"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3eeb12e440144bfe" /><Relationship Type="http://schemas.openxmlformats.org/officeDocument/2006/relationships/notesMaster" Target="/ppt/notesMasters/notesMaster1.xml" Id="Rad5c681b2caa4475"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89a00530bd914271" /><Relationship Type="http://schemas.openxmlformats.org/officeDocument/2006/relationships/notesMaster" Target="/ppt/notesMasters/notesMaster1.xml" Id="Rd3b6ecf6b6504139"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6111340dabe94a75" /><Relationship Type="http://schemas.openxmlformats.org/officeDocument/2006/relationships/notesMaster" Target="/ppt/notesMasters/notesMaster1.xml" Id="R80e87b569cfe493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039e81b4e0499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f912a48faa435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228965e10aa4de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c6be933fbd747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c0a35f3089b472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67148da42a84a7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7A9820B-8883-479D-8F73-391E1CC604C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F9064F1-37BF-4913-A713-F733AB37DC5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4820B8C-5DE0-4916-BA53-DD7FF847EEB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652678E-E58A-42A1-AEC8-F967E8D3421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D96F095-CB02-4D2E-9BFE-101F9570BB5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E87BE28-8EC9-4753-BFAF-9711293D55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CB5122B-C6A5-405A-89F5-FFE4FDA35F5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B9D9495-1260-4F52-B695-F9F6526CF12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0531A5A-C7B2-4FC2-A9EE-55CFD9E642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74FF640-948A-4C04-8A1B-61D2384B429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f8fbdd429a24cb2" /><Relationship Type="http://schemas.openxmlformats.org/officeDocument/2006/relationships/slideLayout" Target="/ppt/slideLayouts/slideLayout1.xml" Id="R3d218873168145fd" /><Relationship Type="http://schemas.openxmlformats.org/officeDocument/2006/relationships/slideLayout" Target="/ppt/slideLayouts/slideLayout2.xml" Id="R5d3d8a7a1ec94fef" /><Relationship Type="http://schemas.openxmlformats.org/officeDocument/2006/relationships/slideLayout" Target="/ppt/slideLayouts/slideLayout3.xml" Id="Ra4589cdabef24526" /><Relationship Type="http://schemas.openxmlformats.org/officeDocument/2006/relationships/slideLayout" Target="/ppt/slideLayouts/slideLayout4.xml" Id="R5d1f16c08be24145" /><Relationship Type="http://schemas.openxmlformats.org/officeDocument/2006/relationships/slideLayout" Target="/ppt/slideLayouts/slideLayout5.xml" Id="Rb6109c78f8084a2e" /><Relationship Type="http://schemas.openxmlformats.org/officeDocument/2006/relationships/slideLayout" Target="/ppt/slideLayouts/slideLayout6.xml" Id="Ra45644abc1cb424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d218873168145fd"/>
    <p:sldLayoutId xmlns:r="http://schemas.openxmlformats.org/officeDocument/2006/relationships" id="2147483650" r:id="R5d3d8a7a1ec94fef"/>
    <p:sldLayoutId xmlns:r="http://schemas.openxmlformats.org/officeDocument/2006/relationships" id="2147483651" r:id="Ra4589cdabef24526"/>
    <p:sldLayoutId xmlns:r="http://schemas.openxmlformats.org/officeDocument/2006/relationships" id="2147483652" r:id="R5d1f16c08be24145"/>
    <p:sldLayoutId xmlns:r="http://schemas.openxmlformats.org/officeDocument/2006/relationships" id="2147483653" r:id="Rb6109c78f8084a2e"/>
    <p:sldLayoutId xmlns:r="http://schemas.openxmlformats.org/officeDocument/2006/relationships" id="2147483654" r:id="Ra45644abc1cb424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0ecfcec633b48a5" /><Relationship Type="http://schemas.openxmlformats.org/officeDocument/2006/relationships/image" Target="/ppt/media/image.png" Id="R0f323e8c0bca46a6" /><Relationship Type="http://schemas.openxmlformats.org/officeDocument/2006/relationships/notesSlide" Target="/ppt/notesSlides/notesSlide1.xml" Id="R11d4c06324b045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f90dd3bf40f40e8" /><Relationship Type="http://schemas.openxmlformats.org/officeDocument/2006/relationships/notesSlide" Target="/ppt/notesSlides/notesSlide2.xml" Id="Rcf3286107b684ac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b563f0062b4294" /><Relationship Type="http://schemas.openxmlformats.org/officeDocument/2006/relationships/notesSlide" Target="/ppt/notesSlides/notesSlide3.xml" Id="Rbef7abdd71d940e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94e0791ee5245d1" /><Relationship Type="http://schemas.openxmlformats.org/officeDocument/2006/relationships/image" Target="/ppt/media/image2.png" Id="R0706d05064434e41" /><Relationship Type="http://schemas.openxmlformats.org/officeDocument/2006/relationships/notesSlide" Target="/ppt/notesSlides/notesSlide4.xml" Id="R6a04c7fc77e9408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c531d3a50b14b49" /><Relationship Type="http://schemas.openxmlformats.org/officeDocument/2006/relationships/notesSlide" Target="/ppt/notesSlides/notesSlide5.xml" Id="R48f583bf023b4b7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ad9b8104c234e4d" /><Relationship Type="http://schemas.openxmlformats.org/officeDocument/2006/relationships/notesSlide" Target="/ppt/notesSlides/notesSlide6.xml" Id="R7e5979887456487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97b6bc5b6ab4ef7" /><Relationship Type="http://schemas.openxmlformats.org/officeDocument/2006/relationships/image" Target="/ppt/media/image3.png" Id="R3e560d633b7d4a5a" /><Relationship Type="http://schemas.openxmlformats.org/officeDocument/2006/relationships/notesSlide" Target="/ppt/notesSlides/notesSlide7.xml" Id="R724097f0ba704b1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e9748a7b53e447b" /><Relationship Type="http://schemas.openxmlformats.org/officeDocument/2006/relationships/notesSlide" Target="/ppt/notesSlides/notesSlide8.xml" Id="R5892cfd0ec51453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fc952053ec04d82" /><Relationship Type="http://schemas.openxmlformats.org/officeDocument/2006/relationships/image" Target="/ppt/media/image4.png" Id="R612ae475f06b4277" /><Relationship Type="http://schemas.openxmlformats.org/officeDocument/2006/relationships/image" Target="/ppt/media/image5.png" Id="Reb52ab616c334a36" /><Relationship Type="http://schemas.openxmlformats.org/officeDocument/2006/relationships/image" Target="/ppt/media/image6.png" Id="Rbbefdf94b6dc4938" /><Relationship Type="http://schemas.openxmlformats.org/officeDocument/2006/relationships/notesSlide" Target="/ppt/notesSlides/notesSlide9.xml" Id="R9403d8d20998484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667d8eb99f44a14" /><Relationship Type="http://schemas.openxmlformats.org/officeDocument/2006/relationships/notesSlide" Target="/ppt/notesSlides/notesSlide10.xml" Id="Rd85b48a17d454fd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14466bd632e4f5f" /><Relationship Type="http://schemas.openxmlformats.org/officeDocument/2006/relationships/image" Target="/ppt/media/image7.png" Id="Rd2e89a580f8c4ed5" /><Relationship Type="http://schemas.openxmlformats.org/officeDocument/2006/relationships/image" Target="/ppt/media/image8.png" Id="Ra040ad00650a4a2f" /><Relationship Type="http://schemas.openxmlformats.org/officeDocument/2006/relationships/image" Target="/ppt/media/image9.png" Id="R22f18c75a5c845b4" /><Relationship Type="http://schemas.openxmlformats.org/officeDocument/2006/relationships/notesSlide" Target="/ppt/notesSlides/notesSlide11.xml" Id="Raf8f8d3d755b4b9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46ae93872db45bf" /><Relationship Type="http://schemas.openxmlformats.org/officeDocument/2006/relationships/image" Target="/ppt/media/image10.png" Id="R78817e5ff36e4fd2" /><Relationship Type="http://schemas.openxmlformats.org/officeDocument/2006/relationships/notesSlide" Target="/ppt/notesSlides/notesSlide12.xml" Id="R4577a69120cd442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2ee2476b0be46f1" /><Relationship Type="http://schemas.openxmlformats.org/officeDocument/2006/relationships/image" Target="/ppt/media/image11.png" Id="R81271eac63af44d5" /><Relationship Type="http://schemas.openxmlformats.org/officeDocument/2006/relationships/notesSlide" Target="/ppt/notesSlides/notesSlide13.xml" Id="Rda35429d4bc740b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78c9528acd849f2" /><Relationship Type="http://schemas.openxmlformats.org/officeDocument/2006/relationships/notesSlide" Target="/ppt/notesSlides/notesSlide14.xml" Id="R74cdbf1ae58441e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d0b96cd7342465e" /><Relationship Type="http://schemas.openxmlformats.org/officeDocument/2006/relationships/notesSlide" Target="/ppt/notesSlides/notesSlide15.xml" Id="R68da9facd864400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dac5472493e4bee" /><Relationship Type="http://schemas.openxmlformats.org/officeDocument/2006/relationships/notesSlide" Target="/ppt/notesSlides/notesSlide16.xml" Id="Rccd930b0670e46d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f9d385be28c43fa" /><Relationship Type="http://schemas.openxmlformats.org/officeDocument/2006/relationships/notesSlide" Target="/ppt/notesSlides/notesSlide17.xml" Id="R06492f8af95b423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c016dddd30c43a9" /><Relationship Type="http://schemas.openxmlformats.org/officeDocument/2006/relationships/notesSlide" Target="/ppt/notesSlides/notesSlide18.xml" Id="Rde0b59d9900c4d0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6f701bc691b4947" /><Relationship Type="http://schemas.openxmlformats.org/officeDocument/2006/relationships/notesSlide" Target="/ppt/notesSlides/notesSlide19.xml" Id="Reffb249522f240d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fac7ecafc034751" /><Relationship Type="http://schemas.openxmlformats.org/officeDocument/2006/relationships/notesSlide" Target="/ppt/notesSlides/notesSlide20.xml" Id="Ra93740f9840e4ec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6ac8bcf014c4a6a" /><Relationship Type="http://schemas.openxmlformats.org/officeDocument/2006/relationships/notesSlide" Target="/ppt/notesSlides/notesSlide21.xml" Id="R2a44afe6e90e46e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3e84963b78d4f59" /><Relationship Type="http://schemas.openxmlformats.org/officeDocument/2006/relationships/notesSlide" Target="/ppt/notesSlides/notesSlide22.xml" Id="R77e14dfee74e468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b38fdc8057544c9" /><Relationship Type="http://schemas.openxmlformats.org/officeDocument/2006/relationships/notesSlide" Target="/ppt/notesSlides/notesSlide23.xml" Id="Ra675eccd350647a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0ddea575eaf4dc0" /><Relationship Type="http://schemas.openxmlformats.org/officeDocument/2006/relationships/notesSlide" Target="/ppt/notesSlides/notesSlide24.xml" Id="R210c47d2b2ad400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d0728fe731643d0" /><Relationship Type="http://schemas.openxmlformats.org/officeDocument/2006/relationships/notesSlide" Target="/ppt/notesSlides/notesSlide25.xml" Id="Rbabe67ef47134f8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373479954314eb9" /><Relationship Type="http://schemas.openxmlformats.org/officeDocument/2006/relationships/notesSlide" Target="/ppt/notesSlides/notesSlide26.xml" Id="R664be75f94e1467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ea4d0a0d91546a1" /><Relationship Type="http://schemas.openxmlformats.org/officeDocument/2006/relationships/notesSlide" Target="/ppt/notesSlides/notesSlide27.xml" Id="Ra64190a47a4845c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4b53504a65e4898" /><Relationship Type="http://schemas.openxmlformats.org/officeDocument/2006/relationships/notesSlide" Target="/ppt/notesSlides/notesSlide28.xml" Id="Rdb6f6051061a448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7b20e08c3444a62" /><Relationship Type="http://schemas.openxmlformats.org/officeDocument/2006/relationships/notesSlide" Target="/ppt/notesSlides/notesSlide29.xml" Id="R2830269f677e4b8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a836a3358814351" /><Relationship Type="http://schemas.openxmlformats.org/officeDocument/2006/relationships/notesSlide" Target="/ppt/notesSlides/notesSlide30.xml" Id="Rcb26909afca84f2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c638b41cc784d1b" /><Relationship Type="http://schemas.openxmlformats.org/officeDocument/2006/relationships/notesSlide" Target="/ppt/notesSlides/notesSlide31.xml" Id="R8961fb040f454cf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d735425c023f481a" /><Relationship Type="http://schemas.openxmlformats.org/officeDocument/2006/relationships/notesSlide" Target="/ppt/notesSlides/notesSlide32.xml" Id="R5910f85aeddf497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dc1560bdc1c4990" /><Relationship Type="http://schemas.openxmlformats.org/officeDocument/2006/relationships/notesSlide" Target="/ppt/notesSlides/notesSlide33.xml" Id="Radc4790b73b943c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c9d1557f4d04723" /><Relationship Type="http://schemas.openxmlformats.org/officeDocument/2006/relationships/notesSlide" Target="/ppt/notesSlides/notesSlide34.xml" Id="R5fc7c03eb000422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10eb9d08988149a4" /><Relationship Type="http://schemas.openxmlformats.org/officeDocument/2006/relationships/image" Target="/ppt/media/image12.png" Id="Reaa025429e0e42ad" /><Relationship Type="http://schemas.openxmlformats.org/officeDocument/2006/relationships/image" Target="/ppt/media/image13.png" Id="Rda041b53d5f546ee" /><Relationship Type="http://schemas.openxmlformats.org/officeDocument/2006/relationships/notesSlide" Target="/ppt/notesSlides/notesSlide35.xml" Id="R427b858932274f6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93f08c0b4bc44c5e" /><Relationship Type="http://schemas.openxmlformats.org/officeDocument/2006/relationships/image" Target="/ppt/media/image14.png" Id="R328559ba11f349c0" /><Relationship Type="http://schemas.openxmlformats.org/officeDocument/2006/relationships/notesSlide" Target="/ppt/notesSlides/notesSlide36.xml" Id="R85b6d153c392423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104e551733e24b42" /><Relationship Type="http://schemas.openxmlformats.org/officeDocument/2006/relationships/notesSlide" Target="/ppt/notesSlides/notesSlide37.xml" Id="R6b9bfbc3c406410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8104c0c6fed9441e" /><Relationship Type="http://schemas.openxmlformats.org/officeDocument/2006/relationships/notesSlide" Target="/ppt/notesSlides/notesSlide38.xml" Id="R4118898826f24a2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d3b73dd99e13491d" /><Relationship Type="http://schemas.openxmlformats.org/officeDocument/2006/relationships/notesSlide" Target="/ppt/notesSlides/notesSlide39.xml" Id="R93d0fdec47364e0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7b8625ad103f45ad" /><Relationship Type="http://schemas.openxmlformats.org/officeDocument/2006/relationships/notesSlide" Target="/ppt/notesSlides/notesSlide40.xml" Id="R5bda162df2294cc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4a7bd11ae4b4bb3" /><Relationship Type="http://schemas.openxmlformats.org/officeDocument/2006/relationships/notesSlide" Target="/ppt/notesSlides/notesSlide41.xml" Id="R2d9d5898e7e44e5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27f9a7d52e544de8" /><Relationship Type="http://schemas.openxmlformats.org/officeDocument/2006/relationships/notesSlide" Target="/ppt/notesSlides/notesSlide42.xml" Id="Re6d817f7c6654d9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ec788bff06fc4962" /><Relationship Type="http://schemas.openxmlformats.org/officeDocument/2006/relationships/notesSlide" Target="/ppt/notesSlides/notesSlide43.xml" Id="R472e6057531c4fb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6bca4e6c8845485a" /><Relationship Type="http://schemas.openxmlformats.org/officeDocument/2006/relationships/notesSlide" Target="/ppt/notesSlides/notesSlide44.xml" Id="R7cf880236b0448d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52e9886fb4947d5" /><Relationship Type="http://schemas.openxmlformats.org/officeDocument/2006/relationships/notesSlide" Target="/ppt/notesSlides/notesSlide45.xml" Id="R5cd211846efe48c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26e0299d03724dc0" /><Relationship Type="http://schemas.openxmlformats.org/officeDocument/2006/relationships/notesSlide" Target="/ppt/notesSlides/notesSlide46.xml" Id="Ra8355181376f4b5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8816d491c3f4eec" /><Relationship Type="http://schemas.openxmlformats.org/officeDocument/2006/relationships/notesSlide" Target="/ppt/notesSlides/notesSlide47.xml" Id="Rd5ffc8e178c249a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d3047441302f40df" /><Relationship Type="http://schemas.openxmlformats.org/officeDocument/2006/relationships/notesSlide" Target="/ppt/notesSlides/notesSlide48.xml" Id="R526c1deca71342a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8b02635b62d4ca5" /><Relationship Type="http://schemas.openxmlformats.org/officeDocument/2006/relationships/notesSlide" Target="/ppt/notesSlides/notesSlide49.xml" Id="R6e91624b8cc045ed"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4af65442a2d44949" /><Relationship Type="http://schemas.openxmlformats.org/officeDocument/2006/relationships/image" Target="/ppt/media/image15.png" Id="Rcfe00cd91f814d40" /><Relationship Type="http://schemas.openxmlformats.org/officeDocument/2006/relationships/image" Target="/ppt/media/image16.png" Id="Rcdb05830cc3d4ac8" /><Relationship Type="http://schemas.openxmlformats.org/officeDocument/2006/relationships/notesSlide" Target="/ppt/notesSlides/notesSlide50.xml" Id="R6aa2567440d34b6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55540760cb04671" /><Relationship Type="http://schemas.openxmlformats.org/officeDocument/2006/relationships/notesSlide" Target="/ppt/notesSlides/notesSlide51.xml" Id="R324df5c04a204d7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4d3ae7910cfc4e29" /><Relationship Type="http://schemas.openxmlformats.org/officeDocument/2006/relationships/notesSlide" Target="/ppt/notesSlides/notesSlide52.xml" Id="R10db7a37d1e245a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fbbc64fe04f84b3f" /><Relationship Type="http://schemas.openxmlformats.org/officeDocument/2006/relationships/notesSlide" Target="/ppt/notesSlides/notesSlide53.xml" Id="Rdc67d58f6c0f425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67660a1120b84162" /><Relationship Type="http://schemas.openxmlformats.org/officeDocument/2006/relationships/notesSlide" Target="/ppt/notesSlides/notesSlide54.xml" Id="R25880ad751434edf"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f6eaa7786fa04be4" /><Relationship Type="http://schemas.openxmlformats.org/officeDocument/2006/relationships/notesSlide" Target="/ppt/notesSlides/notesSlide55.xml" Id="R9a746686c44e411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cc86c2804e5a4e0d" /><Relationship Type="http://schemas.openxmlformats.org/officeDocument/2006/relationships/notesSlide" Target="/ppt/notesSlides/notesSlide56.xml" Id="R107b3fba4aeb4bc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1c8538bfcc144829" /><Relationship Type="http://schemas.openxmlformats.org/officeDocument/2006/relationships/notesSlide" Target="/ppt/notesSlides/notesSlide57.xml" Id="R33e6ec034fc64a0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ae96cf1d660f49d0" /><Relationship Type="http://schemas.openxmlformats.org/officeDocument/2006/relationships/chart" Target="/ppt/slides/charts/chart1.xml" Id="R423e0dd062cc45da" /><Relationship Type="http://schemas.openxmlformats.org/officeDocument/2006/relationships/notesSlide" Target="/ppt/notesSlides/notesSlide58.xml" Id="R1be48c15f6d94a8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119b3936a27447d2" /><Relationship Type="http://schemas.openxmlformats.org/officeDocument/2006/relationships/notesSlide" Target="/ppt/notesSlides/notesSlide59.xml" Id="R241fb9a75c4c44f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603592f33be14d5c" /><Relationship Type="http://schemas.openxmlformats.org/officeDocument/2006/relationships/notesSlide" Target="/ppt/notesSlides/notesSlide60.xml" Id="Rf6e3a163e0f743fc"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b3229bba0f3d4b54" /><Relationship Type="http://schemas.openxmlformats.org/officeDocument/2006/relationships/notesSlide" Target="/ppt/notesSlides/notesSlide61.xml" Id="R688cb2859eaa46a8"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1a22199b9ba14046" /><Relationship Type="http://schemas.openxmlformats.org/officeDocument/2006/relationships/notesSlide" Target="/ppt/notesSlides/notesSlide62.xml" Id="R6e370a1551944662"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5b89694e06054016" /><Relationship Type="http://schemas.openxmlformats.org/officeDocument/2006/relationships/notesSlide" Target="/ppt/notesSlides/notesSlide63.xml" Id="R7188fa383a7e48fb"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723ee26a13c542b6" /><Relationship Type="http://schemas.openxmlformats.org/officeDocument/2006/relationships/notesSlide" Target="/ppt/notesSlides/notesSlide64.xml" Id="R75ad26536d924485"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1139f926a5774c23" /><Relationship Type="http://schemas.openxmlformats.org/officeDocument/2006/relationships/notesSlide" Target="/ppt/notesSlides/notesSlide65.xml" Id="R22da12fbffae45e3"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9b25ebbbac3b47de" /><Relationship Type="http://schemas.openxmlformats.org/officeDocument/2006/relationships/image" Target="/ppt/media/image17.png" Id="R221c5084edcc481c" /><Relationship Type="http://schemas.openxmlformats.org/officeDocument/2006/relationships/notesSlide" Target="/ppt/notesSlides/notesSlide66.xml" Id="Rce9a75cce29e415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f1086f866a7240ff" /><Relationship Type="http://schemas.openxmlformats.org/officeDocument/2006/relationships/notesSlide" Target="/ppt/notesSlides/notesSlide67.xml" Id="R3e573ef274f24c1c"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763c17f9cf0144dd" /><Relationship Type="http://schemas.openxmlformats.org/officeDocument/2006/relationships/notesSlide" Target="/ppt/notesSlides/notesSlide68.xml" Id="R29cf314a4bf842b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57fab7d055204e7d" /><Relationship Type="http://schemas.openxmlformats.org/officeDocument/2006/relationships/notesSlide" Target="/ppt/notesSlides/notesSlide69.xml" Id="R35366944b8234171"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b77a345288794f9f" /><Relationship Type="http://schemas.openxmlformats.org/officeDocument/2006/relationships/notesSlide" Target="/ppt/notesSlides/notesSlide70.xml" Id="R8d767e1c4800474b"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61ffb97c10ab41f0" /><Relationship Type="http://schemas.openxmlformats.org/officeDocument/2006/relationships/notesSlide" Target="/ppt/notesSlides/notesSlide71.xml" Id="R7d67d45b03ac47d6"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cbf96dea429341ea" /><Relationship Type="http://schemas.openxmlformats.org/officeDocument/2006/relationships/notesSlide" Target="/ppt/notesSlides/notesSlide72.xml" Id="R15185fa72e1b497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7707763e95554e62" /><Relationship Type="http://schemas.openxmlformats.org/officeDocument/2006/relationships/notesSlide" Target="/ppt/notesSlides/notesSlide73.xml" Id="R820e0bd0b6f34b4b"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313431840d524767" /><Relationship Type="http://schemas.openxmlformats.org/officeDocument/2006/relationships/notesSlide" Target="/ppt/notesSlides/notesSlide74.xml" Id="R206b8ce65b554f23"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4e9b0a4148ec4e18" /><Relationship Type="http://schemas.openxmlformats.org/officeDocument/2006/relationships/notesSlide" Target="/ppt/notesSlides/notesSlide75.xml" Id="Rf70f2cc064614523"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15dfd2d6a0454aaf" /><Relationship Type="http://schemas.openxmlformats.org/officeDocument/2006/relationships/notesSlide" Target="/ppt/notesSlides/notesSlide76.xml" Id="R5a1aef1e46ea449c"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259ee0cc74b44d91" /><Relationship Type="http://schemas.openxmlformats.org/officeDocument/2006/relationships/notesSlide" Target="/ppt/notesSlides/notesSlide77.xml" Id="Re75b889aa9a640fd"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f2a3ecbe89094351" /><Relationship Type="http://schemas.openxmlformats.org/officeDocument/2006/relationships/notesSlide" Target="/ppt/notesSlides/notesSlide78.xml" Id="R77e35db7d2ca4516"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90781755a5e6401e" /><Relationship Type="http://schemas.openxmlformats.org/officeDocument/2006/relationships/notesSlide" Target="/ppt/notesSlides/notesSlide79.xml" Id="R03ffa70faed64b64"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0800c22315494415" /><Relationship Type="http://schemas.openxmlformats.org/officeDocument/2006/relationships/notesSlide" Target="/ppt/notesSlides/notesSlide80.xml" Id="R21af5ad5997e4e36"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032fb3cb9ee24bcf" /><Relationship Type="http://schemas.openxmlformats.org/officeDocument/2006/relationships/notesSlide" Target="/ppt/notesSlides/notesSlide81.xml" Id="R0e6e5ab7fd764904"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418556a438f946e0" /><Relationship Type="http://schemas.openxmlformats.org/officeDocument/2006/relationships/notesSlide" Target="/ppt/notesSlides/notesSlide82.xml" Id="Re467f99194bb4e7e"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9ca7a41e76d24448" /><Relationship Type="http://schemas.openxmlformats.org/officeDocument/2006/relationships/notesSlide" Target="/ppt/notesSlides/notesSlide83.xml" Id="Rd0eb88811bcd47c5"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a121136dc529465c" /><Relationship Type="http://schemas.openxmlformats.org/officeDocument/2006/relationships/notesSlide" Target="/ppt/notesSlides/notesSlide84.xml" Id="R08d5b40feb7f4072"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189d0de6cdb840d3" /><Relationship Type="http://schemas.openxmlformats.org/officeDocument/2006/relationships/image" Target="/ppt/media/image18.png" Id="Rf9baf3f6c1a6438d" /><Relationship Type="http://schemas.openxmlformats.org/officeDocument/2006/relationships/notesSlide" Target="/ppt/notesSlides/notesSlide85.xml" Id="R65c978d64902476f"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8bfaee82a8c046fd" /><Relationship Type="http://schemas.openxmlformats.org/officeDocument/2006/relationships/notesSlide" Target="/ppt/notesSlides/notesSlide86.xml" Id="R9f715ac5c9524d00"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197d4c05489746bf" /><Relationship Type="http://schemas.openxmlformats.org/officeDocument/2006/relationships/image" Target="/ppt/media/image19.png" Id="R52db0ea4d38946c0" /><Relationship Type="http://schemas.openxmlformats.org/officeDocument/2006/relationships/image" Target="/ppt/media/image20.png" Id="Rc81af4e489ef4d81" /><Relationship Type="http://schemas.openxmlformats.org/officeDocument/2006/relationships/image" Target="/ppt/media/image21.png" Id="Rab8bc0ddf77b4046" /><Relationship Type="http://schemas.openxmlformats.org/officeDocument/2006/relationships/notesSlide" Target="/ppt/notesSlides/notesSlide87.xml" Id="R6402b2d1bf2649c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3f17f1160e794870" /><Relationship Type="http://schemas.openxmlformats.org/officeDocument/2006/relationships/notesSlide" Target="/ppt/notesSlides/notesSlide88.xml" Id="Rba400298de3f4876"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aad8a16105c94149" /><Relationship Type="http://schemas.openxmlformats.org/officeDocument/2006/relationships/notesSlide" Target="/ppt/notesSlides/notesSlide89.xml" Id="R5ff9129590474344"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03f733ba34d742af" /><Relationship Type="http://schemas.openxmlformats.org/officeDocument/2006/relationships/notesSlide" Target="/ppt/notesSlides/notesSlide90.xml" Id="Rcaddd2dbeace444a"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f1bf7024ce5842e5" /><Relationship Type="http://schemas.openxmlformats.org/officeDocument/2006/relationships/notesSlide" Target="/ppt/notesSlides/notesSlide91.xml" Id="Ra62257099f8c4bad"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7464381a57534dd5" /><Relationship Type="http://schemas.openxmlformats.org/officeDocument/2006/relationships/notesSlide" Target="/ppt/notesSlides/notesSlide92.xml" Id="Re3050ec0d648459d"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d047d56a912543d2" /><Relationship Type="http://schemas.openxmlformats.org/officeDocument/2006/relationships/notesSlide" Target="/ppt/notesSlides/notesSlide93.xml" Id="R60dc6adb54b9455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524C3BEE-6483-4D98-B1F1-21164CEB3B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59EB0F58-1961-4118-ADF6-3492ECE84D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7E2B2620-2245-4104-8899-E30F5D1D9B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B4D06B81-10D8-44F2-BC1A-4CEA5B627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C275F372-DEFE-4735-823D-22B37DB07C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479B06A4-DC56-468E-A1FC-0A1A3EFD2A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84135948-B849-48B2-9D96-4956EACAB36D}"/>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C01EA25A-A046-4F4E-828D-98BA59448410}"/>
              </a:ext>
            </a:extLst>
          </p:cNvPr>
          <p:cNvPicPr>
            <a:picLocks xmlns:a="http://schemas.openxmlformats.org/drawingml/2006/main" noChangeAspect="1"/>
          </p:cNvPicPr>
          <p:nvPr/>
        </p:nvPicPr>
        <p:blipFill>
          <a:blip xmlns:r="http://schemas.openxmlformats.org/officeDocument/2006/relationships" xmlns:a="http://schemas.openxmlformats.org/drawingml/2006/main" r:embed="R0f323e8c0bca46a6"/>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871DB93-227F-4D0D-ADEA-64B729146023}"/>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770E7B68-2DFD-4E7E-AE67-A616E8224229}"/>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8422881-4D30-463C-B9B6-891BD4B73AFF}"/>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FB408DA-CEC7-41E7-8E1D-964DBFD19F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3822415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29087E1-0CC4-4144-BD27-07088DD3DC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B979DCC7-0689-4378-AC09-1C3D11B212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9443F9B1-99D1-496E-B73E-CA71923F3C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8B26022-2684-45C3-B5FD-B000A49AAA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7AF4C701-D76D-4584-9984-C55731FF4D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CDD685A5-2EFC-4505-ACB2-2AF9EE6F44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826B7146-CC95-4BF5-B79B-A506889E7503}"/>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DC7662DF-5E2B-4A28-87D6-835293B38F86}"/>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4A92029A-214D-401D-8D0C-6C81B6E11F74}"/>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CF9CD8E0-A95F-40DD-AAE7-122E5E0073B2}"/>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B4D666C-C8CF-48D7-A74F-13048F019A9C}"/>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87FB7377-3FA5-44FE-AC78-7248FF11412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5CB0FBF6-71B5-48D5-AFE5-129656DF76FE}"/>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4AD02841-E7F2-4045-894F-AE9AF3A5238E}"/>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8818550C-F673-4305-9237-45EA00CC499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4A2C6366-489E-4948-B270-B03F2FB677A2}"/>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3DEF2497-E6FA-488C-B167-B61F0A08E8D3}"/>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FD204234-1D56-4AFB-8FCF-BF5526386D67}"/>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0236741C-6FC3-4DBD-9434-20D7F45A2B72}"/>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4525C8B-3EFF-4D1F-B211-FF43F8198AA6}"/>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A4B3F46-209F-45BB-8F6B-B89133CD976C}"/>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6B3D1D3F-5EC6-42D2-B023-B161998E19D1}"/>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980513E7-3766-4CA8-A83C-E9F20C276CFA}"/>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311623E-56D5-4C72-9D1A-E758C8C5765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B344D8ED-0B7C-45E3-9152-F90267DB68E9}"/>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7F3471A8-B389-4117-B7A9-BFB721B3AE1D}"/>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1F9990CC-1A04-42D7-901B-DEBE0675A673}"/>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6F77C472-399F-4325-88C2-AC5461F1AFEE}"/>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D17B2DB7-AE06-48F6-8AB0-4304EB69DAAB}"/>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2F1858-1499-4259-BCD2-23E8E03179B2}"/>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2E1AC985-0A8D-4B31-88D6-A9E086E00B47}"/>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03ED9B4B-03E7-40D1-97E6-16535873E99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B5E5949D-DA64-4061-9C3B-40AEC68FC05E}"/>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DDFD01EE-35F9-450C-8D80-709ACDA0CAC7}"/>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FF149573-4429-4AAC-9B90-349B88E0FBBB}"/>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8BED65C-EBB9-42BC-BFA2-A57089EC324D}"/>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EACDE870-A9F2-4D2E-BFB3-B457F5002EEB}"/>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875A10-8184-41C4-AC07-FCF1AC6D72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7134388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BF431857-9ABA-43F6-967B-D881745E42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78B4D121-2478-48C8-B78D-F176B410EC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2414C7FF-B9C3-483A-88E7-BF060576FC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D4A1447A-F0D3-41E8-ADEF-DCB35CBBF4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EF797CC2-FF4E-4DA0-84FA-78AD9606D8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48AC1EE3-0A1B-4874-85A8-DC9C3FEC9A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05A9A6D4-6A30-4452-9AE7-CC2D9BBFAA79}"/>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C45451D3-C537-4782-9F31-E67EA6DE0138}"/>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92D4E55E-D444-4AC3-A87E-0565A20A6D90}"/>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862BE6EC-09F9-49A8-B7AF-2F4629DD9258}"/>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62F8ED96-E8E2-49DB-9ACD-ABCC0DA2626A}"/>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7448E7E3-0138-450A-B7DC-E0F758BEFE6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B536E1C6-703D-462E-B4D2-B43C1F32C3BF}"/>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91AE84CE-EDD8-42C6-9C90-77FE5111B623}"/>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CCF212B4-B090-40B9-8E84-2623CD34C8D5}"/>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E81E06A3-0C9D-4EB8-B62F-7B1F472C77F4}"/>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5A655A3-38DB-4CA2-BECF-EE39B4C10234}"/>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93D0FFD9-D142-4197-9FC7-5255E69C5ADB}"/>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D1474F09-4B13-4814-A4F7-3F230708965C}"/>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BD7BB8A0-8F14-4A19-A77E-48FCA8BB516C}"/>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38EA170F-5B41-4B4B-8DE7-2D24CB7E0FE4}"/>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8804165C-C3F7-4002-85BA-75D067445D7C}"/>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C8A17EDF-B93D-4142-9624-914FAD28958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A87C0C09-37A9-4065-9AB2-E74D303593F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5E9C9223-B2BB-4F0A-94FE-ACADAC7035DC}"/>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F8AC0911-04EC-4869-AA0D-DCF0D8892562}"/>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0AFE2D8E-3003-477F-A7A4-31B7274F49E8}"/>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84F491BE-AF55-495B-AD86-35FEE8EDA52A}"/>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555A7B2D-8954-4FA4-BACF-45CDB06AD29A}"/>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04E42F5B-4D0F-4FD4-ACB3-328BB93D3C1B}"/>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5B4BE833-6A18-4FFF-93DA-280C3F778586}"/>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C4B4FBA0-C4B8-4CF8-B35A-04B1D8BF1129}"/>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50C76D1-602C-48AD-A8BD-CC4F4479FA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63599956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6172DB4B-9BCA-420C-B648-60F865329C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784329BF-2EF2-49B8-9CFD-853F20652A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16E6171F-2853-4A94-AB04-977B6D6109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830B4A0-FB7E-4A20-9A12-9BA8B9F8C3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27D0FB6E-D162-4349-B4A9-81E0825139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BB5CE77E-951B-4DC4-8AD4-4CCFA8E799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F8C8711C-F6EA-4993-9699-FEA054BDBFA3}"/>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08D3DD7E-DC79-42F9-93C9-AC2F8FAB7D5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D343BA51-47F9-41D4-A383-2D88E8D2249F}"/>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1D76358E-9117-4CE4-ACE1-DB78709AAABB}"/>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35C26F93-BF31-431E-926C-3B41DEE905D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92C11159-E882-4FF6-B9D8-AECE7CA387B6}"/>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6B1F4D13-D6B6-40BB-8ED0-5C0C1530AD2D}"/>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578421E3-CE98-4519-98CC-F34799CD99AA}"/>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C0A082CE-A120-424F-B85E-B3164DEFA461}"/>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E17461C-8765-485F-B44F-BF66015E8E19}"/>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08B9C6EB-23C8-47AE-B6C5-E7BD265E8177}"/>
              </a:ext>
            </a:extLst>
          </p:cNvPr>
          <p:cNvPicPr>
            <a:picLocks xmlns:a="http://schemas.openxmlformats.org/drawingml/2006/main" noChangeAspect="1"/>
          </p:cNvPicPr>
          <p:nvPr/>
        </p:nvPicPr>
        <p:blipFill>
          <a:blip xmlns:r="http://schemas.openxmlformats.org/officeDocument/2006/relationships" xmlns:a="http://schemas.openxmlformats.org/drawingml/2006/main" r:embed="R0706d05064434e4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0E0A12E8-DB6B-48D4-B40F-8A7FA223F71F}"/>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21BDCD66-8C15-42B9-91BE-3BE999A666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6271043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C157969A-8977-418A-87C8-69BF1BDF3E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58BE59DD-2A19-4007-AF26-9D80B06019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6D5D0D1E-DF96-4EB1-AEDB-C51516022A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43904864-4AA8-478C-B97A-B006FE893A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23C09590-C2FD-491E-BDF4-77064AD986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8C5A6783-CB1C-4920-85A8-8BFBF62D9F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3D22040F-6F53-4609-BC61-95B2209B6909}"/>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AB048011-2569-4B7A-BA8B-D590722D8C49}"/>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A35F7F44-5FA3-4C6D-BF05-2970B831EBD9}"/>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FFE93401-EE59-4DBE-8FB0-9B1A40A8D639}"/>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2D59552E-AB7E-4B38-A467-506DB6DF3D50}"/>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BC3F60F5-6EB5-4F1C-881E-1F71ECEE15BC}"/>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F8CD065E-5E9E-463E-A304-AA72E2650B31}"/>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C71FE5AA-B31C-4220-AB39-4E0525385F4A}"/>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6C2EBA0F-00E0-4950-88BA-F5CB0797492A}"/>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87D2DA18-EB89-4093-87DB-FB56E8E4188E}"/>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390708FB-3931-445D-B484-9EE5CD204ABF}"/>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6429E6D7-8FCB-44B6-9556-ADB368A0EA2D}"/>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E2AA3842-0652-40C3-852B-69404C7FD08D}"/>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2DD939D8-B165-408D-868C-59D23F0EE962}"/>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78A56705-DD20-441E-9E8F-60B0FDF7BFAD}"/>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E39D5023-2CCC-43EC-B172-5BBE74355B44}"/>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78529871-C464-469E-B5A5-5BE61C28BEC2}"/>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8CE1E21E-4FB4-41BB-B778-95472C1A9A06}"/>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A342A1AC-718B-46AB-9D07-1EDCC00CCB23}"/>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9BDAE272-D892-462B-9268-5AE385F02C12}"/>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BC036B4A-1022-425C-B64D-D28C0EFA6F07}"/>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8A0286D2-0935-447C-AEE5-3A896865726B}"/>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CEE6A46E-0F22-4662-B07A-ADCA740E744B}"/>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A50AA656-DCAC-4E3C-93CF-DE21C694E213}"/>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AD2FF7BC-272E-4B13-8A9C-FF4ACFA28E83}"/>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4ACFB619-73BD-4AD8-B13C-62AB171CC794}"/>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C1F7CB33-E87C-452D-839A-E8B10395E342}"/>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F00E1A8A-C25C-4A71-A002-816A9614B0E3}"/>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B5E8AF87-C12C-4BD6-A259-CF1639B6C099}"/>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F496F36D-2719-41FC-ABF5-05CE2C8EE1F7}"/>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5130F3EA-228C-430B-AB9F-53047827CDFC}"/>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928F5259-9AC0-4CC4-A634-83B4DE03ABBD}"/>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7D194528-430F-4152-B480-3071E1015E25}"/>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400446C4-5F22-4DA2-B786-1D6764A47DEC}"/>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3ED904C1-4FCE-4142-B2B3-A1D811377CF5}"/>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6DCDE77D-7079-4E71-A7AD-AE8AD7EBAEFA}"/>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874866D7-3BAE-48CE-8B16-267217EF6825}"/>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F56CCCE3-6719-477F-8BAA-52FD99839E6A}"/>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EC40B7B0-CE5D-4C40-9BA7-5ECBF0F558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15074824"/>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21B796FE-18A4-4CE2-B4A7-D4B108FED4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408766B0-9575-4ADE-9BAA-47DC4E4B72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18DA9577-259A-47D0-B0BD-819888BDB7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CE42E63D-558E-493B-96DF-88FCEFD2E2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35D37428-CB80-4DC9-848C-BB5005CAB1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C0F07809-CB18-417F-9298-C3315D9753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5117D4F1-FB25-4BC2-989F-C627CFB58125}"/>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102859F0-2E43-4ED2-9816-2D14C33DE243}"/>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62E03174-BE31-4C82-85ED-7309FE0BC310}"/>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FA59D972-A05B-49D7-B8A5-654B430F3B00}"/>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82D9E8C6-C6DD-4C60-BC1B-B207FD431D3B}"/>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65675C5E-F93B-4BB3-A791-E37959527194}"/>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D710CDB4-6317-4614-8B98-E0C5888C348A}"/>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4D09ECFA-380D-4FEE-A440-D55915CFEB72}"/>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3F4A350D-96D7-4911-B00C-4542C981FB95}"/>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81474B72-41B6-4254-91F3-98BE4F6AE07E}"/>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05B75BB2-FA2D-4221-86D3-6F093EB11161}"/>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28CF4A4A-1533-4D5A-8F2E-319D89ABBA9E}"/>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B7C19E17-4A8F-4554-B33D-89BED39E819E}"/>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FFB1970E-1258-45F4-9343-458C7AE6CB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7224812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70C31452-88ED-4330-9FDE-A8234B4464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3AC382EF-2399-48E0-BB69-B27815FC88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D7863BAC-CF2A-4413-93C0-C5F25062E77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E56D4801-5E13-4CA3-88C7-98DBDF0A63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67AA3CC6-64A3-4D10-BF6C-190BA0AAEE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99254DE9-CFEC-4D8C-8E96-486DD9EC34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C24340BD-334B-437A-93B2-26BEF66E3FC4}"/>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FB88A2B6-59D2-4B26-8E86-2A85733668FA}"/>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1AAAF69E-E430-4D1F-9201-4157B71D51B6}"/>
              </a:ext>
            </a:extLst>
          </p:cNvPr>
          <p:cNvPicPr>
            <a:picLocks xmlns:a="http://schemas.openxmlformats.org/drawingml/2006/main" noChangeAspect="1"/>
          </p:cNvPicPr>
          <p:nvPr/>
        </p:nvPicPr>
        <p:blipFill>
          <a:blip xmlns:r="http://schemas.openxmlformats.org/officeDocument/2006/relationships" xmlns:a="http://schemas.openxmlformats.org/drawingml/2006/main" r:embed="R3e560d633b7d4a5a"/>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BDD1FB0A-45FB-4228-AB01-62FA50BE67D5}"/>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5DAAD574-BD16-4362-A4AA-4B478B8BD109}"/>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CEAFCD11-81DD-48DA-9023-0F55A0689DFF}"/>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6CA0C29A-58BD-49DB-99A0-8943FE9F02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4301541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0D174B45-5D1E-444A-8913-AACDA252B2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1B6EEAEC-D1DB-48AD-8C94-C3BA4B398F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74C34A5C-46E7-4DF7-8EDE-C0EF72ADE6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75CF3BCD-9716-48BD-95AF-241CC990D3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7869FC21-BD7B-4F0B-A2BD-C9033A813F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E8DEFE5A-3B44-414E-8983-19993173F8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F82981E3-1DC5-4E76-B25E-430DCFAF4CBB}"/>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0F60E74F-A097-4884-A26A-60FE9D43E5A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11809C79-2D26-4ADE-942E-1CCD42CAE4FD}"/>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74F1A30D-40B7-429F-AC59-3D8C8F422A0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981AE8BB-D6EF-49BD-9FF2-A79AF8D68260}"/>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A0D33DE7-EE8A-4A32-9728-804E02E104B6}"/>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03CF051C-970B-4227-9B52-BBBDA202629C}"/>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1F4CA4A0-46BA-4BEB-94E6-19BC529D70D5}"/>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82B9BEDC-1BE6-4348-A3C2-54B6537C0100}"/>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01128479-903F-4596-81CA-C2567CCB7F5B}"/>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CEF2CF68-9867-4658-816D-E9ECD535AD46}"/>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E07DBAC6-F9C9-4A4E-ABFD-EFAB03D28346}"/>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22CC4C5C-0089-426B-8CBD-51C7D8FF0CA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5D518CC4-CFC5-4CDD-A1ED-C94FB9042CAC}"/>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1945BC-7312-470F-AD02-E713F537B1EE}"/>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19EF1CDE-535E-4127-978F-906FC7D96CB7}"/>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0E4EE187-DD55-40F8-9459-DD94410CD8C0}"/>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6F80CD8C-D5C7-402A-ACA8-5B271EE5CB9A}"/>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91FF60B5-F4D9-4B02-89F0-079A764EE96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06D0CF01-3E10-4DAE-BF9E-41B265C1FCF5}"/>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0152E8B9-8735-499D-B0BB-EDC923B2A1E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EFF6FCC0-AFCD-4478-80CA-27033259C4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4126530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066B3A66-7268-4C5A-9B49-E5AB6101A9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A365EFAB-9BCF-4323-92FF-60CAEFE63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1EAD68D7-1A34-4336-B4AC-A5A15F171E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3C64A4C-9982-43A7-940A-D6E09DE226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94B2DB55-C4BE-4BEE-BED8-A2DF5F03ED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47249B8B-99C4-4AA4-B268-0A3B81E03A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161E55A1-1B69-4606-811A-1524D5BEEBF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2DDFF788-374E-4CC6-B411-8F2B6AE7E68A}"/>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593DCFE0-6135-4893-9FA6-7C4CF89F2D0D}"/>
              </a:ext>
            </a:extLst>
          </p:cNvPr>
          <p:cNvPicPr>
            <a:picLocks xmlns:a="http://schemas.openxmlformats.org/drawingml/2006/main" noChangeAspect="1"/>
          </p:cNvPicPr>
          <p:nvPr/>
        </p:nvPicPr>
        <p:blipFill>
          <a:blip xmlns:r="http://schemas.openxmlformats.org/officeDocument/2006/relationships" xmlns:a="http://schemas.openxmlformats.org/drawingml/2006/main" r:embed="R612ae475f06b4277"/>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4776F1FD-057B-4210-96BE-10CA062936E5}"/>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2A52EA0-B230-44B6-B7B0-E1FA39FE2798}"/>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C8C21FA2-FFAC-4C33-99D2-D9002C5E958A}"/>
              </a:ext>
            </a:extLst>
          </p:cNvPr>
          <p:cNvPicPr>
            <a:picLocks xmlns:a="http://schemas.openxmlformats.org/drawingml/2006/main" noChangeAspect="1"/>
          </p:cNvPicPr>
          <p:nvPr/>
        </p:nvPicPr>
        <p:blipFill>
          <a:blip xmlns:r="http://schemas.openxmlformats.org/officeDocument/2006/relationships" xmlns:a="http://schemas.openxmlformats.org/drawingml/2006/main" r:embed="Reb52ab616c334a36"/>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4BAF9BD3-7E5F-4A51-950B-7DAEA44DD61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0C984B4D-3F34-4F84-8EAC-ECCE27FC5ED9}"/>
              </a:ext>
            </a:extLst>
          </p:cNvPr>
          <p:cNvPicPr>
            <a:picLocks xmlns:a="http://schemas.openxmlformats.org/drawingml/2006/main" noChangeAspect="1"/>
          </p:cNvPicPr>
          <p:nvPr/>
        </p:nvPicPr>
        <p:blipFill>
          <a:blip xmlns:r="http://schemas.openxmlformats.org/officeDocument/2006/relationships" xmlns:a="http://schemas.openxmlformats.org/drawingml/2006/main" r:embed="Rbbefdf94b6dc4938"/>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A026497A-7092-4A3A-B4DD-947A4F6DE52F}"/>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9359B9FA-E551-4311-903B-A110F3383ADB}"/>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73F446AF-8630-4478-B08E-A5A6474BD13A}"/>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A6C3B240-E43A-4685-A206-5C13D11FBFF0}"/>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E522C224-091D-4198-9E95-E4F069CFE6F2}"/>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86D9CD30-7BA0-4FBA-90E0-0F5D3E583F3F}"/>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03653CD4-D2A3-4708-B997-1C039451B6D1}"/>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23E39DB5-DF4D-427E-9F88-A78A71D243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455305308"/>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C0336AB7-5A3C-4F79-9F33-A758BF8F54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BA4E1A7F-8AFA-462A-8ED9-BFBB26DE5A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01B72DFE-58B4-48F5-ABE7-27A9B1B8FE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9E624A9C-F45F-48DA-9201-AB15F71BC2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3D0E7B82-01F7-478E-A6C2-30930AF55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14E48DCD-066C-400A-8C32-9DDF2CBD07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6EAB075D-F9F6-45B6-921C-2103B6C1EEFF}"/>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A7639617-4EAB-4850-AE7F-EB83597E72D7}"/>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3DCC71D8-1380-4C66-B011-FE0CD221C6DA}"/>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69EBBA43-A7E0-4275-8791-A902AD6D732D}"/>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289BE5CC-D871-4FC9-8E47-C256C369EE90}"/>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9002DAC6-377C-44F0-996D-9A255C96AD52}"/>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C1F6C9EA-E426-4640-BA05-58F6DDBCF99E}"/>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737088F-7E49-4488-99B4-BF40882A3151}"/>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3DBE6DDB-C317-4506-8E40-E8A70E8C7E02}"/>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D9EE3B1E-2528-4FED-A574-8CB9B4B3D4FB}"/>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496387A9-9DDA-4E7D-96B1-66BF116CA6DE}"/>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1F624BDD-2049-419C-B78A-D233C9008465}"/>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289C7A1-60F3-4EBE-8ED9-4E3C836BDE3D}"/>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67AC96F9-F453-4B72-A89A-BC648AADA656}"/>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9D23A316-98A7-4465-A8A1-8D6E3CCF825F}"/>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004A63CE-7741-4050-8CDD-97AF8EA3D83D}"/>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463AAF54-07E4-4EC7-AC85-DEF653401DEB}"/>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CA14A61-8BA9-4C83-98AC-1348B0C8F17D}"/>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CBEE164E-239C-462E-8886-01E9CC7C82F8}"/>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AF3E8DC5-505A-4B8C-9F51-DF3FEBDC45B3}"/>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F266771A-F8F9-457B-B947-1EED6C6A28C4}"/>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CACFE437-F119-41E0-A215-AFC2ACB8CCA5}"/>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B43A613-1168-46E7-A723-A4019DB8BAF0}"/>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E66585F2-A634-41FF-BAEC-046C2A162C06}"/>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6C9903AF-D92E-499B-AF03-48D0C4F22D2E}"/>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923ED009-0F39-4ECC-B800-C928ED76284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9429FC25-8893-44FB-B23C-C024EA1C83EB}"/>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4AF117F4-BC21-4A75-B492-267A8D7E3A13}"/>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E5EBAC3E-E32C-4370-A9C9-72011A1971EB}"/>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315C6C0E-10F1-4413-8F5F-841C49EB5BCF}"/>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A1E46B2-C6A7-4580-9116-1CF81FE59882}"/>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1960944-DB71-42CE-A539-F5910582EFB4}"/>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AB0DF763-3E12-4BBF-905D-79F870700AE8}"/>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0E3F2DE-ADC3-4198-A4BE-661A9DB7A19F}"/>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E42D6940-AFEF-4B35-B389-8DB8F47AE9C9}"/>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139071C5-1FE3-4D65-8339-0373F35BE77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71FF896C-5B18-4A8F-A958-4AB779F724E1}"/>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A9D926BD-A1F6-4205-AD47-BBFD76BD514A}"/>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9C533786-3FA3-446F-B5EA-8914436C97EB}"/>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D93401A9-90EF-4D20-9FA0-45366412F86F}"/>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D28B1C99-AA09-4199-9B14-0CE893D2C35F}"/>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EFDDFB41-C48E-49A5-A657-FFD42990E048}"/>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6DD6D8C4-2E46-416A-AF65-0463AC0EC901}"/>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06576988-B12B-4782-944D-34727D839886}"/>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A8A3F32A-E016-49EB-ACF3-CB27A8F0F3DD}"/>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D6B42B2C-E1DF-4878-AEA0-D93FBD498FD4}"/>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B419CC57-E51D-44D2-94F7-8E6031EB1BB3}"/>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9862D793-59CE-4D05-94A6-CA5240239FC7}"/>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59416C3F-4FF9-4A87-AABD-33E8BA4570DB}"/>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7E77DEF8-B1C9-4C88-AA8D-56030350267A}"/>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AC276D3C-F2CA-46AC-A632-89E8C2A8C179}"/>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C8BA92A3-6664-4B5E-86D4-8CBFA4FDDC75}"/>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0FA0728A-3B77-4AF9-A742-EB08F8E31B1D}"/>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77ABF3B4-6E1C-4FAA-B99F-24ACC909DB4D}"/>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FC15A3B1-C344-4E0C-8935-E55F3ACD7D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22897980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B5425D66-5101-4643-92DA-9F9CD54DF2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E1897DE0-7E81-4310-887A-0E861EACE3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3EBC90D4-5BB6-4294-9864-A498DF512A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A0349B29-394B-46D7-A6EF-2239CDD4E7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F55FB1D2-5078-4F42-9FCF-9E47EEA77C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DA2F5394-7C1D-4622-8C91-1676D8AC32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DE948DD9-C821-4D1B-9987-35C8E457817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88EA2E74-86DE-44C0-AB19-168ABAA9BC8E}"/>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041360F4-76E3-46F6-A88B-2347FCCD47E5}"/>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2B68644-8ACE-431A-A3BB-94FFD8E6E646}"/>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D010AEC9-F198-4CA2-8F58-005DDB12CB30}"/>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53BFC675-7F92-4DF9-AB98-9F2840541071}"/>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7B6A220C-598D-4FFF-84EB-6A19A92A1147}"/>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D1BD984-14E6-42D5-86C7-B49CEB2EC835}"/>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6BCBC23-DA6E-41B8-A2AB-415AEB0AE14A}"/>
              </a:ext>
            </a:extLst>
          </p:cNvPr>
          <p:cNvPicPr>
            <a:picLocks xmlns:a="http://schemas.openxmlformats.org/drawingml/2006/main" noChangeAspect="1"/>
          </p:cNvPicPr>
          <p:nvPr/>
        </p:nvPicPr>
        <p:blipFill>
          <a:blip xmlns:r="http://schemas.openxmlformats.org/officeDocument/2006/relationships" xmlns:a="http://schemas.openxmlformats.org/drawingml/2006/main" r:embed="Rd2e89a580f8c4e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D9743FE9-24B1-4B7F-86E0-4AA53DF0AFE7}"/>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399A9469-0C5A-44A0-BD8C-B2EAA9B484D0}"/>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6E0054F1-3589-4932-A3DB-7C7840363C5A}"/>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05931FEA-9C13-4CC0-BE1B-F6520D62F629}"/>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3B03B5CB-FDD9-4ED2-9E4D-D79EA6D0C290}"/>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19CAC9D1-8302-46EB-A790-2291123D3DC3}"/>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494E9CCE-85F4-4075-B1AD-49022CB68F2E}"/>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2009638-CB8E-4203-ABB0-A8F3262388F2}"/>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D050A5E8-1353-4E6E-87A8-E45691BD8B3C}"/>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7F660C96-05C7-4203-A36C-46B763D0FF0D}"/>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06898BEC-237C-4C47-8643-52637D239884}"/>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7A600FE2-05EC-4CA9-B348-FE6212EDBC7A}"/>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9E049410-5C94-4C24-A047-C01FF4E7B1F6}"/>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0F46ACCD-41DD-4FDE-BCAF-58B39CB49806}"/>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9FB49B03-EA65-409C-B8F5-DD30B8A28F17}"/>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79A3E813-7863-4650-AB37-87427A46070D}"/>
              </a:ext>
            </a:extLst>
          </p:cNvPr>
          <p:cNvPicPr>
            <a:picLocks xmlns:a="http://schemas.openxmlformats.org/drawingml/2006/main" noChangeAspect="1"/>
          </p:cNvPicPr>
          <p:nvPr/>
        </p:nvPicPr>
        <p:blipFill>
          <a:blip xmlns:r="http://schemas.openxmlformats.org/officeDocument/2006/relationships" xmlns:a="http://schemas.openxmlformats.org/drawingml/2006/main" r:embed="Ra040ad00650a4a2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949197BF-E152-4AC5-B9F2-2D7EB899BB24}"/>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6AEB09EA-3BCD-42E0-B67C-633C2781820E}"/>
              </a:ext>
            </a:extLst>
          </p:cNvPr>
          <p:cNvPicPr>
            <a:picLocks xmlns:a="http://schemas.openxmlformats.org/drawingml/2006/main" noChangeAspect="1"/>
          </p:cNvPicPr>
          <p:nvPr/>
        </p:nvPicPr>
        <p:blipFill>
          <a:blip xmlns:r="http://schemas.openxmlformats.org/officeDocument/2006/relationships" xmlns:a="http://schemas.openxmlformats.org/drawingml/2006/main" r:embed="R22f18c75a5c845b4"/>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56E3A030-8E15-4CAC-9AC9-4A717B7C10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436877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B4E43D98-1104-4386-98E1-148420C7EA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99070D56-0923-44F5-B472-AB90BF6301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E2337BF5-66FA-4F9C-B0CD-E06675F4A1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DFF60E71-0611-45A7-956D-63E8148E14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70BC8404-6507-4E99-967B-5714405524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6E9C01E1-1E6F-49B3-9B12-575D678E37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BD4EF1F2-7C5C-46F6-AEFC-089B3F3E40A7}"/>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25B3F38B-78FE-46A4-B42A-FD937C20104F}"/>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740406E6-0ABE-433C-A8C4-A9F9210E11B4}"/>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3B55C754-2F46-4E7D-93D7-7E6E7E198A9C}"/>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F35343FD-71BD-4BDE-8F7F-C894FD21E9AE}"/>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1ACC4BFC-B755-4729-BA2E-B55095C4207F}"/>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DDBEF74-08C4-4FE0-9C54-A9E6FC72B6B1}"/>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1B5F4F0-C7F8-466F-AD65-5B74CCFDEDF7}"/>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C0AE7192-534C-46F5-B38F-9CF14F19A1DA}"/>
              </a:ext>
            </a:extLst>
          </p:cNvPr>
          <p:cNvPicPr>
            <a:picLocks xmlns:a="http://schemas.openxmlformats.org/drawingml/2006/main" noChangeAspect="1"/>
          </p:cNvPicPr>
          <p:nvPr/>
        </p:nvPicPr>
        <p:blipFill>
          <a:blip xmlns:r="http://schemas.openxmlformats.org/officeDocument/2006/relationships" xmlns:a="http://schemas.openxmlformats.org/drawingml/2006/main" r:embed="R78817e5ff36e4fd2"/>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E74C030B-217E-42A9-9C6C-033F2AF01177}"/>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7939929B-C6AF-4D42-B7C9-25478DE6DE86}"/>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25E8BCE0-408C-411B-B6F9-74827C9FEAA0}"/>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C08F451-22E9-4313-8E60-88860597E412}"/>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D020911A-0B94-4E7D-B2FC-22824F74983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7BAD628C-4050-496E-9703-6A365806120A}"/>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0BE04CBE-AE53-4C5D-BC19-58CE49FD48D7}"/>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542349F3-EED6-4DA7-9007-765EB549ABA0}"/>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7D2724CE-F350-4070-B3E0-65ACD7595717}"/>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F230D65F-7D3C-44C9-8BE4-3C26084FD9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852F0579-0F41-4232-B55A-F628591CD9DF}"/>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27EAD75-477F-4A9E-A019-8B99C77B73E4}"/>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0EF7AC06-34AF-426B-B90E-1495EF5B56FC}"/>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0A4EEAF-E096-40D9-A83F-137C54E5D90B}"/>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70E010B0-E215-4D31-A28F-BD3C46456FF0}"/>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48C86C21-E18D-47EA-890C-D526D2849913}"/>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20512A08-358B-42B7-AE19-BFC9D282EC4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0E42C6C7-6DCA-49EB-A612-3618D5476069}"/>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4EDDA976-71F5-4B4B-8720-1ABDF7BB950C}"/>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5E690779-E14E-4580-B7D1-B099345AAB1B}"/>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4B6EA707-FEAC-498E-AE17-CC997466289B}"/>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529CC317-718A-4753-8AD0-C1B54EF86E35}"/>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D4163653-9E7C-497E-8E33-4266C51063B8}"/>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7C5671B2-DB4D-4E2B-8764-F68643E0BFF1}"/>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75E6DBB1-DE61-491C-9D84-DA456CDCDD09}"/>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FB18A999-86EF-4F79-B228-2A00DC7346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6336623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9886D39D-62E8-45AD-95EE-9A9923992D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E458E362-DC30-44AA-A526-0DE5F0F695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73D206FA-2A1F-4779-9606-B1DED1F85A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E6916F89-74FF-4A0C-B2CD-C1D7FFCD61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66849CBE-A4C7-46AA-84A4-1AE407E768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133095E8-7A44-459E-9D82-A7E20C5183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8F358E31-2BD3-4735-B391-89C43B4C9191}"/>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1814BC92-D871-4A46-93EF-07B9574C2E23}"/>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DBF86576-118C-46E8-966F-0D2C15E103B9}"/>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F5131CAE-AEB9-4330-8A29-E79637BCD342}"/>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16FC10FD-D141-4A52-8EF1-A1B5D36B2E6C}"/>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6E7A2C9A-AAFA-4A8C-8276-512FCE2F2EE3}"/>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E85DBBBF-AB57-4F72-A480-7859736FBB3E}"/>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E7685D7A-7DE0-4B03-91D9-98DF10E6D9B4}"/>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1855BB2A-5A22-4274-A847-43B0D32899D5}"/>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D3397D4E-481F-4283-B11A-22EC8369B663}"/>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0AD6AF8D-8DE1-4B1A-8B7D-F3C80DB869AF}"/>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4C922A8C-05A6-44F1-9BF3-E151A66221F2}"/>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D7B808FB-8BD5-4455-845F-9734473D9BB2}"/>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7A711A62-52A5-4A27-B063-E597D9CDADCA}"/>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7264B882-5AED-4CC6-B440-6CA380D75702}"/>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D5C53903-DADF-4F8B-B3FC-7C7CA0167DBD}"/>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A599868-9D6A-4900-A193-67AF6C6DFBE7}"/>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1FF78B04-228E-47E9-8A95-DEFA0B91E86D}"/>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259DE571-6373-4641-A0F1-8CBBD6538E02}"/>
              </a:ext>
            </a:extLst>
          </p:cNvPr>
          <p:cNvPicPr>
            <a:picLocks xmlns:a="http://schemas.openxmlformats.org/drawingml/2006/main" noChangeAspect="1"/>
          </p:cNvPicPr>
          <p:nvPr/>
        </p:nvPicPr>
        <p:blipFill>
          <a:blip xmlns:r="http://schemas.openxmlformats.org/officeDocument/2006/relationships" xmlns:a="http://schemas.openxmlformats.org/drawingml/2006/main" r:embed="R81271eac63af44d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992AA707-7677-43C3-8188-05E366F09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781463F5-24EC-424C-866C-FC5DB9E4FC3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2B567697-EE94-4C43-A839-B88E8237CC79}"/>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D39F4D58-7320-47C4-8C8E-5A2A690234C4}"/>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E6014AB9-183C-45AA-A551-C324B28BD303}"/>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DDDCE879-3700-4EF4-9850-4E097AA9AE9E}"/>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4D64EB6D-3556-45E1-A4C0-C21D929F0E5B}"/>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63F6DED0-FBD6-4E35-A16E-9D1430FC054D}"/>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FC12CC76-552E-4B12-ACAB-84D620BA414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718BEB91-ECD6-4FC4-9F18-DAD152A18AC1}"/>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00CBBEBD-BF25-47EB-9032-0DA5580DDB50}"/>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EBE378FB-11B1-4CCE-A915-D13896F645C6}"/>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2FB85565-944B-4590-B62A-2D495E346B79}"/>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C1896D0C-3D5C-4A44-BBA2-A02CD65A3C82}"/>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A07D376F-5C2C-40F0-9E33-ADF722536486}"/>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DAD35C7C-C8FE-4C25-B187-64E9D48268B8}"/>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CFAD9E2C-A18B-4C61-8F86-62F7A2015C23}"/>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D56474FB-B823-4291-92F8-FB267B416693}"/>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E215B136-02B4-49C0-9A61-126136CB1BDF}"/>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6EDAB278-DF2F-4CBC-82C4-3E8034C92A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475094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59D1E266-500A-4BEB-80F3-65EB3A5712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6338D7A9-7DC4-44A6-944D-379CD5897E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20D3F540-0805-494D-B5A5-93294DB7E6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0F4EE336-A820-4F30-9F56-B97AC1FAF4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6A484D58-D035-482E-A1E3-481CBCEE92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ADFF0486-82BA-4891-8DC2-D1B6A5E0E2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4A0C08E6-696C-476A-B265-8B602C01FBDB}"/>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69BE313-6C26-40E5-A331-EE823B655D5C}"/>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E6752EE-4998-412D-B1F2-373AB2D60FD2}"/>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1792367A-78FF-4E77-8CB4-A156929E452F}"/>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6BA38147-5C31-4EDC-98FB-2BF5B4FFEAD3}"/>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BAEAD12E-90F0-4642-A01B-080FC943F23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CE6C0F83-3B98-4128-89D8-0C06289EA5D8}"/>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F60E5CAB-A217-4C13-94E6-5ABF598139C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0F22ECC3-66CE-4327-A670-790C3BA265CF}"/>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39C01C15-A0DD-44B2-9EC7-05CE9EE36BE4}"/>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3D89298A-73FA-4315-9204-9214E9B70018}"/>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D3CACCAD-63B6-438D-B7BA-38474CB11684}"/>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84057CFA-4301-41C0-8871-C8E0B7B481D4}"/>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26B2F0D-65AF-44A1-B498-278F7980E57C}"/>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31D3619D-D74F-49A8-9E66-2506C15DDACA}"/>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1DF8F808-0C21-4452-BDC7-BDC6DD8B6FAE}"/>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2BEB63D9-3EAB-4E16-AA81-79FC9010C1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53713606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AB0E162C-9B7C-4C2D-ADE4-D59EED1ED7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A508F59E-ACF7-4F25-9CE2-766AE4CD64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62D37357-F93E-4413-AD3F-F7A358250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73F6CB0E-254B-4EFA-BB38-3FC449CE8C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6EA83B20-736A-4292-A001-66CD2446C2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21055F8D-AEEE-46EE-AE63-0CB8FE9A33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D8D09900-3F72-4762-B92A-0B29CB3C763F}"/>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BF10047-CBDF-4463-A6A6-7DC1022F2CE1}"/>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15F13D2C-CC21-40FE-81E5-BADF50CE2D1E}"/>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9E890A24-E911-46E0-848B-BF50A8FE2D58}"/>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0B5A1E17-9D7A-465E-B2E4-739B830CE8E6}"/>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48A1D3CD-80F2-449B-9537-DAD99A15B4EC}"/>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11D37856-40D2-46A8-A424-5A38CC8B0517}"/>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B8B08058-ADE3-493C-B3EF-A7E119C91CFF}"/>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811EBDD3-96B6-492A-AA4B-5FB41F4F8068}"/>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5A6D75DA-41A2-4F0E-8594-5198764A3230}"/>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24DC7F67-0004-4C4F-92BF-7B86568C30B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D3AF272E-3B5B-4EFA-BE8E-78E8CFF7A5F4}"/>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1DEDC078-EDB2-48A4-8112-8812D6E96A7F}"/>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FBD4561E-1872-4344-9B70-7CFD3D33BF84}"/>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52F767B-6B59-4597-A66C-575AAA4442FC}"/>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FD25C20D-FC8B-4728-AD07-B293ED33AC4D}"/>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7B29FE68-D29B-4350-8276-466C93E77DF8}"/>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A8CC43BB-7059-48E6-B513-08A196FC640C}"/>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A2679D29-7EAD-4EFE-A8D2-0D82EF223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65356021"/>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B1C1564B-AB9C-4CDD-8D03-0E05F72BAF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310A0717-EB0D-466A-BF1D-1E48F5AB12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BB3DC3FF-B426-4C75-9E84-5C96A9ADA3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009E3A01-66A5-4906-8BFB-1DE2ED93D3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C7428749-D9AD-4468-BEA6-A883F77602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A8B66CB8-05FA-496E-A38E-A1538ADE23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0FD5AD8A-AF61-4A19-A562-D090EE5671E8}"/>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E0D2B930-B21F-4CB5-ADFA-1CBAE928981C}"/>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5E2340FB-1635-4A0C-81B1-1BFA9547F48A}"/>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43C7562A-D007-4F33-B7DE-0F1F946B096E}"/>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40217CB2-6529-4771-A4C1-AA8E9EF54E7A}"/>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5EDCA576-3289-4928-9D6A-A4D7B17334BF}"/>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60DB8A58-A45C-4B13-BF75-CD943DC4EDC8}"/>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97E503AE-01AC-4859-ADA6-AE7CDAFC201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91184BC-A2B4-4C99-A676-387179B4EA36}"/>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309AB305-FA95-404D-8667-110C9A45328A}"/>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EDAF553C-86C0-437E-801D-B14ACA65747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EFC2DC22-4BA3-42E0-B869-DAA0AE8129B4}"/>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CDA1C24C-F20A-4FE1-A7FA-3229CD0581C6}"/>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9A9FE784-6000-4D62-883E-23316782D599}"/>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D7268B4B-5D6D-4151-829B-E66C1DDB8207}"/>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834CE18C-F4D5-4473-B011-0BF46BF277BB}"/>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82ADF483-4FB1-4FB9-885D-C232E67BF0BD}"/>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7BF8F507-4725-42F9-8228-1EDB230B1C6A}"/>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EF46A08C-398F-43AB-9A7B-B4AE1B5F6CCA}"/>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72996556-55B0-4D36-940B-F85D35C7DFD4}"/>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23254619-376F-4BB8-A5B7-F48F135E90A8}"/>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67109D51-E7EB-4E29-B5F9-0705D9912FC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BB319388-6A98-40D4-8FAC-3814A91F2C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06779952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2CD3D7A2-BD51-4110-9D68-1FE99DEF78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6C55DA0C-383A-4FFD-ABF6-8970AFA9C9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758387CF-4F6D-4302-A903-4C3EF2696E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C23FB95C-78D3-4211-B5F9-6BF01D38FC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98025CF6-19A5-4DFD-9497-A37067374A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15919F3F-BE46-4FB7-8529-378C621F54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B1C64E31-1AF1-4A17-9CD6-70BC6136FA58}"/>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56131CDD-EC62-439C-B1FA-72B8F5E63CEF}"/>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04A90E24-8226-4432-8565-83215FF155FF}"/>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FCDC481-CF07-44A8-8D36-EE932B0D7E70}"/>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2B355A0-5D61-4018-AE01-0766D312A640}"/>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B17C49DB-5C4E-4B55-B9B8-225A0F011153}"/>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95C7B0BB-69ED-4ACD-9262-B1140182D4C6}"/>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64C607BE-EFB5-4722-89DD-AFFC10014825}"/>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9EB4D811-FD38-47FE-9CE0-EBD5BAA1B089}"/>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3D44F1D6-1216-484D-9CBC-18032A14714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A6B382F8-E0C2-4D04-8AB2-4C14FB1468D9}"/>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71C381E4-91A9-4BC1-982E-EA542552227D}"/>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6A67A76B-3519-423D-AC4B-60C4858FE0C3}"/>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1D7CB028-B2D9-40AD-BA8B-1E25C4BEDBF2}"/>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926A87E5-87A1-4FC4-B949-A08BD6085A26}"/>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CF0CEE49-93B6-4E5F-91EF-14C8D246AC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032CF28-680E-401D-A199-2F9E4D693BE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5F34CF87-F376-49DB-AD08-7CB85E132FD5}"/>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9CAD33B6-03CE-4A9C-B002-8BE40B6F7E16}"/>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70408543-0757-45C6-B709-254E346F57CA}"/>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C3903D4-B555-4014-8657-F74A4763070E}"/>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BDFA0EC8-970B-46D4-9AE7-AC37DE2CB4E1}"/>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BB6E0A69-C6BB-4BE8-9693-DB8DFA6D7CD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CA29847-03B3-418E-A09C-84533F2BB7A0}"/>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A8EC6602-8906-4A75-BA76-7875208E6A6D}"/>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41160EE2-A830-4274-91F0-CB6481CB2B6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4846FC8F-C842-48F5-A8CE-3F817BEDD44C}"/>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3F51FDBF-A27A-49D8-B533-6E45DF2EBF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82496158"/>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A39C6F43-93AF-4172-ABFA-84AD94915D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718A7CE0-CB2D-42CE-B054-01873F50B4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6F93313E-A074-48A9-8EEA-46473C9180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0D8D8804-4B61-4550-B635-F438F56DAD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7A757A51-D1AF-4476-AC90-4D34101954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DED98D9C-FF8C-4E2C-8B4C-BFAF90DBCA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58184289-B776-4135-B948-26461754DB5E}"/>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EF2C43F0-2E02-4540-8975-070E8D335A84}"/>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0C2D1216-CDBE-4C2B-A325-FDDA8BC126C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EDDB755-4B25-4195-BDBD-82A74978CFCF}"/>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538FA3CD-4BA1-4FEE-B54D-BD4A22FEA7C4}"/>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220187AB-B8B9-4682-882B-F37081B2FD95}"/>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4788D4C5-D871-45D7-BD6D-0B1C7546B0CF}"/>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F6E5B6EC-F60A-4643-A1A7-A649E3DBA314}"/>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FE590492-0D85-4705-9A88-820F789DF97C}"/>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E8B1A2C-275C-4A50-9DF3-5461763FA3AC}"/>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776CABB5-C661-4A62-9399-D1185D1235B6}"/>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3B8F4E78-FCE5-4B21-905C-F74B0596C7A5}"/>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772D3E5D-295B-4E58-9DC0-5CD1CE5A1E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72501560"/>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302D4741-E31E-4085-B9BA-134A14E345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5366B6D6-4AA6-430C-B3F7-3FBC82C513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3BB9518E-BC2C-4632-A2C1-0F659F5284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A52A562-4C4D-49F7-8E83-E13F775602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84E5DDE2-C6BB-4D11-8044-12C231A634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2BC33397-F3E9-4ECE-8EF7-011C582820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CF139A39-86F6-4961-97A7-224BC8CAE943}"/>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84D872EC-A43A-4316-AA03-77A75AD656E0}"/>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C407D6E2-9AA1-406A-BB99-8EFC2FD80210}"/>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119F0E3E-31A4-42EE-A955-E92EE7B06C42}"/>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94765B73-3E4D-4E94-B919-5FCA8D0DE0F0}"/>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5DF4526C-2232-4B4E-9004-8C07E5AF6B22}"/>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9630906D-9144-4BCD-99C5-D6EFA4CE1D0D}"/>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1DF65A38-237F-4C6C-ABB1-79D80CB14879}"/>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1EF0C969-DBDA-4EF6-9CF9-8E2881F4AC2C}"/>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DBCC3667-636F-49FE-9B61-6E0356F02656}"/>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72A6D78A-5553-413E-A548-265715534BF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182884FB-CAC1-45DC-AF4B-F371040C16AC}"/>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D02CBDEA-D963-4DC3-9A47-DDBF4A84F99C}"/>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5118BDAD-992E-43A4-80BD-F4FF2DF97DE3}"/>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134369A5-295B-4585-9F6E-6D49E192ED8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FB3EC696-4F5B-490C-AA91-0D52BC596E10}"/>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1BC3DB36-C927-4906-A434-1AC43F485D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4372300"/>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2B63947A-D28F-43ED-846C-F4E0DE2ABF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73D92D8D-3395-4234-9217-6D6DD20211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768BD49B-47E5-4539-9146-5D12E5F99D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DA418D24-F007-47D9-A279-A580E4EFEB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F0340A9A-25EF-4358-8C53-6092DEA392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34281C75-EAD6-43F3-8583-6C9A035A39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C70A7D3F-195A-40D7-B319-1A6A70A01DBC}"/>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10E3162A-935C-4F38-B711-4084A5724070}"/>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5FF03011-3F49-4EC8-B796-ECB87DE20E24}"/>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C3B401A4-91D1-40F1-B2EA-B19115379575}"/>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601A0901-14AD-4430-AA41-E7A5CFC074F0}"/>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0DEB9CF-0FF0-4351-A515-0B373318B405}"/>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AE66DC-DCE9-4313-9C91-597EEF7640D0}"/>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DD3443C0-A179-492C-8307-7A23E3BB34D1}"/>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2A921A68-428A-4745-AD06-6D7C50BDBF00}"/>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CA056877-9B2E-4328-9D54-CC620000C3DC}"/>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1F2A35A0-E2C7-449D-88A7-A99BF10DC97F}"/>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4ED100E2-F741-4206-8DEA-57AB9D9DA053}"/>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27398C5-AC5B-4BB5-9A5C-83E115DF5C0C}"/>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8BBECBC9-BE84-4DC5-9A77-6B4C55655D04}"/>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89FA6767-2034-4F0C-BB53-93ED4AC07EA0}"/>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B65933AD-529E-4A66-AC63-710AB225E733}"/>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55A99BE8-4B39-490A-9BF4-98ED2DEE38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723814143"/>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B7BF9277-D045-419E-8C07-CEAD207922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02B2B728-3D60-45A4-967B-1A19AD5D40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ECD95872-63D8-4594-B874-883CC0BF39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42773D62-8F38-4E68-AA54-DC16320596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5782BAC3-6BB1-42AB-AEB1-903F2DEBE6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FBD61B3E-B7CF-42E7-897A-A58528B07A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0B8C385C-C9F8-44A5-9DC8-341970C92D6D}"/>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07C221AA-3B28-4637-941A-89B4800C1FB8}"/>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562DD73E-DD07-4E55-BC37-993A38DE4085}"/>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5731FF90-6CA3-44F3-BD3E-52E6EF1D738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427F1194-AF1D-4DDD-8E4C-C4B09338B10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6E8EBCA7-DA9D-4551-894B-9B45FE125574}"/>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8EFBAE23-5042-4CCD-82E8-B16FB0306C10}"/>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F5C0A986-4767-4B6C-ADDE-C035A8D5A983}"/>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F1CB2E9E-B1DA-4B33-91AC-2CA012DEEAC6}"/>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9ABD0753-AB20-4803-8CAB-FB20A67A72F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C4B650FC-0DBD-4EB2-A352-30B451BC8E39}"/>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0F2098F6-4B97-4751-882B-CC03D49EF5E8}"/>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DA135EC-2414-4775-AA6C-603B8DC66A26}"/>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7B96728A-021D-4864-8AE6-B748E222F9D5}"/>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273936E2-EDBB-4023-BA74-DD0A155715A8}"/>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5C810AC5-A05A-4BF6-B533-ABDE48B1C4D0}"/>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3F450D47-B534-4D99-BAEE-B44C8D9CDD05}"/>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AD89712B-D624-4490-83F9-8D1CE92B47DE}"/>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4BAA701A-D0B8-467F-A7FC-A84629034CF3}"/>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0179E3C3-9190-46EB-A763-AEC2F5728204}"/>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C221B26-8B5F-40FE-95A0-98D2E1235260}"/>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C618A3D7-0723-460B-9F6D-6F101BF325B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595933BB-553F-4D48-8770-507E544A8B78}"/>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0D67EEEB-ABC5-4D68-AA3F-27A0073A64CC}"/>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D2F055FC-7553-4D08-8A8D-E20C866D85B9}"/>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64DE5897-EDFB-41AD-BBC2-1703676A0453}"/>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77E6D43B-7568-4A25-A526-84C8E375AD9C}"/>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5B389CC4-4E1D-492B-AF5A-0D56C482EC87}"/>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86BD841E-9B77-443C-8791-C2B8544F2A1D}"/>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99CE073B-6CA7-40A5-8C31-5E0D47DFBDB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7911B51F-87CB-4F2B-AF1C-1D94F28A0F1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CFB181A-6557-4C47-8530-38C8F0BD52EA}"/>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D802F7FE-7634-4EA3-A25E-22D8897D7F09}"/>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C4E6A03F-9A52-457F-BB7A-9AB9E6E820FC}"/>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7567A39C-8CD6-4B3B-8AAE-AF4BED49B427}"/>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7458F163-9849-4EA8-A71D-F7D677806DC1}"/>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306FDD80-ABC5-4590-ADA8-60F81A0DC917}"/>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243FDD8E-21CE-4D84-B5B1-F4DF4EC5C6B7}"/>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F2E8105-CC24-4047-891D-8765B22B35B2}"/>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6C19769E-B7F6-48E2-A834-961F84D48E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00031895"/>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9867A355-8465-4D81-B48D-F55EDF7E03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889BED6B-9C0D-4DDE-BDC2-7DA9C6DEB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0F1DB233-4A0D-4F9E-961A-8FC27640B6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4DFAF830-7F0F-4FCC-9611-FD0B091915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628A3E3C-1CF8-4CD6-A9FC-0896FEA299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7226C9AB-04D1-487E-BE4A-E5B4619D71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8B485AA2-7736-4271-A7E9-866617198D2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CFE9718-9934-4F29-BC82-9E13EFE9841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5078A82F-3247-4A05-B6DC-6555F9F763F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72D517AC-F633-4E53-802A-4D9CA2CA745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EA39D11-6DF8-4FAE-845D-D11886324FE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5942C47-8BF3-48CD-9C0A-F2B2EF24FCD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62D1108F-A22B-47C6-B723-F9826868969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4FF4DE30-45FD-4B27-AB28-61F6A4EB401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5D4B3049-837F-498A-9EA0-833D2D730DB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CF1FF0AA-F736-4F82-BE99-61F95A60E6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A006A4F-2BB4-4A98-9A86-5E082828029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3960F95-58BD-447A-A375-C3197E24768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B99663F-C65B-4F1E-9675-8A1815FC784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E7A5DFE7-D8A4-4332-B25A-A4E3660829D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57E08F37-3129-45B6-9C0D-0C7F12A48E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43566941"/>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60B65F88-54E4-40B3-BD23-A079B9B34C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DE347A71-4FAC-44F7-A8C2-D144AD98CB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9A3C7DA0-DB2D-48E9-975A-172A480AFA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0A0FD0BF-83E4-460F-AE84-FF1DDE4495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78895D2C-2EA4-4611-80EC-D5F11D9B82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B626D34D-BD10-4BAB-9BF7-7C9A2E84F0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EF35C59C-61F7-4375-80C1-2E69FFF6C97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71FBF7A-EFE7-419A-8A3C-1F3D970BB38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68AAD1C6-E81A-46FA-9500-ABB0CFF7ADA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20B96D82-9FA8-4616-8CA3-4F6822277CE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CBB02F8-4D57-4A11-B3ED-EB7ECC0FC3D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54D1C2D-4235-4649-9175-8C58EF74AFC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E12A2609-2E41-4CA6-806A-92F4AE036FE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C16973DA-614D-4CC1-A200-61E02C71326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EAFB82E9-1B8C-4DC0-83B6-5E878EA2CE7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7F5E406-3DBA-4457-B80E-B9B507E9588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EEAD2CDC-0577-460E-AA68-78048BEBA19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032A3FD1-C8F4-408B-88F6-C7858311C5D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561E86CE-9658-49E9-A8EE-A64A538C16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CD2B260F-F56B-48AE-8DC8-49D901A4C77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52530423-877B-4E0D-8537-C98329460E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6927817"/>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1C9A2154-16AB-452E-ADD5-9C857ECCAF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F083E9D1-CD70-4830-851E-1963C2680E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F59D3CCD-21E8-4702-AAF1-C1948A0757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86433160-7F82-424C-A0B9-EDAA4DF418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83693BC3-F4D0-419C-A1C7-74A0722121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F4DB6A57-0A16-416F-8846-1B4B3F8873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70413CA7-6393-4AF4-88F6-F07DBCED0B5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EFB1549-ED6D-4CB3-9FEF-2CAD22C77A1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7DAC0CA0-D97A-40F4-B2DE-BD4465709D9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D41339FD-2F06-4730-A480-15F1C2A47DD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D5EDBCC-E10C-4EE0-9BFC-A212E8C4269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D26393A-B64A-4E8B-926D-8DFDEFFE157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F09084BD-506E-4B77-98F1-67D3F573FBA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416A9B46-11AA-48DD-BF89-715D5EF0166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F3B6A78B-DAFA-4D0D-9BBC-B06753DFEAA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ECE534DB-418C-40F3-B81A-B0679873705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840D5E5A-4B53-4BCC-95D3-702708762CE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30500C3D-D2BD-4D03-8AF9-672E465B2B6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0A829619-7ACB-4BAC-9E0D-4246DA5863D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10E20E24-5B1D-49B1-A5F6-DC3F08B8ED5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607452DA-A962-4D15-927C-8316A295FC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4629855"/>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31072BF6-921E-4EBE-817E-F37036031B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83DAF8EC-A44C-4266-BF86-C828E68926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3E5FB29F-79E9-4208-A3B7-70C847D352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505D21C-841B-4D2E-919C-6BE41DDCE5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52ED3D06-B715-42A4-9B26-411F537A96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7B6E8962-1BB4-4AA2-A18C-C968AC9AE0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8FDA2EDF-16A5-41F2-817B-B149188BE5B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3260E0-1E37-459F-BA26-A83A9A55BC8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B7F9977-4AEC-4AD2-A4AA-4828862A3B6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AAF623B-D1D6-4A66-8654-2B0D3A2BF8A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EDA28F7-511E-44A7-B762-9F35F86C280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E1037EA-2755-4273-9126-7557C1D3DE4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B074FCB9-3424-4A21-B5FF-D5ABA9FB007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9EC897B8-6792-4B37-AA1C-1E6E5B2E244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EF52A5D0-7F22-4982-870A-C608532EA66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F1F11190-4B47-474E-8D3F-35577579522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035C0AB9-7079-4726-8B74-3AC548BCEB5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44DDA16-AED5-4CD3-8DAC-A2EADA95FF0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8E50AB04-2F4C-4D4E-B919-AFCDA971D52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210A3FBC-F04C-4AB3-A1F8-7304EC551E1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551FB8EB-EA92-4C33-B394-B13BC8E646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4073402"/>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0A03CAF7-EED4-4CE1-BC73-456ACA39D9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59C7DABE-9921-49E4-8102-DC0E6962B4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F87DF705-B409-425E-9C8A-95E402B8E1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AC0A3B6E-76F0-4087-A524-7CF4D3A093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5FD360EC-51C9-46B0-9FBA-F7A6236F25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E06C6C53-BDFE-4278-9225-88D3DB02C9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5050B877-A8A6-4398-B20F-B051DC5A272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247BFB0-8FBD-48DA-B55F-8A9B2F561B2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D24179F8-1C9B-4D16-9F38-FD31F092EAE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990F6FDC-A46D-476B-8BC4-379D91DB936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AC35FA0-7B06-4A69-ABCB-99E4457F61F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5D82EB9-A62C-48D7-A87E-851E069B64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94E4481F-DD3E-4288-BB23-F9AA9B04355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D1ECA4C0-F7F1-4573-9A92-2D2CFBFBF92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3A3A6732-5CDC-4973-9520-9AC141EFD5E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CFE3FD33-3754-460D-B049-149B2D12228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CB7701-7E27-4FD2-A78E-1AD5516C926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77EADB10-2F8D-4D6B-8E93-FD05B6EA008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D3E11E3-DF2D-4B84-9457-D2D3CE87D87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655F4721-6D6A-450D-8AD7-8DBE36A36CE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EFCD5BFC-FD07-429E-B5E3-0954066967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6306170"/>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293E943B-2B0F-4CE8-993B-157EEF225C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8518BFB8-5EAF-4045-B3C8-F449211C2A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912F9360-7296-4CCD-AE96-5A3B27DDE1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DB0C39ED-35EB-4B75-A839-6DEBD7307A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B2513B17-61E7-43CE-A28D-274411C003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0FBFDE05-C3BE-4CA5-B2D0-1299AF8256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C5C26512-A5D2-4C27-B174-D9637FAF6AB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F2CA944-725F-440B-94F4-9AA982F0AC3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C198A268-B4D0-4947-A104-7AA1A9101C8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29879DE6-07FA-41BC-80C2-A3A5D0DF589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8FD6C39-06D5-4365-87DD-550A78C72A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ED499D1-5CC7-426D-98C0-31439B93CF0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5F8B0374-1BC6-4E0E-81F9-ABFC0897C43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A234DA7B-7EE5-4E4A-98F1-47768E916BD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0AC69BE4-B6FE-4F6F-B247-0A1AD49FB7F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D8AEA48F-8D33-4AAE-9D71-EF270A0FCFD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499E4BD7-5211-493E-9ECB-BE8E5265109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CDF86357-0767-4FEF-A2B3-B267F36ADE3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ECCD67FC-D70B-4BCC-8B2D-74725A3D61F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34A7A422-762E-4DE1-BEB0-F0429E0A944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17C51E07-9C99-4615-B9A7-D98A0668F6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4652184"/>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7DE8A284-74FE-41F6-B896-50EDEF59EA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08C71F6A-6738-4889-85E9-30A0186642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68B844B1-ED93-4F47-A725-EC4F3F301F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2FE1A608-830F-4323-97AC-0F7A4AA26F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247014D1-D900-4768-80BA-64261BAA7B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3CD0F79E-249D-420B-91B2-59D3D7EDEA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76BF23A9-4FF3-41D5-8B5C-C9F886487D3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E23454B-D6FE-4941-9EEB-2BD4826C187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E8338E2A-0801-4720-8027-BAD1A7915B1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C5302796-2F56-4FEE-8DC2-8A1FFB2BAEE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A3ACD68-9A46-465D-9862-0E1440FC131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4CFFC65-7E55-4C1C-A42A-E88B33AA787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DAAC80D-61C7-4F43-81CC-D8D4CE5FADB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5DCA9175-3626-4EEE-BA64-EFF1245DC2E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7F76F64C-B9D2-4552-8200-EDE5534CD1F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BAD22D42-E6C0-41D3-B394-7C2CCD9D399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BEE65EED-280D-4038-AA1A-77EE8942A6E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67303D34-DAC0-482A-AC0C-07A50221A49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0A6CDDDA-CDD1-414B-9862-4945F85F5F0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1FB59EF7-AEE9-4444-ABF0-5D373BADFAC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67768C67-B936-457F-A9B1-0469E56514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47902160"/>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4F8E9B66-9598-4A7A-98AC-EBE432CA61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92A64044-D3AA-4D5C-A0C3-BB95A91AF5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0336A108-F1AD-4EEC-A285-D8D5285305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56A47A11-DBDA-4D23-B6A0-4B4D67FF55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16290458-64AA-4CDB-9672-306326C6A8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EFA522EE-331E-4A09-A16E-1A020054A9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6AD65CAD-FBFE-4FB7-8622-66280A888D3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4879DA8-D61C-4990-8C3A-4C71EF754BF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B7FA7400-E32A-431F-A8D2-F38A7E0E339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024DF29F-E964-4089-B399-CF33BAA76E9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17267A3-21FF-4C8B-8743-85647E7F79F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5554E3F-BB7C-4155-93A4-EBAF3015BF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95D20ADA-D08B-40F5-8C67-419A7DF6D18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45634F5F-AF7E-454F-B82A-B4ACFC5430E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43351A49-6830-4CDA-A87D-EA1344EDAE6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4FAE3BEA-5E67-4A5A-9540-77F46B2D968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B30F1704-CFBA-4BF0-AC69-9092D0FCEB5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DCC09840-EFD9-4D9D-8AB9-79038508920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94C52C22-DAEB-4145-B003-208DD6EDED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CC06DD20-6AA9-4274-9451-D3E7E744465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63716C1B-7C24-4264-83B8-50FE43B860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3023159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88F6C01-C164-4590-A11C-37AB804851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CB7B85F7-8C2A-48D6-875A-6AFAABE29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AF65CB99-9F60-4CA8-8038-622FDBC85B1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AC74FB28-3BF6-43DD-A615-D34AEE5FAE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46D5C983-5689-4F7C-91EF-B5663A3C47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48CEB387-45EB-4985-9D2C-6119536356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982D1034-1723-4F4B-ADC7-B1E8AF5D2364}"/>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8C8B482-89C0-4F3A-9CC0-C5A45BEC6C2E}"/>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7B2B27F2-7A70-402D-BD83-B17F150C731B}"/>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9A60EA7-5568-4F01-8290-08B040A121F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9CCB1B00-E222-454C-9E3D-9DF2811DA75F}"/>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F0509D0A-C317-4EFE-B05C-161215BEC436}"/>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B2DC107-1FF7-4958-AD97-79AF3C0144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78799857"/>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63CCCF89-5C21-43A4-8D9F-C60E765F6C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23D23862-12F3-48E4-B1C4-C87FB90B38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22D19916-F21E-4BB4-9242-6BB4D838F3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D69BB69A-C94C-4A25-A0B2-8F2488A905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A0C0A037-4C05-457F-B170-0866A55366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92446931-3679-4988-B803-8865D6AA50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7B020E35-0095-4823-90BE-157BF69CED65}"/>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D14D5818-4D27-4877-970E-5B25D35A32D5}"/>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52B4AE95-A7CE-489E-8A9E-2084AE2D7B9E}"/>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90918B94-9294-4267-9AE2-F436B08B717B}"/>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73834F40-B771-47F6-B3FA-01F84E6CCE86}"/>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2C93B8CB-4815-459B-91C5-766F636E9447}"/>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5ECA10ED-B329-4E11-A77F-EF5D7E4D29FF}"/>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D10D88A9-15AD-4F5E-95D8-7B92610B1BDD}"/>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D70CD964-4E99-457B-80A8-68C6AB5CBEA6}"/>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65B21154-4D1D-49D2-B39F-1D2F07DCE16B}"/>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010E6250-66B3-4AAB-8C84-A52C9CD955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23773574"/>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5E09747C-63C2-4779-83E2-F21F9F9A44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A71C185E-8B50-4125-8F4D-347754178F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65465CDD-82EA-4654-806E-C0041E771C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82773DA0-4A23-4EF5-B09B-D63B08DEE5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5432AB09-9028-4547-9138-9EC881D03F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B4657120-3923-41D5-B20C-7582D2F81D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B2360CFF-A840-45CC-B7B0-A6440BF3A6DA}"/>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5221AAA-C401-4EA9-8CED-F4FC71C83AF0}"/>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9DAEB8F8-6AB9-4754-A1EC-EA1B1A787DB6}"/>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946D534-ADB0-4EFC-947C-0EF115E0FEE0}"/>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400040B-061F-4E0D-B0DB-E95DF838AB59}"/>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9ACB7487-9D33-4730-8D7A-5DCA050BBF08}"/>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20407EF1-49B7-4828-9DD6-56EC0172E5EE}"/>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18A34F37-BE0B-433B-A972-533E0369E60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F569F38-D871-4361-B470-F439CA220A45}"/>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68F298F-9F84-4E01-8D28-F70A9E94036E}"/>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6E3BBA7A-8210-41BB-9CEF-756921A663C7}"/>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702896F2-E218-4187-903E-0E552DE7FE91}"/>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7A898DDA-EE5E-4400-889C-1E00B6E74026}"/>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CA082C67-0017-4F51-A969-B831CCF40D60}"/>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D9924EF-47CD-4DDD-A8DD-DEC2016954A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2A1B93F7-6BE9-496F-B529-372B24B3EB7F}"/>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913C11D9-7A98-4224-B163-0FD50ECA9D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69610530"/>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A3F7C8D9-A641-44E0-B800-6CF335D888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1E77E42A-D004-49CA-9630-D4883639CC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F525E750-1D76-4F1A-9DE9-6203D250F2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D84DC09-91AE-45A0-A6B9-46A4C3EEB5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856F6210-889A-44EF-AE23-B84EC489EE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60210256-45ED-4053-A4EA-AB8F4E02D1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DC43F3C4-11E1-40EA-B615-13D1706C780D}"/>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38271DA3-FF2C-4073-A1C9-48F7A5A7AA31}"/>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B3F9B085-2BAE-4226-B03C-24DD06FF4EFD}"/>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40C96B5F-A36B-4B55-A375-5BBDD005971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25B03C67-DEF1-4C68-80CB-CE6306552691}"/>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F9D622A4-3257-48E0-A54A-DB42CA8420DC}"/>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E4AEE6C0-3574-4E82-9273-E699E4FE5F01}"/>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83761E6E-EC64-49F7-B359-BB61A111BD05}"/>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4653406D-FC12-4DD6-B38A-A410689AF662}"/>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0BBB1C1A-EBE7-43B6-8A05-B201839F8E45}"/>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14BF8DBF-8D20-4753-910B-C164C08A21D2}"/>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2A908DA4-7DDC-4A72-B38D-0364ADB33523}"/>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06BF2F36-7815-41FC-ABBA-B0D5668BB6ED}"/>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CBBE50D4-FC0E-4510-872D-A38FCCC90DEA}"/>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9E98F1DB-8BC8-47A5-A1B8-4B3F5F80EBED}"/>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27391BB6-ACF7-4660-8426-F02B425FA8A2}"/>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65E9B71-722C-40E1-B24F-12766AC6EFB5}"/>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259A4922-36B8-446F-B0D9-EB1F31D07836}"/>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75A5749D-1BC4-4086-9B7A-871E20382047}"/>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B01F8126-AC8D-4859-8D62-9767E0EB57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17553217"/>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66C4693D-EC55-4EE9-9DA8-D96DA77F74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255A01BE-898A-4377-A10B-7E9745F823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04FB0C3A-3FC9-413A-8A0A-C57F45D7EF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EB62B1E3-D2AF-4625-9816-51A71B6FF1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4D90FAA8-A22C-4DBE-9B3A-7075EC65B9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4D57DD9C-1862-4CA7-A586-AB1C485FCA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D990B4AD-5DB6-4608-AA11-2D5BD8598265}"/>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2ABE8727-13C8-49D7-8ED3-BA87F22D34C2}"/>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8E0B63E9-42EA-4ED3-BADF-FDEA9049F291}"/>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8287899F-A6A5-401E-9E4E-12ABAFCB5849}"/>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FED88E2-F0F5-481B-AB75-3022F785C6BE}"/>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13300E75-2B1D-4D56-9366-3B5CB7CCDA61}"/>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B676762-655C-4338-A308-C5AD1E8247E3}"/>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7BCAAB25-8B38-421D-A016-00B5D0DDA601}"/>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758D7D1F-2A29-4CFA-B48E-89B8A6228175}"/>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C472EE79-FE30-408E-90C9-549668097158}"/>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96B607D5-FE06-47BD-9BB9-E2CBE784C9D6}"/>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3C7170EE-83F0-488B-A4AA-3CBA1258DD21}"/>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BA6755C1-8263-4202-AFF1-9DB8AE778ECF}"/>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2E6F6500-F136-49DA-8538-F4A50E886894}"/>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C41DD28A-4A71-4F25-A992-8B610097F8F4}"/>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929CE82D-A8DC-4621-A9A4-67547DAFF70E}"/>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04D59F12-007D-4684-BA1C-AC68F5985B4E}"/>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3E16DDF8-2E32-4A2A-88EA-1519A1901CF4}"/>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CA04FDF9-EC5B-4D44-B94E-168F2BD67410}"/>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05FA0121-31AA-4BF7-87F0-5305C9F3738C}"/>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2E436D2C-2E7B-4799-A7EC-F928802EF5F4}"/>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BFC983D8-D616-4545-A931-81FFBEE684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16451973"/>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0152CF08-1BC3-4BB3-97A8-6154470FD5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1CAEF00A-73F6-4E40-B085-7ED416E706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362A9AF7-141A-45F2-A261-2407849142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4863AF88-739A-4D7B-BB1B-5B0647316C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0A7B4770-75EC-44BC-8192-586E182A92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C1A947F4-7D2B-4ABB-8B7C-78FCA9EE21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2DF11873-45A8-472B-9853-3BFBFCDE1A14}"/>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24D4DE6D-49CD-44A5-98DB-248DE26D2510}"/>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F3599E1-70CF-4B1D-9020-18CF15211BDA}"/>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E0DA1C83-7570-41FE-BA20-DD3696DB0545}"/>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BEB24627-DA24-469D-87EE-408853F11D8C}"/>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ED23B4A3-CBE2-4119-8797-A6A6A472BE09}"/>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DC09BA7D-CF96-4DC3-A33F-B95942926259}"/>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E0D3C7C2-B1DC-4F9E-AD4D-C3403E2510DD}"/>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158FA88-6F15-46E1-B4D0-614CEBFB9AC0}"/>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D4CF8011-187C-4AFC-94D5-8AD38399D8E8}"/>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981FD43D-933D-402A-9B4B-1D49FCC81075}"/>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32DD167-ACF0-458B-BE68-297BB11CD375}"/>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67A08221-9D0D-4949-9FEC-63BA1A85D090}"/>
              </a:ext>
            </a:extLst>
          </p:cNvPr>
          <p:cNvPicPr>
            <a:picLocks xmlns:a="http://schemas.openxmlformats.org/drawingml/2006/main" noChangeAspect="1"/>
          </p:cNvPicPr>
          <p:nvPr/>
        </p:nvPicPr>
        <p:blipFill>
          <a:blip xmlns:r="http://schemas.openxmlformats.org/officeDocument/2006/relationships" xmlns:a="http://schemas.openxmlformats.org/drawingml/2006/main" r:embed="Reaa025429e0e42ad"/>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A019250-1A38-4712-9EAB-69782770A83C}"/>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8AF5A171-5BB9-4DF2-94B8-E1406EEC2A5E}"/>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50CB466-BE14-4C0F-B0B3-5C8ADC80D6AC}"/>
              </a:ext>
            </a:extLst>
          </p:cNvPr>
          <p:cNvPicPr>
            <a:picLocks xmlns:a="http://schemas.openxmlformats.org/drawingml/2006/main" noChangeAspect="1"/>
          </p:cNvPicPr>
          <p:nvPr/>
        </p:nvPicPr>
        <p:blipFill>
          <a:blip xmlns:r="http://schemas.openxmlformats.org/officeDocument/2006/relationships" xmlns:a="http://schemas.openxmlformats.org/drawingml/2006/main" r:embed="Rda041b53d5f546ee"/>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C27AC2B3-272E-45A1-9725-1060C8B15336}"/>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84C64410-6C37-4E2E-BDDD-066ACF2032D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BC80173-27A0-4BF1-933F-BB725AAFD47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FDFFCD48-1905-4A7A-BC93-4EA9E7A46612}"/>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7D091C36-8A42-408C-85D1-E4E98F18A18D}"/>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9803CF46-FDCE-44B3-A24B-8026EE6DD0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3020495"/>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3EA1FF03-C8E6-4A69-8E4A-7C578AD632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47C15B42-A3C5-4D23-B12F-8690F124CE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59E3EFC8-ED45-4A38-82A9-B4D38EBDC4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588BDC1F-CA66-4711-BBF0-A07C658C5F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40A7A0C6-3793-4AB4-80E3-226D1B165D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32139C77-7C72-4FF4-91F9-E9C6867EB7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8691674D-6FDC-473F-82E2-F19B665A9CA0}"/>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7C53F5A-32E1-4B9D-BC38-C1CA380BF1E8}"/>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0C26F832-A779-4E52-8D83-028399642546}"/>
              </a:ext>
            </a:extLst>
          </p:cNvPr>
          <p:cNvPicPr>
            <a:picLocks xmlns:a="http://schemas.openxmlformats.org/drawingml/2006/main" noChangeAspect="1"/>
          </p:cNvPicPr>
          <p:nvPr/>
        </p:nvPicPr>
        <p:blipFill>
          <a:blip xmlns:r="http://schemas.openxmlformats.org/officeDocument/2006/relationships" xmlns:a="http://schemas.openxmlformats.org/drawingml/2006/main" r:embed="R328559ba11f349c0"/>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B2856FCF-3488-4F95-A989-6CF64C7FEBBC}"/>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C9957FDB-4907-4DA4-929C-EEECEE5EEC56}"/>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A09283E0-D681-4A7B-9C4E-2BADD29440D2}"/>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49A6430-0601-49D0-A1CB-4AB705B8D179}"/>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1DD8ABD3-A7D0-4013-B946-473B9CC78D62}"/>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8D83468A-28BA-499C-898B-397F02A9744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E6FF55C1-C40C-40A6-9E95-9FD6C27E4A2A}"/>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9890A12-5FEA-4474-8E02-262AA28D2906}"/>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AA6DF22B-E486-45F3-8C40-47DC4749E719}"/>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39462179-A688-4770-8D03-4B17831CF9DF}"/>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49689EBA-B796-45EE-BD3E-5AACC7E6AC20}"/>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FF8C550C-4DA4-4A62-B62B-A22DA81A2711}"/>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1478D450-BE37-424B-A89B-0D18ACC4F533}"/>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7A0F0758-7FC9-43AC-A9DB-B80ECE43D376}"/>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A1E75618-33E5-4735-AE30-3A32A49B30AC}"/>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03A5755C-9774-41E2-88F7-30B56515F300}"/>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A75D6A9-B9B8-428D-A70B-71A4252137AF}"/>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4F3F1BAB-8374-4368-B0DC-85C11C5F5ECD}"/>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5AEAB3D9-78F0-419F-BC30-2A616136C352}"/>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0EB91454-A33D-4F66-9DCD-8A5B1FB0F8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04490113"/>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F6AF13CD-385E-4069-BFD1-90BFD17EE8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D612B190-A4A0-40E1-9798-FAA9007017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20EA9CED-5B4A-419E-8DB7-DD29BB0DEB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5E2E6D0D-587B-4904-BC2A-96A2A6A6EA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D4E90FD7-FBBE-4973-A842-31EC2F274B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D4A63C92-9AA9-4FC7-B1DB-90F86BFD87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31ADC485-4848-4C12-B967-866C87DC498A}"/>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01D7CB8B-A394-4D12-9854-D442DC9C7A7C}"/>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7F14F433-7958-487D-A5F4-E4FEDD64957C}"/>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9F8C820F-4C14-487C-8DA3-0C461C79EEC3}"/>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A7572518-3A64-45B6-AD3C-DDF7A642D141}"/>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E54D9A7C-D6FB-4AF2-B5DF-EA80F090CF91}"/>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806E0926-3996-461A-A67E-1D413A285A2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AC14D92-22D1-4A8A-97F3-24C21311E574}"/>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4FC6DBCA-3CBD-4966-B9E9-73D887D080F2}"/>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3B773D0C-8BEF-468D-8F53-95C74606D962}"/>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A916D8E7-D69F-40BC-9EC8-4C233125102B}"/>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7479D1B3-70F2-45B6-8E0A-F3BC803A0821}"/>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1B69681B-EC54-4288-AF6C-F6ADC7A9C67F}"/>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A9514762-A780-46DF-B81A-537EF3467D8B}"/>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DA01D7CA-8AAB-4406-AB65-69A3CC2C14F9}"/>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3B5A87C1-8AE8-4954-9D61-0BBAC782F85F}"/>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090D5CDA-DE93-4701-B756-969A11598C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8978474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E7DCFB55-E536-4E8E-BA18-8F8AABB7C1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5D2CB414-CC3F-477D-94C9-87CA8338AA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F828AED2-006B-4CF2-8476-6C446F0341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EE3DEA71-46A2-4CE4-8DDF-9F272BFEDA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4C77F320-F16D-46FE-8D63-1B472FC5A4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E0C00572-6A05-49D1-9EF6-6F60ADDDBE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4429805B-DF5D-437E-B14C-9A3E2E6417E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B231E859-A852-4BD6-AB01-143AF4F8AAE5}"/>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A3783369-3FA7-414F-88BF-9BFB9737F547}"/>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8F1E462C-D927-4878-BCB9-203FD1B1921E}"/>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AF6BC8CD-DEA8-4E90-BAE5-345E59267CE6}"/>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FAE9038B-8C16-415D-9DE9-C147A67B126B}"/>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97FF311A-02E8-4ACD-B192-14D36232049E}"/>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806F346-4893-4F2C-A6E9-C7CD9BD206C0}"/>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7AF8080-FD6E-47FC-8C56-C874EC271B4E}"/>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B27FF755-2975-49DF-824D-1F850C172F9F}"/>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E5A37126-C66F-424C-92E8-0F41477BA411}"/>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8F551935-4A89-4956-AE4D-308C71DFF922}"/>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2295FE0-CFFD-41BC-A0D9-52125AA1B455}"/>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2CFB852E-75B9-43E0-B958-89C08510551F}"/>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AA5BDC7-BEA3-451C-A3FE-7873CC99C3CC}"/>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9D1F6159-F84D-4DE8-8AFB-A91EA0D87620}"/>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5704C504-B1A8-4E76-BC0E-F2F59B8F1218}"/>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98225ABC-81B0-4675-8E49-A9EFFFC90173}"/>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9473DCAA-3557-4E50-8E3F-EA569FDA0F31}"/>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A9AF597F-DCC2-4511-BCF5-FA1ACDA83342}"/>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39080E16-34F8-42F6-A34E-078E948ED465}"/>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87E390BC-F6FA-49BB-BA4B-C5461BB72D3B}"/>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4830890-57BD-4364-80B7-C43B3CDBB08C}"/>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7BC545CB-0A87-465E-BC25-237C80EA9EC4}"/>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E363DCE4-5935-4A4C-BDF7-8E4DE44FF764}"/>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50BA727C-3E97-4D97-8A76-FC7181515E9F}"/>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1BB31630-C48B-4CEC-895F-00BB6EDE9C2C}"/>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2A689F40-F5E9-4A5A-AC67-5F84501B4094}"/>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5746E5E2-EC5A-4CA0-9E83-32995C16BF2A}"/>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6D466A12-645A-4F3B-AF7E-A2954741C7CF}"/>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496956E6-2A1B-4966-9D38-55790492828E}"/>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93159B55-23F9-4382-840B-DCEA8A3FF43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0F46B0D-3C06-4A27-B603-B9D537260B0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B6B4FD56-23FD-4A88-B00E-F32521AC9A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78235359"/>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6ABFCE66-519C-4509-BA34-C9216CC7CB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26C65FCD-F7E9-4DF3-9289-999CC090F0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47F0B52B-1F8D-418C-86E8-61EBCF0F93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FAE7D6C6-752E-44B8-B309-BAD559375E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5211EA2C-4CF2-4BC0-9AFC-DC59F181BB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09CA718C-5A2B-47E1-9198-927C83BF81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21E18993-D331-47EB-ADCF-D51EB20353B9}"/>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0C1ECE97-7D0D-4D60-B3C7-ABDFE299FF10}"/>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AE38A20D-722E-4DC0-AF59-5D46F2C8BE51}"/>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2E49D2CC-DF5D-4151-BEDE-B0097E8D5A9D}"/>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550F5E34-CA31-4CA0-B24F-F4AD49920B48}"/>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61A69AC3-3ADC-410E-B0A1-5B7BEF81F4CC}"/>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FB6D04AA-02B7-4ABB-BACD-E7557EDE078D}"/>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54CD8445-CA13-43C3-B95C-6DC0067FC51D}"/>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42C239F-2E27-483D-BDAF-ADCDCFBD04FB}"/>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0CB1E50D-148F-4C06-9CEB-C84E662612A3}"/>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D31A8422-B95F-495C-8C0D-E0EF2BE84CBE}"/>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D274B2C1-D6E6-4D9A-A5F6-6FFA52A4E55E}"/>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45523852-7BDD-41A9-BF3C-F7167A88D0B2}"/>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417B4EDA-AD06-42AC-8F02-AE0ABD36EA8C}"/>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63E6E1E1-6B55-45C5-8DB6-91022FBE3FCD}"/>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0867175-3F60-4FD3-A2FD-AF39A8575FE6}"/>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570382B5-2030-4C61-903F-F32F8818F4D7}"/>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393DE9E8-B959-4F3C-85E6-67B575E14653}"/>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969886D7-F98E-411E-8856-D5C77F81D87E}"/>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A4C80BB1-77E4-44DA-8F5A-8702F7966C6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E53DCDF-C60B-4D87-A3AD-296013EF130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D3612975-991A-4778-AA46-945B68AF42F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75157E1E-941F-4D6E-8661-94DEB9978EB7}"/>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70222BC1-1EE7-434F-BC86-FA8169DCCB80}"/>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DA993535-5DAE-4558-A394-624F7ECB8A4B}"/>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154EA9AD-572C-4654-9686-50EA9D1ED82A}"/>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906C1C3F-AE8B-46E8-B514-FFC14C29D664}"/>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4BE08759-E887-4B01-A04D-2E0FAC759216}"/>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4866664E-A8A6-45E5-A133-FA14CEA2EDB5}"/>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5C513296-8738-4A9E-A19C-6E09127C05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3880078"/>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8BF2B889-9081-431A-B6A6-0EC0B45114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BA529AE3-3FDA-4A71-95C3-6B26C3116E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45451521-F674-4FE2-916F-0F4813A28F0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13201D0F-FF03-4B01-A497-B0AB506B42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1FB1D80E-AF7C-4DB5-AE9C-DDDB06573E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82E6B4AE-1996-4407-98B2-6983995030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8B067757-689B-4569-B723-5BEF77B7C053}"/>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918ACFF7-03ED-42E4-B14F-0113CC1F3BD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68CC1EC-B80F-47FB-97A3-A17AB1C00108}"/>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CA4B0E5C-C887-4A3D-82FE-D699C43CFA8F}"/>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D6E27C29-E293-409F-A6C7-64AAB9C41729}"/>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FCF8134-F8D8-4BCC-94D0-C9A140BF7878}"/>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97FB1871-525D-4132-8BB5-1B309B8321FF}"/>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2EDA0896-7ACE-40F0-BF7C-D2B999869367}"/>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CA417258-5A98-41BA-919B-79A5DE3FB751}"/>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20A7C092-1E81-4D3E-864F-B3E138654CA7}"/>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8A79FA4F-0483-49EB-85D1-8A2486503968}"/>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168B1692-4F9D-4CCB-B900-1BE65CE781C0}"/>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DD1284D9-26C0-4346-ACE8-C038C9651D91}"/>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F0CA9F5E-3DEE-42A2-8F7E-BA01FED73FF7}"/>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174F774-D77C-40A4-92A1-830CCB18D1B9}"/>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D402E901-C343-45DE-BF89-698B1ABAD479}"/>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41A65BE5-089F-4A45-BD25-73F63AD31B3A}"/>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9D45917B-9866-4268-A815-FD992B5A9E0B}"/>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774EC8C6-0F5A-4AB9-B575-4AC36A9589CC}"/>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F6268BA9-8A1A-46B4-95D0-8C43C3F071DC}"/>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5A474F45-0F80-4FBD-8945-3F22BFC9D340}"/>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5DDE4697-939E-4FEC-85DC-EF7BB6946D50}"/>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6DBE40B7-98FC-4D1E-B953-AEF5E47343A3}"/>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538CAE51-13FD-4FB0-902C-36D8D0F0C76E}"/>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2CC8AE02-05B3-46FC-8ADD-DF5D6D8F41A1}"/>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209C32BF-5E01-4873-B213-954A1446CF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08851032"/>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60DD2A8C-90B4-4A38-AF66-234E74BB8B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FCE47803-5DA2-4213-AF2B-17E97B2351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A6F72DDE-60B5-42DC-811E-333FF8BD53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046243E6-D891-46B1-9544-2EC1A73096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C49C5021-DDC9-406B-8671-0E60E1AA4C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FF296167-7641-4540-93EC-FEC24E4F18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C6FB0992-37C1-4AFE-BD13-F684B25A088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748369CA-042D-4E10-B943-18666E567100}"/>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527FF928-6C79-422A-B4E3-F4C868E6D388}"/>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557627CB-6877-492D-8116-1B40169850F8}"/>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D19C4A38-1948-4AD8-A363-5C4D1768E00E}"/>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319488ED-D6BD-4B8A-B8B4-6930EC7E9487}"/>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01C20FCB-893D-41EF-BD29-C147CC4E39E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68C165E-65EB-4F78-9ED4-1F9C830D43A9}"/>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489C147E-1892-4042-BB89-4C9AAA4663A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7262E393-B22F-4D33-9890-30076BFF7663}"/>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C83DAC4A-4A4B-42C3-92BE-B0FF56C2570C}"/>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48B70912-2324-4165-8DC8-D49C0A9AEB0B}"/>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A03F2EA9-2076-48FB-9AD4-B80C6107D73B}"/>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7C960B63-F517-4BF4-B178-A3D13341C333}"/>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17BABDF7-0885-4E5C-AF9E-5420560C8C6E}"/>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9AB1E07-4AB9-432D-B210-B98449663DBA}"/>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572E541-22A7-41DE-871E-1C20160381A4}"/>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95006200-67C3-4B89-AA10-40B32F9EACD9}"/>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FB34B09B-7FF5-4D93-B4AE-72AF2B3D3C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71671254"/>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EC744668-F759-4B02-8EA4-31F5A6FEC9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CB456675-F791-4A77-84AA-5E0D3C4341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22034996-38E6-4BF5-9968-13D4B4CF4B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405D180B-BADE-46E7-9A90-D190122BD8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5A77C29E-8B56-4C80-8FE1-F4486DC3AE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273CD894-CF81-41DB-BFB7-1DC815136D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ACCB6C66-D593-498A-85C9-BBE2FA3E0DB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0FC11CFB-EFD7-4F04-931D-3FCC7A2E41AC}"/>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B3F1D66F-1B9D-469D-862D-2794F25B65E7}"/>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78035D48-2528-4D6D-8D21-05DD939EE006}"/>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47D51A1F-73FF-471B-9E36-37368C58538D}"/>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437EC6CA-5AD6-4A9E-A61D-8CAD6AA03700}"/>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BC3C4D30-A038-47F0-A222-2668EA37C494}"/>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F8707106-021B-443D-BF38-47EA4E47043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113DB3FF-3324-44B5-AA49-48ADB7F9167D}"/>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2423FB5C-9A87-48F5-88FE-FDB9E731172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E1A81CDE-2F3B-490C-B02C-E3D5ECAE9989}"/>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9AC88923-A64D-4413-9092-F355F51CD9E5}"/>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F976FB78-63F1-4E5F-9595-EB1582098652}"/>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7D8209F0-CD52-4C5A-93AD-EBCEC2544B7E}"/>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EE3FB73C-6C63-456D-81AA-AA141092AFC7}"/>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3291ECAA-E09D-47BB-A238-B3E695031625}"/>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EB225BB2-A7F9-4C08-8BF2-8454338C6247}"/>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39DCF1DE-6573-43EF-9E18-2ECE3FEBEEE9}"/>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C43A0F2D-99A4-4A40-9D59-89895D6E0684}"/>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F05BCDC3-6BD6-4B83-8EDB-2152F77D529C}"/>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6D287ED0-EBA9-4D88-A504-1F544AF8EB27}"/>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DB043170-7669-4DB0-BF9B-3D7306589B06}"/>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248D4BFC-8847-491F-BA87-10A509D0981F}"/>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7B01CD07-5BE2-40E7-9ECC-324EE67265A5}"/>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929BF131-AA4E-45AC-B26E-7046662F5E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93122657"/>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6A740B87-F934-491D-8AD5-069FF4A5AB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BD5FBEDC-B875-423B-9A53-DDEEEA5A40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E35AB657-A76A-40CC-AEF5-1EADB9FBB5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846743B0-DF52-4D4A-B739-145E4F31E7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C15ECA63-1225-401E-8B15-1693DBE535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DE92D873-F919-40B3-B307-0896CA5B18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85681258-FF60-4F6A-8219-5487CBBB8B2F}"/>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71FC7C60-D73E-4528-8DDC-500BF9657BE2}"/>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D9619AE9-8D63-4802-8E01-88C1EC5834C8}"/>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EADC9D94-EBE6-48E2-857E-474C38DECF02}"/>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829FAE47-8CD0-4256-82ED-D212A829310F}"/>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CC6C543E-82B2-41D6-B47F-CBB9646A79BB}"/>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30E915C8-12B9-4F65-B07C-2A148F383BB9}"/>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06E26AD3-9A15-41F9-828F-EE2FD709005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E6D0A6A9-C053-4F12-8C16-0707815495C1}"/>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1EB5D963-31B9-4AEC-9D13-F2E8D8DA4B78}"/>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802ECFBF-F167-4DE7-9AEA-CD309F6B9843}"/>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C9F90B2-C15D-4736-83F6-A6324D139241}"/>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237AB2E5-A540-4B29-AFBB-2DFFC87D82EE}"/>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17AC1CBA-DB5E-48DF-8EF3-53B45928AFCA}"/>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4E2E6471-6A5D-4C8B-947F-F9D26D9E353F}"/>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2AC4794A-C9A5-482F-A35F-B66D0A1716A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CC412E7-5967-44C7-A565-B09AAC6F31B9}"/>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D41CAFEC-DC5E-4C56-B899-5C531F8D0214}"/>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E7DB05B8-BA1D-48BD-A2AA-97B3176D2847}"/>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9D320CB9-7165-4A5C-BA78-183F711AE4F2}"/>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7D587B9A-EFB2-4F34-87E8-BA71AFC485D9}"/>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8DC4DC8D-468C-492D-B25B-B4B7A949240D}"/>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C3A061B-9E74-45E6-B727-AC09D3AE0847}"/>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6650E15F-383D-40C6-8969-6895F1E23857}"/>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00395EBA-3D14-4616-A56F-EECC52476232}"/>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5BE40833-B25A-4FD2-A449-2AF2EF1E182B}"/>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D023B36D-C72E-4BA0-A96B-078957823F31}"/>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64C438F4-EEBC-49E1-A64C-C4938FF089CE}"/>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DE8031E3-BDA5-46FB-95BB-5261BFDC1633}"/>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2AC094C-BF66-4B1B-AB53-A3A2D08EB81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4B388AC8-0D87-4D68-810A-A8C3508BCAB3}"/>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89559EDD-996A-4D4D-AB3A-EAA67198C168}"/>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EC2ECC98-77EC-4BC6-BB0A-6400307164B0}"/>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A5664E41-B0DA-4A18-BE2E-C2FE5C5A6E90}"/>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5D1894B1-5026-424B-BAC1-F0CCF87822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409005"/>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082F778B-6613-42D5-A3CC-FF3FEACDBB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9E980471-5E9C-49C2-9F75-0322ADB85F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774BA511-F64C-4CF1-BA6B-531E1408F2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BB2F0F5E-30CC-47C8-85DF-39BE7A0D55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ECF87540-49D2-4F48-981B-0EF7949934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8E63EE66-059A-40E8-8C03-F6CFEDD4FF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432F0B93-1CCC-4838-A737-E0EF6BC887D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F816B60F-B20E-4697-A3A7-29FEFDDB7D61}"/>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FBE3B17-AD25-4759-926A-81B63EF7182C}"/>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96261E8E-5DBA-4EAF-89A1-44BD0D5878EA}"/>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41D6B40F-F84C-4758-A645-4A2E467BBB34}"/>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DB0736F1-E43F-4E13-A0C6-CF28D09D6920}"/>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76F27096-694E-4CCE-A80F-1D2612118D51}"/>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78F8947-E5B3-44BC-92FB-B13C953F8FD3}"/>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15B966D0-FD1C-44B9-951C-737563ABD950}"/>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85E6FED9-DF89-407C-88FD-40F45DD8EDC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8A25FE1A-63DF-4DD9-9E40-B55E5EF44C6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0AFE20-B25B-4788-B2B0-F8364303ECC2}"/>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CD532F89-041B-48A0-809E-7EA3A0E525E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EB59F80F-06D9-4863-AE4A-5FE95DB96C17}"/>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B4CCE50-CA38-4A31-ABF0-0EA9E0354A3C}"/>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E73EE8CC-3317-4407-9F3B-CD94760D95CD}"/>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A8670157-7A84-41CC-B34D-15F02B4FE198}"/>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6DAC2C9F-EEDB-41DA-9CD0-F9B852AADE20}"/>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BCBB02EA-818D-45B3-B18F-821AA3E7A00A}"/>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332D78C0-61D8-454E-8A30-FE1EC9EBE933}"/>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F523DED-65EF-4772-9BAD-ACAB645FB52C}"/>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8B1337BA-E8C7-49C3-958D-83AAEC7E42C1}"/>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D1E7F520-CD13-4196-8352-B58D6BF8A6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2613616"/>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6FD6CA70-423E-4EEC-A76F-00391BDE8F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8DF46347-2121-4BB2-9C27-A73036149B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7341B814-A310-4690-B6F6-DACE1BB96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1D521CB8-F2E0-4147-9048-6497C69CFD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712B33D5-C3BB-4AA4-BAEC-E649097859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8E63994A-456B-4372-8B05-82B3274B13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309F47F5-A493-4F6C-9D04-945B518E6519}"/>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1897A29B-0F29-44FF-B379-88F322E047C2}"/>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C1ED7C93-2A2C-476E-9E46-54D8F4DE1065}"/>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417422D0-8665-4941-ADF0-87B9AB053552}"/>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68510F48-B8D2-49F4-A7B5-C8BD5574F8D9}"/>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75CA530E-BF9B-462A-BEDB-FEDDFC67A1F5}"/>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F0727FA9-1BED-4C76-9880-4CA50AFDD258}"/>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64135904-9FCC-43C1-AA4C-07778CFE788B}"/>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22C19E6-672E-4D15-83B7-21FC48D1BCD2}"/>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AD599408-DFB0-47EF-8FAB-441B4C7BA0FF}"/>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42782AC-EF87-4A35-A0F4-1FA8B89B4BBC}"/>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0D5A79C2-1D26-419B-BBDD-BAA2868BE3EB}"/>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C3A622F-CCB5-4E26-8C7D-908449B53B9B}"/>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02F7E1B3-80EC-4E6D-823A-5FB3879E03E5}"/>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D531E591-1B1E-4DD4-8FA6-56E25A4E9FE3}"/>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CE907591-FE77-4A87-9C93-BDBE380637BC}"/>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92DCAB04-69B6-44A8-8B94-BB88391EA42A}"/>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6338C1B-84B6-4C71-A6B5-D1F886569D29}"/>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10505A3F-C05C-42E4-A9E7-7D01B78CF589}"/>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CFC1F9E-ACEE-42A5-A110-BF10F119D1F4}"/>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835C12E0-6A85-4AAB-A507-4DEF2B60CF73}"/>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A3E0A7C-0078-4806-8CD8-3E35F929BEC0}"/>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8D2DAD3D-22D6-4434-A3FF-258D96AB9520}"/>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D9BA5F67-63E1-4ACE-86EF-21F9078CD533}"/>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5F68B3BB-CA54-4849-8BC3-BD6376EB4443}"/>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708F2A97-FE78-40DC-8F4A-B85AD0A493D5}"/>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72F224BE-98EC-40E5-A68C-8A2A01390E92}"/>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FC5D0984-BFE4-490C-8F9A-290489B8DAC5}"/>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87E35B48-2732-42DD-9EB3-2B9612F8A460}"/>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A2119D37-746F-4A29-BC91-855D3569792D}"/>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7A8090B6-DA93-4907-AD91-DF247EF94CCF}"/>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D6B3EB79-9322-4B74-814B-8249CFC5275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14F924E0-24C9-4E3B-977E-6028AB37ED5C}"/>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3D1E7DA9-C045-44A7-AF76-A6D560E0011B}"/>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93F07B54-53AD-402A-9068-9A159E3312A6}"/>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64D9483D-0503-4BF0-9EFC-58DA4CB24726}"/>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46262CFA-CD2D-4A5B-BEB9-EF7EACC2F0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28060824"/>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48329C7D-D62B-41B6-8B47-6E1D9CAFF6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FB290425-0BAE-47D0-9B03-1AF9241AA4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CC8E52F7-1F7D-412A-9BE7-7402A0B1FD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A67D64C5-1CEA-436E-97FF-D809B249F9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189352C6-2FC2-4240-9370-F444091462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A8FD17A6-C439-4774-B759-A30775848D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761AC144-BF86-4174-B025-5CB148834543}"/>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0354F482-AA21-4B71-AC0B-A4CFED0AE3E7}"/>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B59E2CB6-8E7B-484D-B3C3-1B69F90C5C0B}"/>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E415F43A-CDFA-4905-BF4F-F4FA4E3FB0A5}"/>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088731D0-3B7B-4B67-95FB-261A073908B7}"/>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DA621512-ABBE-4CFC-83D4-B10150206A82}"/>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38A85C94-6C57-4FF5-84CF-824AE6C1C652}"/>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190B3FBE-A5EA-406B-9AF1-7A0A66BFB1F5}"/>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61453976-980B-4D3C-AB34-DE2E7CDE3148}"/>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9B3A110E-1EF6-4253-881F-10EC720B47BA}"/>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0BA69193-2B00-431C-A058-23011D57627B}"/>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6CF4E3DB-EBFA-414E-AA5A-95D96D6AE91C}"/>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07357DAB-DC02-4669-A5FC-18314529BBB8}"/>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8702FC10-1CAE-41E9-90FD-8C3248B91D17}"/>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846BEA49-4D87-49A8-B755-AB78A6F5B607}"/>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730FC70F-DF8C-451A-8344-37DE7D5B39F6}"/>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EA3E60B0-477E-4139-8792-9D7F6075EFB0}"/>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B14E9D3F-F88D-4A55-98E0-1FC74AD22DF4}"/>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3CC3E0C4-5A32-43A4-9A47-D6AE96F374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2642079"/>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90E6052D-A145-438C-9DAD-ACD652DB63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0F23D917-8C97-41BB-8E17-F2EDDB33DD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B302F831-4D72-4ABE-AA2D-208BB67B13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10F0B141-3863-4A55-BCC7-1CB94724D6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8F3AD221-C1EB-4BD8-8040-BAE98CEABC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825E3CD6-FB01-48E4-B754-2E4569EA59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65508ADF-9B79-4AD4-A2AF-80B665AE4450}"/>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39D093F5-861A-4398-97DA-6EEFFE80EF1A}"/>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C3AE5A1F-33F6-4737-A691-F0F2E452FD04}"/>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D9A73604-994D-4EBE-B4AE-256C9B2AE0F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2ADB26BC-B704-4C3E-9CC5-2BC36F536108}"/>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81E6213E-F51D-4E4D-9432-1AE64A4C0C07}"/>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4CE67041-1D61-46E0-A10D-EF39875DB1D8}"/>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46344432-80E8-4ABF-8732-C87D27066C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27308682"/>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A55064B3-5A74-407F-B7BD-CA39E2398B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32C3310A-8236-4BFB-AF4E-FFAF89E4AD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7C776D5C-713F-4796-B102-C4F1DCC671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72D9B1A6-6411-456C-94C7-A4230522FF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2E8575F4-81BB-4FFD-913F-FE52E3550F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B124165D-F010-4386-95D9-5F5125B142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F8D951AD-35EC-4F21-8D9B-281DD022919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9D50D296-61B0-4FD4-AAB9-BD42C3928918}"/>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FE57ACF3-EA04-429E-B07A-5C0D7D3126D4}"/>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8B3E13FF-729B-40AD-963A-8EF7D525FD3E}"/>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594749F-EF08-4884-8C14-1BFA1130D86C}"/>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EBC349BE-2C4D-429C-BE76-174A809C58A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7554E031-A739-4144-AEDD-9B022D53A94D}"/>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79A004D3-A2D4-4A34-8F9C-25E35DE19005}"/>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A5FC2D7-6A5C-48B0-9CE7-FA91A5A56CE6}"/>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C7203E0B-AB34-4886-BB94-A0C14980F550}"/>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8BE6D7EF-2E5F-49B4-A63B-B88EF3BABE92}"/>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B09225A1-D8EA-40A2-BC7F-618C6BF9FBA5}"/>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2092D146-6C0A-46F7-9F35-9F6CBBA3CA0F}"/>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A173E92C-65E2-4661-B3CC-9125CFB62A5D}"/>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AC265FDF-4B99-406B-91BE-38C2AAE440E0}"/>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4D0E2236-3588-4D66-8E63-28A919F4B2B4}"/>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65EEE4D9-BC52-4BA8-AB80-DCF3A740D8E6}"/>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44B8063B-DB64-4FCE-81C8-9D4E591AFD6E}"/>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68C35DEF-9890-4DB9-A0BB-34DA266CCD1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03524003-30FA-47E3-82AA-FC48FB512553}"/>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1EC45787-708F-4D78-B7DE-A726684DC63D}"/>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BCAFF396-2326-4D7E-B077-6C505F057121}"/>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A9CCBFF6-15A1-468A-AEDF-E026C54E3F27}"/>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E65AF7A8-2E15-468B-9F95-F23DF1B1CE41}"/>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3566802D-B4B9-45D1-88DD-75654F820941}"/>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89AE3129-4662-44AA-8EEF-4F5E5807E8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4064079"/>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76176F34-F5EE-4365-8E49-9E6A3AB823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09E4BBE2-484C-44A8-AE89-DE8DC3DA7B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290B50CE-9914-40BF-AB7E-B74286AD17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BF2B6B51-BA51-4D07-AE90-98C0D828F7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5F297041-9651-4E63-B65D-8D40A405FB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365871B7-57E2-4AE8-9D2A-1A9D0A0F05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DE8C574-CAAB-439C-B4E2-66C1FC7D562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90521AC3-D330-4D6B-A86A-F53BCF9F2A6A}"/>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BF2FBB8B-B484-4308-9F8D-BE8B260BC8D0}"/>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E566794A-2B59-4D00-ACF6-7F9B3C5318EB}"/>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05FD1EF8-AA75-472F-A923-63418215DA41}"/>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5A206A27-B3FA-4689-A64E-FAE29D83F9B7}"/>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5791E2DE-8127-49DE-B068-13809140DB03}"/>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0B902F1D-4F20-47B5-AC90-A519FC1041B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23DE71B3-EF79-4911-910B-05BE504E306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A0B17367-BD21-44AA-9F21-1A89174ADA08}"/>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009597D5-654F-4365-B3F3-1E2F02669DDA}"/>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DF57EB52-EEA4-459C-8CE0-6CA41D1D00C2}"/>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EC5E17E9-F844-49FD-9960-C3DCED9F13BF}"/>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8C2B62F6-0549-43C3-BB23-9A047AB66EEC}"/>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176F27C-C5F0-43A2-85EF-E29A32B8369A}"/>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F8FF7BBC-9879-48E2-A40A-1185E96B1E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57046386"/>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0832394-7611-492F-BB3A-57FB6C44C6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DD61A801-B860-46D6-89A5-F8D01227FD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61E48E05-AFA5-4DC4-A29A-F158F9DC6D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B6A4D0A7-5B8F-4E76-AF34-763BF564F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7C5ACC96-F51B-4782-B3FD-366547B198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7450A763-CF45-41F3-894A-E56E95D4C0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4B4F6A99-308A-4889-8CDA-51929F94C836}"/>
              </a:ext>
            </a:extLst>
          </p:cNvPr>
          <p:cNvPicPr>
            <a:picLocks xmlns:a="http://schemas.openxmlformats.org/drawingml/2006/main" noChangeAspect="1"/>
          </p:cNvPicPr>
          <p:nvPr/>
        </p:nvPicPr>
        <p:blipFill>
          <a:blip xmlns:r="http://schemas.openxmlformats.org/officeDocument/2006/relationships" xmlns:a="http://schemas.openxmlformats.org/drawingml/2006/main" r:embed="Rcfe00cd91f814d40"/>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4E5F8EB9-666E-4A57-AE73-D5C2A873F75B}"/>
              </a:ext>
            </a:extLst>
          </p:cNvPr>
          <p:cNvPicPr>
            <a:picLocks xmlns:a="http://schemas.openxmlformats.org/drawingml/2006/main" noChangeAspect="1"/>
          </p:cNvPicPr>
          <p:nvPr/>
        </p:nvPicPr>
        <p:blipFill>
          <a:blip xmlns:r="http://schemas.openxmlformats.org/officeDocument/2006/relationships" xmlns:a="http://schemas.openxmlformats.org/drawingml/2006/main" r:embed="Rcdb05830cc3d4ac8"/>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B6BF7994-0411-4EDD-A425-9EE3FF48BE71}"/>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DB9BC8A-B215-452C-B48F-9DE2527FE271}"/>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F0AF572F-CE7D-42B5-9D35-A7391AF2BE07}"/>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11161E1B-1F3F-4B67-A026-9CD176B925AA}"/>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4268BCE4-325E-40C9-8E0D-293E0EA1A07E}"/>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7658E132-FC21-45B8-B7BD-D980F201C670}"/>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232D8A0-2FCF-4FA1-8D6D-CC110C067F71}"/>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E3237DB0-0975-4CD8-8AE4-1ED423C28A91}"/>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7B42A1ED-E2E8-42AB-A53F-67A7DEC9F54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109569C4-12E6-41F0-91A8-5B6C955F04CA}"/>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BCC1A140-D151-43C1-9436-B4CDCD80C75D}"/>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9E2A1F4B-C0B1-48DB-8748-C86021CF732F}"/>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08979E25-7BB3-4D8D-9D94-CA259526B750}"/>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0F4B9D1D-E7EE-433D-A9F2-D5293D74D486}"/>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FE2AC6B8-3F7C-42AE-8608-B9CEA8FB62F9}"/>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E1EB8CF7-8875-44AD-8525-BD4E8D51A008}"/>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C2D974DA-15A6-41B1-B0F7-9FA8253AC715}"/>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9350E97A-5D89-4416-9EB8-C07727BCEE04}"/>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A431738A-45AB-4A12-9CDE-1B01D0A25F2D}"/>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F43D2A6A-8B23-4372-9E3E-39B934811B7F}"/>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39D8F628-42AA-4B07-85D5-A7AD6CBE9BDB}"/>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175F07F8-C342-47DF-909E-4CDC0979C071}"/>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6B44C605-C427-47E7-8F7A-1B060786A182}"/>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BD5D5CDA-ED6E-4FFF-9D3B-2A08EF59BF7D}"/>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A4F37E6C-52BA-4FF7-ACCB-2D92288B06A3}"/>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C50D7EA0-78B7-4CA8-ABC9-38955FA5FB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391190395"/>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E0F38DE7-BFBA-479F-B392-B5565CA0EB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CCCDFA27-5B92-4221-8F14-9D117B5740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BC3F6C56-F5B8-4BBA-9585-65E22FF19A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46BC906B-56D5-45F9-BBC4-AAF5BE7EE1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9501FB65-CBAE-434D-BA80-CF2511186A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4F39D790-594B-4DD5-BCEF-407B290841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3E8718AC-59D3-48A1-BF67-93887256D020}"/>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E3DABAE1-CA95-46E6-865E-2B100D4909F7}"/>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70780738-FE66-4763-B33B-555903B1C138}"/>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80B01BC7-4DAD-4007-A50C-D31FA71E2FD8}"/>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5C264825-B037-4229-A1A6-315F275DA3F4}"/>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5E7DB1EC-3B99-47C8-AF8A-2EE006FB66C1}"/>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4309CD63-B2A0-4ACF-84E3-FA150DD8CC49}"/>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8A332C68-50A4-43D4-9F92-9663551BFFBD}"/>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18DC3674-6D58-423D-8572-E967D59D8001}"/>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6CC2C31B-AEDC-4CE4-A2A8-3031E9630DC6}"/>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FD63977-E2F2-41FC-8BF4-856A46674B01}"/>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1C64555-91B8-45F7-AABC-24D50ADFD824}"/>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898171CE-676E-403A-B4E5-4E6AED980472}"/>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92EB918E-9F87-43BD-8629-BAA67C23AA3C}"/>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243F4479-B9AD-4438-BC38-1C7877AB696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FB242BBE-DCBA-4461-8FA2-4ECB382658BD}"/>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7FB1FF8B-2F39-490C-8012-705C4A3BD8C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1893DB73-211A-4FA8-9E9E-406A82FC9D58}"/>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93F5B9A1-A16D-442A-8795-C1C2B097B7F9}"/>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43BC0D34-7FEF-4482-910D-89E5A03C0C1C}"/>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E55C68D4-0618-4439-A9A7-0491D3FC9466}"/>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332C8292-C5AA-42EA-9EDB-BFD7F50F8A73}"/>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8DFF7B7E-797C-4D3A-A21A-6AD84CDBBD7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6F2C2454-F8F1-4A36-8A9E-4DF89347AD5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1FFF0C22-A382-4BFC-8396-85BFD511064D}"/>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76D7BC24-0FE6-46DD-AD01-2FBB173CEB6B}"/>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DB747AD1-2843-4530-9166-9AD4F691F8BD}"/>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7C4AB85-3E3B-42FD-9EC5-0C8E893BE5F7}"/>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A449B89C-E175-43BC-BBB3-290519AD3C9B}"/>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DCC582EE-4C6E-4F99-ACC4-679B8FCA4FCA}"/>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D9D494B8-8B7C-49C7-AEEE-24B7243D5DEF}"/>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D2E0F2EE-2E8A-4A87-A892-19B71F7CA8EF}"/>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49F44023-C36B-43A6-BCF6-86BC3182C4C1}"/>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5C3EAD37-C3D7-4DF4-9C26-DF20E9386F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09499326"/>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473A9E0F-4EE6-4B46-A780-CBC7096FB7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E0316FAB-E117-4ABC-8AFC-2BB14FBF91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AC5C1AAA-AF44-4314-85EF-484BF02E91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BCAED725-F1B1-4829-AC7E-7A8CD654B8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ACA8CC6E-45DC-45CB-9585-2E14793D8E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3002AD14-8F69-4C58-A546-BE9FA7FA18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D0CC4750-5B53-4CD1-88E5-B05FFD1F6B98}"/>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26484641-6E87-4C91-9D3C-6B41460DB2D3}"/>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06E55E39-7A93-45DE-8F24-C7B6D1A67020}"/>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8A3E6DC1-FBF5-43F8-967B-522A1067164A}"/>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552D786-AFAD-4D20-9D8F-3CF04A7CF0E4}"/>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B967EC75-7D97-42EF-B419-610CB804A6B7}"/>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E338F87-A8D3-4BFB-973C-F51763EB187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7ED06A-6F23-4D5F-B77B-50792E3B3F4A}"/>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159840A6-3BBF-469F-87D7-2ECA272CED82}"/>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16DCE90A-5D11-4803-9305-6DF808C29B8E}"/>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EDE4ABC4-B96D-4FA8-A424-2B599020AF72}"/>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C24D2F8A-36DE-4C91-9D6D-BF5E5BC57531}"/>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3CD1FF46-006A-4656-A3A0-CFFBC5EED2F1}"/>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81D7D8C7-BA6E-4F10-9820-BF8078FE437E}"/>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EBF04BBC-3F8B-4FC7-962B-7C3D1F63F238}"/>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C40EE4D-25A7-4E54-A28A-C046B3E20845}"/>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0BEABE08-B79D-4F25-93A4-89217419E0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99511091"/>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79A170B5-318A-4D88-96D2-C46FFE1149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13970E48-645F-4D05-85C3-B77EF0F5F2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E3A364B7-F3ED-45C9-97A2-87D014B9DE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E2B22059-A577-4418-ABCD-B44A44D3F7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A91FE9BC-0315-4742-9610-23F40B362C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01AF68F9-0272-4C42-8AC1-D092A88A75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3A5D802D-C76D-47F8-9935-7751E5401F3D}"/>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35CBDB75-E54E-4245-B901-11693C76AF05}"/>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F255C489-5D8B-45EB-A3F4-D0CEFD68CB32}"/>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83D9CF80-064E-4CBC-B939-45B7EC878CF5}"/>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7B69DCD6-1204-42D4-955B-0A3434B8C62A}"/>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B97527FE-8106-4C68-AC43-1D1F186443B8}"/>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1D51EE86-CCB0-4E87-A760-032DDC72B6C3}"/>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3B732F1B-CEF7-4F64-9679-27D596B797F0}"/>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77506566-21A2-4523-A294-EF2B08B71C4E}"/>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071C6B6E-3F34-41C6-9310-2787B05B19D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BBEA3987-36F0-4B49-BF25-2D048A760314}"/>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73F47F22-AC51-41C7-9D96-5DDF6ADC5FFB}"/>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1AAD9CD-8E2E-4862-B003-317273FA8054}"/>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D05A0284-7521-41A4-89DF-92B3CD15000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C288FBB0-6277-454C-B38E-0CEE759155D5}"/>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F24DEC33-6F9A-48FE-9637-BE41EF61A146}"/>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CF05E599-0216-406C-AB22-0AA3971DB5A7}"/>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1514D0A6-E21E-4568-833D-3E813BA74A4C}"/>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C284A4A2-9434-459D-B1CA-5A7C33F84997}"/>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A471C2AB-C7BF-467B-B634-C2D082DEDE5E}"/>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065B755C-47A8-4481-8C49-5A24755C8A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35406382"/>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A5DF1F64-5B34-43B6-827C-9A7F4A6E54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3D138D8E-0DC6-436C-BB1B-7226B64063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D2F375A5-5CC9-4D5B-97BC-98297B1F38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3E17B2C9-2803-4865-A9AE-7AC0FACD07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44B7C582-8218-4BE6-B5BB-EE20CA2D5E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7F5637E3-BBE3-465F-824B-0D4D1F77AC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A2351C30-4D00-4C45-A0C6-1990C86786E4}"/>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46437D2A-1F2C-4D74-89A7-78B9EB842CDA}"/>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1CE3A542-6D14-4A72-8A79-1B250B51DE67}"/>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8841E92A-06A5-495F-B229-4C688DB5C716}"/>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442E3777-0D45-48FD-AD01-D77CA20F4C1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D7351281-D9E2-4472-9C7D-18F9ECE85696}"/>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4AB77914-F741-4734-A4D0-39AA5AB82DCA}"/>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C8B1269B-9513-463E-ACCE-0BBF3AE336D1}"/>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DE0F0C0A-F0B2-4910-B191-E1D80A5C9983}"/>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DB969883-2935-4B0C-97FF-EC85162181A0}"/>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2E282614-A8C8-4386-94AA-44D745F7B67C}"/>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0E435923-96AA-444B-ABB2-0F859845141E}"/>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953263EC-6D0B-47B5-9BF9-FE80AA9B29EF}"/>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EE04601D-4073-4062-A402-3B54E4037E7E}"/>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DBAF0DF0-50F3-4A7F-9B01-A35FB41DC529}"/>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23DB610B-F179-47FB-ADA9-2BFD1CAB1ACF}"/>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20B8FE1-E61C-4439-B9B9-88ECFC772595}"/>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C7133D42-2C31-4D54-9C63-4AD78B793C0D}"/>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599B23B5-8161-4EB6-B6EA-0FC67D8830B9}"/>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D2EBDF45-EFCC-4413-A705-7E77E2908C8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E1EB3B71-2898-4172-8531-FE8B3CB373DE}"/>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EADEFB4D-61A3-449C-9CE0-2CE167C8D412}"/>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DE0C8747-9AE6-4C35-BF97-A6F03FCCF31A}"/>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283EB285-478F-47DE-916A-FE161C5BB07C}"/>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3FC3D5FF-7033-4A92-95F9-01F83D4F6525}"/>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6D52967A-9459-4F43-9FED-C28C691E399D}"/>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7EACF999-1204-4972-8438-7232976EAA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6270242"/>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2F2D89BA-C5C1-445A-811E-24C0628A36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E2123ACA-87C5-4FE4-A2CC-73F1ADF7D4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C6624637-AC96-4BD2-BE72-CC7FB15F19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56526CA6-27D4-41EA-90E4-BC0FC3855D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926C3073-A709-409E-AEEB-FAD0C2069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3C69D76F-FA7E-4CEB-87AF-0219583093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4273AB85-A01F-480B-9AF0-C6352C5D897B}"/>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A1CCF71D-93E2-441E-88CC-41B779A11494}"/>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D638DEFD-9C2B-4A83-B8D2-87083E0C2E73}"/>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D3FB3F83-8C98-41E3-A9B8-F3F5D67DDA6E}"/>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47552D18-408C-4884-BD5D-7A489493BA7B}"/>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CB25D851-DBDB-4C7F-B751-8E0485403280}"/>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BD8C1EB3-B35C-4C79-AD0E-FE0B2EBFAC6D}"/>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0908563-812C-4A24-BF4A-D057E9CE3B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26997874"/>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DF8BFA55-8403-4597-BFA0-D06DACD1EB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465A9ABC-CF54-44FA-8E81-0B50D48160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E57CE155-547D-4E48-B157-0DA8604D66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C94DC3DA-7AF0-468E-82FF-BE083AC3F7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C0C7763F-BE32-42FD-9C2F-75B9DB9A78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8DC7BA3F-9670-4D90-9C91-592874D23C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8C999272-FAAC-4A6F-9E45-6BA9982A885B}"/>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E6E67CE3-7597-496C-A15A-509C8E37A2B6}"/>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B7C451B7-7847-43AB-9E59-035C0B8C6EA4}"/>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DC5EA8F0-DB16-4E56-B492-597A8380171B}"/>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35FEC2B9-2256-4899-98E6-AB4218D8BE34}"/>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5065343F-0BD3-4C57-B30B-B9EDD5FDA149}"/>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121DBBD2-99D0-4419-A122-C8194A393906}"/>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F2C8247C-FE37-4F1F-ADC9-BB3A488CE17A}"/>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B5041CEC-CDC1-4F3E-8523-4CA2484606D6}"/>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C5567261-8BD9-4E57-B711-7604BE7E7256}"/>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4DECF4A8-04E8-4943-88F5-FD4605FB636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B896515A-B21D-4065-B327-37EE38FA1574}"/>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DEE3ED4A-6EAC-458F-9C38-AE61DB88B15A}"/>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6A0C066A-C550-4E1C-BA3D-FC934EA522A8}"/>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857CBC96-26ED-40ED-A4B9-4D8F60009D08}"/>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2A5ADFD3-645E-4F4D-A049-BAE49AAF331E}"/>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3BAE8EE3-AFB9-46FD-811A-67638F20ACD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C55FA78C-D5A2-48AD-BA3F-7D4F8EFCEFF7}"/>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C237F0C1-9EB0-4C27-B4FF-B1A31C537AA2}"/>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1CD80751-3629-4A66-9845-9C54414C4559}"/>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D944C653-EE72-467D-A880-0A4B20EFACC3}"/>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C8C598CD-3C33-4B11-8555-90B54992A35F}"/>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0B3FE4FA-3854-4D66-8B5B-84BCBDD2F286}"/>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8D2C4C3D-96DE-4E9D-ACC2-9D4948D08F92}"/>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46FFD410-00E9-42AD-AB5C-39B448F7B9C6}"/>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F54B7C2E-CDBE-47D2-9C48-C6597E067C1E}"/>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24D8122A-9932-4FBC-AACE-EE08587E0FEE}"/>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12AB3DC0-AB8A-47F7-8EEB-3E9DC1D922DF}"/>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E9590146-DEFB-4949-991A-5620B525DC1C}"/>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ED3C1CAA-C3B7-4D17-8F4A-21A0F27E913F}"/>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76EDE509-11FC-45DB-8FD4-E6D17B3A6BA0}"/>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EAD9ACF7-CCA1-44E2-AE9D-6278CEAC9473}"/>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18F6909D-142A-4A76-B10D-73568DFC85A3}"/>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7F925465-69ED-4AC9-88E1-96D86D8840FD}"/>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6B667FC2-8458-497D-B886-52D710162422}"/>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0716D74D-8BF0-47E3-BB91-93BD70DAFB97}"/>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18A67B44-AFE9-44D9-BC71-8C46F52E1ACC}"/>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048C859-D8E9-470C-89EF-77AAEC8077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498966651"/>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22715B34-3AF0-405D-B1E9-3655BF6BB1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3204C870-667E-434E-BB3C-5F13BCC166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CEB0C75D-86DD-4AA1-9FA1-AEEFC5AE1C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0863BCA9-4FAE-46EE-8D05-C7E9F3BE0D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072CBB23-EAB4-4ED4-91BB-A367399D54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7009FD95-8E5C-4AA8-9377-E8CC7C4625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5F8E7BEA-1090-4846-8C35-4B3D652A6A33}"/>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C031D730-3BC2-42F7-87E6-19428876D31F}"/>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9D6A9C95-7936-482B-9D94-BE42553F11C1}"/>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EFDA4CE2-2BDA-423D-90B3-0744AF23AB9B}"/>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964EA482-4413-49BA-B3CC-B307FEDEAF6C}"/>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1AC75229-1AF0-4474-8AC4-F3985DCF5F65}"/>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F27502E0-7EF7-4DB3-8ABF-B6CD7A726744}"/>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E1338308-3F65-46AD-A0AF-696783B8064D}"/>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54D18E74-6C68-4929-BDA6-4C7D62C1DE1E}"/>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2ECB4C17-7723-40F7-84C2-4F2D952A5F85}"/>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4830379C-5B0B-43D3-8386-6DE6C5F4880E}"/>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2E644249-388E-4039-B7D5-067C89212DD1}"/>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00C3FEE4-3029-40B0-AEB7-1428475320C9}"/>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5DD0086B-559C-4D6F-9B68-4ADBB6D62B39}"/>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FFCD5E4C-A8A6-4DF8-9209-35D2BBAAA5F3}"/>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9E6DA1DD-785B-4A2D-9944-5DCA0AAB8D99}"/>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DEB06158-177F-40CA-A917-8B49D15D026E}"/>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4B075A98-0BB3-4D3C-A169-4CD5D08A5AE5}"/>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BB03BFF7-7900-4D2D-8F0A-6B4970C0C864}"/>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CCBA6646-95B6-4524-8AC7-440409A8DCE6}"/>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BC7EEBF6-FAB3-4779-A521-5F8B3F733595}"/>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1B8755BF-7CE2-448C-84C1-0F210B19C5AE}"/>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85FAA8D7-21DE-4651-9091-1F09A938B2FF}"/>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5C30F4CB-9F79-4FE9-B436-64659261881C}"/>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7CC99EF4-F721-4C4B-B91A-D61EA239B74D}"/>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F14E275F-D0F5-41E5-ACB1-67434C9B12E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4A94809E-CBD1-49AB-AFFF-0CE2B36A84E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80CE4760-F435-4A59-A6E4-D3EAA6E8EF93}"/>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C9628B7B-F4CA-4F34-A35C-2E05F121C322}"/>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30E9987A-7082-43BA-A530-D36FBCA09CB3}"/>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73EE59F7-AA67-4813-BE88-CACCFA112542}"/>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3FC233F3-5AEA-4144-AEF2-6A83FB9922C4}"/>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11C29A1A-53B9-43A5-B035-1292464C4DAA}"/>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9302D375-152B-40C7-9EF6-4537D2A7D1F5}"/>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5AADB300-E2D2-4D92-BEA4-51D45ABB28C3}"/>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A0047FF9-E0B4-4523-A192-CB8060E3BE57}"/>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27552C09-3344-4701-8DD1-0CD7EA4B9C39}"/>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4B30A472-E389-4FD3-9D85-E93069AC3490}"/>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8D8188A6-B9D4-4410-887E-AAF280E59D46}"/>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62AFF91B-8144-4BE8-977D-AC17F2276A3C}"/>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3948B5C9-979F-4A48-A53B-B545A0FBAF2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1F2E92B0-B9E0-48E9-809F-8720D94E5CDD}"/>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F5A14BB5-C7FE-498F-B915-5958785C857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8A816E55-2EC3-40C2-8C17-15BA4B46DED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A067CAD8-42DD-4BB6-AEFD-31F63D81DDED}"/>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B29C0499-92E7-4F52-8A2E-1894B620F89C}"/>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50ADA1A6-A1BF-4A55-95FD-58E65C79A61F}"/>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C49FC498-7ADD-4561-B4DE-DCB1D26F01B1}"/>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C9BA52F4-8BDD-4991-891C-AC3B0AF06C4F}"/>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13F68494-91AC-4DF9-BFF5-B324EE618E1F}"/>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726B242F-717D-446F-8A41-4278155497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12401828"/>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38B1FD2A-A5EA-476A-8631-A07E180C32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F8E0C617-068D-46EE-BDC5-FCF23AB06B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FD9D291C-18D0-49E6-A5A3-8AB4A22B11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D7F9BC8-6BAF-414A-94A9-CFF934E2EA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D9364551-F20B-484F-BCFD-033348A3E1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544DF562-0610-488D-87F9-23D7E8CF70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067A204D-ECAE-41BB-A767-C40526953397}"/>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3311408A-5BA7-4A04-9645-F562C1D6DFB6}"/>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B540E9F2-3F7D-4E9A-8E25-2438434695EF}"/>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EFF67266-A5E5-4903-B5DF-88F4DB88FDDF}"/>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046FD1AC-F0E4-47C4-9537-82B671BF2C9B}"/>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144B775-A78D-4213-ABA2-CA073777AFE4}"/>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7302536B-3177-4DCD-A4B3-0314BCCB1174}"/>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6722D6A2-1D6D-46CE-91A2-1E7A50A824A7}"/>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423e0dd062cc45da"/>
          </a:graphicData>
        </a:graphic>
      </p:graphicFrame>
      <p:sp>
        <p:nvSpPr>
          <p:cNvPr id="15" name="Python 할당 피크">
            <a:extLst xmlns:a="http://schemas.openxmlformats.org/drawingml/2006/main">
              <a:ext uri="{FF2B5EF4-FFF2-40B4-BE49-F238E27FC236}">
                <a16:creationId xmlns:a16="http://schemas.microsoft.com/office/drawing/2014/main" id="{53434CCF-B7A1-48B8-8362-070EBE3CF421}"/>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0337CBC3-27F3-48D7-BDF4-100C06FB57A6}"/>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55A3F512-1D90-439B-A868-273C71126588}"/>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B5C436FF-4D7D-495F-9E68-F09867B7FC4E}"/>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4985CF5D-8D96-41A8-80B8-D92263183A4C}"/>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FDB76344-27AA-4A47-886A-3B53A67E364E}"/>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84681CEE-5B0B-48C8-9366-73CD5A87D0A7}"/>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457DCB92-FF39-42E3-AEB9-5D88D665CF96}"/>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1100D528-A308-4870-9AA9-099D2D7E44A6}"/>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DB1D4B8D-4827-466F-A0BE-A84E5F09D70E}"/>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E1D9BD1D-4D78-4EA0-BA68-A23BCCFC10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830124023"/>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04C1BFF1-7155-4FB2-8070-F354462098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4AC316C0-D5C2-45A3-AB1B-C1644C7042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20C37C46-2152-491A-9BBE-D85929E815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A98AD4D3-B3B0-4C66-80DC-DC213F9D60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0B729C84-C5C6-431D-A7A2-CCFA9500CD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1233D385-55E0-4977-A1DA-FDD43E0C1D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7D6D4EE2-F9BB-4A66-877D-66BF446486EE}"/>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35D02E88-8393-4008-93B5-46FFE69EA3F0}"/>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9BFFC091-0248-4191-8B0D-0C74554FD07A}"/>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F613577A-2F01-401E-A15F-07C0A9DABAC8}"/>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FCC6F097-A75A-44BB-B1D2-7EEC2D7CA5D4}"/>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F44E46B0-249A-4F88-AC62-E6D7BF7FF774}"/>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D1583C00-FFAC-4DFD-877A-D8782B55CD95}"/>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5014894C-72C8-4B38-9886-DCECCB38ADC1}"/>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299FBB4D-2F7F-40FB-821F-908D4B66109B}"/>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73CDA020-5915-41BA-BC02-AF707EF9763B}"/>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82414E1B-A8DC-4620-84D0-B33FF91B6B07}"/>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B9EE12A-3A94-4D3A-A203-8774E28828E2}"/>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14EA5C2-0AC6-49D6-A9EE-BBC2B7D683AE}"/>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467FAC8-2DDD-4478-BC66-0C2E65918688}"/>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E3D15D11-6881-4856-BCE2-B4626EAE6164}"/>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050C8117-BC1B-41FC-9C51-33AA9AF5A8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01767568"/>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002FB758-F706-4AB0-ADFC-1FE8CEEE52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8DF3A109-371A-4A30-8103-6AED2F06EE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91077443-94A4-4FA3-8A6E-8C1F29160F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9E6739F2-388F-4C5A-B484-660345A0AB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E1E0C2AE-FDE0-43D9-9C93-DC6224875C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42E609A0-E17D-40B3-8B53-D35677E180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7A91DEBB-B04C-4D56-8387-5DE98BD07744}"/>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FF301696-2669-49FA-8B53-79FAE0A25F63}"/>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317781F6-107F-4B6C-AF0C-462FCA12898E}"/>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9C05A657-057B-4257-AAF5-AA0C0E2779DE}"/>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F21F995-B4EF-46DA-AB63-6CD0E523532F}"/>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FA1E5EE8-681C-41C4-BBCC-FFCF69DF00D6}"/>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618682C5-874C-4BFD-99A5-19D0EC49962C}"/>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65A795A3-FF81-4A5A-80BE-57046EE3E386}"/>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ECDB168-CB98-4A51-A05C-4FFEE3DB4276}"/>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F8598EA7-D1FD-404C-AEBB-62C17E3E9F62}"/>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44F37F19-C5AF-494C-A128-84813C275517}"/>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28872A28-A5DB-4EC5-8455-C90DE37A988A}"/>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BFF0BF37-CDA1-4823-8AF8-D838C0DC2F89}"/>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0398EA00-2232-43F5-B8BD-9568D2697CD2}"/>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8A739E60-0BB8-414F-A745-D6646B94DC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3815637"/>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28D1DED0-9553-4647-810F-B7C8EB91F0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0F7EBC5C-D26F-4611-B945-CE1813DB5E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45DA0D0D-8911-4E16-A8AD-7C23AFCD7B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516DC75D-4B86-49C5-A3A3-2A502FA1E2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57223D67-BF6D-47A0-8E31-E4329839D4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E74708E9-3A00-4D3B-AB1C-CC98DF7A48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4206C792-4CDC-41B5-BF37-5854C15F040D}"/>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3B7BDC02-4111-46D0-A040-91533EC82041}"/>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591F34A9-8922-482D-90D9-FFE359B2F93F}"/>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74B6308F-416D-4FA9-A0CC-F958452ACC94}"/>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10EDB0EE-4FBE-4974-81D3-664ED12C6B2C}"/>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72A0E36-0D78-4722-AB20-25DF4790E4A1}"/>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C33FC78F-4F0F-499D-ACB0-3ABF4FA7B971}"/>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831342C3-137F-493A-AFD2-F6AD71AC0454}"/>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35EF3C52-5FE0-4EFC-8363-3C11AE766782}"/>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C58FB52-F0B9-4A67-87D7-2FF8A5C3999A}"/>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EA355991-032F-48DC-B7F4-0D73A58890AC}"/>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46584BBA-072B-4139-90F5-F0074615812A}"/>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12C9B597-47C2-49E2-BD70-B927E09D219F}"/>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B700D2B5-BA1B-4274-AD2C-6B541FE6E2B9}"/>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DA338D8A-EFBE-48F5-9B68-AB7D460467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20841313"/>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562FE153-473B-4D2D-AA10-12E335BAE2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5D3BDBCE-388C-4683-A4AB-442E3E12D0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433C50DE-B2BD-42CE-9F5C-C8BA2A32BB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810751A6-87B5-4975-8F32-2D9F52FF11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FA509BC6-D53A-4B2A-B962-27497D9A04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A8595964-2FC3-4C2E-8FF7-496CB0F883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53E4610C-7C33-4D95-B59C-7E0A4C3BA639}"/>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F157D4BE-B827-4C1E-B6D0-C4A206D0D2B9}"/>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AD7E9F09-ACE4-4E2F-AC08-F395A35FAA0B}"/>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C7E8D2E8-5E90-4719-B50C-C6B4A82D892B}"/>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846FC87C-D208-4287-8759-CAF45A4C65E4}"/>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A231BCA5-6371-4E0A-AC67-B78E23F77E01}"/>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1091AE90-2BC2-4F8B-91C8-BC4CB8297AF6}"/>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554714E8-FA60-4B65-BBAA-5FC8D35C40E8}"/>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71A15C4D-318C-4EEB-93F5-4C97889C6DD2}"/>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0BCF97B3-7062-47CF-AD20-EEE21B908101}"/>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9F3E16D4-A37A-46C9-8261-A193394C0BCF}"/>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8C3A26B4-8A9A-4CB0-AA0B-0E05474D2C15}"/>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0985CBD6-9AB9-4E69-8AE9-E447978E5D89}"/>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B1C0F264-B0FA-4B6D-A3C5-16EC3E30DA95}"/>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9C2B212E-25FB-4B50-AEA1-7B818D81954C}"/>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80047B83-DD15-410F-9A29-7DDDC9CF9271}"/>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512413DF-413A-4238-9E7C-95393DFDC231}"/>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63C1C5D2-0917-46E8-91C2-0B2D0DCD821F}"/>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75A66766-A22C-4CD7-9F6C-ABE97DB6BA1D}"/>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D10F757A-19E0-4155-810D-F4A3F0F464ED}"/>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E5D665FF-7BB8-40C9-8BB4-AC3D0DEA6C17}"/>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26808F72-74CC-4256-A566-D8A8001EFFCE}"/>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7C08D797-1252-4CD0-B319-FEF82B949A91}"/>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404930C8-6120-4ACA-8F14-3CF155B71D5D}"/>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884B0723-0608-45BB-905F-D236964260E9}"/>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B47BD171-A189-4F7E-A850-37FF80AA79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27491251"/>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8E9E4035-6A9D-4D8F-91D1-06B54C196D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6603C033-D792-4233-9152-675CBE74CC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3A096AB6-A1B7-484F-8FA5-F0DB5D9C1D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B227A94B-6676-4DCE-AC95-15CBF32E68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0FAD0C9F-B598-439C-BA1A-2844E2EA7E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9E47FC95-684F-4A69-A824-2C48C676C4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A9D3B64E-6C2E-49DC-896E-FB114423787E}"/>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B06AF45F-8783-4EFC-BACA-EEC37683783D}"/>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44A1F24F-6229-4662-A508-4E6C6CD953B9}"/>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6D369D47-1521-48C4-BF1B-1701B3366459}"/>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136CBC8A-3586-4BCE-AF7A-CE6955B90E1C}"/>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604C088B-B28B-494B-A8FE-8FA9A19C99DB}"/>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F7CBCE31-1DF9-46CF-A8DB-82C4C18942F7}"/>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F04562BA-73BF-40B5-8553-36CC40DD1143}"/>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32A47302-C393-4A0F-B6B5-1D55B83262FC}"/>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0C56A1FE-48A5-469C-9124-70785A8BC663}"/>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DB9E6079-87F6-4385-BA8B-DCD244E7DD50}"/>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A2BD0B55-A660-4661-994B-C60E4CB320C5}"/>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AFFA6320-7D49-438F-ACCF-DD0AA6BFA157}"/>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6BC7D523-BF09-4A63-A625-EC7CD216FDA6}"/>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EE5489D5-3675-4A1A-BB3D-97C27CF23381}"/>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3E123960-E521-4C0F-BA4F-4B9FE7B0676C}"/>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90074242-46B0-4281-A6CA-700202299E7B}"/>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FF32BDBD-92FD-4EA3-BE8C-EF9ED158BA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66455003"/>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D66B27B7-3E15-45BB-B431-66312F523A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93AC94A0-3300-40A4-AF94-7D40F0917F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793AC772-698B-4F05-B5CA-753B2DFEE4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F7B09F77-E276-4BA4-BEEA-B33601F734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1244480B-F339-4762-968C-D459AD2853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35CE7232-5522-454B-83E9-4FA585A9BC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2AE65F65-30E2-43EF-BAA5-A26EC26533F4}"/>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8CEB5322-C397-452A-925C-D68B1681A1C5}"/>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019246DE-7C5C-4182-9B00-E6B1FB2DBE25}"/>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46C52FE9-0FE4-4550-B880-B2676D527ADA}"/>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814CE06F-8353-4126-8F2C-5B6A8B748C86}"/>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B91819F8-E855-43BE-815D-DF20B26D5761}"/>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871CD39-7B6E-40F4-AB54-92F99DF3D1CD}"/>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A12835DF-7092-4290-BE2D-8C766E882840}"/>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1A633109-E5C4-4192-A5A3-E3C4C9E58D84}"/>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6D44CD36-2299-41F7-9032-3A65E9EB924C}"/>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B52F168-3036-43B9-BF5D-BB5C87C5655A}"/>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EB2BB005-978D-4642-BD99-A65C4477192D}"/>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28A97610-462C-4CDF-9A3C-3AF95257BCC1}"/>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F7E88656-8B0F-427C-A51B-B6A9C453A79E}"/>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1D9E3F48-0771-4FE3-A151-1909B23021C1}"/>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53539BB1-FAE2-4DFD-9E73-EF819D9BAF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69050318"/>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6AE587C1-9B02-4E1A-834E-4B6BB95752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F6B2E742-AB46-4F32-A1C5-B6B4F0D9FE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94AF6A5F-9CAA-4774-8386-BE4D8162DE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3512DA75-4EBD-4C1C-87A3-ABC949E8CE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23358BA-4497-4942-BA39-8C6EC3C1E90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D16C78A5-09DB-4BE7-8FD2-320AD22729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AF4E2F46-67F9-4ACC-B633-A224A6C222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7EE03276-5209-48A9-9AD7-82FEC05A2E16}"/>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0216CC59-D789-4701-AD21-E820109AE1B5}"/>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46C744EF-2FA3-4019-949C-ED144CF5ABA0}"/>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16CCF27B-7454-4D6C-8F0D-18FB73213DAD}"/>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022CD9A1-3078-4B56-B1C6-C62F39596568}"/>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BF1CBAC6-AD89-4038-A7E0-7C53F37B874E}"/>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0CB40EA8-86CB-4AD7-84FB-4AEC95B961BD}"/>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070909AE-9FDD-4C92-9CB9-C79917D14896}"/>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44245E5F-7329-4954-93CB-70C3F5C5A18F}"/>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33815A73-928B-4A0D-92DB-793FE16AD1D4}"/>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4DF29206-7BAF-4587-9450-47A9D20E24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13498839"/>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1E45F22D-FC08-4909-9858-97F7CF74A3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351E71E5-5585-4F01-8FA8-71E817703A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C345D4FA-DD56-49CF-BB05-A0403746E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27D53252-9F32-4B31-8234-4040A4FEC8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DCD7231D-CDC5-43F4-A609-DB5BC1BF7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64C5EC53-7BEE-44F4-B74A-5B730B0E26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AE35FE9C-971A-4C0D-9252-D06B40CF990F}"/>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EEC6616F-F562-4E23-8247-58AEA64CA7FB}"/>
              </a:ext>
            </a:extLst>
          </p:cNvPr>
          <p:cNvPicPr>
            <a:picLocks xmlns:a="http://schemas.openxmlformats.org/drawingml/2006/main" noChangeAspect="1"/>
          </p:cNvPicPr>
          <p:nvPr/>
        </p:nvPicPr>
        <p:blipFill>
          <a:blip xmlns:r="http://schemas.openxmlformats.org/officeDocument/2006/relationships" xmlns:a="http://schemas.openxmlformats.org/drawingml/2006/main" r:embed="R221c5084edcc481c"/>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42E41574-6DE6-463D-B959-D725185A131D}"/>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C6EF7602-1902-4DF1-B273-FA096868B3FF}"/>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412D7BB7-D53B-43C1-AFA6-B8EF4631B9A4}"/>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E486DD32-8C16-49D4-84D5-AC7475C5F7BB}"/>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EE84C77D-87B7-4F8C-86E7-3ADAC95FB03A}"/>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434BB0E4-5C70-431C-8159-7F5491825E72}"/>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BD1A8BA1-C30B-4E2C-ABB9-5CA3C1D2D320}"/>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3CC8B30C-89A4-4C8B-838D-9F08FF54C2EC}"/>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07770163-0470-4F9D-8BA6-DBA3E335CFC7}"/>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C2E5C0FF-9175-441C-8222-D1D6211D3AD0}"/>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619A4932-722F-4FD0-A427-F30A4EE6E4BC}"/>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1CFB0DBD-DB3E-43A4-9D6A-28298F25713E}"/>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EF571ADB-DC47-4C30-A548-25EE4F78578D}"/>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90958208-34DF-43C7-9368-0693BFCABF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56992709"/>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E98EC369-E857-40AD-B4F1-B92ACF389D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2EC1F505-EAF7-4C5B-9B24-D09EE3E9BA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710C978E-EC24-42DA-BEB1-A6F0DFC90A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EA8FD87D-B092-485A-AE90-BF10F8B818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2E44FE52-DD3C-45FD-948C-902E1AE88F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6F8F9FDC-9AB4-4648-8D57-5CF2D9B0FB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0D5106A1-F252-41DA-87B8-10BFC95B679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4C0218E5-FFBC-4029-AC52-F0134CE8C6F6}"/>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E3099B30-26B7-4907-B0FC-F126CEBE16DD}"/>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9ADFA4D3-22BE-449E-9940-DA71175235BE}"/>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4D45B4E0-673F-4C26-8791-6434F70DA685}"/>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8DA22D1A-60D9-4A1F-A82B-0A96E34D491D}"/>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EB1D1377-8E64-42FA-BE68-DAA16B310C22}"/>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269CF5B2-CE6A-4E57-B54C-CE5559982301}"/>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94DD281D-3E2E-4649-9C5D-98E98FCEC64A}"/>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29E47E20-E0F0-42B2-BFF2-E9A4027419B5}"/>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138665AB-2E1B-4705-A4D6-DF029B2CFADC}"/>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3AEB7C26-FF5F-40EE-B8E1-EA2C0487AFAE}"/>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6CA3C1D3-B84B-4FB6-9793-4149908ADE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34095341"/>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01985CA7-B295-4C6C-B2FA-DBD52CA4FF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E2C60AF6-2E0B-4C3E-B48C-8297BA0485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66923C98-605D-41DB-9580-F26C43F695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9CC11DFE-88F6-43F3-8626-A0837FB1B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38EC2884-78FB-4FED-9118-D04EFB5F59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3F0137DE-75B3-4790-8D7B-E1560D9C5F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6E514FCB-3241-4EA2-A702-238CFE209F50}"/>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0D91C4DD-B218-4544-9337-8BC254AF1A8A}"/>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B795685E-C575-4131-8ABE-507ED6FFC27E}"/>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B6C812BD-F5FB-4509-9321-8275FD906AC6}"/>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4DB0CD1A-D9AF-4A2E-9AB8-2A0592F14291}"/>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D44C6378-48D5-4DF0-910A-9968FD7B48AB}"/>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D518425B-8F0E-4E46-AD8E-94F7EA910BE5}"/>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51CFB192-F989-4490-AA4A-30DD8EB72F84}"/>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CE28A27E-702C-4D34-B1B8-DD894577FE27}"/>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8B81EE11-A933-4C18-BD35-D7D26D2AE10E}"/>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AF7365E0-7826-4A53-9B02-7CCF2D0E16EA}"/>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14C97DA7-4255-4DB7-AEDD-295C0698DC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88538767"/>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D6473709-C121-485A-ADF7-C74613F994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4D08E146-378A-4E9B-BB0C-20C93B13F9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B104A660-83DA-487F-B292-A6B94F7857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B8BA1B43-6ADB-47F4-9780-62DC010DC1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89017C3F-8524-49D3-9AB0-39873D2DD8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ADF00F2A-39D2-498A-9659-F930CA3ECF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736E7479-278F-4645-8AEA-BC4509985A55}"/>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65E9B057-E33A-4C49-BB4C-A5785F441CA6}"/>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419810ED-AC33-42BD-80AD-7552DFA9C140}"/>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8FD9CF4B-E736-43AC-B15E-9A897430065E}"/>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E91CAAEE-94FB-4266-80AD-ABC715AFB58B}"/>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F3368A6A-2958-4B88-92BA-CD08B42E50DC}"/>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862D04B4-CD0F-41FB-9974-8CFC3BAFC8B2}"/>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DD722CA3-65FF-4B38-935B-709C5CD99554}"/>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AE42D35A-7B45-4B00-8A73-D1958A37AF37}"/>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E512DED0-108A-4579-BEAF-C5E12628D8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70162306"/>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CABB43B2-2164-4707-BF30-EA161505B1C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678FA50E-FE89-47CF-8D27-0770FB1D03A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DDA40400-57C2-4C88-88F2-BC377CEDD0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BDE69360-E755-436A-AF3D-4545E254FE50}"/>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71D248E3-46FB-4F87-BD41-B35F0AA3AB00}"/>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42D45F71-B74B-4EFB-9EA2-975E27889B84}"/>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6779CC19-FDDF-4F4E-BE42-297B70097313}"/>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BFA6A2BF-4613-4162-AADA-7F37FF3C0F30}"/>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BC99E70E-6D04-4193-8E1C-8ABD3C500E5F}"/>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58BFBDEB-30CC-4FEE-9056-29A3D978F6E0}"/>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70FD36C9-1624-4845-8842-6C302E1C1A47}"/>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C79C25C9-42B6-4159-9279-DCFDD0DDEA77}"/>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0504A42D-93E2-4224-B157-73F84E44E38F}"/>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A5C1F170-B756-4FEE-941C-FCB2E41F247B}"/>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01098E2C-5FB0-4BCC-A9F0-294B9766EBE5}"/>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616D47F8-7527-45FA-ADD0-032EE2E792A6}"/>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06ADCDFF-2BBC-4FA2-916E-AC4DC630B11F}"/>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8FC63243-7357-453A-9915-E01A21EB566B}"/>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E33F4D24-8752-4975-A27B-E6BB37BF48EF}"/>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1C24A600-0564-4443-8871-2EE65A3905CE}"/>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98C315BE-0A0D-4157-B4E3-1A0BD0F744E8}"/>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C4056846-CD7A-4EC7-B03D-BE78E4CF6E3C}"/>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A3B97C5-714E-4EA7-82B3-F14746AD259E}"/>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C5A3881D-4478-4897-AFD5-1FE6EC8B1CA0}"/>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24CDD019-352D-407F-8468-6BB077220909}"/>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2E9D4C11-D0E9-4EE9-B28C-9502AB36DF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697CC088-158A-498D-AF36-6D98083C7B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EE35F41A-7657-4474-91EF-B006978800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6E1287BB-4E1D-4B58-99FA-C730FE3DAE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34324966"/>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3904B69F-23AF-45D8-8B91-FB75FB81E1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7D4F92A4-EBEA-42C0-8F72-7582EDC15D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9267C49C-25D6-48FD-A464-8AE0879052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3610251C-097A-4154-B274-7E3A20A536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7E938A33-CC69-4B28-8B92-ABCF5D2716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19C311D3-BB3D-4D64-AE95-951508CB3F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5377166C-74BB-46CA-8784-F4A10C6DBAA8}"/>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117CAF0D-2DBA-4EA4-997A-0C7689FD011E}"/>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53C7584E-CAE5-4D5A-A844-82BDB4B2C6AE}"/>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B3FA0E5B-BDDF-4FA6-8C03-D9363AD05FF4}"/>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5E9E4092-FAD5-4E40-BB15-D3B947934461}"/>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3D9E229E-5E8B-4FCB-9498-22D9857294AC}"/>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88A06635-E85A-4AF9-8D23-C29E97DA20DA}"/>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D6789A65-C931-429B-8C65-3CDC74F39996}"/>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C492F14B-4F5A-4DEF-93DA-BC1C0E1903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24122873"/>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0EB72AF1-8417-493A-A78B-D40A39F570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E0737FA3-590C-42ED-99F1-070E5D8B77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70AB03BB-E76D-445B-97BC-8B6C9D7A0D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FD13EF63-6B23-448E-9A7C-DBAEDF765A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1EAACDA6-2C7B-49C3-A90F-668CB9123D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DC5F7D7B-7B28-4C6F-B21A-84AA5FA214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19EF99BE-0734-49FF-A85F-842904DB8E51}"/>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69A9858F-EE57-4BF7-A2A3-8149D31532E6}"/>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C8E46AB8-87FE-43AA-B118-A0715181CE0B}"/>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7DA3DA7E-88A3-4F5F-B7ED-656AE094D432}"/>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5106F20C-2321-4E9C-9009-61FC45AA0F3B}"/>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5B290E30-AC1C-4DCD-8403-D368C21DC4A8}"/>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719291C0-E073-4333-9F84-23DB5E05EF50}"/>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54DDA4CA-D896-4A54-AB21-A88DE2AC374A}"/>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2225996D-EC8A-4795-A204-43718FA07F12}"/>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9DEA8587-5A5D-42FA-87E9-D192171F1E07}"/>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BEF7BC45-420B-42D1-AF2F-530F0A7385B1}"/>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C95E008D-94F3-4216-8672-995B229A64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57728518"/>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328BD04D-7549-4FDB-A1B7-D1663E083F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B29E6972-946B-41BD-B29C-EE02C107C9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DD93D70D-F604-4EC6-95D7-B7F0CDFEAE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BF50A240-30F4-4713-A564-45877876C1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E6EB98BB-4F71-4BF8-88C8-D612162ACA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29F2CBB1-2489-412D-BC3E-E8B180756B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F0A070AB-F311-4E1F-9184-A660D91D4CFC}"/>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1F023CBD-A177-409E-89D8-705E321715AE}"/>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EEC34360-BD4B-4E07-8E04-96B77F6BCBC4}"/>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F5A79945-12E0-4C63-8DB7-FF4CC8317AD4}"/>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9621739B-F9B3-4FCC-A9A0-A6F6F5845C88}"/>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3B45D38E-56A2-4766-88E2-AFFD5CDDA558}"/>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484E4283-8DEC-4BCA-8B24-E52028F1C889}"/>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5FD8D679-F360-406A-9742-7406746BB20B}"/>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19FF2AC9-13AC-4438-959E-826462C0A02C}"/>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E8E974E6-703B-40E6-8EDB-AA48E62DC56E}"/>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431A2C39-94E3-4EC9-9124-D335BC421ACC}"/>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932B9A95-2622-494E-B982-D87A31043672}"/>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0112C24A-14DB-460F-A175-34B3B128491A}"/>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6FBEF9DD-ABBA-4965-B202-F69D03BBB3A8}"/>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32CABF37-A09C-4BCE-BEEE-6EA5DCF15780}"/>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D886F7C1-EB8A-4BE2-B819-BDF702CCEC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89478396"/>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BC67331D-B47C-4804-8488-6AEFE3ABD6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1A890893-038C-48CA-A1E1-1339947E1A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BF50604B-A30F-48A8-86FC-FA777D6CB4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2071C5E9-CECF-44B0-A33B-173EAC3D28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00987BFB-6748-48CC-A836-E9DB5340CF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F6DF78B3-4010-4D68-8C8F-EB8DEC59BC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1ABC4C12-7688-4CC0-901D-B238A6DF3C8C}"/>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CB6D6B8E-B2D8-4B82-8CA7-6218841D596B}"/>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D3656D3E-0D5D-4544-B04F-ACBC60584385}"/>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B61E7C6-0586-4B3E-AEEB-85E056D0BB4A}"/>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2A528354-77D7-448A-B966-46AB9EF2F9D7}"/>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E519B804-5ED7-4600-91CD-59014A42FC22}"/>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A9D8B2D5-2C06-49CD-9930-358A834EC039}"/>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E58CD7A5-8C07-4076-93A7-FDDF59A5E3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67748507"/>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DA78B5FF-07D7-42E6-B347-3320AFB96D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DE6BE2F8-D543-4E1E-8C65-73D08951DF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E1B02637-0A77-4347-BE88-51908CE523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E97EB678-B211-4ECE-A511-E83B6E9DB1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477A9540-3627-4B7A-9EC2-3F3F6B027A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01AFD42D-7A04-43CE-845D-41D4BFDF49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C9921166-8530-40D7-92AC-77C1B9B3C162}"/>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E40A14BA-0060-47F7-A347-B709AC67947A}"/>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209FFC0D-4093-450B-AABF-6DF7157A5971}"/>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60AA57B6-B614-4DEF-B701-A31A71B20C6B}"/>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84DEE510-2D6E-4A9B-A8A1-A25FBF76160A}"/>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6C28B9B4-3919-40E9-965C-34E948D84384}"/>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674D882F-727E-486D-8895-C5F04B32BAAA}"/>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AD3CD491-02D7-47D6-9592-B1B3F6E52F5D}"/>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755A95E2-67F0-4239-AC56-78834F828888}"/>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3110BF3E-AFDA-49B4-A851-34A47196EC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2022937"/>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AE77A459-83F7-4B5D-B729-DC8818F4C8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9E1DA99B-BF9E-4AD6-8727-97AE303E20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ECF7BB12-5874-471B-B7D6-19ECFC9DDC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625FA2E1-7C25-4B42-AB65-60C335A036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6764AEB0-03A8-4718-A0F3-73EA84C83F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A365181F-69B6-4374-9763-8F183A408F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490EB005-3C3E-4243-B8BA-5426C0818267}"/>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B77AE3DE-FC32-452A-BC73-34C36AA8B8BF}"/>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2C00B082-BA15-4988-BCF5-8AD3F8B18941}"/>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A866105-4AC9-486A-BAE7-F72446307AAF}"/>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7A60618E-1671-4E78-860A-341F364E3C15}"/>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FCAA62E5-C73D-4B52-916B-EB217526F0B5}"/>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07A4460C-5AC5-4F4A-B3CD-AAA99E835B76}"/>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F8E0C9CA-FB0A-42BF-A06F-A66A8CD30A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58227048"/>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3956EE10-FE42-453E-9652-5387E579AE9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3B115E7C-59CA-4402-AF6F-05D7FC67529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D6EFCBD4-43AD-484C-AFD6-CA21AA0218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81D01405-7C82-4243-BFEE-057BEBD708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EA75CF69-DB06-4996-AEC4-01EA8EB2CF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A0381505-4945-42B5-88ED-0BFF6CB8A2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274CBA70-6C48-4F5A-8F5A-2E3E4FF0B1AE}"/>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6BAAB03D-5F39-4259-9010-636EAC773817}"/>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643FD292-2577-466A-B3B0-2BF3DA7F0E69}"/>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42D66E6A-FB19-4A1E-8711-DF33EFE7DECB}"/>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0904DB54-CF48-4C05-88DA-B056E4D85338}"/>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7F5A02BA-331B-4769-AF6A-F2CE7B8C29AC}"/>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3C93ABF1-8F35-4A88-8199-0DF5F9B74DAE}"/>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6C950667-6542-4D65-8ECB-215362DB8BC3}"/>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3481BFB9-88FC-4985-9DD1-F7DAF18A7858}"/>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C82CDAE5-6DFE-4CAE-BC9C-B6E646FF66A7}"/>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74B59A16-A2C4-4CFC-8CCF-1E78F69FBDB0}"/>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7C16624E-11FF-4C91-82EC-77804A5E98CC}"/>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98D6EB72-4548-409C-9D03-DAB57660B9A0}"/>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A0998C67-E4A0-4C9F-AC75-328465ED2C56}"/>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9CC684BB-903C-4F6D-9E89-26F3CBACC711}"/>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78E7EC76-4A7B-48D6-8A9D-C879809BB3C5}"/>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2745A6F1-1DAB-4740-84D6-B2336AA2EF80}"/>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A9164833-8379-45CD-8594-298C4A01ED3D}"/>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96719EE8-E9C9-4667-A3B2-C34744E198AF}"/>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1306A2DE-EC5F-4B7C-B5AC-CF6C032117E0}"/>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8CF7DBA7-04FE-4E44-B1FE-EE70777151E5}"/>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58C020BE-09F4-46A9-9614-34D0FCA4DCE8}"/>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AC3C86F7-76E3-41A6-B518-4E0045791D73}"/>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2CE27460-3EBB-404F-A476-BD6BFBE6B945}"/>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008BC07B-7912-4F8B-84A9-E220E8073D1D}"/>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5375A631-559E-4F9C-B20A-8A8DBCFCD5DE}"/>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EBFC824A-56E3-478F-B5A2-7875C0A4C9B3}"/>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4342EE88-ACD3-49E2-84ED-CC703E45E61A}"/>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A6D59ADF-2B0F-4201-A84F-DC304FCA1690}"/>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7B267D3F-A983-40F7-8D72-DB92DC6DF4F3}"/>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2E17397E-9E93-49C1-B9C2-3DA10E9ABF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93619835"/>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C304BAE0-CA63-4AED-9DBD-B19EAD9BBF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08BBB2FD-5BED-44D7-8415-B783716318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AEFE8A18-DDED-46BE-B447-B7EA2F001E7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477185B6-0CA2-4B6A-AD83-659FFB6A7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F36456B6-ECBB-4420-84A7-EA0A50E89E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1B65473B-3CF0-4D4C-AB8D-8240679C71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8E7CE588-CFF3-4FC9-A005-D65DEF923477}"/>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837162DC-E386-4ECF-A306-8FD84D014F54}"/>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9B5BAD1F-9C6B-4285-8ED9-5186C9860636}"/>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4DDDEF1E-2EB9-4D29-A3C1-D28995B0FDC1}"/>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95B1973C-9072-4FE5-A179-632D2867CA67}"/>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034C7155-58C4-43CC-99C4-8B8A59D6ADB2}"/>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4AD665BF-7905-4D17-A5B3-78B8FB4963B9}"/>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62742823-D253-45F5-AD47-0FEB696D8425}"/>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8A88EC74-3FD9-4002-8F6E-06CF0CC63FB8}"/>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4F9320F6-ED87-4A05-ACF9-7E830CE1E315}"/>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D5A4288B-01E5-4B70-9F1F-DE1AB86A2B1F}"/>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2E03F818-5041-4DE4-9B93-D432956CBB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2987934"/>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99B508DD-4C92-4CC5-931C-FE65407FBE1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F18C8D30-23DA-43A6-8B7F-161131D86A6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825176AE-83BE-4282-98F2-BCDC5BBFE87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06B54A7A-4BE5-420B-9290-F4AB7D7958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0DE4278B-E31C-4C4D-91D6-9E6C8C4739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19E44D8A-C8BC-457F-B223-4065CA19EB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7B501FAF-007C-4E39-BC7C-3A54F5237E02}"/>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44D4D995-A7A3-49DD-A811-EE5294870521}"/>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5D67E1DF-722B-49D7-AFD3-57F8ABDF4A0C}"/>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AB4F8343-14F8-47FD-A838-09842ACEF30E}"/>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F114C631-0B92-46EA-B96F-B634EC64B41A}"/>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7AFA8996-8945-4543-8BC3-8D821AC44A98}"/>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09437E67-7645-4469-A725-2AAB207496B9}"/>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59192ED2-7F10-492E-92C6-D56139493EC8}"/>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46CBD755-3CCF-40B0-B3EA-57B567FA77B8}"/>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777F0C3B-4FB2-453B-86DB-AADDA242CDC5}"/>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2E3DB769-FA4E-4EBB-AB34-5D62F9A87CF2}"/>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3E356845-0A02-4D88-8612-C1634B3A365B}"/>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733E84EF-E614-4A78-A73F-BFDBA8C70576}"/>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68816747-5BD6-45BE-A69B-6215A6FB4184}"/>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B911AE18-5618-4832-AD0C-253A04F966CE}"/>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0F4DFAF0-34C2-442A-BEBC-A1FD3706AF7B}"/>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8BA0F233-BDDE-4828-B7C7-8B78364319D0}"/>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81E5770A-C5B8-4746-B859-CFA5F37F8A37}"/>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B4F476D7-C225-4A0B-B85F-F98937FEDFCA}"/>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758CF952-EC8B-43D3-B48E-F0DE952668C2}"/>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71C52E41-AE41-4753-BBEB-CAD7351CA735}"/>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71A734A1-A51C-4351-92CE-3538956DF62B}"/>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C7091A8D-691C-4C77-BC24-E30546B39A57}"/>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7793377B-9F66-41FD-8499-469912F8931E}"/>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24103C90-85E2-4E96-9B7C-7CBE5F682DCC}"/>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86D89D4D-9224-4BF3-9BA7-1E34DCA1A917}"/>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EB83EAA2-F69E-4E06-A4AA-0FAD055C3776}"/>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86ADE77B-4183-4A06-81F6-B6671F3625C5}"/>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55784D00-A6DA-40F1-8D44-173FF7E48F79}"/>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AA417D6D-8DCE-4CCB-9180-33AF94E2D311}"/>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E560220E-5A0F-410E-91DA-7E184F0C83B3}"/>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EC6EC5DE-DA80-4324-9F31-45E3EC84E0DF}"/>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D87C14BA-BAD2-4AF3-83A7-490772C579CD}"/>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CB24A518-89E4-43C0-B8D8-AD09DD92161E}"/>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A57C2B2D-1FFA-4447-A2B0-AF854036CEE6}"/>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1D7EA5B3-3EB6-408F-B164-BD82233269AB}"/>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9A06A776-F982-486F-89E2-F761E64CBA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59821177"/>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58F64C1C-D2F7-4A32-90C4-81D41978D46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A1937A94-5C83-476A-8C07-6C37F9E5C55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0FED55A5-B929-47C5-9345-80B2525E5D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4092C714-B3CF-4292-AD93-AA1BA0BBBC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AE9925B-C840-4F17-83E5-76F6716A0FD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380E4C1F-52E8-433F-9045-AB3CF62B95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FE43C1EB-4AA0-4670-BC92-C6963ADB47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0A9F212E-D530-4BFC-B79F-2E8F673AED31}"/>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BB97EFF1-23FF-42F2-800B-347E02D744B3}"/>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9EBB36C3-3245-4993-9B8F-4F0FC795ACE2}"/>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D8565D0C-170A-4684-99E3-5F0E2D4927E8}"/>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A891811F-432D-4ADE-B3D4-EDF2E9CB2C0A}"/>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EF44A465-11F5-4AC5-A665-4B7C4DCC030C}"/>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D3EED5CB-B908-4D5A-B00E-AA64F5168115}"/>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02215C39-D942-495C-96A0-5E4C7FF1FD95}"/>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A18F695B-101A-45DB-BE76-72F593E084C7}"/>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7ED8CC57-D6D6-4AE6-900D-485A34A0E757}"/>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C8ED9D44-C814-45B3-AA56-49C587A4C9C7}"/>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AB953D84-6543-4240-B429-CEBEC20D4857}"/>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348FD8AA-2D21-48B2-A12D-F2D8A419C034}"/>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22DA744D-DB61-410E-A780-2246CCCEA95E}"/>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ED8B37AF-4BE0-4D14-AC51-1614083063F2}"/>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775401ED-CC86-45A5-98B2-AC642CF9655E}"/>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A891DB55-6548-4661-9A74-323DF67402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72992284"/>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AE4404A5-EE86-49AD-8964-5F640ACB42D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60BEAD9E-4A0C-4ED9-8052-CBB03154A3A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C5B6EF34-2AE5-498B-9FB1-1C71F06A58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F5E93709-6500-4713-A71A-9FED294046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0627929-EEB7-428A-B967-229D5253928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1AFFFB5F-16E3-4B55-9F4C-6F5ED908D7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DF8310A0-F6D6-4BCA-80DF-2CF41BEB44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7A1AB5A5-2BC3-4FF6-9D7D-C6331C71BDD5}"/>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634B5576-B29B-417C-B322-4B593ACD1551}"/>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402049CF-2B80-4C0B-ACB5-F52E360D342F}"/>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897A5155-165B-4352-8484-5624AE604BF0}"/>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9A0CC194-7B9F-4082-9A00-B87FDF2E3997}"/>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171F957A-87B7-47D6-A001-B165DB613882}"/>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8681F3C0-A4D0-4128-A31F-301F6ECA1562}"/>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74A0954C-A641-4FD9-AEC4-6AD1FD4E5A5B}"/>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4590FDC8-CEB4-478B-8E74-FA53919666E8}"/>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A7E5C148-60C2-4B39-9A49-A0C8A3166BE5}"/>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F23B66AB-D22E-4625-BE6D-79E06F4CF3BD}"/>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7D1E5DF4-71D0-490C-85D6-9ACA6E8971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54870709"/>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EA1F97C0-3B27-446B-8B15-C594D130CC2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B188D735-738E-4093-B8B2-43F86EB57D3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C5C4F574-9221-46AA-A710-3162D76AEB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508760AE-AC55-4892-A27C-0669ECDDC2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F1FF365-D9AE-4142-8324-53AC52F9962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53484CDA-FAB3-4A42-ABAA-029A4AE7ED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508023B1-68AC-44F5-B1BF-15ED549DFB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AB616770-931D-4E8C-B861-259DA20B7B61}"/>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B98A739B-A8B2-427A-8FC3-5FF7C9EF9746}"/>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53CFEB3D-D67B-4B78-BFE4-87A026828FEE}"/>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8FA684C3-A4E5-466A-B2F4-B70C39F19827}"/>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C99481B8-4CD0-4B22-9F5D-64B6685F23DF}"/>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77B85F3A-9765-48DF-A230-1AFA2C387410}"/>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348D50E-DC6C-4902-AED3-EF0656E20219}"/>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4590E1AB-27B6-4D8B-94D1-292754FF235C}"/>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347A3A99-AE77-4324-B29C-3DC2E6313E00}"/>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72A06259-0222-4DCF-A984-37902D54FD64}"/>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B80EE14-6DE1-4379-9354-B7EFE266D62A}"/>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F72C319F-DE1A-41B5-95F5-E252275DD318}"/>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C4BA0407-8CC0-4A07-A83A-22FC59B82817}"/>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286B8AA9-736E-4398-BDFA-F8D46E287C17}"/>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7528317B-8C40-45C6-AA65-F766238017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2471454"/>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9CEDF5BD-242A-4602-954B-E3169068C33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9B701BAB-88B9-427D-926B-B5D1F0E40DA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2B79C28B-3A48-42D1-854E-753ECD3FE4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297E30F8-3DE8-4DE2-B658-60D150BB15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FF3933A-6A05-4C66-9B88-B69AB2AFDD8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A1522BDA-E7D7-4251-A91E-66C72C1B63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92A8373B-3E41-4465-966F-DF892EB4EE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D1E17286-CFEB-4C4E-8F9B-03EED5778D9A}"/>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246F8E54-C3AA-49C1-B64C-4EEEDD36E8D3}"/>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4E330FF9-0860-4723-945F-58EE77E428BA}"/>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8B8B3005-A6FF-41A4-B037-0584093E32D8}"/>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2561EEB9-1445-45A7-A841-A85CCB704D53}"/>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7314B33F-A2F8-4C36-823D-B749A3C52C76}"/>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F57B97EB-AA13-496D-A933-9CD977487849}"/>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FA23C1A8-A1FC-4071-A083-7133AABD1E63}"/>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D5E0CB54-203E-4017-B9FF-FA65637E818D}"/>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3B1C0C94-C7EB-42CD-99BB-AD4EBDEB2A3E}"/>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813F935A-0E2B-4BB0-BD74-39B820636681}"/>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F07126D3-7554-43A2-835E-8FBBCFB45D8F}"/>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4726C85A-D58F-46AC-A318-9E9BF9FAA13B}"/>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5B93AD6E-E036-4593-A69F-01C1DB3BE96D}"/>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F19431E2-C7C2-440D-A035-6D6935FCCD56}"/>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2A9E3033-6B38-465D-BC43-C320E1EEFFA2}"/>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D92E00A8-F637-4BE3-BB04-76F00D8D3E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12665141"/>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BC3A83C8-DA3C-4787-858E-BE5BBC0124E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911AAD4D-9D22-4458-93D3-6C3C93FB63A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6B2A49B9-013A-47A9-8704-8E7726DAE9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2082A1E9-E341-473F-9D5D-412DCC908B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2D9DC1B-F382-4526-812D-8281AE611CB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E7CE0F6D-063D-490D-9A59-5042971CCD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A7250F1B-A714-422A-B72E-F6B0A4FA2F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B4857891-3E61-4416-A6E4-6D18F110F676}"/>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F14291B8-94EF-4123-9302-B44BE751DCA3}"/>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10E848D9-B22C-4115-82E9-014E3B844C36}"/>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E283AEBE-50C8-4A40-87A6-C25AB2B36DCC}"/>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7D9F633B-A484-4DAB-93EF-D2B2E2B74E92}"/>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EBD85F5A-7304-48EA-BA08-EE8ABFC1F43D}"/>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09C56FA3-9C1C-4929-9FF6-5FAFA0B5ABAD}"/>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8F0C673D-8F5B-456E-A4DA-4D9641A2E676}"/>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D90C14A8-0217-4997-BA10-A6BF318DE64F}"/>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8A256959-5693-49A6-BDD6-D25FB36CBA62}"/>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19FD3216-BD37-4A01-B2A2-ABBE9E6F6EED}"/>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DAC9CC66-643C-4112-8BC1-CA29F98BD0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73974452"/>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E6B6761D-56A1-4841-9188-DA9F1912F8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5424C0B1-795B-48B4-96F6-4B29E8EC77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538379D5-3B71-43B2-88FE-7AAE0E558F5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842CCCAD-8020-41A4-88AC-FC2E52DE90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7CA19EC2-77B3-41DF-ABE5-7A9DA14B52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2A422D2A-C894-4FDB-9894-F091DA1865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CB783ED8-62CC-43EB-8394-68042786F8CE}"/>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AB44102C-6484-4F39-8F1D-7BFF7F6AED35}"/>
              </a:ext>
            </a:extLst>
          </p:cNvPr>
          <p:cNvPicPr>
            <a:picLocks xmlns:a="http://schemas.openxmlformats.org/drawingml/2006/main" noChangeAspect="1"/>
          </p:cNvPicPr>
          <p:nvPr/>
        </p:nvPicPr>
        <p:blipFill>
          <a:blip xmlns:r="http://schemas.openxmlformats.org/officeDocument/2006/relationships" xmlns:a="http://schemas.openxmlformats.org/drawingml/2006/main" r:embed="Rf9baf3f6c1a6438d"/>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FB7BAAB3-430F-4FEC-AD6D-17C73BCD79E6}"/>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DAC7D148-A994-4228-B53F-C7A27F8D9AB6}"/>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C36225E1-F5A4-4780-A13E-CD4B087FAD72}"/>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775C7E14-62E0-48DD-B72C-8DD6C3114C57}"/>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05D0FDA1-9ED1-48B1-83B8-1FD6F5759616}"/>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D209C88D-F40A-4756-B873-D668379A12B2}"/>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E1770A95-3466-4FD8-879A-6268418096C5}"/>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A3F6B293-8D08-4629-88CC-C5B0DCE01C12}"/>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5A084366-E6A8-4504-85EC-C450AE0E5E34}"/>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C3062053-4387-46A6-9628-F84CCC850229}"/>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A8658756-B087-458C-901A-57E7D59EA9D2}"/>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20DDEF6D-D918-415C-BC28-244095181AE4}"/>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046E54DF-586C-49FC-B3EF-6B540DCA0703}"/>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1397E5EC-194D-4724-AB8E-B3DBAD99D60D}"/>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670F784B-8754-4E2B-BCE1-CE35C79F8E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05307027"/>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AD546D44-2F0F-4462-AD90-1FD4A82F783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55DB8390-40E1-4BAC-B57A-4F5D65F9E32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6E022317-66D0-43A7-98D8-53BBB275C1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BB0CDDEB-7B96-479D-81BA-BC6D80CFFB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E345D3E0-4016-440C-A9CD-75A9C76305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C6022314-34F7-4A59-BBB7-585A0755DF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51C5B06F-E892-48CF-8DDF-FAFF79BBE476}"/>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4756F185-6EB9-4465-A2E8-BE14FF595FFB}"/>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D12C5B35-938A-4875-AFFB-E95BCC4F91E7}"/>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E6E05CFC-AE8A-4062-A720-2548A4D3B823}"/>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96A31995-87C1-48BF-9031-70A4541B4839}"/>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EBD4D149-03D3-4AF6-9049-56A6D3FBB454}"/>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9853F4EF-3549-403A-BB26-58D6C6BABE58}"/>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02663FA2-2BBE-4C2C-BC7F-C13B6FED13BF}"/>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359C9ADD-EBC4-46DB-AD11-68A8B0D1A8C9}"/>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4EA80A0C-A7C5-4716-B0E7-60D9865DC2F7}"/>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664F0EEA-321B-4F1E-94A9-A807EB0BC48E}"/>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E03D8D80-7456-4833-AD72-A2CD2D444DEF}"/>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4564DF0E-D9A8-4168-915F-1B7387E8ECD0}"/>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D494F563-8E26-4737-AB86-4B314AA3463C}"/>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992C468E-4AE0-4788-A619-FA209B4176E7}"/>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892D9757-0CC2-43AC-AF19-D2C0F266DA0B}"/>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01FC2EC1-5104-49AA-9FEA-49520DD25970}"/>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F26F309C-9E97-4A5A-921E-CAF8191FB8B5}"/>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D40BD9E4-AA54-4ACA-9F51-16090B04FA9B}"/>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1E8092EF-A5B4-4569-A15A-A5EDA6F6B72C}"/>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C32F98BF-3CF5-4BEB-9A77-8B5E059425F8}"/>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7D0881E3-BC74-40B2-A534-212B382BEECD}"/>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D5863629-EB39-484E-87CC-E6333CAB8A69}"/>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29C93F93-889D-4056-A49D-47036A305767}"/>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760ABB9D-CE88-485B-A24A-8FDC18CA309E}"/>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79769F9B-749C-4B86-B332-204B64152C32}"/>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E9413E25-1090-435E-8B94-30A7D3C802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743336346"/>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80F146BB-45E2-42FF-8696-D4F033793A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AE06F66F-3798-467C-BF18-DCC9EF7C74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B07BB522-9CE3-48CB-A242-4C9E9606DF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EB96EE1F-2791-4672-AFAD-6019FE4980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E3C5BE91-A641-4BA3-9030-54AE88949E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E631F0A2-8282-45F2-B39D-38076C072F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EA274CF2-9687-4DA5-8B89-D777BA0C9CE5}"/>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50F0A220-88AA-422D-A86F-8599F334FFCB}"/>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846B2FCB-E391-4478-9560-B623F10BCB16}"/>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8B9D888E-37D9-4E52-9AE0-78A1863001F2}"/>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14F2810A-5943-4AA4-BB79-A17C3250D565}"/>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7A94411-66F8-4300-826F-D669844EE92C}"/>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B8553673-3659-4B15-8FBF-87618E43A075}"/>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52F93E42-134B-44A8-B4F2-492B0E313BAC}"/>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F70633D8-3F3E-4931-B01F-3DF8DC09CBFD}"/>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3C1CB41C-646C-4258-9917-F5D223B6A299}"/>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3937DBF-361B-4D71-AB29-2ECC761D1268}"/>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626B0422-EC6A-4A50-B52E-644197B8D179}"/>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BBD770E8-6E8A-461F-866B-096C6DD862D7}"/>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2BEE9742-B521-479C-8B99-B06E9CD58E74}"/>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0DFFB772-F878-4B29-B51A-3875A7ECBCB1}"/>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6C454E1-9182-4A96-806D-340ED05AB2B1}"/>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808798DB-8C5C-4EF7-BB76-1D24D4B0997F}"/>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3F38BE6F-59C6-46EF-9B93-B06213605E1B}"/>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93A8A2FD-EB33-422F-8E94-7269AEE49E8D}"/>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83607ABA-F288-49D6-B0E7-29770753B3DF}"/>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16E369B8-EF5D-4EE3-B986-F9E9D94CBBE1}"/>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88E66715-0A6A-43F7-8210-552EC220277E}"/>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66374149-638E-4939-8DDF-5082D1EA7E2F}"/>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99F476D7-9236-4720-BE7F-D8C0E3A80D92}"/>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400BD947-E34D-406A-831C-573487FBC419}"/>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A8011EEF-C841-40DD-A238-9554E404EBDC}"/>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ECBF7FAF-BC44-4281-B0E9-F323F1CAC160}"/>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7332B2FA-686A-4673-B042-DE95346EFC2F}"/>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C0577CDE-277C-4A14-AB4A-3361BD34F25B}"/>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14F06AA-114A-4978-8F75-CEF345F1457C}"/>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4E710A7F-9465-4D7D-B0CA-F97C05B5E9BC}"/>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E673F3C4-79EF-43A5-9311-523634B07D06}"/>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2227B96D-3A62-4930-9EB2-053C4A7254A8}"/>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CB69AF9A-3ABF-4401-BC9C-6D1C321256C7}"/>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6F31848E-C500-4917-B3A0-1CA64309D2B6}"/>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CEB6B356-9B59-4E59-9CCF-C4346F91FE6C}"/>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C0476C68-336C-4E45-B78F-CBE667F1B502}"/>
              </a:ext>
            </a:extLst>
          </p:cNvPr>
          <p:cNvPicPr>
            <a:picLocks xmlns:a="http://schemas.openxmlformats.org/drawingml/2006/main" noChangeAspect="1"/>
          </p:cNvPicPr>
          <p:nvPr/>
        </p:nvPicPr>
        <p:blipFill>
          <a:blip xmlns:r="http://schemas.openxmlformats.org/officeDocument/2006/relationships" xmlns:a="http://schemas.openxmlformats.org/drawingml/2006/main" r:embed="R52db0ea4d38946c0"/>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8582D8E2-C7EC-451F-BBBD-96D5F9FB72B2}"/>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60CF1420-C9BB-4919-BD9C-1A6C01DC1710}"/>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15BD8B22-8597-4148-A28D-6DDBAA2B2D43}"/>
              </a:ext>
            </a:extLst>
          </p:cNvPr>
          <p:cNvPicPr>
            <a:picLocks xmlns:a="http://schemas.openxmlformats.org/drawingml/2006/main" noChangeAspect="1"/>
          </p:cNvPicPr>
          <p:nvPr/>
        </p:nvPicPr>
        <p:blipFill>
          <a:blip xmlns:r="http://schemas.openxmlformats.org/officeDocument/2006/relationships" xmlns:a="http://schemas.openxmlformats.org/drawingml/2006/main" r:embed="Rc81af4e489ef4d81"/>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7B2FAEC7-7B6F-46E9-B623-951063775B3D}"/>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5AD124DE-1E24-4AE2-9F29-01E489FFBD26}"/>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5FE55AD1-C564-4D8C-A1E1-D17908B5F95B}"/>
              </a:ext>
            </a:extLst>
          </p:cNvPr>
          <p:cNvPicPr>
            <a:picLocks xmlns:a="http://schemas.openxmlformats.org/drawingml/2006/main" noChangeAspect="1"/>
          </p:cNvPicPr>
          <p:nvPr/>
        </p:nvPicPr>
        <p:blipFill>
          <a:blip xmlns:r="http://schemas.openxmlformats.org/officeDocument/2006/relationships" xmlns:a="http://schemas.openxmlformats.org/drawingml/2006/main" r:embed="Rab8bc0ddf77b4046"/>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19852544-7871-41D8-BD6A-3CD49D77D4AC}"/>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340EEFD6-C2F2-499F-80D1-4D685BCFCC8D}"/>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54ED76A0-5FAA-4F60-9067-CCE2CEF241DB}"/>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34A524C4-4613-47F4-BAAC-21EA7283A3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96805716"/>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8999C31E-4AE8-4F2B-901C-1731C420146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C027FE94-5C16-405D-8231-49337B22600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40A00711-40B8-442D-BBD2-925CAADE82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0BE33798-50E6-4592-949C-E5FB3EA305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880F02E1-DD5E-42E3-AB44-B876C1F913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09196766-2561-47E0-8AD8-B4918E49BF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8F1A744C-DA35-4BEB-900A-AE2A89EA507D}"/>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84258404-236E-492A-9542-B2B8530493E4}"/>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859EB39C-F205-4D7B-B3E8-C16C03274BD4}"/>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3087A2E8-6055-4198-ACC3-AB7CC3572710}"/>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45644359-4DB9-4FE9-9074-D5D32AC78098}"/>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2EFA5BCA-34E6-454B-BE12-C3B729C46DCB}"/>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2FBF6988-2621-4F26-9578-7B2030A91366}"/>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F5C851E7-E321-4433-A772-9AC7532DFDA5}"/>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6EC92AC8-1C38-42AC-847E-707FF06285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849451787"/>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F1CA5C64-9156-4F2F-B9CE-0694151489A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D4EA5CF8-0E57-47E6-B694-7047A59F252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119A4D95-B3EE-420C-8604-2F396A773D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029905AE-A5D1-4915-BEC8-D70CB7D80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ED54AC71-BE1F-4947-AB5A-E86729748F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39BF8B2C-09B0-4614-81D9-C7DD080E73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2CB73E6D-BE01-4D15-BA70-58E604A06FC5}"/>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BC9BF340-6E98-412F-89B1-2AF695F6A1B7}"/>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5069A3C1-ACF1-4387-948B-70A28AACAC9C}"/>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50BA6112-0DF4-496C-9051-F607E7C6ACA5}"/>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322D9834-F426-4341-B2CA-58F7EE0227FF}"/>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3637A9EF-DA06-48F1-A2CB-BE981BEBC54F}"/>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D63BAE5A-511F-4DE5-ABFF-C662DF0D377E}"/>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D406DF6A-F1BF-4DE5-B39B-279D7F41E936}"/>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23FDF3C5-70A9-4BCF-84B1-769882098F5B}"/>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FD983D50-EDB3-418D-AB1C-E4290B9982E2}"/>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A842A591-5C40-4E6B-B897-AF70BC1F7B66}"/>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327ED100-226E-41B3-8FF0-DD4776156BB7}"/>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58CDFD35-CB10-4FEC-8D40-C8AD43EA36E5}"/>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C26D382E-76D7-4A9E-B31A-E9C3B0579F07}"/>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EE8CAD48-8CC0-4002-892D-A0ECFA153A05}"/>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B16DABAD-EAEA-4654-901A-4757FBB7C4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670737291"/>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C323F83A-EDE8-4F9B-A017-CD09C595E9C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F168AE8B-E211-4EC1-8918-C705E3565B6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63BFD99A-5C67-4A08-AFD2-001ED80F026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FB73E0C9-479D-4299-8156-535324DC5B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7BCD5CC0-9A85-4D18-A53F-978F8C1946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E5E43804-9053-4832-BA50-E7B6C4FFB3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E0C6CC3A-CEDB-496E-A00F-65AE3A470995}"/>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BD97C6EF-9F44-4E62-A1F8-E695FC46FA40}"/>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B2BC78C3-F897-4433-868A-72C360BD9A6F}"/>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C5DF3820-B95A-4C02-88AF-5E3F0E70ED48}"/>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71B7CAD2-130D-4F5C-B4B7-1DD1D7BA0959}"/>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013BBDBB-44F7-4298-AAC1-56B3AC15A1F3}"/>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56DF5FF0-4503-40FA-B81A-3F6149C2C4C5}"/>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5AAC4BA3-6A57-4456-8095-C9D4C71F93BC}"/>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45F27E7F-8BD8-4A47-9695-E3C7384D3A77}"/>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848A42C4-3196-4C39-AC39-01F1DC0EAB9C}"/>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8298BF15-569F-491C-961D-7207CC1EDB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48842221"/>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571D7368-7F0A-4209-B0CE-BCF363A51A4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FFFA692E-7462-4D72-BC68-CC80127EF1F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F9AF33EE-17E2-4D8F-A193-1FAC8D2F40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674830C0-C198-4CEB-B2AC-06FA3F42B6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A67DB0AD-476C-492A-8526-CF2C842BC0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88E7E9C4-A573-4731-B098-4351828783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11D940AA-2A0A-4070-8D7E-0C468D944E6C}"/>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67A76115-A933-40BF-9612-3D3527F72EE7}"/>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E43B379C-E614-4BE1-80ED-2364870CF287}"/>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5F2BFBBA-C9B3-43A9-A136-37D459786192}"/>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019B94D0-136F-4F49-AA6F-CA5116A8D9F0}"/>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EC3D0DFC-8B1F-4E37-8177-542446FBDD06}"/>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5DD01EC7-E8A9-416E-A61B-321C0C0172EF}"/>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A53E61B5-DCD1-41D8-B14C-8BC497EE9142}"/>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0BE64BAD-C8DB-4376-8F08-4E54C7E3EFF1}"/>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B3B88A6F-1FA8-4A38-BAFF-C5BA9FD98C7F}"/>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87F7C7EF-7A82-42B8-8A5B-D207053B30AF}"/>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CE174C41-8B56-4D6F-BC1E-B382E1AFAFF0}"/>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7C55716-AD56-4856-A1F6-CA67E13EDA99}"/>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6EBE724F-7263-48D2-91B5-80432E02181F}"/>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4511EBAF-99D0-44A7-B877-6CC89F18D053}"/>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4605F881-D88F-4E2A-9E8F-52842DD92055}"/>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00F85303-A2DE-423F-B986-4E67CAE071C2}"/>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469DF399-29D6-450A-AF90-FE7B7616D429}"/>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CD826FA-B9C4-491E-A90F-DFC18A04D665}"/>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1071F61A-682F-4DEC-8D9C-ED4F65D9914C}"/>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D2485165-1B23-47C7-94B1-0CF9D6A75DBB}"/>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74DD416A-8A91-4087-96E0-FA1F9DAA5BF2}"/>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E3AD9658-3430-4F21-8E4A-ED892FF132B3}"/>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1662567F-E35E-4696-9CB0-59DB39A4562E}"/>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D440ED91-939E-4581-80F8-B84B9E3E6E69}"/>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9C621ACA-1D15-4908-81B5-20FB4C4636A8}"/>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1CC15DD0-92BA-4F63-ACB4-5A943DA044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12902375"/>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50249EA5-D6C4-43D0-8C0C-5DC5DBDB556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25158E87-570B-45CB-9F96-A23C0620B32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7BFAA045-1F0A-481A-8C1A-3194782C8A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4CC807F2-7270-4FD8-9A4E-60426BB380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F0B94491-8F9E-40BB-AA38-AD385EEB15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F2F21243-E74D-467B-9B73-753C4954DF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729A0930-37E2-4D79-A1AF-C8F9B53FFF5A}"/>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F0530BC5-CE0E-47C7-B72B-6CC0B47A9D92}"/>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96F0316A-4B6D-4AE2-845C-5BBFA473575C}"/>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6BF44C0B-DF3C-40D6-9AAE-5711CF3A9D79}"/>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E3C44008-C19B-43C0-8A74-73964DE4FAB2}"/>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A2B66271-8D79-4FE7-B7E4-C71409079922}"/>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09449199-AB48-4958-A90F-1608C0FC3DB8}"/>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1AD7A10E-939E-4F18-99B0-F07936EA526C}"/>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77EE3104-7063-445F-B86D-B6AC70897508}"/>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CBBB0741-9194-4551-818E-ACA5CB43F67C}"/>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3468413A-F8B2-4C9D-8665-2304D5499D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2098073937"/>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AC4B9BBC-667F-4B51-9FDD-06394D8EB6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569789BC-3D8D-417F-9CDF-9522BE3D13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009DFB6B-9125-401D-AA35-D24FB83792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0BBC201B-075A-438C-A3AF-D342084577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EE02D57D-F3A8-4F2B-9AA7-EF3C9455A5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F2AF598D-2176-4BFB-B3D3-9903B7448E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42D63948-57F6-451D-83CA-79E7BACB41A3}"/>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3C72906C-BDEF-4EEF-9625-74713C8B47AF}"/>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0772D839-D249-485D-84D9-2431D53456A4}"/>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532CEE2F-3D38-476A-93E2-E3100EC28072}"/>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5699A396-9DDB-4C46-98CE-A06475B4C4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311578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2026-10-23T04:23:17.3040000Z</dcterms:created>
  <dcterms:modified xsi:type="dcterms:W3CDTF">2026-10-23T04:23:17.3040000Z</dcterms:modified>
</coreProperties>
</file>