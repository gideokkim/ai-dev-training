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slides/charts/chart1.xml" ContentType="application/vnd.openxmlformats-officedocument.drawingml.chart+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2f1f6d33ed8404e" /><Relationship Type="http://schemas.openxmlformats.org/officeDocument/2006/relationships/extended-properties" Target="/docProps/app.xml" Id="Rca9e03e4edf749e8" /><Relationship Type="http://schemas.openxmlformats.org/officeDocument/2006/relationships/officeDocument" Target="/ppt/presentation.xml" Id="R4865d1adaf874cda" /></Relationships>
</file>

<file path=ppt/presentation.xml><?xml version="1.0" encoding="utf-8"?>
<p:presentation xmlns:p="http://schemas.openxmlformats.org/presentationml/2006/main">
  <p:sldMasterIdLst>
    <p:sldMasterId xmlns:r="http://schemas.openxmlformats.org/officeDocument/2006/relationships" id="2147483648" r:id="R1670cbe85bcb4ebb"/>
  </p:sldMasterIdLst>
  <p:notesMasterIdLst>
    <p:notesMasterId xmlns:r="http://schemas.openxmlformats.org/officeDocument/2006/relationships" r:id="Rec6ea21dee824797"/>
  </p:notesMasterIdLst>
  <p:sldIdLst>
    <p:sldId xmlns:r="http://schemas.openxmlformats.org/officeDocument/2006/relationships" id="256" r:id="Rc84e0cb874b448cb"/>
    <p:sldId xmlns:r="http://schemas.openxmlformats.org/officeDocument/2006/relationships" id="257" r:id="Rbc80fef69024406d"/>
    <p:sldId xmlns:r="http://schemas.openxmlformats.org/officeDocument/2006/relationships" id="258" r:id="Rcdf0a9d677ac4318"/>
    <p:sldId xmlns:r="http://schemas.openxmlformats.org/officeDocument/2006/relationships" id="259" r:id="Rffbaf113d4e748ce"/>
    <p:sldId xmlns:r="http://schemas.openxmlformats.org/officeDocument/2006/relationships" id="260" r:id="R10595c65370449c4"/>
    <p:sldId xmlns:r="http://schemas.openxmlformats.org/officeDocument/2006/relationships" id="261" r:id="Re65e0febf2ce4a8d"/>
    <p:sldId xmlns:r="http://schemas.openxmlformats.org/officeDocument/2006/relationships" id="262" r:id="R075633f49ec3465a"/>
    <p:sldId xmlns:r="http://schemas.openxmlformats.org/officeDocument/2006/relationships" id="263" r:id="R02a770361ba142a7"/>
    <p:sldId xmlns:r="http://schemas.openxmlformats.org/officeDocument/2006/relationships" id="264" r:id="R5b208b200af84510"/>
    <p:sldId xmlns:r="http://schemas.openxmlformats.org/officeDocument/2006/relationships" id="265" r:id="R55a24fbe303d406c"/>
    <p:sldId xmlns:r="http://schemas.openxmlformats.org/officeDocument/2006/relationships" id="266" r:id="R64a8b7a99b8b48a2"/>
    <p:sldId xmlns:r="http://schemas.openxmlformats.org/officeDocument/2006/relationships" id="267" r:id="R0330ba358aeb420a"/>
    <p:sldId xmlns:r="http://schemas.openxmlformats.org/officeDocument/2006/relationships" id="268" r:id="R90cfdaf2eacf47e3"/>
    <p:sldId xmlns:r="http://schemas.openxmlformats.org/officeDocument/2006/relationships" id="269" r:id="R3e009c13963c4f4e"/>
    <p:sldId xmlns:r="http://schemas.openxmlformats.org/officeDocument/2006/relationships" id="270" r:id="Rf1eea1a7b9ab47b0"/>
    <p:sldId xmlns:r="http://schemas.openxmlformats.org/officeDocument/2006/relationships" id="271" r:id="R7a378636d36e4c68"/>
    <p:sldId xmlns:r="http://schemas.openxmlformats.org/officeDocument/2006/relationships" id="272" r:id="R5d51b1cd6bd74c32"/>
    <p:sldId xmlns:r="http://schemas.openxmlformats.org/officeDocument/2006/relationships" id="273" r:id="R68f5f108171a4e85"/>
    <p:sldId xmlns:r="http://schemas.openxmlformats.org/officeDocument/2006/relationships" id="274" r:id="R4b32a3220a8147f2"/>
    <p:sldId xmlns:r="http://schemas.openxmlformats.org/officeDocument/2006/relationships" id="275" r:id="R0757970680de4204"/>
    <p:sldId xmlns:r="http://schemas.openxmlformats.org/officeDocument/2006/relationships" id="276" r:id="Re3cc97742cf4436d"/>
    <p:sldId xmlns:r="http://schemas.openxmlformats.org/officeDocument/2006/relationships" id="277" r:id="Rb27fe7fcb9c7449b"/>
    <p:sldId xmlns:r="http://schemas.openxmlformats.org/officeDocument/2006/relationships" id="278" r:id="Rc5f32d870484476a"/>
    <p:sldId xmlns:r="http://schemas.openxmlformats.org/officeDocument/2006/relationships" id="279" r:id="R62956e71e8124e8e"/>
    <p:sldId xmlns:r="http://schemas.openxmlformats.org/officeDocument/2006/relationships" id="280" r:id="R64604f8d63ce4439"/>
    <p:sldId xmlns:r="http://schemas.openxmlformats.org/officeDocument/2006/relationships" id="281" r:id="R197b93f480074ecc"/>
    <p:sldId xmlns:r="http://schemas.openxmlformats.org/officeDocument/2006/relationships" id="282" r:id="Rebdef4bbb7084c83"/>
    <p:sldId xmlns:r="http://schemas.openxmlformats.org/officeDocument/2006/relationships" id="283" r:id="R569520cb63194de2"/>
    <p:sldId xmlns:r="http://schemas.openxmlformats.org/officeDocument/2006/relationships" id="284" r:id="R7c2feb68ae2241bb"/>
    <p:sldId xmlns:r="http://schemas.openxmlformats.org/officeDocument/2006/relationships" id="285" r:id="R0736d0e597ef491e"/>
    <p:sldId xmlns:r="http://schemas.openxmlformats.org/officeDocument/2006/relationships" id="286" r:id="R7df0014707d94952"/>
    <p:sldId xmlns:r="http://schemas.openxmlformats.org/officeDocument/2006/relationships" id="287" r:id="Raf3d954a4de94d07"/>
    <p:sldId xmlns:r="http://schemas.openxmlformats.org/officeDocument/2006/relationships" id="288" r:id="Rf7a12deea9664c1d"/>
    <p:sldId xmlns:r="http://schemas.openxmlformats.org/officeDocument/2006/relationships" id="289" r:id="R0c40e1ebb54e42da"/>
    <p:sldId xmlns:r="http://schemas.openxmlformats.org/officeDocument/2006/relationships" id="290" r:id="R3f1c39d11f204eb5"/>
    <p:sldId xmlns:r="http://schemas.openxmlformats.org/officeDocument/2006/relationships" id="291" r:id="Rb5aa5074bf924fe1"/>
    <p:sldId xmlns:r="http://schemas.openxmlformats.org/officeDocument/2006/relationships" id="292" r:id="Ra05deddbf3034e35"/>
    <p:sldId xmlns:r="http://schemas.openxmlformats.org/officeDocument/2006/relationships" id="293" r:id="R379e33adcfb14bde"/>
    <p:sldId xmlns:r="http://schemas.openxmlformats.org/officeDocument/2006/relationships" id="294" r:id="R3e008a241d0d4f6e"/>
    <p:sldId xmlns:r="http://schemas.openxmlformats.org/officeDocument/2006/relationships" id="295" r:id="R74e01ddb057547ba"/>
    <p:sldId xmlns:r="http://schemas.openxmlformats.org/officeDocument/2006/relationships" id="296" r:id="Ra0a56f5fd98b4396"/>
    <p:sldId xmlns:r="http://schemas.openxmlformats.org/officeDocument/2006/relationships" id="297" r:id="R8d603c3c8cf8479f"/>
    <p:sldId xmlns:r="http://schemas.openxmlformats.org/officeDocument/2006/relationships" id="298" r:id="Rb20ad13386e045c4"/>
    <p:sldId xmlns:r="http://schemas.openxmlformats.org/officeDocument/2006/relationships" id="299" r:id="Rdec184c5a0604c41"/>
    <p:sldId xmlns:r="http://schemas.openxmlformats.org/officeDocument/2006/relationships" id="300" r:id="Rf599fc9fbee94131"/>
    <p:sldId xmlns:r="http://schemas.openxmlformats.org/officeDocument/2006/relationships" id="301" r:id="R8c365a0d53a04ef8"/>
    <p:sldId xmlns:r="http://schemas.openxmlformats.org/officeDocument/2006/relationships" id="302" r:id="R7c4f13bc9cf84fb7"/>
    <p:sldId xmlns:r="http://schemas.openxmlformats.org/officeDocument/2006/relationships" id="303" r:id="Re502472679664dfb"/>
    <p:sldId xmlns:r="http://schemas.openxmlformats.org/officeDocument/2006/relationships" id="304" r:id="R85bedc95545744e6"/>
    <p:sldId xmlns:r="http://schemas.openxmlformats.org/officeDocument/2006/relationships" id="305" r:id="Re4bba5202e3a45d4"/>
    <p:sldId xmlns:r="http://schemas.openxmlformats.org/officeDocument/2006/relationships" id="306" r:id="R29110896515b4ece"/>
    <p:sldId xmlns:r="http://schemas.openxmlformats.org/officeDocument/2006/relationships" id="307" r:id="Rb2956d44e98e494e"/>
    <p:sldId xmlns:r="http://schemas.openxmlformats.org/officeDocument/2006/relationships" id="308" r:id="R2ac669828b324fdf"/>
    <p:sldId xmlns:r="http://schemas.openxmlformats.org/officeDocument/2006/relationships" id="309" r:id="R9f674a30b6cf4fad"/>
    <p:sldId xmlns:r="http://schemas.openxmlformats.org/officeDocument/2006/relationships" id="310" r:id="R21e9d1fb17fe4298"/>
    <p:sldId xmlns:r="http://schemas.openxmlformats.org/officeDocument/2006/relationships" id="311" r:id="Rc9b40f709aab4da0"/>
    <p:sldId xmlns:r="http://schemas.openxmlformats.org/officeDocument/2006/relationships" id="312" r:id="Rc5d8fe188b724522"/>
    <p:sldId xmlns:r="http://schemas.openxmlformats.org/officeDocument/2006/relationships" id="313" r:id="Rbd3b2ca1cc5246c1"/>
    <p:sldId xmlns:r="http://schemas.openxmlformats.org/officeDocument/2006/relationships" id="314" r:id="R1c8809a7ab7e4dea"/>
    <p:sldId xmlns:r="http://schemas.openxmlformats.org/officeDocument/2006/relationships" id="315" r:id="R54cf04ec3beb4b7e"/>
    <p:sldId xmlns:r="http://schemas.openxmlformats.org/officeDocument/2006/relationships" id="316" r:id="R1f4a2a74fd40472e"/>
    <p:sldId xmlns:r="http://schemas.openxmlformats.org/officeDocument/2006/relationships" id="317" r:id="R3ac599b07c8048fd"/>
    <p:sldId xmlns:r="http://schemas.openxmlformats.org/officeDocument/2006/relationships" id="318" r:id="R93683177417c4bc6"/>
    <p:sldId xmlns:r="http://schemas.openxmlformats.org/officeDocument/2006/relationships" id="319" r:id="Rc03846b64bde48cb"/>
    <p:sldId xmlns:r="http://schemas.openxmlformats.org/officeDocument/2006/relationships" id="320" r:id="Rc4a0287509ad476e"/>
    <p:sldId xmlns:r="http://schemas.openxmlformats.org/officeDocument/2006/relationships" id="321" r:id="Rd449b966d270426f"/>
    <p:sldId xmlns:r="http://schemas.openxmlformats.org/officeDocument/2006/relationships" id="322" r:id="Rf1cb73322ad8466a"/>
    <p:sldId xmlns:r="http://schemas.openxmlformats.org/officeDocument/2006/relationships" id="323" r:id="R099a8a13fc214f35"/>
    <p:sldId xmlns:r="http://schemas.openxmlformats.org/officeDocument/2006/relationships" id="324" r:id="R259cef81111e42f1"/>
    <p:sldId xmlns:r="http://schemas.openxmlformats.org/officeDocument/2006/relationships" id="325" r:id="R14f94014a5aa4b0d"/>
    <p:sldId xmlns:r="http://schemas.openxmlformats.org/officeDocument/2006/relationships" id="326" r:id="R0c9f3c2a730f435c"/>
    <p:sldId xmlns:r="http://schemas.openxmlformats.org/officeDocument/2006/relationships" id="327" r:id="R392ecbdc42084677"/>
    <p:sldId xmlns:r="http://schemas.openxmlformats.org/officeDocument/2006/relationships" id="328" r:id="R04239facc5644bdc"/>
    <p:sldId xmlns:r="http://schemas.openxmlformats.org/officeDocument/2006/relationships" id="329" r:id="R8c5e9829b88e42b9"/>
    <p:sldId xmlns:r="http://schemas.openxmlformats.org/officeDocument/2006/relationships" id="330" r:id="R465d728e81234876"/>
    <p:sldId xmlns:r="http://schemas.openxmlformats.org/officeDocument/2006/relationships" id="331" r:id="R785e61448ae841f5"/>
    <p:sldId xmlns:r="http://schemas.openxmlformats.org/officeDocument/2006/relationships" id="332" r:id="R06324ba1854f4251"/>
    <p:sldId xmlns:r="http://schemas.openxmlformats.org/officeDocument/2006/relationships" id="333" r:id="Rb6b0291a30b94f0b"/>
    <p:sldId xmlns:r="http://schemas.openxmlformats.org/officeDocument/2006/relationships" id="334" r:id="R26d24c2b50da4cfe"/>
    <p:sldId xmlns:r="http://schemas.openxmlformats.org/officeDocument/2006/relationships" id="335" r:id="Rb10e0b93ad2e4a04"/>
    <p:sldId xmlns:r="http://schemas.openxmlformats.org/officeDocument/2006/relationships" id="336" r:id="Rcd6e2a6627974e1b"/>
    <p:sldId xmlns:r="http://schemas.openxmlformats.org/officeDocument/2006/relationships" id="337" r:id="R740dea522303465d"/>
    <p:sldId xmlns:r="http://schemas.openxmlformats.org/officeDocument/2006/relationships" id="338" r:id="Re31bc6379963406e"/>
    <p:sldId xmlns:r="http://schemas.openxmlformats.org/officeDocument/2006/relationships" id="339" r:id="R6d5132eebf294869"/>
    <p:sldId xmlns:r="http://schemas.openxmlformats.org/officeDocument/2006/relationships" id="340" r:id="R8196ea21c44941e2"/>
    <p:sldId xmlns:r="http://schemas.openxmlformats.org/officeDocument/2006/relationships" id="341" r:id="R38f93094895e44eb"/>
    <p:sldId xmlns:r="http://schemas.openxmlformats.org/officeDocument/2006/relationships" id="342" r:id="Rfb1e318e091141fa"/>
    <p:sldId xmlns:r="http://schemas.openxmlformats.org/officeDocument/2006/relationships" id="343" r:id="R5efc19e34adc4768"/>
    <p:sldId xmlns:r="http://schemas.openxmlformats.org/officeDocument/2006/relationships" id="344" r:id="Rbdbbe440dd3c4a53"/>
    <p:sldId xmlns:r="http://schemas.openxmlformats.org/officeDocument/2006/relationships" id="345" r:id="R2230c530049c4fe4"/>
    <p:sldId xmlns:r="http://schemas.openxmlformats.org/officeDocument/2006/relationships" id="346" r:id="Rfe971db4b9b74582"/>
    <p:sldId xmlns:r="http://schemas.openxmlformats.org/officeDocument/2006/relationships" id="347" r:id="Rbd43568c41e242e8"/>
    <p:sldId xmlns:r="http://schemas.openxmlformats.org/officeDocument/2006/relationships" id="348" r:id="R227ebbd141e448c9"/>
    <p:sldId xmlns:r="http://schemas.openxmlformats.org/officeDocument/2006/relationships" id="349" r:id="Rfd3e364aaaa44d64"/>
    <p:sldId xmlns:r="http://schemas.openxmlformats.org/officeDocument/2006/relationships" id="350" r:id="R06bd8db0eed644ac"/>
    <p:sldId xmlns:r="http://schemas.openxmlformats.org/officeDocument/2006/relationships" id="351" r:id="Rb56c28d5845d41aa"/>
    <p:sldId xmlns:r="http://schemas.openxmlformats.org/officeDocument/2006/relationships" id="352" r:id="R7ad4b8b5003a41dc"/>
    <p:sldId xmlns:r="http://schemas.openxmlformats.org/officeDocument/2006/relationships" id="353" r:id="Rbf0a57f1501649b4"/>
    <p:sldId xmlns:r="http://schemas.openxmlformats.org/officeDocument/2006/relationships" id="354" r:id="Ra6acd24fbb634ab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508d37bd98b46f5" /><Relationship Type="http://schemas.openxmlformats.org/officeDocument/2006/relationships/slideMaster" Target="/ppt/slideMasters/slideMaster1.xml" Id="R1670cbe85bcb4ebb" /><Relationship Type="http://schemas.openxmlformats.org/officeDocument/2006/relationships/notesMaster" Target="/ppt/notesMasters/notesMaster1.xml" Id="Rec6ea21dee824797" /><Relationship Type="http://schemas.openxmlformats.org/officeDocument/2006/relationships/presProps" Target="/ppt/presProps.xml" Id="R3bd1f9b63e264804" /><Relationship Type="http://schemas.openxmlformats.org/officeDocument/2006/relationships/tableStyles" Target="/ppt/tableStyles.xml" Id="R09f3793cb51f48a6" /><Relationship Type="http://schemas.openxmlformats.org/officeDocument/2006/relationships/slide" Target="/ppt/slides/slide1.xml" Id="Rc84e0cb874b448cb" /><Relationship Type="http://schemas.openxmlformats.org/officeDocument/2006/relationships/slide" Target="/ppt/slides/slide2.xml" Id="Rbc80fef69024406d" /><Relationship Type="http://schemas.openxmlformats.org/officeDocument/2006/relationships/slide" Target="/ppt/slides/slide3.xml" Id="Rcdf0a9d677ac4318" /><Relationship Type="http://schemas.openxmlformats.org/officeDocument/2006/relationships/slide" Target="/ppt/slides/slide4.xml" Id="Rffbaf113d4e748ce" /><Relationship Type="http://schemas.openxmlformats.org/officeDocument/2006/relationships/slide" Target="/ppt/slides/slide5.xml" Id="R10595c65370449c4" /><Relationship Type="http://schemas.openxmlformats.org/officeDocument/2006/relationships/slide" Target="/ppt/slides/slide6.xml" Id="Re65e0febf2ce4a8d" /><Relationship Type="http://schemas.openxmlformats.org/officeDocument/2006/relationships/slide" Target="/ppt/slides/slide7.xml" Id="R075633f49ec3465a" /><Relationship Type="http://schemas.openxmlformats.org/officeDocument/2006/relationships/slide" Target="/ppt/slides/slide8.xml" Id="R02a770361ba142a7" /><Relationship Type="http://schemas.openxmlformats.org/officeDocument/2006/relationships/slide" Target="/ppt/slides/slide9.xml" Id="R5b208b200af84510" /><Relationship Type="http://schemas.openxmlformats.org/officeDocument/2006/relationships/slide" Target="/ppt/slides/slide10.xml" Id="R55a24fbe303d406c" /><Relationship Type="http://schemas.openxmlformats.org/officeDocument/2006/relationships/slide" Target="/ppt/slides/slide11.xml" Id="R64a8b7a99b8b48a2" /><Relationship Type="http://schemas.openxmlformats.org/officeDocument/2006/relationships/slide" Target="/ppt/slides/slide12.xml" Id="R0330ba358aeb420a" /><Relationship Type="http://schemas.openxmlformats.org/officeDocument/2006/relationships/slide" Target="/ppt/slides/slide13.xml" Id="R90cfdaf2eacf47e3" /><Relationship Type="http://schemas.openxmlformats.org/officeDocument/2006/relationships/slide" Target="/ppt/slides/slide14.xml" Id="R3e009c13963c4f4e" /><Relationship Type="http://schemas.openxmlformats.org/officeDocument/2006/relationships/slide" Target="/ppt/slides/slide15.xml" Id="Rf1eea1a7b9ab47b0" /><Relationship Type="http://schemas.openxmlformats.org/officeDocument/2006/relationships/slide" Target="/ppt/slides/slide16.xml" Id="R7a378636d36e4c68" /><Relationship Type="http://schemas.openxmlformats.org/officeDocument/2006/relationships/slide" Target="/ppt/slides/slide17.xml" Id="R5d51b1cd6bd74c32" /><Relationship Type="http://schemas.openxmlformats.org/officeDocument/2006/relationships/slide" Target="/ppt/slides/slide18.xml" Id="R68f5f108171a4e85" /><Relationship Type="http://schemas.openxmlformats.org/officeDocument/2006/relationships/slide" Target="/ppt/slides/slide19.xml" Id="R4b32a3220a8147f2" /><Relationship Type="http://schemas.openxmlformats.org/officeDocument/2006/relationships/slide" Target="/ppt/slides/slide20.xml" Id="R0757970680de4204" /><Relationship Type="http://schemas.openxmlformats.org/officeDocument/2006/relationships/slide" Target="/ppt/slides/slide21.xml" Id="Re3cc97742cf4436d" /><Relationship Type="http://schemas.openxmlformats.org/officeDocument/2006/relationships/slide" Target="/ppt/slides/slide22.xml" Id="Rb27fe7fcb9c7449b" /><Relationship Type="http://schemas.openxmlformats.org/officeDocument/2006/relationships/slide" Target="/ppt/slides/slide23.xml" Id="Rc5f32d870484476a" /><Relationship Type="http://schemas.openxmlformats.org/officeDocument/2006/relationships/slide" Target="/ppt/slides/slide24.xml" Id="R62956e71e8124e8e" /><Relationship Type="http://schemas.openxmlformats.org/officeDocument/2006/relationships/slide" Target="/ppt/slides/slide25.xml" Id="R64604f8d63ce4439" /><Relationship Type="http://schemas.openxmlformats.org/officeDocument/2006/relationships/slide" Target="/ppt/slides/slide26.xml" Id="R197b93f480074ecc" /><Relationship Type="http://schemas.openxmlformats.org/officeDocument/2006/relationships/slide" Target="/ppt/slides/slide27.xml" Id="Rebdef4bbb7084c83" /><Relationship Type="http://schemas.openxmlformats.org/officeDocument/2006/relationships/slide" Target="/ppt/slides/slide28.xml" Id="R569520cb63194de2" /><Relationship Type="http://schemas.openxmlformats.org/officeDocument/2006/relationships/slide" Target="/ppt/slides/slide29.xml" Id="R7c2feb68ae2241bb" /><Relationship Type="http://schemas.openxmlformats.org/officeDocument/2006/relationships/slide" Target="/ppt/slides/slide30.xml" Id="R0736d0e597ef491e" /><Relationship Type="http://schemas.openxmlformats.org/officeDocument/2006/relationships/slide" Target="/ppt/slides/slide31.xml" Id="R7df0014707d94952" /><Relationship Type="http://schemas.openxmlformats.org/officeDocument/2006/relationships/slide" Target="/ppt/slides/slide32.xml" Id="Raf3d954a4de94d07" /><Relationship Type="http://schemas.openxmlformats.org/officeDocument/2006/relationships/slide" Target="/ppt/slides/slide33.xml" Id="Rf7a12deea9664c1d" /><Relationship Type="http://schemas.openxmlformats.org/officeDocument/2006/relationships/slide" Target="/ppt/slides/slide34.xml" Id="R0c40e1ebb54e42da" /><Relationship Type="http://schemas.openxmlformats.org/officeDocument/2006/relationships/slide" Target="/ppt/slides/slide35.xml" Id="R3f1c39d11f204eb5" /><Relationship Type="http://schemas.openxmlformats.org/officeDocument/2006/relationships/slide" Target="/ppt/slides/slide36.xml" Id="Rb5aa5074bf924fe1" /><Relationship Type="http://schemas.openxmlformats.org/officeDocument/2006/relationships/slide" Target="/ppt/slides/slide37.xml" Id="Ra05deddbf3034e35" /><Relationship Type="http://schemas.openxmlformats.org/officeDocument/2006/relationships/slide" Target="/ppt/slides/slide38.xml" Id="R379e33adcfb14bde" /><Relationship Type="http://schemas.openxmlformats.org/officeDocument/2006/relationships/slide" Target="/ppt/slides/slide39.xml" Id="R3e008a241d0d4f6e" /><Relationship Type="http://schemas.openxmlformats.org/officeDocument/2006/relationships/slide" Target="/ppt/slides/slide40.xml" Id="R74e01ddb057547ba" /><Relationship Type="http://schemas.openxmlformats.org/officeDocument/2006/relationships/slide" Target="/ppt/slides/slide41.xml" Id="Ra0a56f5fd98b4396" /><Relationship Type="http://schemas.openxmlformats.org/officeDocument/2006/relationships/slide" Target="/ppt/slides/slide42.xml" Id="R8d603c3c8cf8479f" /><Relationship Type="http://schemas.openxmlformats.org/officeDocument/2006/relationships/slide" Target="/ppt/slides/slide43.xml" Id="Rb20ad13386e045c4" /><Relationship Type="http://schemas.openxmlformats.org/officeDocument/2006/relationships/slide" Target="/ppt/slides/slide44.xml" Id="Rdec184c5a0604c41" /><Relationship Type="http://schemas.openxmlformats.org/officeDocument/2006/relationships/slide" Target="/ppt/slides/slide45.xml" Id="Rf599fc9fbee94131" /><Relationship Type="http://schemas.openxmlformats.org/officeDocument/2006/relationships/slide" Target="/ppt/slides/slide46.xml" Id="R8c365a0d53a04ef8" /><Relationship Type="http://schemas.openxmlformats.org/officeDocument/2006/relationships/slide" Target="/ppt/slides/slide47.xml" Id="R7c4f13bc9cf84fb7" /><Relationship Type="http://schemas.openxmlformats.org/officeDocument/2006/relationships/slide" Target="/ppt/slides/slide48.xml" Id="Re502472679664dfb" /><Relationship Type="http://schemas.openxmlformats.org/officeDocument/2006/relationships/slide" Target="/ppt/slides/slide49.xml" Id="R85bedc95545744e6" /><Relationship Type="http://schemas.openxmlformats.org/officeDocument/2006/relationships/slide" Target="/ppt/slides/slide50.xml" Id="Re4bba5202e3a45d4" /><Relationship Type="http://schemas.openxmlformats.org/officeDocument/2006/relationships/slide" Target="/ppt/slides/slide51.xml" Id="R29110896515b4ece" /><Relationship Type="http://schemas.openxmlformats.org/officeDocument/2006/relationships/slide" Target="/ppt/slides/slide52.xml" Id="Rb2956d44e98e494e" /><Relationship Type="http://schemas.openxmlformats.org/officeDocument/2006/relationships/slide" Target="/ppt/slides/slide53.xml" Id="R2ac669828b324fdf" /><Relationship Type="http://schemas.openxmlformats.org/officeDocument/2006/relationships/slide" Target="/ppt/slides/slide54.xml" Id="R9f674a30b6cf4fad" /><Relationship Type="http://schemas.openxmlformats.org/officeDocument/2006/relationships/slide" Target="/ppt/slides/slide55.xml" Id="R21e9d1fb17fe4298" /><Relationship Type="http://schemas.openxmlformats.org/officeDocument/2006/relationships/slide" Target="/ppt/slides/slide56.xml" Id="Rc9b40f709aab4da0" /><Relationship Type="http://schemas.openxmlformats.org/officeDocument/2006/relationships/slide" Target="/ppt/slides/slide57.xml" Id="Rc5d8fe188b724522" /><Relationship Type="http://schemas.openxmlformats.org/officeDocument/2006/relationships/slide" Target="/ppt/slides/slide58.xml" Id="Rbd3b2ca1cc5246c1" /><Relationship Type="http://schemas.openxmlformats.org/officeDocument/2006/relationships/slide" Target="/ppt/slides/slide59.xml" Id="R1c8809a7ab7e4dea" /><Relationship Type="http://schemas.openxmlformats.org/officeDocument/2006/relationships/slide" Target="/ppt/slides/slide60.xml" Id="R54cf04ec3beb4b7e" /><Relationship Type="http://schemas.openxmlformats.org/officeDocument/2006/relationships/slide" Target="/ppt/slides/slide61.xml" Id="R1f4a2a74fd40472e" /><Relationship Type="http://schemas.openxmlformats.org/officeDocument/2006/relationships/slide" Target="/ppt/slides/slide62.xml" Id="R3ac599b07c8048fd" /><Relationship Type="http://schemas.openxmlformats.org/officeDocument/2006/relationships/slide" Target="/ppt/slides/slide63.xml" Id="R93683177417c4bc6" /><Relationship Type="http://schemas.openxmlformats.org/officeDocument/2006/relationships/slide" Target="/ppt/slides/slide64.xml" Id="Rc03846b64bde48cb" /><Relationship Type="http://schemas.openxmlformats.org/officeDocument/2006/relationships/slide" Target="/ppt/slides/slide65.xml" Id="Rc4a0287509ad476e" /><Relationship Type="http://schemas.openxmlformats.org/officeDocument/2006/relationships/slide" Target="/ppt/slides/slide66.xml" Id="Rd449b966d270426f" /><Relationship Type="http://schemas.openxmlformats.org/officeDocument/2006/relationships/slide" Target="/ppt/slides/slide67.xml" Id="Rf1cb73322ad8466a" /><Relationship Type="http://schemas.openxmlformats.org/officeDocument/2006/relationships/slide" Target="/ppt/slides/slide68.xml" Id="R099a8a13fc214f35" /><Relationship Type="http://schemas.openxmlformats.org/officeDocument/2006/relationships/slide" Target="/ppt/slides/slide69.xml" Id="R259cef81111e42f1" /><Relationship Type="http://schemas.openxmlformats.org/officeDocument/2006/relationships/slide" Target="/ppt/slides/slide70.xml" Id="R14f94014a5aa4b0d" /><Relationship Type="http://schemas.openxmlformats.org/officeDocument/2006/relationships/slide" Target="/ppt/slides/slide71.xml" Id="R0c9f3c2a730f435c" /><Relationship Type="http://schemas.openxmlformats.org/officeDocument/2006/relationships/slide" Target="/ppt/slides/slide72.xml" Id="R392ecbdc42084677" /><Relationship Type="http://schemas.openxmlformats.org/officeDocument/2006/relationships/slide" Target="/ppt/slides/slide73.xml" Id="R04239facc5644bdc" /><Relationship Type="http://schemas.openxmlformats.org/officeDocument/2006/relationships/slide" Target="/ppt/slides/slide74.xml" Id="R8c5e9829b88e42b9" /><Relationship Type="http://schemas.openxmlformats.org/officeDocument/2006/relationships/slide" Target="/ppt/slides/slide75.xml" Id="R465d728e81234876" /><Relationship Type="http://schemas.openxmlformats.org/officeDocument/2006/relationships/slide" Target="/ppt/slides/slide76.xml" Id="R785e61448ae841f5" /><Relationship Type="http://schemas.openxmlformats.org/officeDocument/2006/relationships/slide" Target="/ppt/slides/slide77.xml" Id="R06324ba1854f4251" /><Relationship Type="http://schemas.openxmlformats.org/officeDocument/2006/relationships/slide" Target="/ppt/slides/slide78.xml" Id="Rb6b0291a30b94f0b" /><Relationship Type="http://schemas.openxmlformats.org/officeDocument/2006/relationships/slide" Target="/ppt/slides/slide79.xml" Id="R26d24c2b50da4cfe" /><Relationship Type="http://schemas.openxmlformats.org/officeDocument/2006/relationships/slide" Target="/ppt/slides/slide80.xml" Id="Rb10e0b93ad2e4a04" /><Relationship Type="http://schemas.openxmlformats.org/officeDocument/2006/relationships/slide" Target="/ppt/slides/slide81.xml" Id="Rcd6e2a6627974e1b" /><Relationship Type="http://schemas.openxmlformats.org/officeDocument/2006/relationships/slide" Target="/ppt/slides/slide82.xml" Id="R740dea522303465d" /><Relationship Type="http://schemas.openxmlformats.org/officeDocument/2006/relationships/slide" Target="/ppt/slides/slide83.xml" Id="Re31bc6379963406e" /><Relationship Type="http://schemas.openxmlformats.org/officeDocument/2006/relationships/slide" Target="/ppt/slides/slide84.xml" Id="R6d5132eebf294869" /><Relationship Type="http://schemas.openxmlformats.org/officeDocument/2006/relationships/slide" Target="/ppt/slides/slide85.xml" Id="R8196ea21c44941e2" /><Relationship Type="http://schemas.openxmlformats.org/officeDocument/2006/relationships/slide" Target="/ppt/slides/slide86.xml" Id="R38f93094895e44eb" /><Relationship Type="http://schemas.openxmlformats.org/officeDocument/2006/relationships/slide" Target="/ppt/slides/slide87.xml" Id="Rfb1e318e091141fa" /><Relationship Type="http://schemas.openxmlformats.org/officeDocument/2006/relationships/slide" Target="/ppt/slides/slide88.xml" Id="R5efc19e34adc4768" /><Relationship Type="http://schemas.openxmlformats.org/officeDocument/2006/relationships/slide" Target="/ppt/slides/slide89.xml" Id="Rbdbbe440dd3c4a53" /><Relationship Type="http://schemas.openxmlformats.org/officeDocument/2006/relationships/slide" Target="/ppt/slides/slide90.xml" Id="R2230c530049c4fe4" /><Relationship Type="http://schemas.openxmlformats.org/officeDocument/2006/relationships/slide" Target="/ppt/slides/slide91.xml" Id="Rfe971db4b9b74582" /><Relationship Type="http://schemas.openxmlformats.org/officeDocument/2006/relationships/slide" Target="/ppt/slides/slide92.xml" Id="Rbd43568c41e242e8" /><Relationship Type="http://schemas.openxmlformats.org/officeDocument/2006/relationships/slide" Target="/ppt/slides/slide93.xml" Id="R227ebbd141e448c9" /><Relationship Type="http://schemas.openxmlformats.org/officeDocument/2006/relationships/slide" Target="/ppt/slides/slide94.xml" Id="Rfd3e364aaaa44d64" /><Relationship Type="http://schemas.openxmlformats.org/officeDocument/2006/relationships/slide" Target="/ppt/slides/slide95.xml" Id="R06bd8db0eed644ac" /><Relationship Type="http://schemas.openxmlformats.org/officeDocument/2006/relationships/slide" Target="/ppt/slides/slide96.xml" Id="Rb56c28d5845d41aa" /><Relationship Type="http://schemas.openxmlformats.org/officeDocument/2006/relationships/slide" Target="/ppt/slides/slide97.xml" Id="R7ad4b8b5003a41dc" /><Relationship Type="http://schemas.openxmlformats.org/officeDocument/2006/relationships/slide" Target="/ppt/slides/slide98.xml" Id="Rbf0a57f1501649b4" /><Relationship Type="http://schemas.openxmlformats.org/officeDocument/2006/relationships/slide" Target="/ppt/slides/slide99.xml" Id="Ra6acd24fbb634ab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8b626131afc46f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0d637d6dfcc4eea" /><Relationship Type="http://schemas.openxmlformats.org/officeDocument/2006/relationships/notesMaster" Target="/ppt/notesMasters/notesMaster1.xml" Id="Rae5a57ed189c4878" /></Relationships>
</file>

<file path=ppt/notesSlides/_rels/notesSlide2.xml.rels>&#65279;<?xml version="1.0" encoding="utf-8"?><Relationships xmlns="http://schemas.openxmlformats.org/package/2006/relationships"><Relationship Type="http://schemas.openxmlformats.org/officeDocument/2006/relationships/slide" Target="/ppt/slides/slide2.xml" Id="R571154512b3b4ad8" /><Relationship Type="http://schemas.openxmlformats.org/officeDocument/2006/relationships/notesMaster" Target="/ppt/notesMasters/notesMaster1.xml" Id="R185f2c60d7d5438e" /></Relationships>
</file>

<file path=ppt/notesSlides/_rels/notesSlide3.xml.rels>&#65279;<?xml version="1.0" encoding="utf-8"?><Relationships xmlns="http://schemas.openxmlformats.org/package/2006/relationships"><Relationship Type="http://schemas.openxmlformats.org/officeDocument/2006/relationships/slide" Target="/ppt/slides/slide3.xml" Id="Rc21518c938564307" /><Relationship Type="http://schemas.openxmlformats.org/officeDocument/2006/relationships/notesMaster" Target="/ppt/notesMasters/notesMaster1.xml" Id="Re7c8106b66dc4101" /></Relationships>
</file>

<file path=ppt/notesSlides/_rels/notesSlide4.xml.rels>&#65279;<?xml version="1.0" encoding="utf-8"?><Relationships xmlns="http://schemas.openxmlformats.org/package/2006/relationships"><Relationship Type="http://schemas.openxmlformats.org/officeDocument/2006/relationships/slide" Target="/ppt/slides/slide4.xml" Id="R9e52f3ffd1e94585" /><Relationship Type="http://schemas.openxmlformats.org/officeDocument/2006/relationships/notesMaster" Target="/ppt/notesMasters/notesMaster1.xml" Id="Rc013f75c1eeb4d00" /></Relationships>
</file>

<file path=ppt/notesSlides/_rels/notesSlide5.xml.rels>&#65279;<?xml version="1.0" encoding="utf-8"?><Relationships xmlns="http://schemas.openxmlformats.org/package/2006/relationships"><Relationship Type="http://schemas.openxmlformats.org/officeDocument/2006/relationships/slide" Target="/ppt/slides/slide5.xml" Id="R441d2f7d2da64636" /><Relationship Type="http://schemas.openxmlformats.org/officeDocument/2006/relationships/notesMaster" Target="/ppt/notesMasters/notesMaster1.xml" Id="Rd198614f8a53480a" /></Relationships>
</file>

<file path=ppt/notesSlides/_rels/notesSlide6.xml.rels>&#65279;<?xml version="1.0" encoding="utf-8"?><Relationships xmlns="http://schemas.openxmlformats.org/package/2006/relationships"><Relationship Type="http://schemas.openxmlformats.org/officeDocument/2006/relationships/slide" Target="/ppt/slides/slide6.xml" Id="R236e0929584d4b6e" /><Relationship Type="http://schemas.openxmlformats.org/officeDocument/2006/relationships/notesMaster" Target="/ppt/notesMasters/notesMaster1.xml" Id="Rf13651e109424eff" /></Relationships>
</file>

<file path=ppt/notesSlides/_rels/notesSlide7.xml.rels>&#65279;<?xml version="1.0" encoding="utf-8"?><Relationships xmlns="http://schemas.openxmlformats.org/package/2006/relationships"><Relationship Type="http://schemas.openxmlformats.org/officeDocument/2006/relationships/slide" Target="/ppt/slides/slide7.xml" Id="R9ec9ef4706f947f0" /><Relationship Type="http://schemas.openxmlformats.org/officeDocument/2006/relationships/notesMaster" Target="/ppt/notesMasters/notesMaster1.xml" Id="Rd92f60013461495c" /></Relationships>
</file>

<file path=ppt/notesSlides/_rels/notesSlide8.xml.rels>&#65279;<?xml version="1.0" encoding="utf-8"?><Relationships xmlns="http://schemas.openxmlformats.org/package/2006/relationships"><Relationship Type="http://schemas.openxmlformats.org/officeDocument/2006/relationships/slide" Target="/ppt/slides/slide8.xml" Id="Ref9290ac2d9547d1" /><Relationship Type="http://schemas.openxmlformats.org/officeDocument/2006/relationships/notesMaster" Target="/ppt/notesMasters/notesMaster1.xml" Id="Rf3d943f3670f439e" /></Relationships>
</file>

<file path=ppt/notesSlides/_rels/notesSlide9.xml.rels>&#65279;<?xml version="1.0" encoding="utf-8"?><Relationships xmlns="http://schemas.openxmlformats.org/package/2006/relationships"><Relationship Type="http://schemas.openxmlformats.org/officeDocument/2006/relationships/slide" Target="/ppt/slides/slide9.xml" Id="Rc2dd2e83103c490c" /><Relationship Type="http://schemas.openxmlformats.org/officeDocument/2006/relationships/notesMaster" Target="/ppt/notesMasters/notesMaster1.xml" Id="R2279b94bee3c45a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21aa2e8de8b4b6f" /><Relationship Type="http://schemas.openxmlformats.org/officeDocument/2006/relationships/notesMaster" Target="/ppt/notesMasters/notesMaster1.xml" Id="R0cc7c397c2a84de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e882ea51e41409a" /><Relationship Type="http://schemas.openxmlformats.org/officeDocument/2006/relationships/notesMaster" Target="/ppt/notesMasters/notesMaster1.xml" Id="R929692f98f0741b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3215d386afc4800" /><Relationship Type="http://schemas.openxmlformats.org/officeDocument/2006/relationships/notesMaster" Target="/ppt/notesMasters/notesMaster1.xml" Id="Rbceb14eb0ac0428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c51a24c6c334983" /><Relationship Type="http://schemas.openxmlformats.org/officeDocument/2006/relationships/notesMaster" Target="/ppt/notesMasters/notesMaster1.xml" Id="Ra7c0895b88af400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fda6e0c5ce84e70" /><Relationship Type="http://schemas.openxmlformats.org/officeDocument/2006/relationships/notesMaster" Target="/ppt/notesMasters/notesMaster1.xml" Id="Rd617ba5af186472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7cfd7476ff04882" /><Relationship Type="http://schemas.openxmlformats.org/officeDocument/2006/relationships/notesMaster" Target="/ppt/notesMasters/notesMaster1.xml" Id="R7e47cdceaa9d4a7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39c074c74f14882" /><Relationship Type="http://schemas.openxmlformats.org/officeDocument/2006/relationships/notesMaster" Target="/ppt/notesMasters/notesMaster1.xml" Id="R1027c83923ae4ce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ab974f552db464f" /><Relationship Type="http://schemas.openxmlformats.org/officeDocument/2006/relationships/notesMaster" Target="/ppt/notesMasters/notesMaster1.xml" Id="R5324853228514dc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0af88ad90cc486d" /><Relationship Type="http://schemas.openxmlformats.org/officeDocument/2006/relationships/notesMaster" Target="/ppt/notesMasters/notesMaster1.xml" Id="Rade691fa39814e1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427044348cf4587" /><Relationship Type="http://schemas.openxmlformats.org/officeDocument/2006/relationships/notesMaster" Target="/ppt/notesMasters/notesMaster1.xml" Id="Rbaa2a3db3cfe415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856cc69072e41d4" /><Relationship Type="http://schemas.openxmlformats.org/officeDocument/2006/relationships/notesMaster" Target="/ppt/notesMasters/notesMaster1.xml" Id="R313879cd7382415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a9a6531876c43c5" /><Relationship Type="http://schemas.openxmlformats.org/officeDocument/2006/relationships/notesMaster" Target="/ppt/notesMasters/notesMaster1.xml" Id="R82f533d5eee749d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f1631ee17cb480c" /><Relationship Type="http://schemas.openxmlformats.org/officeDocument/2006/relationships/notesMaster" Target="/ppt/notesMasters/notesMaster1.xml" Id="Rc77c39405fab488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b90bd2d10644f32" /><Relationship Type="http://schemas.openxmlformats.org/officeDocument/2006/relationships/notesMaster" Target="/ppt/notesMasters/notesMaster1.xml" Id="Rd0dba8e8535e487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1cf96d50dea498e" /><Relationship Type="http://schemas.openxmlformats.org/officeDocument/2006/relationships/notesMaster" Target="/ppt/notesMasters/notesMaster1.xml" Id="R1e7eb4b86a28443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46780f2824d4d6e" /><Relationship Type="http://schemas.openxmlformats.org/officeDocument/2006/relationships/notesMaster" Target="/ppt/notesMasters/notesMaster1.xml" Id="R10fef163245b477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7e0cc625b4247ac" /><Relationship Type="http://schemas.openxmlformats.org/officeDocument/2006/relationships/notesMaster" Target="/ppt/notesMasters/notesMaster1.xml" Id="Rd9a2f57b7011461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b066477d5874440" /><Relationship Type="http://schemas.openxmlformats.org/officeDocument/2006/relationships/notesMaster" Target="/ppt/notesMasters/notesMaster1.xml" Id="R8b547fff94684be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ba41356017548e1" /><Relationship Type="http://schemas.openxmlformats.org/officeDocument/2006/relationships/notesMaster" Target="/ppt/notesMasters/notesMaster1.xml" Id="R2d1d4b25dea041e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134435ebb9749e6" /><Relationship Type="http://schemas.openxmlformats.org/officeDocument/2006/relationships/notesMaster" Target="/ppt/notesMasters/notesMaster1.xml" Id="Rfd2c76376e76493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74571c7b433421e" /><Relationship Type="http://schemas.openxmlformats.org/officeDocument/2006/relationships/notesMaster" Target="/ppt/notesMasters/notesMaster1.xml" Id="Rd561e75d9a5d481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027f6af8a3a4c04" /><Relationship Type="http://schemas.openxmlformats.org/officeDocument/2006/relationships/notesMaster" Target="/ppt/notesMasters/notesMaster1.xml" Id="R957d79057ff4457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10bcf9860aa46dc" /><Relationship Type="http://schemas.openxmlformats.org/officeDocument/2006/relationships/notesMaster" Target="/ppt/notesMasters/notesMaster1.xml" Id="R6e1a9192cace463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d3afa600ab5486b" /><Relationship Type="http://schemas.openxmlformats.org/officeDocument/2006/relationships/notesMaster" Target="/ppt/notesMasters/notesMaster1.xml" Id="Rb98e743a958a4a5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8f3da34b99845c9" /><Relationship Type="http://schemas.openxmlformats.org/officeDocument/2006/relationships/notesMaster" Target="/ppt/notesMasters/notesMaster1.xml" Id="R182d1a4020e7481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d495f44b46c4316" /><Relationship Type="http://schemas.openxmlformats.org/officeDocument/2006/relationships/notesMaster" Target="/ppt/notesMasters/notesMaster1.xml" Id="Rc3e7f65fe1f3468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40ddd7b997b4998" /><Relationship Type="http://schemas.openxmlformats.org/officeDocument/2006/relationships/notesMaster" Target="/ppt/notesMasters/notesMaster1.xml" Id="Rb437f77f1c10420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d1047df3cddb4ff2" /><Relationship Type="http://schemas.openxmlformats.org/officeDocument/2006/relationships/notesMaster" Target="/ppt/notesMasters/notesMaster1.xml" Id="Rfc5c20ef598c444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a0c9a6e351cb43bb" /><Relationship Type="http://schemas.openxmlformats.org/officeDocument/2006/relationships/notesMaster" Target="/ppt/notesMasters/notesMaster1.xml" Id="Rf5c12e511a81443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b68dfd6a91bd4964" /><Relationship Type="http://schemas.openxmlformats.org/officeDocument/2006/relationships/notesMaster" Target="/ppt/notesMasters/notesMaster1.xml" Id="R49ed2ada54b541c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914fe0b30bc4f90" /><Relationship Type="http://schemas.openxmlformats.org/officeDocument/2006/relationships/notesMaster" Target="/ppt/notesMasters/notesMaster1.xml" Id="R1172281c75d6426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f2903ac9a654793" /><Relationship Type="http://schemas.openxmlformats.org/officeDocument/2006/relationships/notesMaster" Target="/ppt/notesMasters/notesMaster1.xml" Id="R1e4383e36a2e48c9"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000e263b305a419b" /><Relationship Type="http://schemas.openxmlformats.org/officeDocument/2006/relationships/notesMaster" Target="/ppt/notesMasters/notesMaster1.xml" Id="R67c7670d4b7a4d32"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fa3ceefa49d4adb" /><Relationship Type="http://schemas.openxmlformats.org/officeDocument/2006/relationships/notesMaster" Target="/ppt/notesMasters/notesMaster1.xml" Id="Rc9b9d6dfab6949c2"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16245165f9904862" /><Relationship Type="http://schemas.openxmlformats.org/officeDocument/2006/relationships/notesMaster" Target="/ppt/notesMasters/notesMaster1.xml" Id="Ref842afdf88c4f5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6e086a3ae474a35" /><Relationship Type="http://schemas.openxmlformats.org/officeDocument/2006/relationships/notesMaster" Target="/ppt/notesMasters/notesMaster1.xml" Id="Rf7986ae57746424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fea04f28bed64f10" /><Relationship Type="http://schemas.openxmlformats.org/officeDocument/2006/relationships/notesMaster" Target="/ppt/notesMasters/notesMaster1.xml" Id="R769155ef4b6f4614"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631d4d14001c4497" /><Relationship Type="http://schemas.openxmlformats.org/officeDocument/2006/relationships/notesMaster" Target="/ppt/notesMasters/notesMaster1.xml" Id="R6a03c875cbf144a5"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386e82efb8b24032" /><Relationship Type="http://schemas.openxmlformats.org/officeDocument/2006/relationships/notesMaster" Target="/ppt/notesMasters/notesMaster1.xml" Id="R32661eb575c94f6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cf0ee741462045f4" /><Relationship Type="http://schemas.openxmlformats.org/officeDocument/2006/relationships/notesMaster" Target="/ppt/notesMasters/notesMaster1.xml" Id="Racc84e16fd2f498c"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7d97b4bac4e484d" /><Relationship Type="http://schemas.openxmlformats.org/officeDocument/2006/relationships/notesMaster" Target="/ppt/notesMasters/notesMaster1.xml" Id="Rca46a28a153448f7"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0f17dba70f7d4f5b" /><Relationship Type="http://schemas.openxmlformats.org/officeDocument/2006/relationships/notesMaster" Target="/ppt/notesMasters/notesMaster1.xml" Id="Rabb8271856e4415c"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fcf24de72a8e490e" /><Relationship Type="http://schemas.openxmlformats.org/officeDocument/2006/relationships/notesMaster" Target="/ppt/notesMasters/notesMaster1.xml" Id="Ra616a0b43cce4d40"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47fa4289aeb441fe" /><Relationship Type="http://schemas.openxmlformats.org/officeDocument/2006/relationships/notesMaster" Target="/ppt/notesMasters/notesMaster1.xml" Id="R1cc51485a78e41d9"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1ecbd826528b4c05" /><Relationship Type="http://schemas.openxmlformats.org/officeDocument/2006/relationships/notesMaster" Target="/ppt/notesMasters/notesMaster1.xml" Id="R11d38fd97eae4c27"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225291080d7d4c5a" /><Relationship Type="http://schemas.openxmlformats.org/officeDocument/2006/relationships/notesMaster" Target="/ppt/notesMasters/notesMaster1.xml" Id="R220585d3207b4fb4"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8366fc953724dc3" /><Relationship Type="http://schemas.openxmlformats.org/officeDocument/2006/relationships/notesMaster" Target="/ppt/notesMasters/notesMaster1.xml" Id="Rcdeec7588e084d35"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b48f1d9a29464fac" /><Relationship Type="http://schemas.openxmlformats.org/officeDocument/2006/relationships/notesMaster" Target="/ppt/notesMasters/notesMaster1.xml" Id="R8659f0c6f34a4c03"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c5be389900d74f57" /><Relationship Type="http://schemas.openxmlformats.org/officeDocument/2006/relationships/notesMaster" Target="/ppt/notesMasters/notesMaster1.xml" Id="R58fccfb9347f4065"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45eab66740ea4c98" /><Relationship Type="http://schemas.openxmlformats.org/officeDocument/2006/relationships/notesMaster" Target="/ppt/notesMasters/notesMaster1.xml" Id="Rfb79b586ce644ef8"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95e4f8f0fa0a4455" /><Relationship Type="http://schemas.openxmlformats.org/officeDocument/2006/relationships/notesMaster" Target="/ppt/notesMasters/notesMaster1.xml" Id="Rd3d88c3c402247df"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4f22b48659194e47" /><Relationship Type="http://schemas.openxmlformats.org/officeDocument/2006/relationships/notesMaster" Target="/ppt/notesMasters/notesMaster1.xml" Id="Rabc8ae9e35f94d6d"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5f44c8a6a67a454b" /><Relationship Type="http://schemas.openxmlformats.org/officeDocument/2006/relationships/notesMaster" Target="/ppt/notesMasters/notesMaster1.xml" Id="R724b3b0af14a4d1e"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b9be885bff8f42cd" /><Relationship Type="http://schemas.openxmlformats.org/officeDocument/2006/relationships/notesMaster" Target="/ppt/notesMasters/notesMaster1.xml" Id="Rd3352092b8e94418"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53a5b8a4e8a64ca8" /><Relationship Type="http://schemas.openxmlformats.org/officeDocument/2006/relationships/notesMaster" Target="/ppt/notesMasters/notesMaster1.xml" Id="R679c401dd6364f45"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c03b195572384a2a" /><Relationship Type="http://schemas.openxmlformats.org/officeDocument/2006/relationships/notesMaster" Target="/ppt/notesMasters/notesMaster1.xml" Id="R94d50dd5dc0e4107"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72b018ad50a04d61" /><Relationship Type="http://schemas.openxmlformats.org/officeDocument/2006/relationships/notesMaster" Target="/ppt/notesMasters/notesMaster1.xml" Id="R8838895a20514483"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fe4e6c0e481b48e5" /><Relationship Type="http://schemas.openxmlformats.org/officeDocument/2006/relationships/notesMaster" Target="/ppt/notesMasters/notesMaster1.xml" Id="Rf89ec9add6724cfb"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d93ee28021f34c33" /><Relationship Type="http://schemas.openxmlformats.org/officeDocument/2006/relationships/notesMaster" Target="/ppt/notesMasters/notesMaster1.xml" Id="R9ee29783d3994553"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0d345ab837c8482d" /><Relationship Type="http://schemas.openxmlformats.org/officeDocument/2006/relationships/notesMaster" Target="/ppt/notesMasters/notesMaster1.xml" Id="R8158696bfd8444b3"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54ae78759c3440ef" /><Relationship Type="http://schemas.openxmlformats.org/officeDocument/2006/relationships/notesMaster" Target="/ppt/notesMasters/notesMaster1.xml" Id="R9aa9f72a990249c9"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e0e5e7b3e56e4024" /><Relationship Type="http://schemas.openxmlformats.org/officeDocument/2006/relationships/notesMaster" Target="/ppt/notesMasters/notesMaster1.xml" Id="Rdd7abe727130459c"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a52696b15400476d" /><Relationship Type="http://schemas.openxmlformats.org/officeDocument/2006/relationships/notesMaster" Target="/ppt/notesMasters/notesMaster1.xml" Id="R0b521ea46ca94ab7"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4f5d00605cab4e10" /><Relationship Type="http://schemas.openxmlformats.org/officeDocument/2006/relationships/notesMaster" Target="/ppt/notesMasters/notesMaster1.xml" Id="R2af653e5746b4f40"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eb7b29b11add43be" /><Relationship Type="http://schemas.openxmlformats.org/officeDocument/2006/relationships/notesMaster" Target="/ppt/notesMasters/notesMaster1.xml" Id="Ra10c039716ef45b2"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74948094d6274d1a" /><Relationship Type="http://schemas.openxmlformats.org/officeDocument/2006/relationships/notesMaster" Target="/ppt/notesMasters/notesMaster1.xml" Id="Rf9f2582e71d2491e"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dc581a98a7764bd3" /><Relationship Type="http://schemas.openxmlformats.org/officeDocument/2006/relationships/notesMaster" Target="/ppt/notesMasters/notesMaster1.xml" Id="R46b982b2581c48d7"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714b3973eb0244e1" /><Relationship Type="http://schemas.openxmlformats.org/officeDocument/2006/relationships/notesMaster" Target="/ppt/notesMasters/notesMaster1.xml" Id="R135f7025052b4a99"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53a0281412df4f8e" /><Relationship Type="http://schemas.openxmlformats.org/officeDocument/2006/relationships/notesMaster" Target="/ppt/notesMasters/notesMaster1.xml" Id="R572161eb36094aae"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8664ba0f7dea406a" /><Relationship Type="http://schemas.openxmlformats.org/officeDocument/2006/relationships/notesMaster" Target="/ppt/notesMasters/notesMaster1.xml" Id="R175360c3c44b48e7"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86a28754066f490f" /><Relationship Type="http://schemas.openxmlformats.org/officeDocument/2006/relationships/notesMaster" Target="/ppt/notesMasters/notesMaster1.xml" Id="R43313953539e4221"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54f662a6c3024384" /><Relationship Type="http://schemas.openxmlformats.org/officeDocument/2006/relationships/notesMaster" Target="/ppt/notesMasters/notesMaster1.xml" Id="Rdd7eb9e004b24920"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f64f4efa5c1e4f0b" /><Relationship Type="http://schemas.openxmlformats.org/officeDocument/2006/relationships/notesMaster" Target="/ppt/notesMasters/notesMaster1.xml" Id="R71c92f0c33e3464b"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712c4b7c4a05496f" /><Relationship Type="http://schemas.openxmlformats.org/officeDocument/2006/relationships/notesMaster" Target="/ppt/notesMasters/notesMaster1.xml" Id="R5cc2947508b647f3"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e61156ca1cb04c77" /><Relationship Type="http://schemas.openxmlformats.org/officeDocument/2006/relationships/notesMaster" Target="/ppt/notesMasters/notesMaster1.xml" Id="R6440f61a80a0458b"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9c4f3beadb4746b8" /><Relationship Type="http://schemas.openxmlformats.org/officeDocument/2006/relationships/notesMaster" Target="/ppt/notesMasters/notesMaster1.xml" Id="R2c9a8f567bea45bd"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79e7c56743e64ed0" /><Relationship Type="http://schemas.openxmlformats.org/officeDocument/2006/relationships/notesMaster" Target="/ppt/notesMasters/notesMaster1.xml" Id="R66b64ca48ad844ae"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73565def6abb48f0" /><Relationship Type="http://schemas.openxmlformats.org/officeDocument/2006/relationships/notesMaster" Target="/ppt/notesMasters/notesMaster1.xml" Id="Rc20a2845089042d1"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fb991f5260a9409a" /><Relationship Type="http://schemas.openxmlformats.org/officeDocument/2006/relationships/notesMaster" Target="/ppt/notesMasters/notesMaster1.xml" Id="Ra5e5851173af4c86"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00c92811add0475f" /><Relationship Type="http://schemas.openxmlformats.org/officeDocument/2006/relationships/notesMaster" Target="/ppt/notesMasters/notesMaster1.xml" Id="R2d6bfff0333b41d6"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a1463ac41ce54379" /><Relationship Type="http://schemas.openxmlformats.org/officeDocument/2006/relationships/notesMaster" Target="/ppt/notesMasters/notesMaster1.xml" Id="Raa7c19e4db7a4938"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41d4bc4d539b4a50" /><Relationship Type="http://schemas.openxmlformats.org/officeDocument/2006/relationships/notesMaster" Target="/ppt/notesMasters/notesMaster1.xml" Id="Re9a01730be494b4c"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adce0fb457f049db" /><Relationship Type="http://schemas.openxmlformats.org/officeDocument/2006/relationships/notesMaster" Target="/ppt/notesMasters/notesMaster1.xml" Id="R62e45b41d4ee4524"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a7aaff6310ef41b2" /><Relationship Type="http://schemas.openxmlformats.org/officeDocument/2006/relationships/notesMaster" Target="/ppt/notesMasters/notesMaster1.xml" Id="R076192d07c3047ab"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2b65204a2c004b97" /><Relationship Type="http://schemas.openxmlformats.org/officeDocument/2006/relationships/notesMaster" Target="/ppt/notesMasters/notesMaster1.xml" Id="R772f1684813a4f9d"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de8e5389142c447f" /><Relationship Type="http://schemas.openxmlformats.org/officeDocument/2006/relationships/notesMaster" Target="/ppt/notesMasters/notesMaster1.xml" Id="Raedddf7a130e43d6"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0a3c56249d2740a3" /><Relationship Type="http://schemas.openxmlformats.org/officeDocument/2006/relationships/notesMaster" Target="/ppt/notesMasters/notesMaster1.xml" Id="Rdd40183a2fae4f05"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05e514fa2cd24386" /><Relationship Type="http://schemas.openxmlformats.org/officeDocument/2006/relationships/notesMaster" Target="/ppt/notesMasters/notesMaster1.xml" Id="R60fd57b3299343f3"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6ba244808dc04aa2" /><Relationship Type="http://schemas.openxmlformats.org/officeDocument/2006/relationships/notesMaster" Target="/ppt/notesMasters/notesMaster1.xml" Id="R3e181c0e30204484"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b10b5d82ebb64921" /><Relationship Type="http://schemas.openxmlformats.org/officeDocument/2006/relationships/notesMaster" Target="/ppt/notesMasters/notesMaster1.xml" Id="R4aa50c3d304841d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a:t>
            </a:r>
          </a:p>
          <a:p xmlns:a="http://schemas.openxmlformats.org/drawingml/2006/main">
            <a:r>
              <a:t>S04</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S05–S06에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S05–S06로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S05–S06에서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S04–S07–S08의 정적 발표다. S04에서는 좌측 실제 요청의 재구성, 우측 가상 GoogleTest UI의 경계, 세 관찰 대상을 설명하고 S05–S06로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S05/S06에4분씩 나뉘며 S07/S08은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S05–S06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S04 또는 `production/preview/act0/S04.png`. 이번 수정본과 PNG의 일치 여부는 제작 단계에서 확인한다. 화면 사용이 불가능하면 실제 요청의 조건과 세 관찰 항목을 말로 제시하고 S05–S06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Crop은 기대한 폭보다 한 열을 더 포함했다</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S04에서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S06에서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S02의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S05 / production/preview/act0/S05.png.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production/preview/full/S05.png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테스트·명세·구현을 연결해 원인을 설명했다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S05의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S07로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S06 / production/preview/act0/S06.png.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S07 / production/preview/act0/S07.png.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S09로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S08 / production/preview/act0/S08.png.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Chatbot에 이 자료를 직접 전달한다면?</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S08의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S10에서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DEC-0085: prototype/image-illustration-pilot/assets/S07.png의 왼쪽 장면을 가운데 카드 위 여백에 재사용한다. 생성 지시는 prototype/image-illustration-pilot/PROMPTS.md의 S07에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S08의 같은 다섯 자료 이름·색을 왼쪽에 유지하고 사람의 찾기/선택/전달을 거쳐 교육용 대화창으로 들어가는 흐름으로 보여준다. 누락된 자료를 도구 능력 부족으로 표현하지 않는다. 정적 경로 production/ACT_0.pptx의 S09 / production/preview/act0/S09.png. 실제 실행 Screenshot이나 새 Live 결과로 표시하지 않는다. S05/S06만 Demo 각4분이며 S07/S08은 Case, S09/S10은 Lecture다. 기존 도식을 먼저 따라가며, 가운데 위의 왼쪽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Agent가 자료를 직접 찾아 연결했다</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S09의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S11의 기존 Codex 진입 안내를 연다. Task 의도와 접근의 차이는 S12에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DEC-0085: prototype/image-illustration-pilot/assets/S07.png의 오른쪽 장면을 가운데 카드 위 여백에 재사용한다. 생성 지시는 prototype/image-illustration-pilot/PROMPTS.md의 S07에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S09와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S10 / production/preview/act0/S10.png. 실제 실행 Screenshot이나 새 Live 결과로 표시하지 않는다. S05/S06만 Demo 각4분이며 S07/S08은 Case, S09/S10은 Lecture다. 기존 도식을 먼저 따라가며, 가운데 위의 오른쪽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Repository 작업은 Codex에서 시작한다</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S12로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S12에 간다.</a:t>
            </a:r>
          </a:p>
          <a:p xmlns:a="http://schemas.openxmlformats.org/drawingml/2006/main">
            <a:r>
              <a:t/>
            </a:r>
          </a:p>
          <a:p xmlns:a="http://schemas.openxmlformats.org/drawingml/2006/main">
            <a:r>
              <a:t>Time Management: Lecture 1분. 메뉴 위치 15초, Codex 선택 15초, 허용 폴더 15초, 조사 요청·S12 연결 15초다. S09–S10에서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production/preview/act0/S11.png 또는 production/preview/full/S11.png의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S12로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접근과 Task 의도는 별개다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S11은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S13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S13의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정리·S13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S13으로 간다. Agent의 제안 가능성을 부정하지 않는다. 정적 경로는 production/preview/act0/S12.png 및 production/preview/full/S12.png이며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Repository를 보면 내가 원하는 것까지 알까?</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S12에서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S14의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S13 또는 production/preview/act0/S13.png의 동일 도식을 사용한다. 질문이 없으면 판정의 ?와 두 질문을 남긴 채 기존 Transition으로 S14에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Task에는 무엇이 아직 정해지지 않았을까?</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S13의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S15로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요청만으로는 의도가 보이지 않는다</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S16의 교육용 구체화 예시로 이동한다.</a:t>
            </a:r>
          </a:p>
          <a:p xmlns:a="http://schemas.openxmlformats.org/drawingml/2006/main">
            <a:r>
              <a:t/>
            </a:r>
          </a:p>
          <a:p xmlns:a="http://schemas.openxmlformats.org/drawingml/2006/main">
            <a:r>
              <a:t>Time Management: 원래 Case 4분을 S15 Case 2분 + 새 S16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원하는 작업 경로를 Prompt에 담는다</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S17로 연결한다.</a:t>
            </a:r>
          </a:p>
          <a:p xmlns:a="http://schemas.openxmlformats.org/drawingml/2006/main">
            <a:r>
              <a:t/>
            </a:r>
          </a:p>
          <a:p xmlns:a="http://schemas.openxmlformats.org/drawingml/2006/main">
            <a:r>
              <a:t>Time Management: Case 2분. 다섯 줄 요청 45초, 목표 경로와 검증 경계 45초, 다음 질문 연결 30초. S15와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개발자가 정해야 하는 경계</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S18로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Task Specification의 다섯 책임</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S17의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S19의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더 긴 Prompt보다 분명한 경계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S20의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요청한 과정은 기록에도 남았을까?</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S19은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S21, 05 확인·보고 결과는 S22로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S19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S21, 05 실제 검증 결과는 S22에서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S21로 이동한다. 05 확인·보고 결과는 S22에서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강의·S21 코드 diff·S22 결과 수치 설명을 추가하지 않는다. 실측 리허설은 UNVERIFIED다.</a:t>
            </a:r>
          </a:p>
          <a:p xmlns:a="http://schemas.openxmlformats.org/drawingml/2006/main">
            <a:r>
              <a:t/>
            </a:r>
          </a:p>
          <a:p xmlns:a="http://schemas.openxmlformats.org/drawingml/2006/main">
            <a:r>
              <a:t>Fallback: production/ACT_1.pptx S20 또는 production/preview/act1/S20.png의 정적 대응 표를 사용한다. 원시 CLI 이벤트 파일이 없어도 확인된 관찰 요약이라는 한계를 밝히고 진행한다. 상세한 변경·검증은 기존 S21/S22로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대응·S21/S22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조사에서 한 줄 변경까지</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S20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S05–S06의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S20의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S20의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S21에서 S20의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S22로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변경 결과와 확인 증거</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S19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S23으로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S23으로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S22 또는 `production/preview/act1/S22.png`를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Generated ≠ Done</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S22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S24의 승인된 ON-SCREEN SUPPORTING vector·GoogleTest 도식으로 완료 조건과 검사 범위를 연결한다. 주요 C++ 패턴 전이는 S66에서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S24의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S22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Check마다 확인하는 범위</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S23의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S66에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S25로 이동한다. 기존 반복 Context 질문은 새8장 뒤의 S33–S34에서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지시와 참고 자료의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입력과 기대 결과의 작은 예시</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바로 검토할 수 있는 결과 형식</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근거가 있는 설명과 미확인의 구분</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결과를 바꾸는 결정에서 확인 질문</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큰 작업을 검토할 결과물로 나누기</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기준을 지정한 코드 리뷰 요청</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구체적인 근거로 수정 방향 피드백</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S25–S26의 반복 Context 질문으로 연결한다. 현재 기존 두 장은 S33–S34이다.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S25–S26의 반복 Context 질문으로 연결한다. 현재 기존 두 장은 S33–S34이다.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이번 Task인가, 계속 유지할 Project 정보인가?</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S24에서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S34에서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S34으로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S33 또는 `production/preview/act1/S33.png`를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반복하는 설명을 두 범주로 나누기</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S35의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S35의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S34 또는 `production/preview/act1/S34.png`를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다른 Task에 같은 설명이 반복된다</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작은 Project Context의 첫 기록</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S37로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S37의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S36 및 `production/preview/act2/S36.png`에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S37 handoff. 명령어 옵션별 설명은 생략한다.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AGENTS.md의 지침대로 검증했다</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S38로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S38 연결. Demo4분·기존 Mode는 유지하며 실측 리허설은 UNVERIFIED다.</a:t>
            </a:r>
          </a:p>
          <a:p xmlns:a="http://schemas.openxmlformats.org/drawingml/2006/main">
            <a:r>
              <a:t/>
            </a:r>
          </a:p>
          <a:p xmlns:a="http://schemas.openxmlformats.org/drawingml/2006/main">
            <a:r>
              <a:t>Fallback: production/ACT_2.pptx S37 또는 production/preview/act2/S37.png를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Task Prompt와 Project Context</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S35–S37.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정확한 정보도 계속 늘어난다</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S40의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정확하지만 이번 작업에는 불필요한 정보</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S39의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S41에서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정보의 범위와 제공 시점</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S40/TRIAL-004의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S40의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S40 회수30초, 공통 안내1분, 요청별 상세1분, 재사용 절차1분, 경계·S42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많이 담아도 같은 근거를 똑같이 쓰는가?</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S43으로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S42; production/preview/act2/S42.png.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연구·S42/S44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AI가 필요한 코드를 찾았다는 것을 무엇으로 확인할까?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S42에서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S44의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S44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S43; production/preview/act2/S43.png.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연구·S42/S44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필요한 상세 정보로 가는 길</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S42–40의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S44; production/preview/act2/S44.png.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연구·S42/S44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AGENTS.md에는 무엇을 남길까?</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S46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S46, 문서 접근의 관찰과 한계는 S47–47에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S45 또는 production/preview/act2/S45.png를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정보를 지우지 않고 위치를 나누기</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S47–47에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S46 또는 production/preview/full/S46.png, production/preview/act2/S46.png를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두 Task가 무엇을 읽을까?</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S48–47.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S48–47의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S47 또는 production/preview/act2/S47.png를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Crop Task에서 관찰한 접근</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S48 정적 화면으로 보여준다. 입력창 Screenshot이나 실행 로그처럼 꾸미지 않는다. 현재 제품에서 명령을 실행하지 않고 전체 접근 로그를 읽지 않는다. Task B의 접근 차이는 S50에서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회수·S50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S48 또는 production/preview/act2/S48.png가 발표 기본 경로다. 동일한 Full S48·ACT2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의존성 질문은 설정과 소스로 답했다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S47의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S49; production/preview/act2/S49.png.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Task별 접근은 달랐지만 완벽하지는 않다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S50 또는 production/preview/full/S50.png를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Context 정리에서 확인한 네 가지</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S51; production/preview/act2/S51.png.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지식은 정리됐지만 절차는 반복된다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S53으로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S51의 성과를 반복 해설하지 않고 수행 방법을 누가 유지할지 질문한다. Transition4 뒤 Q&amp;A6은 팀의 반복되는 방법을 묻고 마지막20초에 다음 기록으로 넘어간다. 두 실제 요청의 대응 기록은 S53에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S53에서 기록의 반복 구조를 확인한다.</a:t>
            </a:r>
          </a:p>
          <a:p xmlns:a="http://schemas.openxmlformats.org/drawingml/2006/main">
            <a:r>
              <a:t/>
            </a:r>
          </a:p>
          <a:p xmlns:a="http://schemas.openxmlformats.org/drawingml/2006/main">
            <a:r>
              <a:t>Audience Interaction: Q&amp;A6分은 팀에서 반복하는 작업 방법을 묻는다. S50의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S53으로 handoff한다.</a:t>
            </a:r>
          </a:p>
          <a:p xmlns:a="http://schemas.openxmlformats.org/drawingml/2006/main">
            <a:r>
              <a:t/>
            </a:r>
          </a:p>
          <a:p xmlns:a="http://schemas.openxmlformats.org/drawingml/2006/main">
            <a:r>
              <a:t>Fallback: LOCAL STATIC ARTIFACT — production/ACT_2.pptx의 S52 또는 production/preview/act2/S52.png를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두 실제 요청에 같은 절차가 반복됐다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S52의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S53, production/preview/act3/S53.png 및 production/preview/full/S53.png.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테스트 명령을 언제 쓰고 무엇을 판단할까?</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S55의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S55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S54, production/preview/act3/S54.png 및 production/preview/full/S54.png.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목표·기준·방법을 한 작업에 적용한다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S54에서 명령의 사용 시점·판단 기준까지 정한 방법을 봤음을 한 문장으로 회수한다. 상단 이번 목표 ‘normalize 성능을 조사해줘’를 읽고, 아래 작업 영역으로 들어가는 연결을 짚는다. S54의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S56에서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S54 회수·목표1, 기준·한 작업1.5, 방법 적용1.5, S56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S55, production/preview/act3/S55.png 및 production/preview/full/S55.png.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반복 절차를 Skill로 모으는 이유</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S55의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S55의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S54에서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S57의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S57에서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S55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S56, production/preview/act3/S56.png 및 production/preview/full/S56.png.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Skill 발견·호출·본문 포함의 근거</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S58에서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S58로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S56 회수·업무 목적0.75, 목록1, 요청1, trace1.5, 범위·S58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S57, production/preview/act3/S57.png 및 production/preview/full/S57.png.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Skill 지침과 실제 작업 기록의 대응</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S57의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S59에서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S57의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S60–S61로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범위·S59 연결1.5). 지연 시 명령과 테스트 이름을 낭독하지 않고 행별 대응을 짚는다. 조건부 계획, 입력/수행 구분, 단독 효과 미입증은 생략하지 않는다. 6분에 S59으로 이동한다.</a:t>
            </a:r>
          </a:p>
          <a:p xmlns:a="http://schemas.openxmlformats.org/drawingml/2006/main">
            <a:r>
              <a:t/>
            </a:r>
          </a:p>
          <a:p xmlns:a="http://schemas.openxmlformats.org/drawingml/2006/main">
            <a:r>
              <a:t>Fallback: LOCAL STATIC ARTIFACT — production/ACT_3.pptx의 S58, production/preview/act3/S58.png 및 production/preview/full/S58.png.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절차는 재사용하고, 답은 근거로 정한다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S58의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S60에서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S60/S61보다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S58 회수0.5, 재사용 방법0.75, 이번 근거·답1, 채택/보류와 S60 연결0.75. 지연 시 지침 원문과 세 질문을 전부 낭독하지 않는다. 허용된 보류와 실제 결과의 구분은 생략하지 않고3분에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계산의 성능 개선 후보</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S61은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S60에는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S61의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S60, production/preview/act3/S60.png 및 production/preview/full/S60.png.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선택한 변경의 시간·메모리·동작 확인</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S61, production/preview/act3/S61.png 및 production/preview/full/S61.png.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한 Agent 조사와 Subagent 역할 분리</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S61의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S63의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S63에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작업을 나누지 않은 이유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“S62의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S62에서는 성능·빌드·테스트 조사가 서로 기다리지 않아도 된다고 가정했다. 이제 S60/S61의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S60에서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S61에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S62의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S62의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Lecture1분(S62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S64로 이동한다.</a:t>
            </a:r>
          </a:p>
          <a:p xmlns:a="http://schemas.openxmlformats.org/drawingml/2006/main">
            <a:r>
              <a:t/>
            </a:r>
          </a:p>
          <a:p xmlns:a="http://schemas.openxmlformats.org/drawingml/2006/main">
            <a:r>
              <a:t>Fallback: LOCAL STATIC ARTIFACT — production/ACT_3.pptx의 S63, production/preview/act3/S63.png 및 production/preview/full/S63.png.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이번 Context와 다시 쓸 지식</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S63에서는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S65에서는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S65에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S63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S65로 이동한다.</a:t>
            </a:r>
          </a:p>
          <a:p xmlns:a="http://schemas.openxmlformats.org/drawingml/2006/main">
            <a:r>
              <a:t/>
            </a:r>
          </a:p>
          <a:p xmlns:a="http://schemas.openxmlformats.org/drawingml/2006/main">
            <a:r>
              <a:t>Fallback: LOCAL STATIC ARTIFACT — production/ACT_3.pptx의 S64, production/preview/act3/S64.png 및 production/preview/full/S64.png.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실제 Demo 지식의 원래 출처</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“S64의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S64의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S66으로 이동한다.</a:t>
            </a:r>
          </a:p>
          <a:p xmlns:a="http://schemas.openxmlformats.org/drawingml/2006/main">
            <a:r>
              <a:t/>
            </a:r>
          </a:p>
          <a:p xmlns:a="http://schemas.openxmlformats.org/drawingml/2006/main">
            <a:r>
              <a:t>Fallback: LOCAL STATIC ARTIFACT — production/ACT_3.pptx의 S65, production/preview/act3/S65.png 및 production/preview/full/S65.png.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 작업에 쓰인 구성의 역할</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“S65에서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S65의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S57/S58에서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S61처럼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S69에서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S65의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S67에서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S57–S61의 지침·수치 설명을 반복하지 않는다. 실제3분 리허설은 UNVERIFIED다.</a:t>
            </a:r>
          </a:p>
          <a:p xmlns:a="http://schemas.openxmlformats.org/drawingml/2006/main">
            <a:r>
              <a:t/>
            </a:r>
          </a:p>
          <a:p xmlns:a="http://schemas.openxmlformats.org/drawingml/2006/main">
            <a:r>
              <a:t>Fallback: LOCAL STATIC ARTIFACT — production/ACT_3.pptx의 S66, production/preview/act3/S66.png 및 production/preview/full/S66.png.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함께 작동하는 작업 환경, Harness</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“S66의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Lecture) S66의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‘Repository 밖에서 적용되는 조건도 있지 않을까요?’로 S68를 연다. 제품이나 새 명령을 실행하지 않는다.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S66의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S69에서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S66/STATE-04-PERF의 AGENTS.md·docs·Skill·tests·benchmark와 기록된 입력/실행 조건을 같은 도식에 대응하는 CAPTURED 정적 요약이다. 실제 실행 캡처가 아니며 제품·Agent·benchmark·Demo repository를 실행하거나 새 Trial을 만들지 않는다. S66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실제 구성 회수0.5, 실행 환경1, 사람의 검토1, 전체 운영 모델·범위1.5. Demo2분: 실제 자료/기록 대응1.5, 저장소 밖 조건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S67, production/preview/act3/S67.png 및 production/preview/full/S67.png.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같은 저장소여도 실행 조건은 다를 수 있다</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“S67의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S67의 실행 조건을 회수한다. 위 도식에서 같은 Repository의 코드·AGENTS.md·문서와 외부의 전역 지침/Skills·모델/설정·권한이 한 실행에 적용되는 관계를 짚는다. 점선의 ‘적용 확인’은 실제 세션에서 무엇이 적용됐는지 확인하라는 뜻이다. 조건 두 개를 비교 실행한 실험이나 과거 Trial의 정확한 파일 트리가 아니다.</a:t>
            </a:r>
          </a:p>
          <a:p xmlns:a="http://schemas.openxmlformats.org/drawingml/2006/main">
            <a:r>
              <a:t>2. (1:00–2:00 / Lecture) TRIAL-006에 전역 Skills4개 포함과 시작 경고가 보존됐다는 관찰만 짧게 회수한다. 경고가 실제 Hook/MCP 실행이나 작업 기여를 증명하지 않으며 전체 설정·권한의 감사도 아니다. 결과를 Prompt만의 효과로 분리할 수 없었다는 한계를 남긴다. 이 관찰로 평가·보고를 어떻게 바꿨는지는 ACT4 S83–S87의 다른 질문으로 남긴다.</a:t>
            </a:r>
          </a:p>
          <a:p xmlns:a="http://schemas.openxmlformats.org/drawingml/2006/main">
            <a:r>
              <a:t>3. (2:00–3:00 / Lecture) 이번 장의 실무 판단은 결과와 함께 실제 적용 지침·입력·설정/권한·실행 조건을 남기자는 것이다. 구체 명령이나 새 환경 설정을 지정하지 않는다. OS/runtime도 기록할 조건이며 각 조건의 독립적 효과는 미입증이다. S69에서 같은 확인 기준을 C++ 검사 업무로 옮긴다.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 DEC-0080.</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 세부 보존 범위: TRIAL-006은 전역 Skills4개 포함, Hook 구성 경고, MCP 연결/인증 시작 문제가 있었으나 Hook 실행·소스 변경이나 MCP 작업 결과 기여는 입증하지 않는다. 전역 지침 주입 원문 전체는 별도 보존되지 않았다. TRIAL-007 보고/stderr 불일치와 TRIAL-008의 부분적 영향 기록은 S83–S87에서 다룬다.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S69에서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Repository/외부 조건 관계1, 보존 관찰과 인과 한계1, 기록할 조건과 C++ 전이1. Hook/MCP 정의·오류 목록·후속 Trial 연혁은 여기서 열지 않는다. 실제 리허설은 UNVERIFIED다.</a:t>
            </a:r>
          </a:p>
          <a:p xmlns:a="http://schemas.openxmlformats.org/drawingml/2006/main">
            <a:r>
              <a:t/>
            </a:r>
          </a:p>
          <a:p xmlns:a="http://schemas.openxmlformats.org/drawingml/2006/main">
            <a:r>
              <a:t>Fallback: LOCAL STATIC ARTIFACT — production/ACT_3.pptx의 S68, production/preview/act3/S68.png 및 production/preview/full/S68.png.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밝기 통계의 판단을 C++ 검사에 적용하기</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밝기 통계의 판단을 C++ 검사에 적용하기</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“S68에서 본 실행 조건까지 고려하면, 밝기 통계 Demo의 세 기준을 우리 C++ 검사 업무에 어떻게 적용할까요?”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S68의 ‘같은 코드여도 실행 조건을 확인한다’를 회수하고 우리 검사 업무로 전이한다. 위의 기존 삽화는 카메라·영상·처리·결과의 교육용 파이프라인이며 실제 회사 장비·C++ 구현 화면이 아니다. 아래 세 행은 이 파이프라인 전체에 적용할 기준이지 그림의 세 단계에 각각 하나씩 배당하는 순서가 아니다.</a:t>
            </a:r>
          </a:p>
          <a:p xmlns:a="http://schemas.openxmlformats.org/drawingml/2006/main">
            <a:r>
              <a:t>2. (0:45–1:45) 명세 행을 왼쪽에서 오른쪽으로 읽는다. 밝기 통계에서는 출력6항목의 동작을 보존했다. C++ 검사에서는 ROI 좌표 범위·픽셀값 범위·입출력 명세를 프로젝트 문서와 코드에서 확인하고 보존할 기준으로 정한다. 구체적 범위·임계값·알고리즘은 이 자료가 새로 확정하지 않는다.</a:t>
            </a:r>
          </a:p>
          <a:p xmlns:a="http://schemas.openxmlformats.org/drawingml/2006/main">
            <a:r>
              <a:t>3. (1:45–2:45) 수행 방법 행을 읽는다. 실제 Demo의 기준선 확보·해당 경로 조사·변경·같은 조건 비교를 검사 모듈에도 적용하는 패턴이다. 바꿀 경로와 가설을 먼저 확인하고 최소 변경 뒤 동작·회귀를 확인해 동일 조건에서 비교한다. 성능 Skill이 답을 주거나 Python 구현을 그대로 복사한다는 의미가 아니다.</a:t>
            </a:r>
          </a:p>
          <a:p xmlns:a="http://schemas.openxmlformats.org/drawingml/2006/main">
            <a:r>
              <a:t>4. (2:45–4:00) 검증 근거 행을 읽는다. Demo의 테스트와 기록된 실행시간·Python 할당 피크를 C++ 업무의 동작·회귀·통합 검사와 적합한 성능 측정 근거에 대응한다. 도구 이름이 아니라 무엇을 확인할지를 먼저 고른다. GoogleTest/CTest·통합 테스트·benchmark/profiler는 예시이며 실제 팀 표준을 확인해야 한다. Python tracemalloc 수치를 C++ 메모리/RSS 기준으로 옮기거나 같은 성능 개선을 보장하지 않는다.</a:t>
            </a:r>
          </a:p>
          <a:p xmlns:a="http://schemas.openxmlformats.org/drawingml/2006/main">
            <a:r>
              <a:t>5. (4:00–4:40) 마지막 입력·빌드·장비 조건을 짚는다. 비교할 입력, 빌드 모드/옵션, 실행 장비와 권한·runtime 같은 조건을 실제 프로젝트에서 확인·기록한다. Release build도 승인된 기존 예시일 뿐 어떤 명령·컴파일러·장비 구성을 여기서 지정하거나 검증한 것은 아니다. S68의 조건 확인을 C++ 작업에 연결한다.</a:t>
            </a:r>
          </a:p>
          <a:p xmlns:a="http://schemas.openxmlformats.org/drawingml/2006/main">
            <a:r>
              <a:t>6. (4:40–5:00) 세 기준을 옮기는 것이며 실제 C++ Trial이나 회사 성과가 아니라는 범위를 회수한다. 다음 S70에서는 이 중 자기 업무에서 먼저 정리할 반복 한 가지와 검토·갱신 책임을 고르게 한다.</a:t>
            </a:r>
          </a:p>
          <a:p xmlns:a="http://schemas.openxmlformats.org/drawingml/2006/main">
            <a:r>
              <a:t/>
            </a:r>
          </a:p>
          <a:p xmlns:a="http://schemas.openxmlformats.org/drawingml/2006/main">
            <a:r>
              <a:t>Evidence / Source: BEAT-036; CLM-0016/0017/0030; OQ-011; DEC-0062/0078; plan/DEMO_MATRIX.md의 TRIAL-008·STATE-04-PERF 실제 동작 보존·수행 절차·검증 기록; repository 성능 Skill. TEACHING_MODEL. 삽화 출처: prototype/image-illustration-pilot/assets/S53.png, built-in image_gen,2026-10-18; 프롬프트: prototype/image-illustration-pilot/PROMPTS.md. 승인된 이미지 bytes·crop(top0.08/bottom0.12)을 유지하고 화면 배치/크기만 조정한다. 실제 화면·현장 사진·C++ 관찰 자료가 아니다.</a:t>
            </a:r>
          </a:p>
          <a:p xmlns:a="http://schemas.openxmlformats.org/drawingml/2006/main">
            <a:r>
              <a:t/>
            </a:r>
          </a:p>
          <a:p xmlns:a="http://schemas.openxmlformats.org/drawingml/2006/main">
            <a:r>
              <a:t>Claim Boundary: TEACHING_MODEL — 왼쪽은 보존된 밝기 통계 Demo의 기준 요약, 오른쪽은 C++ 검사 업무에 대입할 교육용 질문과 적용 방향이다. 실제 C++ 구현·테스트 실행·회사 장비·성능 결과는 없다. ROI·픽셀 명세와 빌드·장비·도구 선택은 팀에서 확인하며 구체적 Windows/shell/IDE/hardware 지시를 추가하려면 별도 검증한다. 측정 수치·알고리즘·Skill 효과를 다른 언어/장비에 그대로 이전하지 않는다. 기존 이미지의 범위와 단독 Harness/Skill 인과효과 미입증 경계를 유지한다.</a:t>
            </a:r>
          </a:p>
          <a:p xmlns:a="http://schemas.openxmlformats.org/drawingml/2006/main">
            <a:r>
              <a:t/>
            </a:r>
          </a:p>
          <a:p xmlns:a="http://schemas.openxmlformats.org/drawingml/2006/main">
            <a:r>
              <a:t>Beginner Explanation: 먼저 무엇을 지킬지 정하고, 어떻게 조사·변경할지 정하며, 무엇을 확인해야 완료인지 정한다. Python 밝기 통계에서 사용한 이 세 기준을 C++ 검사 모듈의 명세·일하는 절차·확인 근거에 대입한다. 입력과 빌드·장비 조건도 함께 확인한다.</a:t>
            </a:r>
          </a:p>
          <a:p xmlns:a="http://schemas.openxmlformats.org/drawingml/2006/main">
            <a:r>
              <a:t/>
            </a:r>
          </a:p>
          <a:p xmlns:a="http://schemas.openxmlformats.org/drawingml/2006/main">
            <a:r>
              <a:t>Advanced Insight: Project Context→알고리즘/입출력 명세·빌드/하드웨어 가정, 반복 절차→대상 경로의 기준선/가설/변경/회귀/동일 조건 비교, unittest·benchmark script→팀의 적합한 동작/통합/성능 근거로 대응한다. 도구와 측정량은 실제 프로젝트에 맞춰 선택하고 동작 동등성·측정 조건·미확인 범위를 함께 검토한다. Python 할당 피크는 C++ 메모리 지표로 직접 이전할 근거가 아니다.</a:t>
            </a:r>
          </a:p>
          <a:p xmlns:a="http://schemas.openxmlformats.org/drawingml/2006/main">
            <a:r>
              <a:t/>
            </a:r>
          </a:p>
          <a:p xmlns:a="http://schemas.openxmlformats.org/drawingml/2006/main">
            <a:r>
              <a:t>C++ Vision Bridge: PRIMARY — 화면 전체가 세 기준의 C++ 적용이다. unittest→GoogleTest/CTest 또는 통합 검사, benchmark script→benchmark/profiler는 기존 예시이며 권장 도구를 새로 확정하지 않는다. 빌드 모드·장비 가정·ROI/픽셀 명세·회귀 기준과 팀 표준을 확인한다.</a:t>
            </a:r>
          </a:p>
          <a:p xmlns:a="http://schemas.openxmlformats.org/drawingml/2006/main">
            <a:r>
              <a:t/>
            </a:r>
          </a:p>
          <a:p xmlns:a="http://schemas.openxmlformats.org/drawingml/2006/main">
            <a:r>
              <a:t>Demo Operation: Lecture5분의 정적 전이 도식 — 기존 승인된 검사 파이프라인 삽화를 짚은 뒤 명세/수행 방법/검증 근거를 각 행의 Demo→C++ 순서로 대응한다. 마지막 실행 조건을 회수하고 S70로 이동한다. 실제 C++ 결과 화면처럼 말하지 않는다. 제품·Agent·Demo repository·컴파일러·테스트·benchmark를 실행하거나 새 Trial을 만들지 않는다. Demo 시간을 추가하지 않는다.</a:t>
            </a:r>
          </a:p>
          <a:p xmlns:a="http://schemas.openxmlformats.org/drawingml/2006/main">
            <a:r>
              <a:t/>
            </a:r>
          </a:p>
          <a:p xmlns:a="http://schemas.openxmlformats.org/drawingml/2006/main">
            <a:r>
              <a:t>Audience Interaction: ‘우리 검사 코드에서 출력6항목 보존에 해당하는 명세는 무엇일까요?’를 짧게 생각하게 하고 ROI·픽셀·입출력 조건의 실제 확인으로 회수한다. 정답이나 팀별 수치를 즉석에서 만들어 주지 않으며 필수 실습·공개 답변·별도 Q&amp;A 시간을 추가하지 않는다.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S68/삽화 연결0.75, 명세1, 수행 방법1, 검증 근거1.25, 실행 조건0.67, 적용 범위/전환0.33. 지연 시 도구 이름과 측정량 상세 설명을 줄이고 세 행의 대응·입력/빌드/장비 조건·교육용 범위는 유지한다.5분에 S70로 이동한다. 실제 리허설은 UNVERIFIED다.</a:t>
            </a:r>
          </a:p>
          <a:p xmlns:a="http://schemas.openxmlformats.org/drawingml/2006/main">
            <a:r>
              <a:t/>
            </a:r>
          </a:p>
          <a:p xmlns:a="http://schemas.openxmlformats.org/drawingml/2006/main">
            <a:r>
              <a:t>Fallback: LOCAL STATIC ARTIFACT — production/ACT_3.pptx의 S69, production/preview/act3/S69.png 및 production/preview/full/S69.png. 교육용 전이 도식·승인된 AI 삽화이며 실제 C++ 실행 캡처가 아니다. Lecture 보조 Preview로 기존32개 Demo fallback inventory에는 추가하지 않는다. 파일 대조는 production/evaluation/S66_CPP_TRANSFER_REVISION.md를 따른다. 실제 발표 PC 재생은 UNVERIFIED다.</a:t>
            </a:r>
          </a:p>
          <a:p xmlns:a="http://schemas.openxmlformats.org/drawingml/2006/main">
            <a:r>
              <a:t/>
            </a:r>
          </a:p>
          <a:p xmlns:a="http://schemas.openxmlformats.org/drawingml/2006/main">
            <a:r>
              <a:t>Validation Status: ALIGNED — DEC-0078의19필드·Lecture5분·TEACHING_MODEL·기존 이미지와 실제/교육용 적용 경계를 정렬했다. 최종 패키지/PNG/내장 Notes 대조는 production/evaluation/S66_CPP_TRANSFER_REVISION.md에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우리 업무에서 먼저 정리할 한 가지</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우리 업무에서 먼저 정리할 한 가지</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“S69의 기준을 우리 업무에 대입하면, 어떤 반복 한 가지를 먼저 정리하고 어디에 두며 누가 유지하면 좋을까요?”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Reflection, R1) S69에서 명세·수행 방법·검증 근거를 C++ 검사 업무에 대입했다. 이제 자기 업무에서 반복되는 정보·절차·검증 근거를 떠올리게 한다. 화면의 세 후보는 같은 비중이며 특정 유형을 정답으로 고르지 않는다. 필기·파일 작성·저장소 수정·발표는 요구하지 않는다.</a:t>
            </a:r>
          </a:p>
          <a:p xmlns:a="http://schemas.openxmlformats.org/drawingml/2006/main">
            <a:r>
              <a:t>2. (0:30–1:30 / Reflection, R1) ‘하나만 선택’을 짚고 현재 반복 비용이나 혼란이 큰 한 가지를 조용히 고르게 한다. 세 후보가 모이는 선은 선택지를 뜻하며 세 종류를 전부 합치거나 새 시스템을 만들라는 뜻이 아니다. 아직 고르지 못해도 강제로 답을 정하지 않는다.</a:t>
            </a:r>
          </a:p>
          <a:p xmlns:a="http://schemas.openxmlformats.org/drawingml/2006/main">
            <a:r>
              <a:t>3. (1:30–2:15 / Reflection, R1) ‘어디에 둘까?’를 짚는다. 이미 관리되는 원래 출처와 팀의 흐름을 먼저 확인한다. 프로젝트 문서·재사용 수행 방법·날짜가 있는 검증 기록은 위치를 생각할 예시이며 정보 종류와 특정 파일을 배타적으로 고정하지 않는다. 이 시간에 새 문서·Skill·Memory를 만들지 않는다.</a:t>
            </a:r>
          </a:p>
          <a:p xmlns:a="http://schemas.openxmlformats.org/drawingml/2006/main">
            <a:r>
              <a:t>4. (2:15–3:00 / Reflection, R1) ‘누가 검토·갱신할까?’를 짚고 역할 또는 사람을 생각하게 한다. 검토자와 갱신 담당은 같은 사람일 수도 있다. 결정할 수 없으면 미확정으로 남기며 청중의 팀 역할을 대신 배정하지 않는다.</a:t>
            </a:r>
          </a:p>
          <a:p xmlns:a="http://schemas.openxmlformats.org/drawingml/2006/main">
            <a:r>
              <a:t>5. (3:00–8:00 / Q&amp;A, R2) 공유는 선택이며 질문을 받는다. 답변은 선택한 반복·둘 위치·검토/갱신 책임으로 회수한다. 기능 개수를 늘리는 방향이나 특정 도구를 정답으로 유도하지 않는다. 질문이 없으면 ‘이미 관리되는 출처가 있나요?’, ‘기준이나 측정 조건이 바뀌면 누가 확인하나요?’로 대화를 열거나 조용히 생각할 시간을 준다.8분에 답변을 마치고 초과 질문은 후속 확인으로 남긴다.</a:t>
            </a:r>
          </a:p>
          <a:p xmlns:a="http://schemas.openxmlformats.org/drawingml/2006/main">
            <a:r>
              <a:t>6. (8:00–10:00 / Transition, R3) ‘위치와 담당을 생각했다면, 다시 확인할 때는?’을 짚는다. 선택한 자료가 다음 작업에도 쓰이는 동안 어떤 기준 변화가 검토를 요구할지 떠올리게 한다. 실제 담당을 정했다고 취급하지 않는다. 실제 STATE-04-PERF 성공은 S71에서 짧게 보존하고, 그다음 별도 가상 사례에서 유지 문제를 살펴본다. 성공을 다시 자세히 설명하거나 가상 변화의 결과를 먼저 말하지 않는다.</a:t>
            </a:r>
          </a:p>
          <a:p xmlns:a="http://schemas.openxmlformats.org/drawingml/2006/main">
            <a:r>
              <a:t/>
            </a:r>
          </a:p>
          <a:p xmlns:a="http://schemas.openxmlformats.org/drawingml/2006/main">
            <a:r>
              <a:t>Evidence / Source: STATE-04-PERF의 보존된 성공; DEC-0018/0021/0062/0079; BEAT-035–038; INV-VERIFY-001; INV-DELIVERY-001. TEACHING_MODEL / 개인 성찰 운영 질문이다. 실제 청중 답변·팀별 운영 결정·추가 기능의 효과를 수집하거나 관찰한 결과가 아니다.; DEC-0080.</a:t>
            </a:r>
          </a:p>
          <a:p xmlns:a="http://schemas.openxmlformats.org/drawingml/2006/main">
            <a:r>
              <a:t/>
            </a:r>
          </a:p>
          <a:p xmlns:a="http://schemas.openxmlformats.org/drawingml/2006/main">
            <a:r>
              <a:t>Claim Boundary: TEACHING_MODEL — 반복 한 가지와 위치·유지 책임을 생각하는 질문이다. 필수 실습·공개 답변·저장소 변경이 아니며 정답이나 팀별 선택을 만들어 주지 않는다. 새 문서·Skill·Subagent·Memory 추가를 전제하지 않는다. 보존된 실제 성공을 실패한 Harness로 재해석하거나 다음 ACT의 개념적 변화를 실제 Product failure로 말하지 않는다. R1/R2/R3는 정적 화면에서 발표자가 초점을 옮기는 운영 구분이며 Native animation·실제 리허설 검증이 아니다.</a:t>
            </a:r>
          </a:p>
          <a:p xmlns:a="http://schemas.openxmlformats.org/drawingml/2006/main">
            <a:r>
              <a:t/>
            </a:r>
          </a:p>
          <a:p xmlns:a="http://schemas.openxmlformats.org/drawingml/2006/main">
            <a:r>
              <a:t>Beginner Explanation: 매번 다시 찾는 정보, 다시 설명하는 순서, 완료를 확인할 근거 중 하나를 고른다. 그것을 어디에서 관리하고 누가 확인·수정할지 생각한다. 지금 직접 만들거나 발표할 필요는 없다.</a:t>
            </a:r>
          </a:p>
          <a:p xmlns:a="http://schemas.openxmlformats.org/drawingml/2006/main">
            <a:r>
              <a:t/>
            </a:r>
          </a:p>
          <a:p xmlns:a="http://schemas.openxmlformats.org/drawingml/2006/main">
            <a:r>
              <a:t>Advanced Insight: 새 구조를 추가하기 전에 원래 출처·재사용 비용·검증 요구를 확인하고 위치와 유지 책임을 함께 본다. 담당은 역할로 생각해도 되며 검토와 갱신을 반드시 다른 사람에게 배정할 필요는 없다. 기능 수를 늘리는 답으로 유도하지 않고 프로젝트 변경 시 가정·내용의 재확인 필요만 연다.</a:t>
            </a:r>
          </a:p>
          <a:p xmlns:a="http://schemas.openxmlformats.org/drawingml/2006/main">
            <a:r>
              <a:t/>
            </a:r>
          </a:p>
          <a:p xmlns:a="http://schemas.openxmlformats.org/drawingml/2006/main">
            <a:r>
              <a:t>C++ Vision Bridge: S69의 프로젝트별 명세·수행 방법·완료 근거를 청중 자신의 업무로 가져오는 contextual cue다. 별도 C++ 삽화나 도구 목록·구현 지시를 추가하지 않는다.</a:t>
            </a:r>
          </a:p>
          <a:p xmlns:a="http://schemas.openxmlformats.org/drawingml/2006/main">
            <a:r>
              <a:t/>
            </a:r>
          </a:p>
          <a:p xmlns:a="http://schemas.openxmlformats.org/drawingml/2006/main">
            <a:r>
              <a:t>Demo Operation: 정적 성찰 화면이다. R1은 세 후보→하나 선택→위치/담당 질문, R2는 선택적 Q&amp;A, R3는 다시 확인할 시점으로 초점을 옮긴다. 정적 화면 전체가 보이며 Native animation·제품 실행·새 Trial은 없다. 실제 성공과 별도 가상 사례의 경계는 유지한다.</a:t>
            </a:r>
          </a:p>
          <a:p xmlns:a="http://schemas.openxmlformats.org/drawingml/2006/main">
            <a:r>
              <a:t/>
            </a:r>
          </a:p>
          <a:p xmlns:a="http://schemas.openxmlformats.org/drawingml/2006/main">
            <a:r>
              <a:t>Audience Interaction: Reflection3분은 개인적으로 생각하고 공유는 선택이다. Q&amp;A5분에는 질문이 없을 때 ‘선택한 한 가지는 이미 어디에 있나요?’, ‘누가 검토하고 어떤 변화가 생기면 갱신하나요?’를 예비 질문으로 쓴다. 답이 없거나 담당이 미정이어도 미확정으로 두며 실습·즉석 산출물을 요구하지 않는다.8분에 cutoff하고 마지막2분을 전환으로 보호한다.</a:t>
            </a:r>
          </a:p>
          <a:p xmlns:a="http://schemas.openxmlformats.org/drawingml/2006/main">
            <a:r>
              <a:t/>
            </a:r>
          </a:p>
          <a:p xmlns:a="http://schemas.openxmlformats.org/drawingml/2006/main">
            <a:r>
              <a:t>Transition: “남길 위치와 검토·갱신 역할을 생각해 봤습니다. 이제 확인한 성공을 기준점으로 두고, 그 방법을 계속 맞게 유지하는 문제로 넘어가겠습니다.”</a:t>
            </a:r>
          </a:p>
          <a:p xmlns:a="http://schemas.openxmlformats.org/drawingml/2006/main">
            <a:r>
              <a:t/>
            </a:r>
          </a:p>
          <a:p xmlns:a="http://schemas.openxmlformats.org/drawingml/2006/main">
            <a:r>
              <a:t>Time Management: Reflection3분(연결0.5, 하나 선택1, 위치0.75, 검토/갱신0.75) → Q&amp;A5분 → Transition2분.8분에 Q&amp;A를 마치고10분에 S71로 이동한다. 지연 시 예시와 도구 설명을 줄이며 선택·위치·책임 및 실제 성공/가상 변화 경계는 유지한다. 실제10분 리허설은 UNVERIFIED다.</a:t>
            </a:r>
          </a:p>
          <a:p xmlns:a="http://schemas.openxmlformats.org/drawingml/2006/main">
            <a:r>
              <a:t/>
            </a:r>
          </a:p>
          <a:p xmlns:a="http://schemas.openxmlformats.org/drawingml/2006/main">
            <a:r>
              <a:t>Fallback: LOCAL STATIC ARTIFACT — production/ACT_3.pptx의 S70, production/preview/act3/S70.png 및 production/preview/full/S70.png. 정적 성찰/대화 화면이며 실제 청중 답변·제품 실행 캡처가 아니다. 기존32개 Demo fallback inventory에는 추가하지 않는다. 파일 대조는 production/evaluation/S67_REFLECTION_OWNERSHIP_REVISION.md를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확인한 성공을 유지하려면</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 STATE-04-PERF는 bounded task에서 검증된 성공이다. 뒤에 나올 stale 사례는 별도의 개념 사례다.</a:t>
            </a:r>
          </a:p>
          <a:p xmlns:a="http://schemas.openxmlformats.org/drawingml/2006/main">
            <a:r>
              <a:t/>
            </a:r>
          </a:p>
          <a:p xmlns:a="http://schemas.openxmlformats.org/drawingml/2006/main">
            <a:r>
              <a:t>Opening Question: “앞서 정리한 정보와 절차는, 어떤 변화가 생겼을 때 다시 검토해야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 Lecture) S70에서 위치·검토/갱신 역할을 생각했다는 점을 회수한다. 실제 밝기 통계는 출력6항목·전체 테스트11/11·같은 조건의 측정/guard를 확인한 성공으로 마쳤다고 짧게 남긴다. S61의 수치나 명령을 다시 풀어 설명하지 않는다.</a:t>
            </a:r>
          </a:p>
          <a:p xmlns:a="http://schemas.openxmlformats.org/drawingml/2006/main">
            <a:r>
              <a:t>2. (0:45–2:15 / Lecture) 기록된 성공은 그 입력·코드·환경과 검증 조건의 기준점이다. 이후 다른 조건에서도 맞는지까지 검증한 것은 아니다. 현재 성공을 실제 실패나 stale Harness 이력으로 바꾸지 않는다.</a:t>
            </a:r>
          </a:p>
          <a:p xmlns:a="http://schemas.openxmlformats.org/drawingml/2006/main">
            <a:r>
              <a:t>3. (2:15–3:00 / Lecture) 이번 ACT는 현재 기준과 재사용 지침을 계속 맞게 유지하고, 바꿨다면 다시 확인하는 문제를 다룬다고 안내한다. 완성 Loop나 가상 사례의 답을 먼저 제시하지 않는다.</a:t>
            </a:r>
          </a:p>
          <a:p xmlns:a="http://schemas.openxmlformats.org/drawingml/2006/main">
            <a:r>
              <a:t>4. (3:00–4:00 / Reflection) S70에서 떠올린 한 가지에 대해 어떤 기준/환경 변화가 담당자의 재검토를 요구할지 조용히 생각하게 한다. 앞 장의 위치·담당 선택을 다시 시키거나 답변/산출물을 요구하지 않는다. 다음 S72부터 별도 가상 사례가 시작된다.</a:t>
            </a:r>
          </a:p>
          <a:p xmlns:a="http://schemas.openxmlformats.org/drawingml/2006/main">
            <a:r>
              <a:t/>
            </a:r>
          </a:p>
          <a:p xmlns:a="http://schemas.openxmlformats.org/drawingml/2006/main">
            <a:r>
              <a:t>Evidence / Source: STATE-04-PERF / bounded image_statistics evidence; DEC-0021/0062/0080; BEAT-037/038.</a:t>
            </a:r>
          </a:p>
          <a:p xmlns:a="http://schemas.openxmlformats.org/drawingml/2006/main">
            <a:r>
              <a:t/>
            </a:r>
          </a:p>
          <a:p xmlns:a="http://schemas.openxmlformats.org/drawingml/2006/main">
            <a:r>
              <a:t>Claim Boundary: OBSERVED_PRODUCT callback이다. 기록된 task·코드·입력·runtime·host·검증 조건에 한정한다. 이후 변화/실패를 관찰한 것이 아니며 유지 문제의 질문과 실제 결과를 구분한다.</a:t>
            </a:r>
          </a:p>
          <a:p xmlns:a="http://schemas.openxmlformats.org/drawingml/2006/main">
            <a:r>
              <a:t/>
            </a:r>
          </a:p>
          <a:p xmlns:a="http://schemas.openxmlformats.org/drawingml/2006/main">
            <a:r>
              <a:t>Beginner Explanation: 이번 작업의 성공을 기준으로 남기고, 어떤 조건 변화가 다시 확인할 신호가 되는지 생각한다.</a:t>
            </a:r>
          </a:p>
          <a:p xmlns:a="http://schemas.openxmlformats.org/drawingml/2006/main">
            <a:r>
              <a:t/>
            </a:r>
          </a:p>
          <a:p xmlns:a="http://schemas.openxmlformats.org/drawingml/2006/main">
            <a:r>
              <a:t>Advanced Insight: 검증된 한 상태와 지속적인 유효성은 다르다. 이 차이가 별도 개념 사례를 여는 이유이며 실제 Product history는 연장하지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추가 실행 없이 세 성공 근거를 짧게 회수하고 유지 문제로 이동한다. 과거 수치를 성과 발표처럼 반복하지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 “이 성공은 그대로 남기겠습니다. 별도의 가상 프로젝트에서 기준과 재사용 절차가 처음에는 맞았던 상태부터 보겠습니다.”</a:t>
            </a:r>
          </a:p>
          <a:p xmlns:a="http://schemas.openxmlformats.org/drawingml/2006/main">
            <a:r>
              <a:t/>
            </a:r>
          </a:p>
          <a:p xmlns:a="http://schemas.openxmlformats.org/drawingml/2006/main">
            <a:r>
              <a:t>Time Management: Lecture3분(성공 회수0.75, 적용 범위1.5, 유지 문제0.75) + Reflection1분. 실제4분 운영은 UNVERIFIED다.</a:t>
            </a:r>
          </a:p>
          <a:p xmlns:a="http://schemas.openxmlformats.org/drawingml/2006/main">
            <a:r>
              <a:t/>
            </a:r>
          </a:p>
          <a:p xmlns:a="http://schemas.openxmlformats.org/drawingml/2006/main">
            <a:r>
              <a:t>Fallback: LOCAL STATIC ARTIFACT — production/ACT_4.pptx의 S71, production/preview/act4/S71.png 및 production/preview/full/S71.png.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처음에는 기준과 재사용 절차가 맞았다</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S72, production/preview/act4/S72.png 및 production/preview/full/S72.png.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Project는 바뀌고 Workflow는 남았다</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S70의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S73와 production/preview/act4/S73.png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이번 요청과 다음 작업의 지침</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 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 “이번 요청을 보정하면, 다음 작업이 읽을 지침까지 달라질까요?”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왼쪽 이번 요청에 ‘통합 테스트도 확인해 줘’를 적는 가능한 대응을 읽는다. 실제 실행이나 복구 성공을 보여주는 프롬프트 캡처가 아니다.</a:t>
            </a:r>
          </a:p>
          <a:p xmlns:a="http://schemas.openxmlformats.org/drawingml/2006/main">
            <a:r>
              <a:t>2. (1:00–2:00 / Case) 오른쪽 다음 작업이 읽을 Workflow에는 단위 테스트 지시만 남을 수 있음을 비교한다. 요청 보정과 지침의 검토·갱신은 서로 다른 출처에 대한 조치다.</a:t>
            </a:r>
          </a:p>
          <a:p xmlns:a="http://schemas.openxmlformats.org/drawingml/2006/main">
            <a:r>
              <a:t>3. (2:00–3:00 / Case) 다음 작업까지 바꾸려면 재사용 출처를 검토해야 하지만 어떤 것을 수정할지는 원인을 확인한 뒤 판단한다고 회수한다. S75에서 확인할 기록을 먼저 고른다.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 가능한 요청 보정과 남아 있는 지침의 가상 비교다. 실제 실행·복구·누락·PASS/FAIL 결과가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요청 상자와 별도 재사용 지침 상자를 비교한다. 실제 제품 입력창 캡처나 Agent 실행이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 “어디를 고치기 전에, 실제로 어떤 기준과 지침을 썼는지부터 확인하겠습니다.”</a:t>
            </a:r>
          </a:p>
          <a:p xmlns:a="http://schemas.openxmlformats.org/drawingml/2006/main">
            <a:r>
              <a:t/>
            </a:r>
          </a:p>
          <a:p xmlns:a="http://schemas.openxmlformats.org/drawingml/2006/main">
            <a:r>
              <a:t>Time Management: Case3분: 요청1, 남은 지침1, 원인 확인으로 연결1. 실제 리허설은 UNVERIFIED다.</a:t>
            </a:r>
          </a:p>
          <a:p xmlns:a="http://schemas.openxmlformats.org/drawingml/2006/main">
            <a:r>
              <a:t/>
            </a:r>
          </a:p>
          <a:p xmlns:a="http://schemas.openxmlformats.org/drawingml/2006/main">
            <a:r>
              <a:t>Fallback: LOCAL STATIC ARTIFACT — production/ACT_4.pptx의 S74, production/preview/act4/S74.png 및 production/preview/full/S74.png.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원인을 고르기 전에 확인할 기록</a:t>
            </a:r>
          </a:p>
          <a:p xmlns:a="http://schemas.openxmlformats.org/drawingml/2006/main">
            <a:r>
              <a:t/>
            </a:r>
          </a:p>
          <a:p xmlns:a="http://schemas.openxmlformats.org/drawingml/2006/main">
            <a:r>
              <a:t>Slide ID: S75</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CAPTURED Demo) S74의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S76에서 가정과 원인 가설을 분리한다.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S75, production/preview/act4/S75.png 및 production/preview/full/S75.png.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주어진 정보와 원인 가설을 나눈다</a:t>
            </a:r>
          </a:p>
          <a:p xmlns:a="http://schemas.openxmlformats.org/drawingml/2006/main">
            <a:r>
              <a:t/>
            </a:r>
          </a:p>
          <a:p xmlns:a="http://schemas.openxmlformats.org/drawingml/2006/main">
            <a:r>
              <a:t>Slide ID: S76</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S75의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S76, production/preview/act4/S76.png 및 production/preview/full/S76.png.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확인한 원인에 맞춰 변경 대상을 고른다</a:t>
            </a:r>
          </a:p>
          <a:p xmlns:a="http://schemas.openxmlformats.org/drawingml/2006/main">
            <a:r>
              <a:t/>
            </a:r>
          </a:p>
          <a:p xmlns:a="http://schemas.openxmlformats.org/drawingml/2006/main">
            <a:r>
              <a:t>Slide ID: S77</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S78에서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S75 2분/S76 1분 그대로이며 S77는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S77, production/preview/act4/S77.png 및 production/preview/full/S77.png.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확인된 범위만 검토하고 갱신한다</a:t>
            </a:r>
          </a:p>
          <a:p xmlns:a="http://schemas.openxmlformats.org/drawingml/2006/main">
            <a:r>
              <a:t/>
            </a:r>
          </a:p>
          <a:p xmlns:a="http://schemas.openxmlformats.org/drawingml/2006/main">
            <a:r>
              <a:t>Slide ID: S78</a:t>
            </a:r>
          </a:p>
          <a:p xmlns:a="http://schemas.openxmlformats.org/drawingml/2006/main">
            <a:r>
              <a:t/>
            </a:r>
          </a:p>
          <a:p xmlns:a="http://schemas.openxmlformats.org/drawingml/2006/main">
            <a:r>
              <a:t>Working Title: 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 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 “갱신 담당과 검토 담당은 무엇을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Workflow가 원인으로 확인됐다는 가정 안에서 기존 단위 테스트 지시를 현재 기준인 단위+통합으로 갱신하는 범위를 짚는다. ‘최소’는 무조건 적게 고치는 뜻이 아니라 원인이 지지하는 범위다. 오래된 중복 지침도 원인일 때만 정리하고 관련 없는 규칙은 임의로 바꾸지 않는다.</a:t>
            </a:r>
          </a:p>
          <a:p xmlns:a="http://schemas.openxmlformats.org/drawingml/2006/main">
            <a:r>
              <a:t>2. (1:00–1:40 / Case) 아래 세 역할을 가리킨다. 갱신 담당은 확인된 지침을 수정하고, 검토 담당은 현재 기준·변경 범위가 맞는지 확인하며, 이후 같은 작업과 대표 작업으로 다시 평가한다. 담당은 예시 역할이고 실제 팀 구성원을 배정한 것이 아니다. 검토·갱신을 같은 사람이 맡을 수도 있으며 자동 자기 수정으로 설명하지 않는다.</a:t>
            </a:r>
          </a:p>
          <a:p xmlns:a="http://schemas.openxmlformats.org/drawingml/2006/main">
            <a:r>
              <a:t>3. (1:40–2:00 / Case) S70의 ‘어디에 두고 누가 유지할까’를 이 가상 유지 문제에서 회수했다고 정리한다. 실제 수정/재평가 결과는 없으며 S79에서 무엇을 확인해야 하는지로 넘어간다.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 CONCEPTUAL / TEACHING_MODEL. 원인 확인을 가정한 지침 갱신과 역할의 예시다. 실제 담당 배정·Product/Skill 변경·재평가 성공을 만들지 않는다.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전후 지침과 아래 역할을 가리킨다. 실제 diff·Agent 실행·테스트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 “이 지침을 바꿨다면, 같은 작업을 다시 확인하는 것만으로 충분할까요?”</a:t>
            </a:r>
          </a:p>
          <a:p xmlns:a="http://schemas.openxmlformats.org/drawingml/2006/main">
            <a:r>
              <a:t/>
            </a:r>
          </a:p>
          <a:p xmlns:a="http://schemas.openxmlformats.org/drawingml/2006/main">
            <a:r>
              <a:t>Time Management: Lecture1분(원인/범위·전후 지침) + Case1분(역할0.67, 재평가 질문0.33). 실제 리허설은 UNVERIFIED다.</a:t>
            </a:r>
          </a:p>
          <a:p xmlns:a="http://schemas.openxmlformats.org/drawingml/2006/main">
            <a:r>
              <a:t/>
            </a:r>
          </a:p>
          <a:p xmlns:a="http://schemas.openxmlformats.org/drawingml/2006/main">
            <a:r>
              <a:t>Fallback: LOCAL STATIC ARTIFACT — production/ACT_4.pptx의 S78, production/preview/act4/S78.png 및 production/preview/full/S78.png.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단위 테스트 지침을 단위+통합으로 갱신했다고 가정하면, 같은 작업이 요구 범위를 다루는지와 다른 작업을 방해하지 않는지를 각각 확인해야 한다. 결과가 나온 사례가 아니라 평가 질문의 설계다.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“단위+통합으로 지침을 바꿨다면, 그 작업만 다시 확인하면 충분할까요?”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S78의 가상 지침 갱신을 회수한다. 현재 기준에 맞춰 단위+통합 지시로 바꿨다고 가정했지만, 실제 변경이나 재실행을 관찰한 것은 아니다.</a:t>
            </a:r>
          </a:p>
          <a:p xmlns:a="http://schemas.openxmlformats.org/drawingml/2006/main">
            <a:r>
              <a:t>2. (1:00–2:30 / Case) 왼쪽은 같은 작업이 요구했던 검증 범위를 이제 다루는지 묻는다. 오른쪽은 문서만 수정하는 다른 작업에도 불필요한 검증을 강요하는지 묻는다. 테스트 종류와 지침을 적용할 작업 종류를 구분한다.</a:t>
            </a:r>
          </a:p>
          <a:p xmlns:a="http://schemas.openxmlformats.org/drawingml/2006/main">
            <a:r>
              <a:t>3. (2:30–4:00 / Case) 이번 문제의 해결 확인과 주변 작업의 영향 평가는 범위가 다르다고 닫는다. S80에서 서로 다른 위험을 확인할 대표 작업을 고른다. 통과나 안전성이 확인됐다는 결과를 만들지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 같은 작업과 오른쪽 문서 수정 작업의 확인 질문을 비교한다. 단위/통합은 검사 종류이고 버그/성능/문서/리팩터링은 지침을 적용할 작업 종류다.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“이번 작업 외에 어떤 작업을 골라야, 바뀐 지침의 다른 영향을 확인할 수 있을까요?”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Lecture1분+Case3분=4분. 단위/통합 테스트 기술 강의를 다시 열지 않고 두 평가 범위의 차이에 집중한다.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S79와 production/preview/act4/S79.png를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대표 작업은 변경된 지침이 닿는 서로 다른 사용 방식과 회귀 위험을 확인하도록 고른다. EVAL-01/02는 별도 과거 사례를 참고한 설계, EVAL-03/04는 설계만 있으며 네 작업 모두 이 지침 변경 뒤의 실행 결과는 없다.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“바뀐 지침을 어떤 작업에 적용해 봐야 서로 다른 위험을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VISUAL Demo) S79의 다른 작업 질문을 회수한다. 여기서는 제품 테스트의 개수를 늘리는 대신 지침을 적용해 볼 작업 종류를 넓힌다. 표는 네 작업의 평가 설계이며 실행 성적표가 아니다.</a:t>
            </a:r>
          </a:p>
          <a:p xmlns:a="http://schemas.openxmlformats.org/drawingml/2006/main">
            <a:r>
              <a:t>2. (1:00–2:15 / VISUAL Demo) 표의 왼쪽 작업 종류와 가운데 확인 질문을 행별로 읽는다. 버그 수정은 동작 명세, 성능 변경은 측정·검증 범위를 놓치지 않는지 확인하기 위한 선택이다. EVAL-01/02의 별도 과거 참고는 TRIAL-002/STATE-04-PERF다.</a:t>
            </a:r>
          </a:p>
          <a:p xmlns:a="http://schemas.openxmlformats.org/drawingml/2006/main">
            <a:r>
              <a:t>3. (2:15–4:00 / VISUAL Demo) 문서만 수정하는 작업에 불필요한 절차가 강요되지 않는지, 작은 리팩터링에 다른 유효한 작업이 방해받지 않는지 묻는다. EVAL-03/04는 설계만 있다. 현재 근거 상태는 오른쪽의 문구로 구분하며 실선/점선의 행 구분을 안내하지 않는다.</a:t>
            </a:r>
          </a:p>
          <a:p xmlns:a="http://schemas.openxmlformats.org/drawingml/2006/main">
            <a:r>
              <a:t>4. (4:00–5:00 / VISUAL Demo) 네 작업 모두 이번 가상 지침 변경 뒤의 실행 결과가 없다고 회수한다. 모든 프로젝트의 고정 세트로 설명하지 않고 변경 범위·흔한 작업·알려진 회귀 위험·관련 없는 작업에 맞춰 선정한다고 닫는다.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네 작업·선정 이유·기존 근거 상태를 가진 Native 표를 위에서 아래로 읽는다. 오른쪽의 과거 사례 참고와 평가 설계만 있음은 근거 상태이며 결과 판정이 아니다. 식별자 매핑은 EVAL-01 버그/TRIAL-002, EVAL-02 성능/STATE-04-PERF, EVAL-03 문서, EVAL-04 작은 리팩터링이다. 화면 전체는 Conceptual frame이고 과거 Product 결과를 새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“문서 작업도 함께 본 이유가 있습니다. 한 작업을 위해 넓힌 규칙이 다른 작업에도 맞을까요?”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Demo5분은 정적 평가 표에 사용한다. 실제 네 EVAL 실행이나 성공 수치를 만들지 않는다. 1분 배경, 3분 행별 위험, 1분 선정 기준·한계로 마감한다.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S80와 production/preview/act4/S80.png를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S80의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S77의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“지금까지 본 기록·원인·변경·평가를 다음 판단으로 어떻게 넘기는지, Loop의 단계로 묶어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S77의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S81와 production/preview/act4/S81.png를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관찰을 시스템 개선으로 잇는 Loop</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관찰을 시스템 개선으로 잇는 Loop</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실행의 기록을 현재 기준과 대조하고 원인 가설을 근거로 판단한 뒤, 확인된 출처·범위를 사람이 검토·갱신하고 같은·대표 작업의 영향을 재평가한다. 각 단계의 근거가 다음 판단으로 넘어가는 교육용 운영 모델이다.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“어떤 근거가 있어야 다음 판단으로 넘어갈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R1/R2) 01 실행은 요청·지침에 따라 작업을 수행하는 단계, 02 관찰은 그 기록을 현재 기준과 대조하는 단계로 구분한다. 아래에는 수행 기록과 기준 차이라는 서로 다른 판단 근거가 있다. 앞 가상 사례를 처음부터 재설명하지 않는다.</a:t>
            </a:r>
          </a:p>
          <a:p xmlns:a="http://schemas.openxmlformats.org/drawingml/2006/main">
            <a:r>
              <a:t>2. (2:00–4:30 / Lecture, R3) 03은 차이를 원인이라고 바로 확정하지 않는 판단 지점이다. 실제 읽힌 지침과 수행 기록 같은 근거가 더 필요하면 가설로 남긴다. “근거가 부족하면 변경을 서두를 수 있을까요?”를 수사적으로 묻고 기록·확인을 먼저 한다고 정리한다. 실제 원인을 확인했다는 사건은 없다.</a:t>
            </a:r>
          </a:p>
          <a:p xmlns:a="http://schemas.openxmlformats.org/drawingml/2006/main">
            <a:r>
              <a:t>3. (4:30–6:30 / Lecture, R4) 04는 확인한 원인에 맞는 출처와 범위를 사람이 검토·갱신하는 판단이다. 검토한 출처·변경 범위를 다음 평가에 넘긴다. S77/S78의 전체 선택지·역할 목록을 반복하지 않는다. 자동 학습이나 자율 복구가 아니다.</a:t>
            </a:r>
          </a:p>
          <a:p xmlns:a="http://schemas.openxmlformats.org/drawingml/2006/main">
            <a:r>
              <a:t>4. (6:30–9:00 / Lecture, R5) 05는 같은 작업과 대표 작업에서 영향 근거와 남은 한계를 확인하는 판단이다. 한 작업의 결과를 전체 시스템의 안전성으로 확대하지 않고, 모르는 점을 남겨 다음 작업에서도 관찰한다. 앞의 평가 표를 다시 전부 설명하지 않는다.</a:t>
            </a:r>
          </a:p>
          <a:p xmlns:a="http://schemas.openxmlformats.org/drawingml/2006/main">
            <a:r>
              <a:t>5. (9:00–11:00 / VISUAL Demo) 정적 화면의 번호·단계·질문·아래 근거를 01에서05로 한 번 연결한 뒤 되돌림선을 가리킨다. 가상 사례의 실행·원인 확인·수정·재평가 결과를 채우지 않는다. 다음 장은 실제 교육 Demo의 결과를 평가·보고하던 체계가 개선 대상이 된 별도 사건이라고 예고한다.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DEC-0023  ·  course operational model  ·  no product loop;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 기록을 보고, 원인을 확인하고, 필요한 지침을 바꾼 뒤 다른 작업의 영향도 다시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근거가 부족할 때 가설로 남기는 판단, 원인과 변경 범위를 맞추는 판단, 재평가에서 해석 범위를 제한하는 판단을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LOOP-VISUAL2분이다. 전체가 보이는 정적 화면에서 01 수행 기록→02 기준과 차이→03 원인과 남은 가설→04 검토한 출처/범위→05 영향/한계를 한 번 연결한다. 01의 실행과02의 기록 대조를 구분한다. R1–R5는 발표 초점이며 Native animation·실제 실행 trace가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“가상 지침 사례는 여기서 닫겠습니다. 이번에는 실제 교육 Demo의 성능 결과를 평가·보고하던 기준을 바꾼 사례를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Lecture9분(R1/R2 2, R3 2분30초, R4 2, R5 2분30초)+기존 VISUAL Demo2분=11분. 이전 장을 순서대로 재강의하지 않는다. 9분에 강의 설명을 마감하고 한 번의 경로 회수로 전환한다. 실제11분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S82와 production/preview/act4/S82.png를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S68를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S84은 결과와 원인 해석의 구분, S85는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S83와 production/preview/act4/S83.png를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S61의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S84와 production/preview/act4/S84.png를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S85와 production/preview/act4/S85.png를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“상세 기록은 여기서 닫고, 실제 바뀐 평가·보고 기준이 Loop의 어느 단계에 해당하는지 연결하겠습니다.”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S86와 production/preview/act4/S86.png를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Resize 조사와 전역 영향 관찰은 원인 해석의 한계를 드러내 DEC-0016의 평가·보고 기준 변경으로 이어졌고 후속 기록에서 부분적으로 점검됐다. 이를 교육용 Loop 단계에 대응하되 원인 확정·완전한 재평가·품질 향상을 주장하지 않는다.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“앞에서 본 Loop가 이 실제 기록에서는 어떻게 나타났을까요?”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S82와 같은 다섯 단계 이름을 왼쪽에서 오른쪽으로 짚는다. 실행은 Resize 조사, 관찰은 전역 Skill/시작 경고, 원인 판단은 Prompt만의 효과를 분리할 수 없다는 해석 한계다. 특정 기능이 성능 변화의 원인으로 확정된 것이 아니다.</a:t>
            </a:r>
          </a:p>
          <a:p xmlns:a="http://schemas.openxmlformats.org/drawingml/2006/main">
            <a:r>
              <a:t>2. (1:00–2:00 / Case) 네 번째 시스템 변경은 평가·보고 기준 변경이다. 다섯 번째는 후속 기록 대조와 남은 불일치이며 대표 작업의 정량 성과 평가를 완료했다는 뜻이 아니다. S85의 세 기록 항목과 S86의 오류 세부는 다시 강의하지 않는다.</a:t>
            </a:r>
          </a:p>
          <a:p xmlns:a="http://schemas.openxmlformats.org/drawingml/2006/main">
            <a:r>
              <a:t>3. (2:00–3:00 / Case) 아래 바뀐 것과 미확인 사항을 읽는다. 평가·보고 기준은 바뀌었지만 원인별 효과·환경 목록의 완전성·Trial 품질 향상은 남아 있다. 상단 다섯 열/하단 회수라는 실제 화면 위치에 맞춰 안내한다. C++ 업무의 검증 조건으로 전이한다.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상단 다섯 열을 왼쪽→오른쪽으로 읽고 하단의 변경 대상과 미확인 사항으로 닫는다. 변경 대상을 왼쪽, 미확인 사항을 오른쪽이라고 안내하지 않는다. 실제 Product Loop나 DEMO-04A 수리가 아니며 추가 Demo 시간도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“평가 기준을 바꾼 뒤에도 확인할 점은 남았습니다. 이제 같은 검사 코드의 GPU가 달라졌다면, 어떤 검증 조건을 다시 봐야 할지 생각해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단계 대응1분, 변경/후속점검1분, 한계와 업무 적용1분. 앞의 Timeline과 오류 설명을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S87와 production/preview/act4/S87.png를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같은 검사 코드가 새 GPU에서 실행된다는 가정에서 기존 판단의 조건·측정 비교 조건·보존할 동작 명세를 다시 본다. 반복되는 점검은 원인과 근거를 확인한 뒤 관련 지침·검증 기준을 검토·갱신하고 재평가하는 질문으로 닫는다.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“같은 검사 코드라도 GPU가 바뀌면 예전 검증 조건을 그대로 써도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S87의 확인 과제를 업무의 검증 조건으로 가져온다. 같은 검사 코드가 새 GPU에서 실행된다는 한 가지 가정을 읽고 삽화의 장치·설정 표식을 짚는다. GPU 교체로 실제 오류나 성능 변화가 발생했다는 사건은 만들지 않는다.</a:t>
            </a:r>
          </a:p>
          <a:p xmlns:a="http://schemas.openxmlformats.org/drawingml/2006/main">
            <a:r>
              <a:t>2. (2:00–4:30 / Case) 왼쪽 입력·코드·장치 그림에서 오른쪽 기존 가정과 측정 조건 질문으로 이동한다. 예전 판단이 어떤 장치·조건에 맞았는지, 입력·빌드·측정 조건을 비교 가능하게 다시 확인해야 하는지 묻는다. 실제 환경 버전·Benchmark 수치·원인을 정하지 않는다.</a:t>
            </a:r>
          </a:p>
          <a:p xmlns:a="http://schemas.openxmlformats.org/drawingml/2006/main">
            <a:r>
              <a:t>3. (4:30–7:00 / Case) 출력 그림과 동작 명세 질문에서 장치가 달라도 지킬 출력·동작을 확인한다. 기록과 근거를 보고 필요한 지침·검증 기준을 검토하며, 변경이 필요했다면 Benchmark/Regression으로 다시 확인하는 패턴으로 연결한다. 검증 지침이 항상 원인이라는 정답은 없다.</a:t>
            </a:r>
          </a:p>
          <a:p xmlns:a="http://schemas.openxmlformats.org/drawingml/2006/main">
            <a:r>
              <a:t>4. (7:00–9:00 / Reflection) 하단 질문으로 자기 업무에서 반복해서 확인하는 조건 한 가지와 그 근거를 떠올리게 한다. 다음 작업에도 맞게 유지하려면 어떤 지침·검증 기준을 다시 볼지 생각하되 기록·답변·발표는 요구하지 않는다.</a:t>
            </a:r>
          </a:p>
          <a:p xmlns:a="http://schemas.openxmlformats.org/drawingml/2006/main">
            <a:r>
              <a:t>5. (9:00–16:00 / Q&amp;A) 질문을 받는다. 질문이 없으면 Fallback의 세 질문을 하나씩 골라 세 확인 대상 안에서 해설한다. 실제 회사 환경의 검증되지 않은 해결책·도구 설정을 단정하지 않는다.</a:t>
            </a:r>
          </a:p>
          <a:p xmlns:a="http://schemas.openxmlformats.org/drawingml/2006/main">
            <a:r>
              <a:t>6. (16:00–20:00 / Transition) 16분에 질문을 마감한다. 마지막 질문은 원인을 먼저 확인하고 필요한 출처·검증 기준을 검토한 뒤 결과를 다시 본다는 판단으로 닫는다. 16–18분에는 세 질문이 어떤 근거를 요구하는지, 18–19분에는 반복되는 점검을 유지할 위치·책임이 필요한지 회수한다. 19–20분에 ACT4를 마무리하고 S89에 전체 여정 회수를 넘긴다. 다섯 ACT의 여정을 여기서 미리 재강의하지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AI 생성 삽화의 bytes/crop을 유지한 정적 화면이다. 입력→코드→장치→출력을 가리킨 뒤 오른쪽 세 질문, 마지막에 하단 지침·검증 기준 질문으로 이동한다. 황색 표식은 확인할 조건이며 확정 원인·실패 결과가 아니다. Native animation·Live 실행에 의존하지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“다음 작업에도 맞게 일하도록 근거를 확인하고 기준을 검토하는 것이 이번 ACT의 요점입니다. 이제 전체 교육에서 어떤 문제에 대응해 왔는지는 다음 장에서 한 번에 연결하겠습니다.” ACT5 S89으로 이동한다.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0–7 Case7분, 7–9 Reflection2분, 9–16 Q&amp;A7분, 16–20 Transition4분=20분. 16분 Cutoff: “이 질문은 여기까지 정리하고, 근거를 확인해 기준을 검토한다는 판단으로 마무리하겠습니다.” 마지막4분은 ACT4 적용 질문의 마무리이며 S89의 전체 여정을 반복하지 않는다. 실제20분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정적 PPT/PNG가 기본 경로다. Q&amp;A가 없으면 ①“GPU가 달라졌다는 것 외에 비교 전에 확인할 조건은 무엇일까요?” ②“장치가 달라도 지킬 출력·동작은 무엇일까요?” ③“반복되는 점검을 다음 작업에도 유지하려면 어떤 지침·검증 기준을 다시 볼까요?”를 순서대로 선택해 해설한다. 실제 원인·명령·성능 수치를 만들지 않는다. 파일은 production/preview/act4/S88.png 및 production/preview/full/S88.png다.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문제에 맞춰, 일하는 방식을 넓혔다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S88가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S90은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S97/S98에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실제 Demo는 문제에 맞춰 바뀌었다</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TRIAL-002/S21). 둘째 지침의 반복·증가를 기본 안내와 상세 문서로 정리했다(STATE-01→STATE-02→STATE-03, TRIAL-003/004/005A/B 및 S46). 셋째 반복 절차를 Skill로 재사용하고 밝기 통계 제품 변경을 검증했다(STATE-04→STATE-04-PERF, TRIAL-008/S61).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S46,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S21/S46/S61다.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이번 문제에 필요한 구성만 선택했다</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S90의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S92로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S65에서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결과를 수용할지는 사람이 판단한다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S91의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S93에서는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AI가 일할 조건과 확인 경로를 설계한다</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S92의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S94로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S97에서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모델·플랫폼이 바뀌면 Harness도 다시 본다</a:t>
            </a:r>
          </a:p>
          <a:p xmlns:a="http://schemas.openxmlformats.org/drawingml/2006/main">
            <a:r>
              <a:t/>
            </a:r>
          </a:p>
          <a:p xmlns:a="http://schemas.openxmlformats.org/drawingml/2006/main">
            <a:r>
              <a:t>**Slide ID:**</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S93의 설계 관점에서 “그때 필요했던 보조 장치가 지금도 필요한가?”를 묻는다. S91은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S95의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S97/S98에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S94와 production/preview/act5/S94.png.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무엇을 남기고, 무엇을 덜어낼까?</a:t>
            </a:r>
          </a:p>
          <a:p xmlns:a="http://schemas.openxmlformats.org/drawingml/2006/main">
            <a:r>
              <a:t/>
            </a:r>
          </a:p>
          <a:p xmlns:a="http://schemas.openxmlformats.org/drawingml/2006/main">
            <a:r>
              <a:t>**Slide ID:**</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S94의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S96으로 연결한다.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S97/S98에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S95와 production/preview/act5/S95.png.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덜어낸 뒤에도 필요한 일을 하는가?</a:t>
            </a:r>
          </a:p>
          <a:p xmlns:a="http://schemas.openxmlformats.org/drawingml/2006/main">
            <a:r>
              <a:t/>
            </a:r>
          </a:p>
          <a:p xmlns:a="http://schemas.openxmlformats.org/drawingml/2006/main">
            <a:r>
              <a:t>**Slide ID:**</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S95에서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S97에서 자신의 부족한 기준과 중복 구성을 포함한 문제 하나를 고른다.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S97/S98에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S96와 production/preview/act5/S96.png.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내 업무에서는 무엇이 반복해서 막힐까?</a:t>
            </a:r>
          </a:p>
          <a:p xmlns:a="http://schemas.openxmlformats.org/drawingml/2006/main">
            <a:r>
              <a:t/>
            </a:r>
          </a:p>
          <a:p xmlns:a="http://schemas.openxmlformats.org/drawingml/2006/main">
            <a:r>
              <a:t>**Slide ID:**</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S98에서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S98의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S97와 production/preview/act5/S97.png를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고른 문제에서, 다음 행동 하나로</a:t>
            </a:r>
          </a:p>
          <a:p xmlns:a="http://schemas.openxmlformats.org/drawingml/2006/main">
            <a:r>
              <a:t/>
            </a:r>
          </a:p>
          <a:p xmlns:a="http://schemas.openxmlformats.org/drawingml/2006/main">
            <a:r>
              <a:t>**Slide ID:**</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S97에서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S97에서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S97과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Lecture2분+Reflection2분=4분. S97의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S98와 production/preview/act5/S98.png를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Q&amp;A와 교육 마무리</a:t>
            </a:r>
          </a:p>
          <a:p xmlns:a="http://schemas.openxmlformats.org/drawingml/2006/main">
            <a:r>
              <a:t/>
            </a:r>
          </a:p>
          <a:p xmlns:a="http://schemas.openxmlformats.org/drawingml/2006/main">
            <a:r>
              <a:t>**Slide ID:**</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S98에서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S89과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S98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S99와 production/preview/act5/S99.png를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b010a12326b4b1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c2c04cffb5f449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ded0ca70e6f4e7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a17a02a83a14b1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7c6b27fb6b3478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4ecf85e120b417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66D8A39-9DE1-43EA-9922-B797EC9D944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64DAF97-7AB8-4FCD-B04B-E508D1A398C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2C2CB6D-63DA-4EFE-8B98-446E65C3513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9C0FAE-5A7D-49F9-8224-4506D842F0B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2898EEC-7D8C-4AEE-85A9-5486431BB44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05E4EFE-95E9-47F5-BA82-3C1C492F4ED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EBD9F44-48E1-4718-9B70-40A15CF949E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21155E0-7B6C-4F44-83A5-1C2792C04E6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7032762-201B-4965-9BA0-C5CB361989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BB0A14E-DE77-441F-8C23-64A4D04DE37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fc38c62c406433b" /><Relationship Type="http://schemas.openxmlformats.org/officeDocument/2006/relationships/slideLayout" Target="/ppt/slideLayouts/slideLayout1.xml" Id="R52e42dd974c94ab9" /><Relationship Type="http://schemas.openxmlformats.org/officeDocument/2006/relationships/slideLayout" Target="/ppt/slideLayouts/slideLayout2.xml" Id="Rca362baae7134f6d" /><Relationship Type="http://schemas.openxmlformats.org/officeDocument/2006/relationships/slideLayout" Target="/ppt/slideLayouts/slideLayout3.xml" Id="R17dfaaa4213b4479" /><Relationship Type="http://schemas.openxmlformats.org/officeDocument/2006/relationships/slideLayout" Target="/ppt/slideLayouts/slideLayout4.xml" Id="R8d0d4f8586a64c73" /><Relationship Type="http://schemas.openxmlformats.org/officeDocument/2006/relationships/slideLayout" Target="/ppt/slideLayouts/slideLayout5.xml" Id="R92ac0c27e9ec44e1" /><Relationship Type="http://schemas.openxmlformats.org/officeDocument/2006/relationships/slideLayout" Target="/ppt/slideLayouts/slideLayout6.xml" Id="R8fcce299526f47f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2e42dd974c94ab9"/>
    <p:sldLayoutId xmlns:r="http://schemas.openxmlformats.org/officeDocument/2006/relationships" id="2147483650" r:id="Rca362baae7134f6d"/>
    <p:sldLayoutId xmlns:r="http://schemas.openxmlformats.org/officeDocument/2006/relationships" id="2147483651" r:id="R17dfaaa4213b4479"/>
    <p:sldLayoutId xmlns:r="http://schemas.openxmlformats.org/officeDocument/2006/relationships" id="2147483652" r:id="R8d0d4f8586a64c73"/>
    <p:sldLayoutId xmlns:r="http://schemas.openxmlformats.org/officeDocument/2006/relationships" id="2147483653" r:id="R92ac0c27e9ec44e1"/>
    <p:sldLayoutId xmlns:r="http://schemas.openxmlformats.org/officeDocument/2006/relationships" id="2147483654" r:id="R8fcce299526f47f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8659bb4f30c477f" /><Relationship Type="http://schemas.openxmlformats.org/officeDocument/2006/relationships/image" Target="/ppt/media/image.png" Id="R690abf4ae7e248c5" /><Relationship Type="http://schemas.openxmlformats.org/officeDocument/2006/relationships/notesSlide" Target="/ppt/notesSlides/notesSlide1.xml" Id="R03788ba214f1473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9bd546d38cc4d9f" /><Relationship Type="http://schemas.openxmlformats.org/officeDocument/2006/relationships/notesSlide" Target="/ppt/notesSlides/notesSlide2.xml" Id="Rc53bb491ebcb4f2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bb2d81dffce499a" /><Relationship Type="http://schemas.openxmlformats.org/officeDocument/2006/relationships/notesSlide" Target="/ppt/notesSlides/notesSlide3.xml" Id="Reb681251054948b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fa9324e3254463a" /><Relationship Type="http://schemas.openxmlformats.org/officeDocument/2006/relationships/image" Target="/ppt/media/image2.png" Id="R04ce8d56b3dc49ef" /><Relationship Type="http://schemas.openxmlformats.org/officeDocument/2006/relationships/notesSlide" Target="/ppt/notesSlides/notesSlide4.xml" Id="R338beeea93a34fc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979f809222b4c4e" /><Relationship Type="http://schemas.openxmlformats.org/officeDocument/2006/relationships/notesSlide" Target="/ppt/notesSlides/notesSlide5.xml" Id="R2288a33d789a48f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0f56402ff0940bf" /><Relationship Type="http://schemas.openxmlformats.org/officeDocument/2006/relationships/notesSlide" Target="/ppt/notesSlides/notesSlide6.xml" Id="Rf3df73a500be4b1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dd3e2820f1c482c" /><Relationship Type="http://schemas.openxmlformats.org/officeDocument/2006/relationships/notesSlide" Target="/ppt/notesSlides/notesSlide7.xml" Id="R77496f9b74ca4ef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5e9976c74244351" /><Relationship Type="http://schemas.openxmlformats.org/officeDocument/2006/relationships/notesSlide" Target="/ppt/notesSlides/notesSlide8.xml" Id="Rc78839ca0d364ba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05bf535010e48ef" /><Relationship Type="http://schemas.openxmlformats.org/officeDocument/2006/relationships/image" Target="/ppt/media/image3.png" Id="Ra637e794410d43bd" /><Relationship Type="http://schemas.openxmlformats.org/officeDocument/2006/relationships/notesSlide" Target="/ppt/notesSlides/notesSlide9.xml" Id="R7ef66365b6c5474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b376b79338847f9" /><Relationship Type="http://schemas.openxmlformats.org/officeDocument/2006/relationships/image" Target="/ppt/media/image4.png" Id="Rd9f4c36c0a6948ac" /><Relationship Type="http://schemas.openxmlformats.org/officeDocument/2006/relationships/notesSlide" Target="/ppt/notesSlides/notesSlide10.xml" Id="Rbc45bf5426f5406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5713794573d4ca4" /><Relationship Type="http://schemas.openxmlformats.org/officeDocument/2006/relationships/notesSlide" Target="/ppt/notesSlides/notesSlide11.xml" Id="R75d92e15626648f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fffb56802d54aae" /><Relationship Type="http://schemas.openxmlformats.org/officeDocument/2006/relationships/image" Target="/ppt/media/image5.png" Id="R89103e5097424a27" /><Relationship Type="http://schemas.openxmlformats.org/officeDocument/2006/relationships/image" Target="/ppt/media/image6.png" Id="Ra01daebea2074754" /><Relationship Type="http://schemas.openxmlformats.org/officeDocument/2006/relationships/image" Target="/ppt/media/image7.png" Id="R5a353a569b114822" /><Relationship Type="http://schemas.openxmlformats.org/officeDocument/2006/relationships/notesSlide" Target="/ppt/notesSlides/notesSlide12.xml" Id="Rec7a0315c6f74ee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28c10a58a0d4123" /><Relationship Type="http://schemas.openxmlformats.org/officeDocument/2006/relationships/notesSlide" Target="/ppt/notesSlides/notesSlide13.xml" Id="R4cfc6c501cbb4d3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04362968f234fcc" /><Relationship Type="http://schemas.openxmlformats.org/officeDocument/2006/relationships/image" Target="/ppt/media/image8.png" Id="R4dfee8b2b19b4b6d" /><Relationship Type="http://schemas.openxmlformats.org/officeDocument/2006/relationships/image" Target="/ppt/media/image9.png" Id="Rcdffd56ca7f24139" /><Relationship Type="http://schemas.openxmlformats.org/officeDocument/2006/relationships/image" Target="/ppt/media/image10.png" Id="R56275ec090354f36" /><Relationship Type="http://schemas.openxmlformats.org/officeDocument/2006/relationships/notesSlide" Target="/ppt/notesSlides/notesSlide14.xml" Id="Rcd485906c31042a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4100ac89483454f" /><Relationship Type="http://schemas.openxmlformats.org/officeDocument/2006/relationships/image" Target="/ppt/media/image11.png" Id="R6665d6e3021c41bb" /><Relationship Type="http://schemas.openxmlformats.org/officeDocument/2006/relationships/notesSlide" Target="/ppt/notesSlides/notesSlide15.xml" Id="R7cdd628a5e8f413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244326e8e49451e" /><Relationship Type="http://schemas.openxmlformats.org/officeDocument/2006/relationships/image" Target="/ppt/media/image12.png" Id="Rae572d6738b84b13" /><Relationship Type="http://schemas.openxmlformats.org/officeDocument/2006/relationships/notesSlide" Target="/ppt/notesSlides/notesSlide16.xml" Id="R3be229f863df46f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e464deb874e4dbf" /><Relationship Type="http://schemas.openxmlformats.org/officeDocument/2006/relationships/notesSlide" Target="/ppt/notesSlides/notesSlide17.xml" Id="R2bd863b457b6423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c92a81608334e10" /><Relationship Type="http://schemas.openxmlformats.org/officeDocument/2006/relationships/notesSlide" Target="/ppt/notesSlides/notesSlide18.xml" Id="R1263607146f042e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dc93fab48314a6b" /><Relationship Type="http://schemas.openxmlformats.org/officeDocument/2006/relationships/notesSlide" Target="/ppt/notesSlides/notesSlide19.xml" Id="R73f60fc69b154ed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93cf1fdf7b3497d" /><Relationship Type="http://schemas.openxmlformats.org/officeDocument/2006/relationships/notesSlide" Target="/ppt/notesSlides/notesSlide20.xml" Id="Ra68607aad25a4fa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3c164da4d5d84ef7" /><Relationship Type="http://schemas.openxmlformats.org/officeDocument/2006/relationships/notesSlide" Target="/ppt/notesSlides/notesSlide21.xml" Id="Rdee61e81a3684f4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d41d558e4bd48da" /><Relationship Type="http://schemas.openxmlformats.org/officeDocument/2006/relationships/notesSlide" Target="/ppt/notesSlides/notesSlide22.xml" Id="R29e94b366d874ce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e041b565a71a434d" /><Relationship Type="http://schemas.openxmlformats.org/officeDocument/2006/relationships/notesSlide" Target="/ppt/notesSlides/notesSlide23.xml" Id="R57c318ce632542b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30fb6b5dcdc04e9a" /><Relationship Type="http://schemas.openxmlformats.org/officeDocument/2006/relationships/notesSlide" Target="/ppt/notesSlides/notesSlide24.xml" Id="R8f28db6292ab414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2a9b0b00268413a" /><Relationship Type="http://schemas.openxmlformats.org/officeDocument/2006/relationships/notesSlide" Target="/ppt/notesSlides/notesSlide25.xml" Id="R4165155d3b78417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cd654867a7fc414f" /><Relationship Type="http://schemas.openxmlformats.org/officeDocument/2006/relationships/notesSlide" Target="/ppt/notesSlides/notesSlide26.xml" Id="R6f60c8dee627479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df9e4dfeadf04d6d" /><Relationship Type="http://schemas.openxmlformats.org/officeDocument/2006/relationships/notesSlide" Target="/ppt/notesSlides/notesSlide27.xml" Id="Rc7768df107824aa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1c0c60676bcb4e27" /><Relationship Type="http://schemas.openxmlformats.org/officeDocument/2006/relationships/notesSlide" Target="/ppt/notesSlides/notesSlide28.xml" Id="R0d4781700d0e49b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0553206962214955" /><Relationship Type="http://schemas.openxmlformats.org/officeDocument/2006/relationships/notesSlide" Target="/ppt/notesSlides/notesSlide29.xml" Id="R7503e916c6714aa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a97c2bcf0163481d" /><Relationship Type="http://schemas.openxmlformats.org/officeDocument/2006/relationships/notesSlide" Target="/ppt/notesSlides/notesSlide30.xml" Id="R4cfce96ddbe145c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e65397463ba54367" /><Relationship Type="http://schemas.openxmlformats.org/officeDocument/2006/relationships/notesSlide" Target="/ppt/notesSlides/notesSlide31.xml" Id="R48908ca0094841b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1650d5d13b3b4a7d" /><Relationship Type="http://schemas.openxmlformats.org/officeDocument/2006/relationships/notesSlide" Target="/ppt/notesSlides/notesSlide32.xml" Id="R79a13c0fb311408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4f1589d3f8014d77" /><Relationship Type="http://schemas.openxmlformats.org/officeDocument/2006/relationships/notesSlide" Target="/ppt/notesSlides/notesSlide33.xml" Id="Rfeb6fa6ec789471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6c5b178505bf4ab2" /><Relationship Type="http://schemas.openxmlformats.org/officeDocument/2006/relationships/notesSlide" Target="/ppt/notesSlides/notesSlide34.xml" Id="Rb75532777734453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16ab085caf84afd" /><Relationship Type="http://schemas.openxmlformats.org/officeDocument/2006/relationships/notesSlide" Target="/ppt/notesSlides/notesSlide35.xml" Id="Rc088ab042427494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230ecd8762054128" /><Relationship Type="http://schemas.openxmlformats.org/officeDocument/2006/relationships/notesSlide" Target="/ppt/notesSlides/notesSlide36.xml" Id="R3847da6ed3fb420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3e4b6671af2d49ff" /><Relationship Type="http://schemas.openxmlformats.org/officeDocument/2006/relationships/notesSlide" Target="/ppt/notesSlides/notesSlide37.xml" Id="R116b959113df4c9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ce02f29748e64a2e" /><Relationship Type="http://schemas.openxmlformats.org/officeDocument/2006/relationships/image" Target="/ppt/media/image13.png" Id="R95b7128686dc4515" /><Relationship Type="http://schemas.openxmlformats.org/officeDocument/2006/relationships/image" Target="/ppt/media/image14.png" Id="R23ab4befa56f4444" /><Relationship Type="http://schemas.openxmlformats.org/officeDocument/2006/relationships/notesSlide" Target="/ppt/notesSlides/notesSlide38.xml" Id="R3b8d32ea9c714935"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73ab44ee1de84180" /><Relationship Type="http://schemas.openxmlformats.org/officeDocument/2006/relationships/image" Target="/ppt/media/image15.png" Id="R50b9d68dc451499c" /><Relationship Type="http://schemas.openxmlformats.org/officeDocument/2006/relationships/notesSlide" Target="/ppt/notesSlides/notesSlide39.xml" Id="R1a9c54fe520845d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7e35fad438cf431c" /><Relationship Type="http://schemas.openxmlformats.org/officeDocument/2006/relationships/notesSlide" Target="/ppt/notesSlides/notesSlide40.xml" Id="R1cbea67289ca445c"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f25ab83f497c479f" /><Relationship Type="http://schemas.openxmlformats.org/officeDocument/2006/relationships/notesSlide" Target="/ppt/notesSlides/notesSlide41.xml" Id="R5b5a18344f58490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51abe3755f124495" /><Relationship Type="http://schemas.openxmlformats.org/officeDocument/2006/relationships/notesSlide" Target="/ppt/notesSlides/notesSlide42.xml" Id="R2cbf33feee564ab8"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ef48666af24e4137" /><Relationship Type="http://schemas.openxmlformats.org/officeDocument/2006/relationships/notesSlide" Target="/ppt/notesSlides/notesSlide43.xml" Id="R253ccdf00fda497c"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28773f1a92d649a7" /><Relationship Type="http://schemas.openxmlformats.org/officeDocument/2006/relationships/notesSlide" Target="/ppt/notesSlides/notesSlide44.xml" Id="R092fcb815ea24f42"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acd8564364f54e01" /><Relationship Type="http://schemas.openxmlformats.org/officeDocument/2006/relationships/notesSlide" Target="/ppt/notesSlides/notesSlide45.xml" Id="R01342b626b314aad"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e74cb95588a34863" /><Relationship Type="http://schemas.openxmlformats.org/officeDocument/2006/relationships/notesSlide" Target="/ppt/notesSlides/notesSlide46.xml" Id="R5f945f9d99ca4d41"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89d27f28bd2d4c46" /><Relationship Type="http://schemas.openxmlformats.org/officeDocument/2006/relationships/notesSlide" Target="/ppt/notesSlides/notesSlide47.xml" Id="Rf1b29f72dc914044"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c95efa8fb1df488f" /><Relationship Type="http://schemas.openxmlformats.org/officeDocument/2006/relationships/notesSlide" Target="/ppt/notesSlides/notesSlide48.xml" Id="R1ea8acc6c52a47cd"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b4c1c58b8d8442f5" /><Relationship Type="http://schemas.openxmlformats.org/officeDocument/2006/relationships/notesSlide" Target="/ppt/notesSlides/notesSlide49.xml" Id="Rfcc5fbfdc32045b8"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47d849907c9845b7" /><Relationship Type="http://schemas.openxmlformats.org/officeDocument/2006/relationships/notesSlide" Target="/ppt/notesSlides/notesSlide50.xml" Id="R481819e9dfe745dc"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9407cd6c97f04f50" /><Relationship Type="http://schemas.openxmlformats.org/officeDocument/2006/relationships/notesSlide" Target="/ppt/notesSlides/notesSlide51.xml" Id="R9e2bd63c88004f2e"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d1de63c6d5874e73" /><Relationship Type="http://schemas.openxmlformats.org/officeDocument/2006/relationships/notesSlide" Target="/ppt/notesSlides/notesSlide52.xml" Id="R8047d33e2b3c4722"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3aade0384e1b4aa6" /><Relationship Type="http://schemas.openxmlformats.org/officeDocument/2006/relationships/image" Target="/ppt/media/image16.png" Id="Ra2a312f7f4774110" /><Relationship Type="http://schemas.openxmlformats.org/officeDocument/2006/relationships/image" Target="/ppt/media/image17.png" Id="R0ed3c9b2381949cf" /><Relationship Type="http://schemas.openxmlformats.org/officeDocument/2006/relationships/notesSlide" Target="/ppt/notesSlides/notesSlide53.xml" Id="R16da8972169440e1"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0cc631d25d574ada" /><Relationship Type="http://schemas.openxmlformats.org/officeDocument/2006/relationships/notesSlide" Target="/ppt/notesSlides/notesSlide54.xml" Id="Rc248896beeb24007"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c001bb92e9e64b12" /><Relationship Type="http://schemas.openxmlformats.org/officeDocument/2006/relationships/notesSlide" Target="/ppt/notesSlides/notesSlide55.xml" Id="Rf29f036a5dbe444a"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5d277097622f483a" /><Relationship Type="http://schemas.openxmlformats.org/officeDocument/2006/relationships/notesSlide" Target="/ppt/notesSlides/notesSlide56.xml" Id="R0a8b21b0b2654054"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f852c322bcaf42dd" /><Relationship Type="http://schemas.openxmlformats.org/officeDocument/2006/relationships/notesSlide" Target="/ppt/notesSlides/notesSlide57.xml" Id="R17b39a1cdbcb4756"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d07fe1f436834c2e" /><Relationship Type="http://schemas.openxmlformats.org/officeDocument/2006/relationships/notesSlide" Target="/ppt/notesSlides/notesSlide58.xml" Id="R5f596c0036e64f8d"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cbdcb600c34e4f71" /><Relationship Type="http://schemas.openxmlformats.org/officeDocument/2006/relationships/notesSlide" Target="/ppt/notesSlides/notesSlide59.xml" Id="Re0f9e16ff581461f"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f7fbf395bcb14e00" /><Relationship Type="http://schemas.openxmlformats.org/officeDocument/2006/relationships/notesSlide" Target="/ppt/notesSlides/notesSlide60.xml" Id="R699cb910837249f9"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cf51e47ba5d14d45" /><Relationship Type="http://schemas.openxmlformats.org/officeDocument/2006/relationships/chart" Target="/ppt/slides/charts/chart1.xml" Id="Ra8a3a0ab2f28469b" /><Relationship Type="http://schemas.openxmlformats.org/officeDocument/2006/relationships/notesSlide" Target="/ppt/notesSlides/notesSlide61.xml" Id="R875995e4375742c8"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845f9dfd4e4747de" /><Relationship Type="http://schemas.openxmlformats.org/officeDocument/2006/relationships/notesSlide" Target="/ppt/notesSlides/notesSlide62.xml" Id="Rd3a9afe8eb184acb"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8c645e93a49343c9" /><Relationship Type="http://schemas.openxmlformats.org/officeDocument/2006/relationships/notesSlide" Target="/ppt/notesSlides/notesSlide63.xml" Id="Re53056f707a64635"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8c46b9521f80400c" /><Relationship Type="http://schemas.openxmlformats.org/officeDocument/2006/relationships/notesSlide" Target="/ppt/notesSlides/notesSlide64.xml" Id="Rf4867e74e67e495b"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7ce379e70a04440c" /><Relationship Type="http://schemas.openxmlformats.org/officeDocument/2006/relationships/notesSlide" Target="/ppt/notesSlides/notesSlide65.xml" Id="R4d05d1860f5b47c7"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a672938394ca40c5" /><Relationship Type="http://schemas.openxmlformats.org/officeDocument/2006/relationships/notesSlide" Target="/ppt/notesSlides/notesSlide66.xml" Id="R7dc6363b40b14133"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640e2ad88c824245" /><Relationship Type="http://schemas.openxmlformats.org/officeDocument/2006/relationships/notesSlide" Target="/ppt/notesSlides/notesSlide67.xml" Id="Rf52451dffb50404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ff840b90146f467f" /><Relationship Type="http://schemas.openxmlformats.org/officeDocument/2006/relationships/notesSlide" Target="/ppt/notesSlides/notesSlide68.xml" Id="R2838f5cc5a4a420f"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2ebe58c6ff9c46ad" /><Relationship Type="http://schemas.openxmlformats.org/officeDocument/2006/relationships/image" Target="/ppt/media/image18.png" Id="Rd87d5e5010ac4b69" /><Relationship Type="http://schemas.openxmlformats.org/officeDocument/2006/relationships/notesSlide" Target="/ppt/notesSlides/notesSlide69.xml" Id="R388eccbf058f40bd"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b0c0a44061194cc0" /><Relationship Type="http://schemas.openxmlformats.org/officeDocument/2006/relationships/notesSlide" Target="/ppt/notesSlides/notesSlide70.xml" Id="R52d76ac1cabf4585"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3b519c8983a94371" /><Relationship Type="http://schemas.openxmlformats.org/officeDocument/2006/relationships/notesSlide" Target="/ppt/notesSlides/notesSlide71.xml" Id="R686b6c015f34493a"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97c143892a50432c" /><Relationship Type="http://schemas.openxmlformats.org/officeDocument/2006/relationships/notesSlide" Target="/ppt/notesSlides/notesSlide72.xml" Id="Rc0d3708232924f68"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55ffb1d494d342eb" /><Relationship Type="http://schemas.openxmlformats.org/officeDocument/2006/relationships/notesSlide" Target="/ppt/notesSlides/notesSlide73.xml" Id="R72b4cb64357447c6"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6838684fb9584000" /><Relationship Type="http://schemas.openxmlformats.org/officeDocument/2006/relationships/notesSlide" Target="/ppt/notesSlides/notesSlide74.xml" Id="Ra63adea390594684"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6bdec697a6fe4642" /><Relationship Type="http://schemas.openxmlformats.org/officeDocument/2006/relationships/notesSlide" Target="/ppt/notesSlides/notesSlide75.xml" Id="R60b670b81db946b0"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90730f0e963c4ee7" /><Relationship Type="http://schemas.openxmlformats.org/officeDocument/2006/relationships/notesSlide" Target="/ppt/notesSlides/notesSlide76.xml" Id="R4d94a3ccf00b4299"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b0e298fcba49478d" /><Relationship Type="http://schemas.openxmlformats.org/officeDocument/2006/relationships/notesSlide" Target="/ppt/notesSlides/notesSlide77.xml" Id="R3f15e5c7d8284089"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e8eaaa977b6946f0" /><Relationship Type="http://schemas.openxmlformats.org/officeDocument/2006/relationships/notesSlide" Target="/ppt/notesSlides/notesSlide78.xml" Id="R15beb0ebea2044db"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567104cc40354f62" /><Relationship Type="http://schemas.openxmlformats.org/officeDocument/2006/relationships/notesSlide" Target="/ppt/notesSlides/notesSlide79.xml" Id="Rf0b7c49e5f424c04"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b2e6060a917842bf" /><Relationship Type="http://schemas.openxmlformats.org/officeDocument/2006/relationships/notesSlide" Target="/ppt/notesSlides/notesSlide80.xml" Id="Red07a5de6fac44fc"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0fad9ce3a4f8428f" /><Relationship Type="http://schemas.openxmlformats.org/officeDocument/2006/relationships/notesSlide" Target="/ppt/notesSlides/notesSlide81.xml" Id="R1b9059ebcd9e4c78"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e72452e655ec410f" /><Relationship Type="http://schemas.openxmlformats.org/officeDocument/2006/relationships/notesSlide" Target="/ppt/notesSlides/notesSlide82.xml" Id="R62e9c6b0fb544a55"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30bcab3a305d4951" /><Relationship Type="http://schemas.openxmlformats.org/officeDocument/2006/relationships/notesSlide" Target="/ppt/notesSlides/notesSlide83.xml" Id="R44470334fef0400c"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7e6b8201e7574f3d" /><Relationship Type="http://schemas.openxmlformats.org/officeDocument/2006/relationships/notesSlide" Target="/ppt/notesSlides/notesSlide84.xml" Id="R413c9e7e69224548"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06af8b46d4f44935" /><Relationship Type="http://schemas.openxmlformats.org/officeDocument/2006/relationships/notesSlide" Target="/ppt/notesSlides/notesSlide85.xml" Id="Ra7f7f80345d04187"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5847fda9e9cd48b7" /><Relationship Type="http://schemas.openxmlformats.org/officeDocument/2006/relationships/notesSlide" Target="/ppt/notesSlides/notesSlide86.xml" Id="R8e001dc50e9e40a4"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41cc87f1369b41a1" /><Relationship Type="http://schemas.openxmlformats.org/officeDocument/2006/relationships/notesSlide" Target="/ppt/notesSlides/notesSlide87.xml" Id="R5d39d94cc3c34717"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5f356ff9fde4488a" /><Relationship Type="http://schemas.openxmlformats.org/officeDocument/2006/relationships/image" Target="/ppt/media/image19.png" Id="R532e245d6442475e" /><Relationship Type="http://schemas.openxmlformats.org/officeDocument/2006/relationships/notesSlide" Target="/ppt/notesSlides/notesSlide88.xml" Id="R92220423137f41bb"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ccb8ded81b674514" /><Relationship Type="http://schemas.openxmlformats.org/officeDocument/2006/relationships/notesSlide" Target="/ppt/notesSlides/notesSlide89.xml" Id="Rf7539994ee0e44d3"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452b1861cdad4329" /><Relationship Type="http://schemas.openxmlformats.org/officeDocument/2006/relationships/notesSlide" Target="/ppt/notesSlides/notesSlide90.xml" Id="Rb02eee37fba24931"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ecc0055b84074a38" /><Relationship Type="http://schemas.openxmlformats.org/officeDocument/2006/relationships/notesSlide" Target="/ppt/notesSlides/notesSlide91.xml" Id="R0b8f92668dcc4d75"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0b6e257688ca4b3d" /><Relationship Type="http://schemas.openxmlformats.org/officeDocument/2006/relationships/notesSlide" Target="/ppt/notesSlides/notesSlide92.xml" Id="R91b18bc184fc4ce7"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2993873c67424ad8" /><Relationship Type="http://schemas.openxmlformats.org/officeDocument/2006/relationships/notesSlide" Target="/ppt/notesSlides/notesSlide93.xml" Id="R3043774046ab446c" /></Relationships>
</file>

<file path=ppt/slides/_rels/slide94.xml.rels>&#65279;<?xml version="1.0" encoding="utf-8"?><Relationships xmlns="http://schemas.openxmlformats.org/package/2006/relationships"><Relationship Type="http://schemas.openxmlformats.org/officeDocument/2006/relationships/slideLayout" Target="/ppt/slideLayouts/slideLayout6.xml" Id="R5220990019914ccd" /><Relationship Type="http://schemas.openxmlformats.org/officeDocument/2006/relationships/notesSlide" Target="/ppt/notesSlides/notesSlide94.xml" Id="R8a37f75b52ad4f8b" /></Relationships>
</file>

<file path=ppt/slides/_rels/slide95.xml.rels>&#65279;<?xml version="1.0" encoding="utf-8"?><Relationships xmlns="http://schemas.openxmlformats.org/package/2006/relationships"><Relationship Type="http://schemas.openxmlformats.org/officeDocument/2006/relationships/slideLayout" Target="/ppt/slideLayouts/slideLayout6.xml" Id="Rae4ae962cb074c25" /><Relationship Type="http://schemas.openxmlformats.org/officeDocument/2006/relationships/notesSlide" Target="/ppt/notesSlides/notesSlide95.xml" Id="Rba90e672aa3a437b" /></Relationships>
</file>

<file path=ppt/slides/_rels/slide96.xml.rels>&#65279;<?xml version="1.0" encoding="utf-8"?><Relationships xmlns="http://schemas.openxmlformats.org/package/2006/relationships"><Relationship Type="http://schemas.openxmlformats.org/officeDocument/2006/relationships/slideLayout" Target="/ppt/slideLayouts/slideLayout6.xml" Id="Ra6418e33beb94241" /><Relationship Type="http://schemas.openxmlformats.org/officeDocument/2006/relationships/notesSlide" Target="/ppt/notesSlides/notesSlide96.xml" Id="R7151d4116ad74133" /></Relationships>
</file>

<file path=ppt/slides/_rels/slide97.xml.rels>&#65279;<?xml version="1.0" encoding="utf-8"?><Relationships xmlns="http://schemas.openxmlformats.org/package/2006/relationships"><Relationship Type="http://schemas.openxmlformats.org/officeDocument/2006/relationships/slideLayout" Target="/ppt/slideLayouts/slideLayout6.xml" Id="R922594a695fd4044" /><Relationship Type="http://schemas.openxmlformats.org/officeDocument/2006/relationships/notesSlide" Target="/ppt/notesSlides/notesSlide97.xml" Id="Rb005194185c94c1a" /></Relationships>
</file>

<file path=ppt/slides/_rels/slide98.xml.rels>&#65279;<?xml version="1.0" encoding="utf-8"?><Relationships xmlns="http://schemas.openxmlformats.org/package/2006/relationships"><Relationship Type="http://schemas.openxmlformats.org/officeDocument/2006/relationships/slideLayout" Target="/ppt/slideLayouts/slideLayout6.xml" Id="Re5f205805c644b28" /><Relationship Type="http://schemas.openxmlformats.org/officeDocument/2006/relationships/notesSlide" Target="/ppt/notesSlides/notesSlide98.xml" Id="R70e76b06a3114beb" /></Relationships>
</file>

<file path=ppt/slides/_rels/slide99.xml.rels>&#65279;<?xml version="1.0" encoding="utf-8"?><Relationships xmlns="http://schemas.openxmlformats.org/package/2006/relationships"><Relationship Type="http://schemas.openxmlformats.org/officeDocument/2006/relationships/slideLayout" Target="/ppt/slideLayouts/slideLayout6.xml" Id="R373b2094952e4a1d" /><Relationship Type="http://schemas.openxmlformats.org/officeDocument/2006/relationships/notesSlide" Target="/ppt/notesSlides/notesSlide99.xml" Id="Rc629456ea009468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F1BCC1B5-12D0-4F06-B9A9-AE5B3B68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74FAE5B1-B550-44C3-828C-998418AC60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12BF784A-6509-4965-B582-AAB45BB9B9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9AE3E851-9894-4105-B4D1-A1E7F362F7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99D550EB-A552-4BFB-8E0C-1954E99132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80BFCBEC-A675-454D-BDE8-EF357507FA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6774FAB5-7D45-4F7E-9F65-AF1C1A8BFDC4}"/>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E9C5A882-B4B4-424B-9D8B-7DB2F71F8D8D}"/>
              </a:ext>
            </a:extLst>
          </p:cNvPr>
          <p:cNvPicPr>
            <a:picLocks xmlns:a="http://schemas.openxmlformats.org/drawingml/2006/main" noChangeAspect="1"/>
          </p:cNvPicPr>
          <p:nvPr/>
        </p:nvPicPr>
        <p:blipFill>
          <a:blip xmlns:r="http://schemas.openxmlformats.org/officeDocument/2006/relationships" xmlns:a="http://schemas.openxmlformats.org/drawingml/2006/main" r:embed="R690abf4ae7e248c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2BE578C1-9F99-4345-B650-3EC8E3D35FD2}"/>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88D6C0C8-F601-4DF3-AABB-04CE9F8A3B1C}"/>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21CFEC77-D6A3-4895-931D-604499E099E5}"/>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0E6A20A1-8F02-434B-9E6F-0D096B7AD1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01970436"/>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B367D42C-D29B-45FE-B4EC-63598EB3FB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11B054DA-E30E-480D-AF9D-31FDE9BD20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44C990BA-CA00-4462-88B2-CE04739CCB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3F29143D-97D9-4AF7-A76A-5C73D5C0F5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20FA30F4-E9B6-4E8D-B0B7-5B52E1E774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7459C8D4-63EA-49C9-87C3-1D6B53665E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5EE1367F-7473-4544-B6C7-CE2D8D013525}"/>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BCC5D553-7EB1-4FF6-82D1-3B6935071AF9}"/>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DE6B7283-43E2-4A8C-9320-EFD7A7BBD5B1}"/>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A0F9ABA0-2F65-4B33-8210-91A8858C696D}"/>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3036379-E199-4C4E-B096-D796087784AB}"/>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EBEF90DC-44F1-4DF8-8DCC-3FBDD2DC0B34}"/>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11745B00-B711-4266-BE3F-9E47E1A81E32}"/>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ED9A3518-3867-4C32-9224-BF336F80607B}"/>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09A6DECA-1431-48DF-BF38-16F980ADC99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EC91535E-457F-48EE-895E-AD58D4A84DB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BEF1CFC3-B820-4FB5-A854-F0A0229CEB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B409D887-B07A-4905-82B4-217E4FE3A709}"/>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7E9131BD-3C8E-4CDA-B4D8-96DF16D804F6}"/>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60628137-67F7-4702-B11B-5BA447AB0FC0}"/>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335427B-7D13-4CD6-889D-D2956314D5F1}"/>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09567E0-3F24-4412-87C8-9241032A7CDE}"/>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47552090-7AB6-4760-910C-BAE07017EB0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3919AE6-23B2-40D5-81F5-2758253B18DC}"/>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65594FBB-4F94-4988-AB73-4D35F28A3FE5}"/>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F44190EE-F43E-4FD3-983D-DCA34C1392D8}"/>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86F07D29-24C5-4A10-80BC-6316EF8B669D}"/>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16613E18-7D7E-43DA-8937-458ED72A75C3}"/>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DF48E328-6DF8-477A-B31E-C0A27E624ACD}"/>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9E610ED6-4E23-40A2-84CE-1D9A7ED6AA65}"/>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8FA32529-5545-4D8B-827D-D0303630958C}"/>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E7C8C704-6191-4DA6-8B17-E3A0C116B339}"/>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71B26582-4528-4429-8D3E-746CE4F0B62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D04FDE39-7E85-4B23-83F1-58541E58BB0C}"/>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D2A20FC8-75C5-4C91-BE7B-97A2F84193EC}"/>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AC2EB2FD-868A-45F9-824D-32F8C8460AAE}"/>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6AC8079C-0D65-43A4-92BF-F3B8804D2E2B}"/>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49C8B8FB-C29D-4400-BE48-57895E757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682169168"/>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4CACAEB5-23A4-485A-87CB-7B602A9173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393319ED-6D13-4B03-9A18-BAA4EED9B1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B370BD57-CDA7-41D9-96C8-1199980D8F7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75537C89-0A4A-4A8D-B038-FA5C41596C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9E7F5C08-D60E-4FD9-AE4E-EA2B58E2F7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11F3A3AC-456C-4EA8-B9A4-532E633CEA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6AB255CE-9DB8-46AE-9E9E-8EBE424BC536}"/>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CB5A3D18-57B0-4747-B36F-2C868958FBB9}"/>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68B480A8-AEF1-4075-A746-196E4E512E4A}"/>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7C6B4DA3-08CC-48D8-8978-4AD5893F5B00}"/>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3344A5CD-918E-4FAB-9C57-6A7233EE8193}"/>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03BBD953-D518-4F83-864B-84892A885AA3}"/>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1F442C13-E1C8-4412-8343-59FD398E0C0C}"/>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34E3A59-255F-4FAE-A6A7-46E95B9C58D4}"/>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B06D8A49-66BA-4A07-A4BC-AA96D17B685B}"/>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2D36A7BB-8B92-4C9E-B9F4-1A7CBBE5DD5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C00CF46E-A1CE-46A8-9AAD-1FA871A3100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43B7DA19-4267-48BC-A46F-9103F3B53334}"/>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CC2C966D-EFB7-4898-9FDD-81ACC74D276A}"/>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0517BCC0-6955-4BF4-A914-13C9784A30FD}"/>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11A10385-EC04-4F1D-A321-225C5991EADD}"/>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E64E8A37-EB14-4F43-B449-F6DAF3E37A42}"/>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DC409752-3065-4123-BF75-A5A9A4FFC75E}"/>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73E6C396-2936-425D-81F2-8D86B6819142}"/>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7EB62E99-D140-4813-A905-7CD4ACC69BEE}"/>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A2D2B31E-3A87-4AB1-B40C-DE3A6F224017}"/>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4F84E3F1-AB3B-4018-BA40-F36BC0184DDD}"/>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08D45A44-C4F3-4EC7-B367-AF3095379913}"/>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5538BFA1-AAE8-49FE-82C9-2520F2AAED36}"/>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8B3BF2B9-1000-4E70-B96C-98B9C881F4D0}"/>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CC2B8907-3311-4F6F-9495-8694E8D0BD9C}"/>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2FEB6BD4-55A2-4462-ADBF-5631F01EA64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22FFA472-3809-43CB-A4C0-53EE811B0F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771978685"/>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53F8EE93-360B-4097-AF2E-8938AD9934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D907D591-0440-466E-90DD-9ECB377E19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15ACE9DB-4811-43D1-B56E-43D8D1D4BB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84A84437-E94B-43D9-8257-8AB3EBDF66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743D9CF8-B53A-4828-983A-37A554BE24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E57D33C3-D7D4-4352-8216-1C6441A330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787B0B66-A4BB-4278-940C-52468F549AFC}"/>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0F871BCD-35E3-4F45-84EC-26C382F386B6}"/>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F1C7DEF1-53B1-4789-ABFA-18355BD5349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7A02FEFC-0344-48E9-97B4-422A5F8BF19C}"/>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6929394B-163A-4FBF-B394-B0A6EC0E99C3}"/>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85A42E9-157F-4A9E-98B6-7DC2426F0BA9}"/>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2AE337FD-19AD-4110-9857-4060C95DEE20}"/>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53A859A1-55C2-4863-8D94-A6FC07C223AA}"/>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FF3FE89C-0C4A-4F08-86B7-8D1E19A13AD8}"/>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FC940F2-3C96-4545-958F-F81274CD7DD6}"/>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F7268AFD-EE54-4870-A211-77120D731A29}"/>
              </a:ext>
            </a:extLst>
          </p:cNvPr>
          <p:cNvPicPr>
            <a:picLocks xmlns:a="http://schemas.openxmlformats.org/drawingml/2006/main" noChangeAspect="1"/>
          </p:cNvPicPr>
          <p:nvPr/>
        </p:nvPicPr>
        <p:blipFill>
          <a:blip xmlns:r="http://schemas.openxmlformats.org/officeDocument/2006/relationships" xmlns:a="http://schemas.openxmlformats.org/drawingml/2006/main" r:embed="R04ce8d56b3dc49ef"/>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10F04058-1E5E-4C0C-88EF-44F9D0EE64E8}"/>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4F7EA459-8D6F-40BD-9818-4FE74ECE4B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43601485"/>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6D59D544-0894-4ECF-96A0-C56B40C76C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5">
            <a:extLst xmlns:a="http://schemas.openxmlformats.org/drawingml/2006/main">
              <a:ext uri="{FF2B5EF4-FFF2-40B4-BE49-F238E27FC236}">
                <a16:creationId xmlns:a16="http://schemas.microsoft.com/office/drawing/2014/main" id="{07F5C712-3E51-4DC1-B811-598174A8B5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Crop은 기대한 폭보다 한 열을 더 포함했다">
            <a:extLst xmlns:a="http://schemas.openxmlformats.org/drawingml/2006/main">
              <a:ext uri="{FF2B5EF4-FFF2-40B4-BE49-F238E27FC236}">
                <a16:creationId xmlns:a16="http://schemas.microsoft.com/office/drawing/2014/main" id="{476D3904-7C8F-44C1-A6F8-90038D9751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59947FF1-3488-4AFE-BC12-762CF0A6DC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F0912DE0-5919-4221-BD14-6F3BC2F0F6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D94E9603-601A-4850-B908-AD8CA5BF58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793CD692-C6A6-4F21-98DC-AD2768AB6451}"/>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95698DEC-AA22-417D-BF70-7EA2E834F4A2}"/>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8341AD96-C216-4625-924D-410439C2431C}"/>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8438A24A-E188-4676-932B-36669C398972}"/>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BE2CDB80-A2EC-455E-8F46-B36E475AF4D3}"/>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79A638CA-8B9C-43A5-AB93-C7FD7DDE124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373BB0EF-D7D7-4974-84AA-6A74BC340376}"/>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B727D51E-5338-49B4-BBAB-2BF56B09E7CF}"/>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562B605A-C7D3-466E-B0E8-848F28428847}"/>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8B8F4DEC-5062-4664-AD63-F6B3C96A44F1}"/>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205BD96F-DC47-45B8-914C-FA6EC338C7E7}"/>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E7449C00-5A29-4200-BB89-B7EA4CBFCA1E}"/>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8D3CFDE2-FF10-44EF-B546-7800B047C885}"/>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2CE84227-6070-4771-A79D-B854600CB1B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16A8F697-FE49-414D-BE34-10CBF769F006}"/>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19D023A3-A2BE-4F97-B300-F14B89F2A058}"/>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AF569EEE-8B59-45A5-82CD-7B918EC79A7D}"/>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ACBD691C-78EC-40B0-83AE-5B878585C49B}"/>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1F16F43C-9A65-4E09-8468-BD3BDA30DAE9}"/>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0F41C9FF-5B95-4251-A90A-0FEF96B8315F}"/>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63BA5266-DF37-46C1-8383-BA226D88FBDE}"/>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63A40B6-7B73-4EE2-A860-5F16A1419326}"/>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CFC6ADFA-42F3-4A5C-8703-83A81B65D6D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FF609002-AC24-45B2-AD42-39CB86633611}"/>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CBE9AD41-0BEF-4020-A8FE-AA7107F6DF70}"/>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56425C63-0DBF-46A2-BF9F-34117CCADF56}"/>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C2BED87-E010-4CD8-907B-B118E9ACB28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6E63B1A9-D71B-4C69-B640-9579121E51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07340900"/>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3A7D9AAE-F4E4-4453-B993-5043682387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6">
            <a:extLst xmlns:a="http://schemas.openxmlformats.org/drawingml/2006/main">
              <a:ext uri="{FF2B5EF4-FFF2-40B4-BE49-F238E27FC236}">
                <a16:creationId xmlns:a16="http://schemas.microsoft.com/office/drawing/2014/main" id="{95A91AE7-EFBA-4003-8CC6-355E8A6203E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테스트·명세·구현을 연결해 원인을 설명했다">
            <a:extLst xmlns:a="http://schemas.openxmlformats.org/drawingml/2006/main">
              <a:ext uri="{FF2B5EF4-FFF2-40B4-BE49-F238E27FC236}">
                <a16:creationId xmlns:a16="http://schemas.microsoft.com/office/drawing/2014/main" id="{655835FB-1F97-4085-99EB-CC240F72E8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810F2E19-FFC6-4CC4-86BF-040B2A7ED2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2F9BB85F-F79D-4FBB-BA7A-61C2DAEB08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EED9BC68-BEE1-4CCA-BFA0-327DFC880D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A2A1F44F-EE6C-491C-B415-CDCA9F6DE96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D4B77B19-F4CC-4582-AB5D-2E74AB06B800}"/>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61E783A3-96CB-4B6E-A1AF-7DB34F4A2D21}"/>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E7D93C61-51E8-4AC0-88E8-E54AD4913A2D}"/>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85478779-13EE-4BE6-9B2F-72C319992F31}"/>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3F8468A6-3B24-4819-9D45-6A5FA7317506}"/>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B48363F8-F16F-4CD0-A0EF-419A9A83E922}"/>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8857E28A-ADEE-4D8F-9331-2393F63B275E}"/>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9AC75367-8F7B-4178-BCB1-70FBD35FC7FB}"/>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A1161730-0512-4D36-A8CE-1675686AC06A}"/>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6B1A307B-B0A1-4C27-B839-65CFF91005AC}"/>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6155CC3D-7095-4ECA-AECE-382C9B530A07}"/>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1138716-4481-4E40-A4F6-3C2CA622D4C0}"/>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DFC57CB4-DF67-40EB-B891-BF2C2B3DC1B7}"/>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2A767E95-26E4-403D-9A1C-B9D646D355BA}"/>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85ABD416-7137-40FE-BBE1-F1626FC07F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08120050"/>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CC5B722F-33B2-4F37-B6AE-97E054C424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7">
            <a:extLst xmlns:a="http://schemas.openxmlformats.org/drawingml/2006/main">
              <a:ext uri="{FF2B5EF4-FFF2-40B4-BE49-F238E27FC236}">
                <a16:creationId xmlns:a16="http://schemas.microsoft.com/office/drawing/2014/main" id="{76E9A889-DFCE-4011-80AC-70BC170C9F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EFC78A0A-246E-4C81-9810-72825896C4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13FCC4D3-5781-4544-A637-CB35076BF1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79995B4E-9AD4-4515-945E-6CF468E9B0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C3712786-FFF2-4FD4-98C0-7A6B3E0B26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B54485E9-C519-42B7-A633-F5724599F59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5E22CAF3-AE56-45F4-BFA5-2D09831A87D4}"/>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17F40F2-458C-40BC-AF54-DC89D4E742EA}"/>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83AD45F2-D0EF-41F1-B690-C13FECF687E0}"/>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06200B4F-1F66-4F76-86F3-3A76614A374A}"/>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61B5F6E3-9FF2-446F-9DF4-B130B1965E55}"/>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CF8FB4BC-3297-4DBF-A937-4300DD1B97BA}"/>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DC4ED2B7-FBB1-44E4-97EA-4B77D4333B16}"/>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F2B61EC6-2184-4735-AA08-9AD0A1ACB67D}"/>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F579CD04-810D-47E2-B93B-C994C6E017DB}"/>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B107C182-34ED-491E-B3F9-F09D6DC4DD35}"/>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47125BE2-DD94-48DE-B925-CEC97DD4CF73}"/>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28A3254E-AA35-4C4E-9306-A6C06267DC57}"/>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B4E2F173-A26C-4A46-9B11-11E9E397E2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66098112"/>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D08D312-6404-49EE-9415-4880D78DA6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8">
            <a:extLst xmlns:a="http://schemas.openxmlformats.org/drawingml/2006/main">
              <a:ext uri="{FF2B5EF4-FFF2-40B4-BE49-F238E27FC236}">
                <a16:creationId xmlns:a16="http://schemas.microsoft.com/office/drawing/2014/main" id="{25ED0A8F-9B38-4AF6-B91D-37BCC3DDFE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C6A0A588-351E-4E45-BB33-45318D1A35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0377754-6247-4AB8-B959-1340FDA5E7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F1463F41-B73F-4C24-86B7-C7294CAABF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7035A828-F141-4912-B213-7F74E33917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F5D3C972-C1E5-4BD0-975E-EF15FA3AB504}"/>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C8B77F64-D35B-47AB-ADC9-D286DC302FE9}"/>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3DE0C251-217F-4B1C-A177-81735E6E6CC6}"/>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7712BC8C-2CBB-4A18-B2BA-D7B26C1F609D}"/>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AD3C9711-23DC-4347-9674-AF93BB84A2AC}"/>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6E8744D7-43EA-4A12-A191-EB6BE253F230}"/>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4BFE3AFD-4EBC-4CA2-BAC8-EE89698A1193}"/>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55AF9DCC-1D7B-439B-A1C7-E1974C8D524A}"/>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42B06AF4-D511-4B17-B477-10CF2E8F0D59}"/>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D355E5E1-7C90-4108-A229-88808974E2EC}"/>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AE32738-5347-41BF-A583-C3490ED16C7C}"/>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75ACA999-13AD-4088-83D6-1DDA470AD120}"/>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31056A19-F65B-4060-B6DF-D29FC992960F}"/>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3569D159-87F1-4247-B620-66BED0561F58}"/>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0651CF17-8EA0-4375-9AE1-A61BA331E1B8}"/>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A6CE35A2-65E6-4BEC-9E9A-D4EBA7D18338}"/>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F49AC8CE-0AC3-41CA-BD8F-B46D2B30BC8E}"/>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F041C71F-D6EE-4C30-990B-CD2808BB3BA6}"/>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AAB58188-E107-4953-9757-6580630EB7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67190262"/>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70E7326F-F157-41DA-B05F-6B95C0C4E8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09">
            <a:extLst xmlns:a="http://schemas.openxmlformats.org/drawingml/2006/main">
              <a:ext uri="{FF2B5EF4-FFF2-40B4-BE49-F238E27FC236}">
                <a16:creationId xmlns:a16="http://schemas.microsoft.com/office/drawing/2014/main" id="{5B6B3392-7BD2-4397-A15D-6834209CAD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Chatbot에 이 자료를 직접 전달한다면?">
            <a:extLst xmlns:a="http://schemas.openxmlformats.org/drawingml/2006/main">
              <a:ext uri="{FF2B5EF4-FFF2-40B4-BE49-F238E27FC236}">
                <a16:creationId xmlns:a16="http://schemas.microsoft.com/office/drawing/2014/main" id="{4F93323D-F232-4841-9ED6-E37F6011FE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17159929-45DC-47E2-9CD3-7781A1D825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E68FD85F-33FF-43E0-9910-5370B5E975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0446D772-8366-4000-9B72-8218D22A30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00D35AA1-3CB6-414E-8515-42C23C7F7374}"/>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BCD8158B-1503-4CC0-8ED4-6E966DF108DF}"/>
              </a:ext>
            </a:extLst>
          </p:cNvPr>
          <p:cNvPicPr>
            <a:picLocks xmlns:a="http://schemas.openxmlformats.org/drawingml/2006/main" noChangeAspect="1"/>
          </p:cNvPicPr>
          <p:nvPr/>
        </p:nvPicPr>
        <p:blipFill>
          <a:blip xmlns:r="http://schemas.openxmlformats.org/officeDocument/2006/relationships" xmlns:a="http://schemas.openxmlformats.org/drawingml/2006/main" r:embed="Ra637e794410d43bd"/>
          <a:srcRect xmlns:a="http://schemas.openxmlformats.org/drawingml/2006/main" l="1500" t="18000" r="51000" b="15000"/>
          <a:stretch xmlns:a="http://schemas.openxmlformats.org/drawingml/2006/main"/>
        </p:blipFill>
        <p:spPr>
          <a:xfrm xmlns:a="http://schemas.openxmlformats.org/drawingml/2006/main">
            <a:off x="4753118" y="2247900"/>
            <a:ext cx="1485614" cy="10477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B0BF67EE-C747-4DA2-99D2-FFB36AA67C75}"/>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36D481E8-9A81-4F3B-A602-82F028583196}"/>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3ABDED4F-CEBB-4186-96C8-0ECB66DFEA9D}"/>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831D05C2-E67C-48ED-B32C-801D069BE15C}"/>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76C80943-77E1-4620-A75D-D7BF7127A456}"/>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AE8DA8F5-A9BE-42B9-881E-1D8AB991CF57}"/>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E9E4EAAC-A8CB-48AC-BBB5-2718C36A0EF3}"/>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867ECC43-1241-42E7-8949-8DBB8E139B37}"/>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7C95D346-0C10-4308-A0DB-F0BAD85A7B2E}"/>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32E0DFE2-929E-4674-9E6F-3CA9CC32B978}"/>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22E53FF-58DD-4AA5-9A95-E0EE3FAA187E}"/>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A9A163DA-F91D-47D3-AA86-A5046C536DF5}"/>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21943B42-3339-44DB-8ADD-1010258323BD}"/>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7EC4F70D-BB64-4E50-8D55-9221E86F9D65}"/>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A5A6C27-99F5-45CD-B636-B9698219D107}"/>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7927D116-CF12-4EAA-AF24-C05C0D4B472E}"/>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BCFA2990-8F94-49DC-9448-77E9134183D3}"/>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57A1B8D4-6710-435A-A72B-EEE2F424D6EA}"/>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F3DF7EC-7F46-4EBC-9C92-E10D37927B01}"/>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9C153D65-AE9E-4BF7-A7DC-F644129C4EB0}"/>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1403F07E-6B7D-4C8C-9102-A0B0E9EB9FC1}"/>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1A3A869F-A660-4887-AA18-15D6CCFA4E98}"/>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86AC7034-6E7D-403D-BAC8-47FC983619CB}"/>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5A08A4E4-CF29-4E0E-B26C-FACDC0E85EC3}"/>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59C80858-EC41-4423-8502-C2C502198B34}"/>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4A01ECCE-38F4-495D-B650-02C5365F57B4}"/>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09CDC055-B948-43AA-A875-4CD56E1E6B1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B9F01BFB-2E84-42BD-AE84-D5D4FAE69E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65002117"/>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DC3FB5D5-1192-4271-B559-D8C3B23882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0">
            <a:extLst xmlns:a="http://schemas.openxmlformats.org/drawingml/2006/main">
              <a:ext uri="{FF2B5EF4-FFF2-40B4-BE49-F238E27FC236}">
                <a16:creationId xmlns:a16="http://schemas.microsoft.com/office/drawing/2014/main" id="{80AD0D13-2FA9-49BD-9BD5-E6F13A5C6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Agent가 자료를 직접 찾아 연결했다">
            <a:extLst xmlns:a="http://schemas.openxmlformats.org/drawingml/2006/main">
              <a:ext uri="{FF2B5EF4-FFF2-40B4-BE49-F238E27FC236}">
                <a16:creationId xmlns:a16="http://schemas.microsoft.com/office/drawing/2014/main" id="{09006887-307C-4EC7-80CC-767198F71A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19373F14-F730-4539-92E0-739AC385C9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BEF62C4D-B375-4E2A-B178-59E056B92D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F502509D-756C-49EC-91A2-62D92A16F2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AD946D7D-068C-4109-9651-BEA5E5C86E37}"/>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9E9BD563-BE1B-4B28-8478-3064215D36AB}"/>
              </a:ext>
            </a:extLst>
          </p:cNvPr>
          <p:cNvPicPr>
            <a:picLocks xmlns:a="http://schemas.openxmlformats.org/drawingml/2006/main" noChangeAspect="1"/>
          </p:cNvPicPr>
          <p:nvPr/>
        </p:nvPicPr>
        <p:blipFill>
          <a:blip xmlns:r="http://schemas.openxmlformats.org/officeDocument/2006/relationships" xmlns:a="http://schemas.openxmlformats.org/drawingml/2006/main" r:embed="Rd9f4c36c0a6948ac"/>
          <a:srcRect xmlns:a="http://schemas.openxmlformats.org/drawingml/2006/main" l="51000" t="18000" r="1500" b="15000"/>
          <a:stretch xmlns:a="http://schemas.openxmlformats.org/drawingml/2006/main"/>
        </p:blipFill>
        <p:spPr>
          <a:xfrm xmlns:a="http://schemas.openxmlformats.org/drawingml/2006/main">
            <a:off x="4753118" y="2247900"/>
            <a:ext cx="1485614" cy="10477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5DAA71E-1D4E-4DFB-9E79-E07ACB4FAC2A}"/>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3B50980F-01B3-455C-A4E7-353A627B7132}"/>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C29200A-DB66-4A10-A32D-E26BD70C6755}"/>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FCF99BCC-5D4F-4623-9773-7515116FC87B}"/>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3CEDFDFC-E44A-4D26-BF7A-B44C8A1379E3}"/>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98AA390B-AB47-48F5-A5E7-521F8F65B93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1D6319C-7BE5-49EC-AA5A-CB5C75B1A04E}"/>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311C2EF6-982B-48DD-A29C-885565341A6A}"/>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7BB5C736-4EEF-4965-8145-B9D06A8E8800}"/>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B932E84-5F85-4A84-905F-1C0602C7F5E7}"/>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ABFB6A2-D514-49D0-A4EA-617E9A6A2CF3}"/>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13BC43DF-933E-4BF2-9255-8367ACEC4903}"/>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C81DAE6B-158B-4091-893D-3E371F20C697}"/>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7399757B-E8BD-421C-8200-CFC1909BD40A}"/>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C6A09367-B987-4F16-8552-5075895D3719}"/>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4C7A84E7-7E9E-489B-8DEE-0C7F69B6580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C1346AC5-F3AF-4A24-8B49-4CC9DD33DA4D}"/>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778BCF40-DB5B-4061-B9B9-CF18A585B73E}"/>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85DF508F-3F47-4E05-A590-862436CECADD}"/>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B15CD41B-82AA-407C-8E36-988F424F3DC6}"/>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8B5693ED-0B38-4E1B-B8B7-61B32EB021FC}"/>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B38D6926-4024-46CF-877C-2C897A770E29}"/>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947E0761-0072-4584-8E77-7D7351A728E1}"/>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943BE769-881C-4A80-9336-8687F50592E1}"/>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3EC53B06-2DC3-4BE8-A179-4E8DA6611697}"/>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54757A28-2FBA-4E3D-943E-2B584E9120E6}"/>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F1DF9C30-89FF-4FE4-8199-D7CA69CC57B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B061E20A-D934-4052-83B3-2C6D07568E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33912165"/>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30AD7F3B-F510-49FB-AC1D-6F6E761FC0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1">
            <a:extLst xmlns:a="http://schemas.openxmlformats.org/drawingml/2006/main">
              <a:ext uri="{FF2B5EF4-FFF2-40B4-BE49-F238E27FC236}">
                <a16:creationId xmlns:a16="http://schemas.microsoft.com/office/drawing/2014/main" id="{450FE466-5376-4772-9ECB-5165355780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Repository 작업은 Codex에서 시작한다">
            <a:extLst xmlns:a="http://schemas.openxmlformats.org/drawingml/2006/main">
              <a:ext uri="{FF2B5EF4-FFF2-40B4-BE49-F238E27FC236}">
                <a16:creationId xmlns:a16="http://schemas.microsoft.com/office/drawing/2014/main" id="{2517E8FD-0066-4971-9789-9D8426C1C6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37D1CCFA-A13E-4B90-8C3C-E7EB0C2FD4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E785CF0D-8342-46D6-B750-F3B63D37DE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B51BECB9-0E9C-4CBC-B4C9-48F1495627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3BCFD72D-D2B7-4C21-8D2D-5D60FCE49FC0}"/>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BBC0C80E-9D3E-470E-9C19-569DE78291E0}"/>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B39CB1A9-5CD2-4208-8A59-CE754AC65DE1}"/>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BB275469-7D29-42D3-9528-4666127B6E43}"/>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8DD40C6C-AB2E-4FBC-B67A-6DACE98EA7D5}"/>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F23AE44A-9AAB-46A6-A3CA-08793F7C39A9}"/>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0FE1B63-747A-4D4A-901C-F125ED0CC0DB}"/>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A63CA01B-0FF5-4108-A08E-B5175D303151}"/>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91A403EB-2F48-4EB3-B9F1-1CCA08D10040}"/>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737982DD-8C7D-4162-8BC3-F02EDB050BD1}"/>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CCD542F9-3A49-4E4C-AB8B-40275A60D621}"/>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DB1BAD70-5630-4C96-BB97-803A915976C9}"/>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1262ABFC-F455-4C4F-B772-A5062ABCA24B}"/>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C9DCB03D-D1C6-4D7D-8657-D99F7E9DB61C}"/>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695059C-CE30-48D4-A172-FDC63280723C}"/>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86D57E4C-D49A-4326-B9EC-0F755984C50B}"/>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90EDD41C-9C70-4266-A3F9-CDE39DECEAC5}"/>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22FB0573-7095-464D-B4C4-333A5DD506B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E51B3E10-B604-4BF1-A2BC-501B12457442}"/>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C5D8A4F2-DC0C-4CD9-89F2-364ADA6D83B1}"/>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A69C982D-5F3B-484D-BE4C-57A87AE5A342}"/>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FAF53F85-AB93-49DA-B421-807E464192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4407037"/>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DA935285-F4B0-42B3-BB34-F475F62A2B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2">
            <a:extLst xmlns:a="http://schemas.openxmlformats.org/drawingml/2006/main">
              <a:ext uri="{FF2B5EF4-FFF2-40B4-BE49-F238E27FC236}">
                <a16:creationId xmlns:a16="http://schemas.microsoft.com/office/drawing/2014/main" id="{D83D5EF2-C7FA-452B-BC47-949093AEA9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접근과 Task 의도는 별개다">
            <a:extLst xmlns:a="http://schemas.openxmlformats.org/drawingml/2006/main">
              <a:ext uri="{FF2B5EF4-FFF2-40B4-BE49-F238E27FC236}">
                <a16:creationId xmlns:a16="http://schemas.microsoft.com/office/drawing/2014/main" id="{B8601A43-BBEE-46E8-A2E9-ECAA49AAF0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F6B82E11-34C2-42C0-8719-7440338D7D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7E6D36CA-7E4E-451E-80E0-06378FEBDF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09661A7F-72B6-4C41-8857-34294C9B0DB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A5816740-758A-4D9C-81D6-D946E4F3D63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DD695879-BCF2-4A51-9F96-974B05814048}"/>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A0B49AA-DBCA-4BD0-A97E-5E5905B546B5}"/>
              </a:ext>
            </a:extLst>
          </p:cNvPr>
          <p:cNvPicPr>
            <a:picLocks xmlns:a="http://schemas.openxmlformats.org/drawingml/2006/main" noChangeAspect="1"/>
          </p:cNvPicPr>
          <p:nvPr/>
        </p:nvPicPr>
        <p:blipFill>
          <a:blip xmlns:r="http://schemas.openxmlformats.org/officeDocument/2006/relationships" xmlns:a="http://schemas.openxmlformats.org/drawingml/2006/main" r:embed="R89103e5097424a27"/>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D3C7D1A8-23BD-4FEE-9F50-477AEDCB9085}"/>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C7806A27-2963-4721-B999-4C84A2D066D2}"/>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746D17CC-3FF2-4C98-8C53-4663E12F5301}"/>
              </a:ext>
            </a:extLst>
          </p:cNvPr>
          <p:cNvPicPr>
            <a:picLocks xmlns:a="http://schemas.openxmlformats.org/drawingml/2006/main" noChangeAspect="1"/>
          </p:cNvPicPr>
          <p:nvPr/>
        </p:nvPicPr>
        <p:blipFill>
          <a:blip xmlns:r="http://schemas.openxmlformats.org/officeDocument/2006/relationships" xmlns:a="http://schemas.openxmlformats.org/drawingml/2006/main" r:embed="Ra01daebea2074754"/>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721CF363-131C-45E7-8B29-326780802066}"/>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F51C3B83-10E9-4116-9ACE-DB2AE3DB4DA5}"/>
              </a:ext>
            </a:extLst>
          </p:cNvPr>
          <p:cNvPicPr>
            <a:picLocks xmlns:a="http://schemas.openxmlformats.org/drawingml/2006/main" noChangeAspect="1"/>
          </p:cNvPicPr>
          <p:nvPr/>
        </p:nvPicPr>
        <p:blipFill>
          <a:blip xmlns:r="http://schemas.openxmlformats.org/officeDocument/2006/relationships" xmlns:a="http://schemas.openxmlformats.org/drawingml/2006/main" r:embed="R5a353a569b114822"/>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985B3FAD-4F39-44BB-BCBB-2FD950C51D18}"/>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5D3AB994-28F9-436B-9062-5C702D651C16}"/>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93D5495C-7594-4271-AF95-3A3606F326D5}"/>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FC0B80A9-DAB5-4E63-8F19-7363E1EBC304}"/>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7E9ABE24-A629-4AC0-B5E3-6355BAFCEC7F}"/>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706B422F-156C-4106-9D5B-9D708C38290B}"/>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E5103DEC-D50B-4532-8A5A-46778EBE9303}"/>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1F4309BE-5454-4179-916E-4D389AEDBA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165675597"/>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4851E0B-9B54-4CDF-9B80-7402BCCAA2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3">
            <a:extLst xmlns:a="http://schemas.openxmlformats.org/drawingml/2006/main">
              <a:ext uri="{FF2B5EF4-FFF2-40B4-BE49-F238E27FC236}">
                <a16:creationId xmlns:a16="http://schemas.microsoft.com/office/drawing/2014/main" id="{1F46CB0B-9730-44BE-8887-47E34339F8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를 보면 내가 원하는 것까지 알까?">
            <a:extLst xmlns:a="http://schemas.openxmlformats.org/drawingml/2006/main">
              <a:ext uri="{FF2B5EF4-FFF2-40B4-BE49-F238E27FC236}">
                <a16:creationId xmlns:a16="http://schemas.microsoft.com/office/drawing/2014/main" id="{84FFDC6C-D782-488C-9515-C5C17F22D4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787D76FB-580B-4E4B-B60C-7A912EFCD8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250625AC-3570-4BD2-A208-6375114BCD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BEFC1808-A1E1-47E9-B412-2AD1045968B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21DC70D2-34BA-45A9-997D-3A45D5A66D81}"/>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1B931480-5EE0-45E5-BF36-1A608983B3E5}"/>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7A8FC54A-D838-4581-967C-2B00E6AD184A}"/>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CFF95D1E-31BE-4427-B023-F74EFB952339}"/>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50D1747A-C2BF-41E5-BABD-A31B26ADAFD7}"/>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3732D651-E3D5-4829-A916-F65C86F2EA8D}"/>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92F21EB5-7AFC-413F-BE8B-C2E532AB8CE1}"/>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309197A-E6A3-4239-893B-6421809E0107}"/>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1578EE98-4B72-49E0-AB0B-333C65DE31BB}"/>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F6C78CFB-BDAC-4497-B4AC-0F7240BAEEAE}"/>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68C2F383-AAC5-402F-92D5-37E67B731F24}"/>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738DBA29-7F9A-4B21-91C5-B8DF6B34DE43}"/>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BD2F052-FEEF-44F7-AB0B-1CE1AF7C7259}"/>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3A543C25-28E2-49DC-8184-1AC48744E8BF}"/>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62D18C22-5D03-45E5-85EA-37208D248FE2}"/>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106AD7FE-C59E-4F04-BD07-94652624E6F1}"/>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083E59B9-16D0-4FCF-BE50-4141C451BFFD}"/>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FB2CB7E-D784-4620-A73F-70A5745E6AD2}"/>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18A93315-E773-4539-914C-3ADB74C413EA}"/>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F21FD274-30D8-47AD-B262-70A9B7693744}"/>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C63C2444-F5EF-4A46-B195-2E4E2B83C353}"/>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360B7DBD-20A9-4C63-AE38-17568B314AF9}"/>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975470DE-298E-4288-A7BA-F0870CBC7B47}"/>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01CDCC4E-CB44-486C-BF00-7C2ABB00A172}"/>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3056BF8F-F2B3-489F-9C82-FBF5B81D181C}"/>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C954A0C4-F75E-4D69-97B0-475A766D27C7}"/>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4685A3F7-CE73-4B6A-A91F-D87788464F67}"/>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380D7151-CDDF-4828-868D-546C67D741B0}"/>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72D7B26B-4EDD-4CE2-A259-914409AD5E25}"/>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105FC4D1-4C7E-404A-82AE-F83A5DFF9E76}"/>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A487E6A5-9677-45B6-B0FA-ACE0A571A374}"/>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9F8B0082-A810-4012-BA06-79DE6CCFE065}"/>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B18ADF1C-EE28-4BFE-B75B-A21990F38F4E}"/>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847C3C09-1F8B-420E-874B-AE0324A03458}"/>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8FD71E6A-F34E-48FB-AC55-45E9D48FCBFC}"/>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5B6E01F0-BA03-4711-815A-4B8878D4BCE4}"/>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9DAFF212-5C31-4938-8BB9-E9A5925B559A}"/>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834C8BB8-6872-436D-B450-6827300339F4}"/>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8B6C37AF-66A4-4B0E-9379-816D17E199D9}"/>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1DA08717-18A5-4281-8E49-BAB25AF7DFFD}"/>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03986FAD-7B58-4844-AEFC-FE3F1A4B97AB}"/>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E331FB5F-B977-4DE0-B5E4-3991AC4D3086}"/>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EBD9F376-7EDD-44FB-BC4E-F65890110AEA}"/>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0AB2D4A9-4001-4700-AE20-8B3101848E47}"/>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71FBDE18-D0C7-472B-993E-32C8A5CC1054}"/>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546D43D0-9A99-4213-B4F4-688DB6A4E92C}"/>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D981EDD5-70A4-4441-A675-A381B444D1C0}"/>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FB689A17-633D-49A1-B614-0AD30E81CBB0}"/>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8CE56146-8E2B-4C07-8A8E-C4997D813113}"/>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7823F015-AA90-41DF-9C22-9181D043F4FE}"/>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1E807FED-D441-4734-8DFE-259880F6BBDF}"/>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49310A1B-B9FD-4D0B-BC19-DBD610A5BA12}"/>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37B7FF8B-08E5-4F99-8F70-F56F5C7E0152}"/>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AFEC6BCA-5A7A-4A3E-A98C-F5D2FD5F17A6}"/>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DB7D482D-F549-4683-91EB-A89D76F3CF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78398133"/>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A1742203-E6C1-4F79-B7F8-A347360E5F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4">
            <a:extLst xmlns:a="http://schemas.openxmlformats.org/drawingml/2006/main">
              <a:ext uri="{FF2B5EF4-FFF2-40B4-BE49-F238E27FC236}">
                <a16:creationId xmlns:a16="http://schemas.microsoft.com/office/drawing/2014/main" id="{3E63E45E-68E5-4A80-A95B-05D5A45F4A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Task에는 무엇이 아직 정해지지 않았을까?">
            <a:extLst xmlns:a="http://schemas.openxmlformats.org/drawingml/2006/main">
              <a:ext uri="{FF2B5EF4-FFF2-40B4-BE49-F238E27FC236}">
                <a16:creationId xmlns:a16="http://schemas.microsoft.com/office/drawing/2014/main" id="{FCEB5E6C-9536-4CF6-A0C7-850EBD39BE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F89F5FE8-0221-418E-89C8-F2C6843A6A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899D4A7A-E34A-43BD-93F1-53A0049AE9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F0F7E18B-2181-4822-97CE-876790E77D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E57B93EB-1943-4DC4-B060-83CA7B95D58C}"/>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20CF19D2-AAA4-4A9A-BF01-27708A4A41C4}"/>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CDF3D15F-0DC6-4607-8CF5-99ECECA52F9C}"/>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00B1985-A54C-4B61-8E99-31B2231A1706}"/>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9DA7CBF9-5C99-4221-ABBF-A32287C06458}"/>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890BDBAE-B272-46AA-A4E5-D4EB4CEC8B32}"/>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AA6C6E13-4519-4816-88DA-BB2E98AD14B7}"/>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881A209-C6E7-4CFF-9C22-7280BA7BB3A9}"/>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408D2DF0-6836-4651-8295-1ED013EF6581}"/>
              </a:ext>
            </a:extLst>
          </p:cNvPr>
          <p:cNvPicPr>
            <a:picLocks xmlns:a="http://schemas.openxmlformats.org/drawingml/2006/main" noChangeAspect="1"/>
          </p:cNvPicPr>
          <p:nvPr/>
        </p:nvPicPr>
        <p:blipFill>
          <a:blip xmlns:r="http://schemas.openxmlformats.org/officeDocument/2006/relationships" xmlns:a="http://schemas.openxmlformats.org/drawingml/2006/main" r:embed="R4dfee8b2b19b4b6d"/>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27CF72D6-8270-4A6E-B4D9-CDC026DCE7A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24333642-3768-49AF-A43D-DCF2C592BB45}"/>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9CFD488B-9CEF-4B7A-A41F-40A9BDF8454F}"/>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25986122-1E30-45B5-BF02-26BF9E967556}"/>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6C646621-11F7-4873-9AE8-52B7D8F34302}"/>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BEFFEF52-F8DC-4D3B-B206-50554611848C}"/>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AD249D5A-5143-44FC-B946-9EA8BF4C23F0}"/>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00D552E3-1FD7-47E8-89FE-7EC617F949E0}"/>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3A3FD4F6-B09E-44E4-BE3C-2938E97EA1B1}"/>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ECCA211A-EE60-4AF7-BCBE-DBA97E2CDA33}"/>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99F924F5-24CA-4859-8D0C-30F17CFB9E76}"/>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ADFF5A5E-3EA3-40A8-B2B2-2AA7101134A7}"/>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A0A90D2C-197B-4DB2-A204-4DCA9D89CC10}"/>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5EF74F3F-EE48-4D19-BB5C-5415BBCD0B2C}"/>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60382E81-4293-4553-93A9-B398A4109DF2}"/>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8621CE1C-CBC9-4FAB-9C8A-5A42508E818C}"/>
              </a:ext>
            </a:extLst>
          </p:cNvPr>
          <p:cNvPicPr>
            <a:picLocks xmlns:a="http://schemas.openxmlformats.org/drawingml/2006/main" noChangeAspect="1"/>
          </p:cNvPicPr>
          <p:nvPr/>
        </p:nvPicPr>
        <p:blipFill>
          <a:blip xmlns:r="http://schemas.openxmlformats.org/officeDocument/2006/relationships" xmlns:a="http://schemas.openxmlformats.org/drawingml/2006/main" r:embed="Rcdffd56ca7f24139"/>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34EE60E3-D8C1-4EDD-ACCE-4BFEE2063D6B}"/>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D71476E7-B858-4AC6-A8ED-0ABC58BD5B21}"/>
              </a:ext>
            </a:extLst>
          </p:cNvPr>
          <p:cNvPicPr>
            <a:picLocks xmlns:a="http://schemas.openxmlformats.org/drawingml/2006/main" noChangeAspect="1"/>
          </p:cNvPicPr>
          <p:nvPr/>
        </p:nvPicPr>
        <p:blipFill>
          <a:blip xmlns:r="http://schemas.openxmlformats.org/officeDocument/2006/relationships" xmlns:a="http://schemas.openxmlformats.org/drawingml/2006/main" r:embed="R56275ec090354f36"/>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ADF89FB8-978D-4AB5-B89F-398CC29901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82718489"/>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7CF51B4B-2D02-4543-B6F9-DDB7000BFB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5">
            <a:extLst xmlns:a="http://schemas.openxmlformats.org/drawingml/2006/main">
              <a:ext uri="{FF2B5EF4-FFF2-40B4-BE49-F238E27FC236}">
                <a16:creationId xmlns:a16="http://schemas.microsoft.com/office/drawing/2014/main" id="{431D036E-8108-47C8-8857-CC06566408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요청만으로는 의도가 보이지 않는다">
            <a:extLst xmlns:a="http://schemas.openxmlformats.org/drawingml/2006/main">
              <a:ext uri="{FF2B5EF4-FFF2-40B4-BE49-F238E27FC236}">
                <a16:creationId xmlns:a16="http://schemas.microsoft.com/office/drawing/2014/main" id="{46036627-3E5B-47D7-91C9-427F9500EA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20913DB0-6AF0-4B6A-8904-A60A153198F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6C650698-1F4C-4664-80B2-AA38468C39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58404ACA-6BE6-4B18-8496-B37775AF5B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449361EB-EFA5-4968-8E96-ADCE54DAAE8A}"/>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F9C16DCB-A19B-4303-BC1B-CEC370E612B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C3C8712-BF96-4787-BE46-706EDD9AA4A3}"/>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44E18E13-8CA9-45F7-B8CC-3D13C16FCDC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30547BFF-4968-4038-9BE1-E454A54BFDA1}"/>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3BBE093A-0AB1-446E-BB46-A89B78FE8D9C}"/>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85728C89-34AF-4C4B-9880-46E4BC35B157}"/>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903B76C-27BA-4D51-8C98-D03D97D29119}"/>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06A1E32E-AD78-44E3-850E-461640F98653}"/>
              </a:ext>
            </a:extLst>
          </p:cNvPr>
          <p:cNvPicPr>
            <a:picLocks xmlns:a="http://schemas.openxmlformats.org/drawingml/2006/main" noChangeAspect="1"/>
          </p:cNvPicPr>
          <p:nvPr/>
        </p:nvPicPr>
        <p:blipFill>
          <a:blip xmlns:r="http://schemas.openxmlformats.org/officeDocument/2006/relationships" xmlns:a="http://schemas.openxmlformats.org/drawingml/2006/main" r:embed="R6665d6e3021c41bb"/>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FA3458C5-8844-4708-8884-296CAD4A30B8}"/>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89BCFC5D-C973-44DA-A5AE-26642400A484}"/>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85376374-3E97-48C0-98CE-9E56B1BCFC84}"/>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E2CDD8A2-62C3-4D41-A742-D1676B70843C}"/>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D71CA3B5-86E5-40A3-94CA-60C45B39DD58}"/>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FDDFC209-E36C-47CC-B5B5-D48C92FCD789}"/>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77E8C361-DA3C-44A9-ADAE-C73A57A67D75}"/>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B3B0EDF4-1203-4CBB-BDAD-B66B3398E9FA}"/>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69D8A984-D8EF-4F81-B373-11CEF4AF6C10}"/>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7CDC284E-29AF-4017-B734-4C88C8772A7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87100DFB-BC45-4E34-A0F4-102EE6DE19C8}"/>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C47822C9-0541-4A3C-A603-7E1D0E239C29}"/>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89ED235B-803F-4615-B2E5-E4DE4F103D8F}"/>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28BB75A8-2993-4FDA-93D3-9AFF20DB5049}"/>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C36F6B52-89D9-444D-A047-D087212EE898}"/>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29F03FE8-3141-4CA0-AEF9-EE5AB0DBACE1}"/>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8062C432-B7BD-41E7-B4F6-AFC591BD89E4}"/>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63713670-C56A-42E5-A72F-829888332DE2}"/>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E46CE9A5-7AA8-42D9-9658-90517F0F466A}"/>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CC2AC849-00AD-4662-9EF4-CE36004754EE}"/>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5C1B376B-02FB-47E0-AB3C-2E0229B80EEA}"/>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94D2CE7F-C12B-49FA-AA6F-D05B440494FB}"/>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7ADE9BD-B7BB-4AE2-AD17-B10585E08A1B}"/>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E3FB21D9-F1AA-45F5-94B3-DD902BACB8BF}"/>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2391807B-7183-4BF5-88B6-9749AD39120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9476028-61B1-431D-ACB5-EDA2641FD0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85139579"/>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B7C0493D-B559-4C15-94E4-B18071E9A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6">
            <a:extLst xmlns:a="http://schemas.openxmlformats.org/drawingml/2006/main">
              <a:ext uri="{FF2B5EF4-FFF2-40B4-BE49-F238E27FC236}">
                <a16:creationId xmlns:a16="http://schemas.microsoft.com/office/drawing/2014/main" id="{4C64B197-28CA-4F14-8497-5D4501AD19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원하는 작업 경로를 Prompt에 담는다">
            <a:extLst xmlns:a="http://schemas.openxmlformats.org/drawingml/2006/main">
              <a:ext uri="{FF2B5EF4-FFF2-40B4-BE49-F238E27FC236}">
                <a16:creationId xmlns:a16="http://schemas.microsoft.com/office/drawing/2014/main" id="{5BB96403-4C6E-45A5-B596-614C2ECCCA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8102FC5D-A290-4192-B2AB-16F6A6EA15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F6CDD95C-DF1F-4ECB-8B68-6E94E18616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646D6CE4-0BF2-4012-843E-6285446027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53503FD8-B86E-4548-972C-B2220CF492A4}"/>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FBA09C09-B038-422D-9706-B38B36B3F5DB}"/>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C143F6C3-3167-4B47-8633-964537C3E125}"/>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B7FF85D6-8934-4DFD-AB41-76FB48140DCD}"/>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81169A51-2BA0-4253-AE43-54F7BCEEF109}"/>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A6881047-A5FB-4A86-B645-6043115A7A7C}"/>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F2CA32EE-3373-45CB-952D-8DF0C9F2BFFB}"/>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766E1B7B-F353-48FE-BC8C-80CB96D4FE9E}"/>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11B12D03-3ECB-4AED-B05C-09E3295FC1E0}"/>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3B78AC5-E050-439E-8950-3C9FC3CBE0DF}"/>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85B45CA3-EB99-433C-ABC2-6681BF5D875D}"/>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20ADEAAF-DD56-4DCA-B844-BE48EB73F4CC}"/>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AD887C3C-56CB-41BD-8B8E-CA3CFCDAE011}"/>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D1166DC5-682B-4626-8F2E-F6780811BC2C}"/>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B0E79C11-6510-48D0-8311-18EC19697F8A}"/>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B598F184-99C3-4BC5-AED2-D0B7E4B46635}"/>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F15EBBA-F481-4976-9C26-C26316137EC4}"/>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59611B79-E9E9-4999-8D66-24AB4913CB68}"/>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177B17A2-3EA0-4017-B3BE-28BA63A28094}"/>
              </a:ext>
            </a:extLst>
          </p:cNvPr>
          <p:cNvPicPr>
            <a:picLocks xmlns:a="http://schemas.openxmlformats.org/drawingml/2006/main" noChangeAspect="1"/>
          </p:cNvPicPr>
          <p:nvPr/>
        </p:nvPicPr>
        <p:blipFill>
          <a:blip xmlns:r="http://schemas.openxmlformats.org/officeDocument/2006/relationships" xmlns:a="http://schemas.openxmlformats.org/drawingml/2006/main" r:embed="Rae572d6738b84b13"/>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FE2C8F57-432A-479D-879A-41282FD0A7EC}"/>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49CD5564-B0D5-4426-9D95-D1A710751D4D}"/>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EADC1B3C-94D1-46CE-B38D-E636AD2DF29A}"/>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DE458D2A-DBDB-4731-81E0-FEDC9F6A2ACF}"/>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69A47704-0FDD-434A-98EF-31491472EE0B}"/>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33CD0017-ADDF-4F79-A762-1D08F838B0BB}"/>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810E98F0-92E9-48C0-88FE-A6B876F9F397}"/>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3EA6350C-1A66-4CE8-B4A4-77F564453397}"/>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1794CD5E-49DD-48E8-A88A-42DA3225673A}"/>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B5D654C0-370F-45BA-BF3F-72335DA4C3BE}"/>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4F92B44E-3A16-4D0D-A6B1-D26DA88B6336}"/>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8290E048-A637-4160-B896-CA9469F5D026}"/>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233307AB-173E-4550-A029-67076473892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84F301C2-B83D-4F4A-93CF-4821A2D6B1E6}"/>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4F9A97E0-E680-4E52-9F1D-DFE3407452FB}"/>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EA03B208-6B7E-4AA8-840C-7978E7355C86}"/>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447F244E-2B60-4877-9475-ACA57D8DB028}"/>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42953C8D-733B-4508-9E7D-FE72881511E6}"/>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79838858-4664-4525-BEF1-3D9709B1F26D}"/>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13D32714-F1D4-40D4-A57E-B5D8F07A5D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26789396"/>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A7073B46-41B3-40F0-A0BA-94245959C7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7">
            <a:extLst xmlns:a="http://schemas.openxmlformats.org/drawingml/2006/main">
              <a:ext uri="{FF2B5EF4-FFF2-40B4-BE49-F238E27FC236}">
                <a16:creationId xmlns:a16="http://schemas.microsoft.com/office/drawing/2014/main" id="{7EFD7CCB-3337-4422-B954-9FEF3D5FE5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개발자가 정해야 하는 경계">
            <a:extLst xmlns:a="http://schemas.openxmlformats.org/drawingml/2006/main">
              <a:ext uri="{FF2B5EF4-FFF2-40B4-BE49-F238E27FC236}">
                <a16:creationId xmlns:a16="http://schemas.microsoft.com/office/drawing/2014/main" id="{B4E46A3E-EEF6-43EB-ABC1-237E771B13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0007BBD9-0EE7-4E4D-8AEA-ACBAB42666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5763B7C6-5389-4F5F-B8AE-5CD303F076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64B6F107-FFE2-4511-93EC-8FFF153DC8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08A2F2C2-7C27-44B5-ABE2-DD4667C2A90C}"/>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91484C7B-669B-4908-8875-7A8A294E2F36}"/>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C18B5726-95D3-40BB-9A5B-B032D84EC26C}"/>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BED84242-18F3-4F53-A510-80A6AB25FFA2}"/>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A7A1F9F1-1645-4A77-870A-18E7278602F3}"/>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319B7E13-FE4D-4F38-8FCC-A81D6F0A0F04}"/>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F31EFB6D-6593-4EEF-BD4D-8090356C9A4C}"/>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29551778-972D-480D-9C65-4A0651298EB3}"/>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3181F148-80EA-4A3F-B89F-5321B7618670}"/>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9FCAB812-F384-4E0D-9E7F-1862367C19CF}"/>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F0E18FE1-BDB5-4D8D-AF38-3E94E3E4EFAB}"/>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5B1D55D1-831A-4608-BFD8-E9C2B6965A22}"/>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812C3CAE-EFB8-4FC3-9657-37550329AEA1}"/>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EB1FCF8-FA42-422D-A4B9-2A09F2457CB0}"/>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BCFF8205-A059-4323-94F5-515665C55687}"/>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DFE9FD9A-9EA4-45B4-86FE-06A1C557129E}"/>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04DC380C-FFAE-4A3B-98C6-4A6AEBB279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674451217"/>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858EE0AA-3949-4089-AA9E-2D77453321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8">
            <a:extLst xmlns:a="http://schemas.openxmlformats.org/drawingml/2006/main">
              <a:ext uri="{FF2B5EF4-FFF2-40B4-BE49-F238E27FC236}">
                <a16:creationId xmlns:a16="http://schemas.microsoft.com/office/drawing/2014/main" id="{EC21E52D-E3B6-4D1C-8E22-5DA4AF7D10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Task Specification의 다섯 책임">
            <a:extLst xmlns:a="http://schemas.openxmlformats.org/drawingml/2006/main">
              <a:ext uri="{FF2B5EF4-FFF2-40B4-BE49-F238E27FC236}">
                <a16:creationId xmlns:a16="http://schemas.microsoft.com/office/drawing/2014/main" id="{AD7C3250-4B6A-4037-BA2E-CA4BEBE29C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EAA51D52-BB18-4E3C-8D87-2517F48004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2357B8F8-FECB-4BEA-BDBD-43DE33EC26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73E3AB5E-C858-44A9-B663-DFE9BD589E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98C098D5-FCE1-42CF-83C6-42F8C8542277}"/>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98CE59E0-128B-43F8-827F-3B2F0D0764E0}"/>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4EAC5D8-4B3D-44D3-BA1A-9358AF1BA39B}"/>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D7911F72-9F24-4959-B5B8-BEF12A4347C1}"/>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B3A878E-21E7-489C-A886-8C3D966E235E}"/>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13FFDE2E-2EE7-4AB3-87E3-A4B44273E4C4}"/>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364867C4-42FF-40B2-8384-5FB30281A127}"/>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7909A59A-A1FB-44B9-A234-2E51505B6DDD}"/>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74D9B1A9-BB6E-4354-A092-DD84311DAB3F}"/>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9914F868-943B-41D4-BF23-5BDD7BAA8316}"/>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BF33788B-6882-47D3-BF18-F3E2D9C151B0}"/>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4865DB9F-57A0-4CDE-99F9-882A3944DC1E}"/>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1DCE688A-DEEF-4441-9CDF-61E2A1E216EA}"/>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53DF0646-9396-4718-9872-99BF71F3F3A2}"/>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15A81AC8-6D2C-4970-A876-78215889FE1E}"/>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9F68EFE0-D85D-43BA-B58F-E32955432C23}"/>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3C3EA147-2A02-4D3A-948B-F7460F6EC1D3}"/>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1F190CD6-FEBC-4A1C-8621-B0E8AF0EB291}"/>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40BA671F-B640-452C-A3B8-B1DC4783D0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8066236"/>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AB9B0173-B92F-46B7-B782-6F5E8EC70A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9">
            <a:extLst xmlns:a="http://schemas.openxmlformats.org/drawingml/2006/main">
              <a:ext uri="{FF2B5EF4-FFF2-40B4-BE49-F238E27FC236}">
                <a16:creationId xmlns:a16="http://schemas.microsoft.com/office/drawing/2014/main" id="{120679A4-7C2F-4056-96FB-551FFB919E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더 긴 Prompt보다 분명한 경계">
            <a:extLst xmlns:a="http://schemas.openxmlformats.org/drawingml/2006/main">
              <a:ext uri="{FF2B5EF4-FFF2-40B4-BE49-F238E27FC236}">
                <a16:creationId xmlns:a16="http://schemas.microsoft.com/office/drawing/2014/main" id="{F31640CC-A251-450E-B8AB-22663241625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DB9F59F1-0BA2-4272-A935-1DBD253B4C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93D8D10D-9398-472F-96D1-F31D398BD7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305AFECC-950B-419B-A33F-5F8C4FE9B3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45CD6710-9AF7-44F5-BFAB-C72E5A6298EC}"/>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213BF7A2-0980-48E5-9409-B084DFD167B0}"/>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D83DB440-BABC-452B-A163-03899EA5378A}"/>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DA57FF70-EA24-4CCF-86B9-AF07CB3BD84F}"/>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63677DA5-7582-4539-A326-4A75CB831C89}"/>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EC955EDE-FAE7-459A-8503-0AA5F592A0AF}"/>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3D47E1B2-C48E-49CC-90B6-BEB123ED37EC}"/>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F37CC433-43D9-44B0-8B3D-1C97D2AA93D6}"/>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CA064DD8-6786-4D6F-94E0-A9BEFD1FEE73}"/>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9E59230B-0ECD-472A-9129-139DF44BD627}"/>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AEDF4B8C-AA58-4557-8D42-45B3AC08BE55}"/>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C27CE866-9923-49A3-98C6-4C4AB550D05D}"/>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5C85FC0A-0C52-4773-93B9-9E6C16DCEB96}"/>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182C5AF1-D5EC-4ABA-85A1-16CA21B22AB0}"/>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3B141546-E5D7-48FF-87DC-1426DA8AC8B0}"/>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B2EB71CD-6792-4E2E-821A-C12AACA9D377}"/>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448485EF-5B59-41E2-A905-403C235E3CF9}"/>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F6F54761-8BA2-4CE6-9206-F216F958CBCA}"/>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EBA699D7-0A5C-4A39-917D-A46F3B989C3F}"/>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5AA04193-4F29-4CC6-A0D7-10BAAB70D025}"/>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2C3D3B9A-014D-4D33-BD7E-AAC98827EB87}"/>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196E374B-0585-4F30-9063-3D37EE60BE4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44989D09-6AF4-41F7-9963-3AF51FCB6A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2099900835"/>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9F1461B2-2AA5-4D17-A28D-D19D7154D1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0">
            <a:extLst xmlns:a="http://schemas.openxmlformats.org/drawingml/2006/main">
              <a:ext uri="{FF2B5EF4-FFF2-40B4-BE49-F238E27FC236}">
                <a16:creationId xmlns:a16="http://schemas.microsoft.com/office/drawing/2014/main" id="{8F1EC59F-0AAE-471A-B696-614104962B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요청한 과정은 기록에도 남았을까?">
            <a:extLst xmlns:a="http://schemas.openxmlformats.org/drawingml/2006/main">
              <a:ext uri="{FF2B5EF4-FFF2-40B4-BE49-F238E27FC236}">
                <a16:creationId xmlns:a16="http://schemas.microsoft.com/office/drawing/2014/main" id="{151A7A15-DA93-4AA7-B602-EA06D392BF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5F792C5F-A559-4DB4-921F-51732A7EF6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507589B2-2AA3-4687-B0F8-715CAD3E0F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9 예시의 실행 결과 아님 · 단일 CLI 관찰이며 Prompt 단독 효과는 미">
            <a:extLst xmlns:a="http://schemas.openxmlformats.org/drawingml/2006/main">
              <a:ext uri="{FF2B5EF4-FFF2-40B4-BE49-F238E27FC236}">
                <a16:creationId xmlns:a16="http://schemas.microsoft.com/office/drawing/2014/main" id="{4F75F21A-3580-476E-8168-FE00C541D2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S19</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85ABAFEA-C081-4C03-ABF3-F9E3846CBC50}"/>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6F93A44C-38B6-4056-A298-FE98D7B8023E}"/>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7F07EB12-5545-416C-950A-7FD4C37957D4}"/>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416B7C8D-15A8-4F88-9F85-97EFA5C80AC5}"/>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7F170592-A22A-42FA-BE8C-73808F5189C0}"/>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2E7ECEF1-991A-4E0F-A3E7-8FA14E9D99D5}"/>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AD3D5649-BFED-49D4-AB8C-CD494C817CDC}"/>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AEE266CF-6299-4E11-8918-813218943D4E}"/>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B1DC04F3-3463-48CD-9E0F-E7424EB67778}"/>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2C73769E-792E-45E7-BB99-0E3FE45072A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9C21039-9C20-4FFB-B3D3-5F085E70B29F}"/>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0051FA0-CF56-4E78-A29B-856B74D8A8FA}"/>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5D93BA52-EE08-4DE2-8B09-821A4BD52BA3}"/>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3B202A02-A073-4E27-853A-370B8D43D576}"/>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C28B604A-FD31-4FD4-A234-2E417E90326B}"/>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413A7E01-163C-4EA0-B86D-626D4409E79A}"/>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B021B91E-560D-46CD-9CCF-64949E345019}"/>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8BB53521-DAF3-4098-8BDF-582EB1465F78}"/>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A671F694-D316-424A-B79D-4F93BEFE1C0A}"/>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8B56EF2B-EB7C-4361-B099-E5B79838AEEF}"/>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07AAF25E-0FE2-41B4-8B46-3D9EF11049C6}"/>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BDA5DE8B-A085-4FA2-8E37-C875B5A2BF73}"/>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D6116A87-F027-4AC4-9C02-F1BDBF3236AB}"/>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FDB0130C-AC06-4133-BFAC-CE9EADFCA8E3}"/>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A7B457D5-219F-48F5-8863-4AF1DEC59F73}"/>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1">
            <a:extLst xmlns:a="http://schemas.openxmlformats.org/drawingml/2006/main">
              <a:ext uri="{FF2B5EF4-FFF2-40B4-BE49-F238E27FC236}">
                <a16:creationId xmlns:a16="http://schemas.microsoft.com/office/drawing/2014/main" id="{8FE76CD8-B9C7-45C0-83DA-BD2F439445BB}"/>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S21</a:t>
            </a:r>
          </a:p>
        </p:txBody>
      </p:sp>
      <p:sp>
        <p:nvSpPr>
          <p:cNvPr id="33" name="05 확인·보고 결과  ·  S22">
            <a:extLst xmlns:a="http://schemas.openxmlformats.org/drawingml/2006/main">
              <a:ext uri="{FF2B5EF4-FFF2-40B4-BE49-F238E27FC236}">
                <a16:creationId xmlns:a16="http://schemas.microsoft.com/office/drawing/2014/main" id="{7FA2A230-9C75-4AB9-A52C-8CD3CD8B9A10}"/>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S22</a:t>
            </a:r>
          </a:p>
        </p:txBody>
      </p:sp>
      <p:sp>
        <p:nvSpPr>
          <p:cNvPr id="34" name="Legacy module connection">
            <a:extLst xmlns:a="http://schemas.openxmlformats.org/drawingml/2006/main">
              <a:ext uri="{FF2B5EF4-FFF2-40B4-BE49-F238E27FC236}">
                <a16:creationId xmlns:a16="http://schemas.microsoft.com/office/drawing/2014/main" id="{A1AF3D3B-D515-498D-BA68-2839C0598A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27434195"/>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E16A602F-9AE0-408D-9A95-C82210CD95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1">
            <a:extLst xmlns:a="http://schemas.openxmlformats.org/drawingml/2006/main">
              <a:ext uri="{FF2B5EF4-FFF2-40B4-BE49-F238E27FC236}">
                <a16:creationId xmlns:a16="http://schemas.microsoft.com/office/drawing/2014/main" id="{B00BB831-7CEA-403B-93F0-101B78A9AC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조사에서 한 줄 변경까지">
            <a:extLst xmlns:a="http://schemas.openxmlformats.org/drawingml/2006/main">
              <a:ext uri="{FF2B5EF4-FFF2-40B4-BE49-F238E27FC236}">
                <a16:creationId xmlns:a16="http://schemas.microsoft.com/office/drawing/2014/main" id="{0A120E44-C7DD-413A-895F-1A4976E129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41797288-FCEC-4A37-A11F-DA7B906E91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00DB9ED6-2326-49A8-AD1B-9D8201ACDB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D245423D-0E34-491F-87AA-D7F3E80C59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7C2C4775-8726-49EA-B094-AA90D4C222A5}"/>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BF69C17E-AB6A-4FFD-9308-A2A2902D80F3}"/>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86A7F9B8-D285-401D-B483-A115E711DB28}"/>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959214B-7F7E-40E4-9EAE-B8D4C3A78190}"/>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8ABF8EFF-A015-4DCC-86E9-E5531C22943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3FDF1D13-8DB2-4135-AE80-4EDA344E99BB}"/>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04D0F3D5-5206-493E-9BAF-B09238C7652B}"/>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C54CC23D-0DA7-471A-A729-59E5483F3B9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8F9DF810-998B-4988-AB31-C516C0B51842}"/>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6FD5506E-EEE3-4A23-848B-E63F1740ECE3}"/>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580AE44F-9015-4EB7-97C9-58737186498B}"/>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9A07C608-E60D-45C4-AD20-C0D4D5CE1E0A}"/>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3E363203-E6B2-4390-AE3C-0E3F7EDA25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1600721"/>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2F17FFA9-5AE5-4FA3-8737-C59942D0E1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2">
            <a:extLst xmlns:a="http://schemas.openxmlformats.org/drawingml/2006/main">
              <a:ext uri="{FF2B5EF4-FFF2-40B4-BE49-F238E27FC236}">
                <a16:creationId xmlns:a16="http://schemas.microsoft.com/office/drawing/2014/main" id="{080BA834-E21B-4005-86A4-CC2E978052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변경 결과와 확인 증거">
            <a:extLst xmlns:a="http://schemas.openxmlformats.org/drawingml/2006/main">
              <a:ext uri="{FF2B5EF4-FFF2-40B4-BE49-F238E27FC236}">
                <a16:creationId xmlns:a16="http://schemas.microsoft.com/office/drawing/2014/main" id="{7288D147-6233-48A5-BFD9-8E950E4B1F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A77D8B92-A98D-4879-94F7-829BF22289D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5559A821-680C-4263-B82D-F7F0897D87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4F456BEE-A8D9-47F0-A33D-87C0065F9E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286DB835-EF38-4DA2-94D7-5E49FF94ADCC}"/>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0D0531A4-51B2-4018-8455-7C066976B92D}"/>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740970BA-1F7B-4D10-B3E4-F2BDB00CBD82}"/>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89D85439-11E8-4780-97DC-9E0282A09B87}"/>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F4A55EB5-323D-4976-BBAA-E2E6B7B4C66F}"/>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0190D7F7-4CB4-4EFE-A373-D06F27DB5140}"/>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3C5B2A5B-19B5-42EE-826C-CFB8827F126A}"/>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46AD130E-00E0-4A52-9F73-E1E7F9F0BBDE}"/>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E078FEEB-0658-4E55-9573-5F8301A9B36D}"/>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639CD2AF-9043-4EEC-B21B-B97AD7D61075}"/>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06EAF1B9-395D-49EC-B5B2-4C49C37EC19F}"/>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362E0DCD-A03C-4E76-B3D4-0126C2D7BE57}"/>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E8C7E91D-E937-4BFE-AAA8-C7D650F2F1F7}"/>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39903783-BAE8-4CF2-9B71-979C28EEB4EC}"/>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09EE2A06-232E-4AC8-B169-A8FB31D4201D}"/>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070CA8C4-7A67-40F0-AD8F-4173864CF6A8}"/>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FDFF4190-B832-4AEA-910C-0805AA5437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32269664"/>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CC1CAAA-18F8-47B5-B093-1414899AD5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3">
            <a:extLst xmlns:a="http://schemas.openxmlformats.org/drawingml/2006/main">
              <a:ext uri="{FF2B5EF4-FFF2-40B4-BE49-F238E27FC236}">
                <a16:creationId xmlns:a16="http://schemas.microsoft.com/office/drawing/2014/main" id="{8C8B8ED3-11D3-4781-A07B-A358A9ABB6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Generated ≠ Done">
            <a:extLst xmlns:a="http://schemas.openxmlformats.org/drawingml/2006/main">
              <a:ext uri="{FF2B5EF4-FFF2-40B4-BE49-F238E27FC236}">
                <a16:creationId xmlns:a16="http://schemas.microsoft.com/office/drawing/2014/main" id="{DD543AF1-717E-4529-AD4A-548FE8E4F1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12A26792-4A46-4588-9B1F-C22438C844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F1C43B47-1616-48C0-9FAE-273F1EA61F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5BB88727-5522-464E-8258-8339D05330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45BD4391-5E0D-462D-9483-52D9C7A9CE17}"/>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842C58B4-E1D5-4E42-B762-E409FBF16F0C}"/>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03F73A91-6FCF-4865-8E50-91A59EA04499}"/>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62113640-97CC-4283-B85C-CB484A4F9945}"/>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7B8E0EA7-241C-4A50-9234-E69AE2D76BD6}"/>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FE878BFA-649A-4352-A5BE-DCC37A00D401}"/>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385A415E-0159-491F-A8FA-39673AF4327E}"/>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5CCBDE2C-7C1E-4887-B7AD-4F5A385198A4}"/>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D779149C-7248-43D2-9623-3D1CC4F386F5}"/>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9A6181F8-FDF9-4A03-A86B-0E7379AC79C4}"/>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754BB45E-E4C5-41AF-8C18-33763A1C18F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6262CA31-C80F-4279-9248-17F1B7888A85}"/>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70656537-0827-4E84-84CF-2FFEA3E81160}"/>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C9357FB-704B-488E-8C4E-91588DA2010D}"/>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2BD90C09-555B-4F77-9A6C-65A342296BA4}"/>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185C114D-1CF6-4045-95B4-3F53C929099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A8C29E03-704B-4FD2-99D0-280A502D01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455008113"/>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CD3CCF4C-B62B-45C3-BA22-08687FEFD1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4">
            <a:extLst xmlns:a="http://schemas.openxmlformats.org/drawingml/2006/main">
              <a:ext uri="{FF2B5EF4-FFF2-40B4-BE49-F238E27FC236}">
                <a16:creationId xmlns:a16="http://schemas.microsoft.com/office/drawing/2014/main" id="{A9E28739-E138-4EA8-8063-984FA67294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Check마다 확인하는 범위">
            <a:extLst xmlns:a="http://schemas.openxmlformats.org/drawingml/2006/main">
              <a:ext uri="{FF2B5EF4-FFF2-40B4-BE49-F238E27FC236}">
                <a16:creationId xmlns:a16="http://schemas.microsoft.com/office/drawing/2014/main" id="{A91241F2-408A-4B54-9A9A-2FB42AF299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C1A58ED6-B666-4DD1-9738-04748FC856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19B6B41A-D035-492F-844E-DB48F69E7D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7D124BE9-A7E0-4FC5-9D69-14641A8EC4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0E26805D-8314-4F5A-BA06-2E8B0D3231B5}"/>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85794B22-FFBC-438F-BD2A-1E292421FC38}"/>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09CFD9B6-5A72-4FA6-AB2F-5C0B2A105D73}"/>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E5FC2C00-4EDA-4E50-AA51-373F147665D5}"/>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883D9516-58F2-420F-86E4-4D75A7EC5C67}"/>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73DBED79-C0FA-45CB-8F3C-7271596B205B}"/>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A7EB1DC5-8831-4F40-8DC6-6F27F2A27B29}"/>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03991260-A5B0-44D5-ABC3-A227F4EA5AF6}"/>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F0B3762C-5D79-4155-8771-0A52C468AB99}"/>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99B0BC73-E1AF-48D7-8FFB-CAFE40BFEBB2}"/>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7889F9BD-F68A-4243-B6C8-D61214463DE1}"/>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CEF5E580-AF14-4B37-ACB8-77D5E7CA41FE}"/>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F2646A91-98DE-40C3-88F9-A981FE5A5E98}"/>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4DFEB018-C3A9-4EC4-A120-712CCDF2793E}"/>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A4AFB318-9CBB-4ACB-85F3-E73D4B28A57C}"/>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61F066DD-986A-422F-9197-21EF6C899027}"/>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087D71CD-8C2C-40F6-B6A0-AB8BFB4351F3}"/>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6B8C376-472D-4A82-8508-27508DEB9DF4}"/>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1E8301CF-566A-4A56-B875-C343436F84D2}"/>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A2416AFC-DBC0-4D55-9055-B1FD4ECAC52E}"/>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9B6EA9C2-C878-4B21-9835-9EE8265E90F2}"/>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433730A4-4F99-49B6-A47C-CAAC33705D44}"/>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2E85A2C4-B825-47A4-A961-C007E1CE2130}"/>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A58FE1D8-011A-4583-A903-B24C131AE102}"/>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8FFE82A4-AF10-4C6B-986A-6D4669099AB5}"/>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5464AE85-6603-4AE2-8534-6D7F1D74EC82}"/>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E231AA81-EA37-4AB5-8F6E-1EB7080D9AF1}"/>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A60A3D35-3242-4772-9015-0929C407CEA0}"/>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B3C9CB0B-E5A4-4B77-8AE9-8830C7DBFA7A}"/>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9B10171B-8639-4053-B8F8-13FF6AD60C1C}"/>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E0CFBF3C-E51C-44ED-BF6B-81FA0CE322FF}"/>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E273D84F-6C65-4725-AAC0-07D6EEE237C1}"/>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CCCAA64C-C4CC-4CBE-965A-458E3360F96A}"/>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85443375-2048-4CFF-A176-C9C17979A330}"/>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3ED4237D-F2ED-46D8-8012-83774144C89C}"/>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B7DDC3AE-CC39-4945-AE9E-4C009687A42D}"/>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C93A5D42-941F-4444-B4CB-EFE2840ED529}"/>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6D817230-B15D-4466-B408-5F00A7F77F88}"/>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DDA7339D-59EB-4372-81C4-6750704FD1BE}"/>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3DD10EE4-28E7-4EEB-A44F-E42601EBAB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00846286"/>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EF60899D-8601-4140-8DFA-C55CCB761E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5">
            <a:extLst xmlns:a="http://schemas.openxmlformats.org/drawingml/2006/main">
              <a:ext uri="{FF2B5EF4-FFF2-40B4-BE49-F238E27FC236}">
                <a16:creationId xmlns:a16="http://schemas.microsoft.com/office/drawing/2014/main" id="{DB15D6D4-0880-4601-911A-A287228463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지시와 참고 자료의 구분">
            <a:extLst xmlns:a="http://schemas.openxmlformats.org/drawingml/2006/main">
              <a:ext uri="{FF2B5EF4-FFF2-40B4-BE49-F238E27FC236}">
                <a16:creationId xmlns:a16="http://schemas.microsoft.com/office/drawing/2014/main" id="{CBB56CCD-3AC5-484C-AED7-A411CF71D1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81FC2E3D-0217-4455-B2AC-0D2CF0D216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FD2EA527-8BF7-400B-88BC-A75CD820B8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ECA12E96-756F-46A4-A784-BDCB1035AA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12149D35-8DED-415A-BB47-AFB2F999E9D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039C4B7-C606-4C56-95AC-0B634AEA3D9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6CD7C345-B39F-4011-B559-3E110EDDD01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187B573E-543F-441F-830F-533B304039F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FA4478B-7528-417F-A2C1-DFD2B0E3575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25064BA-4828-49D7-B71A-2467ADCD87D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29A11377-C7C3-420A-82A4-ED59CFBA626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1006B5DB-4DD7-4D57-8F91-1E34C0766EA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7209C651-3A46-450C-B09B-AEFB3E338B2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D9EC225A-942C-4C53-904F-8366D66BE67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4AB7001A-ADDC-4B36-AAA1-2C1B73441AE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D4AAC754-71AB-4F69-A65B-431584E4514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A804EAC2-C353-4907-84A9-917B33BA9EE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9C401BD3-8D63-4307-A41D-03DAB6AF68C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14759EBD-DFD8-4E5D-9B04-94096C80BD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40519754"/>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126A65A7-9250-4285-8CAD-2CB6B383C52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6">
            <a:extLst xmlns:a="http://schemas.openxmlformats.org/drawingml/2006/main">
              <a:ext uri="{FF2B5EF4-FFF2-40B4-BE49-F238E27FC236}">
                <a16:creationId xmlns:a16="http://schemas.microsoft.com/office/drawing/2014/main" id="{6C454417-EC9A-4423-AC66-986AA0CBB8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입력과 기대 결과의 작은 예시">
            <a:extLst xmlns:a="http://schemas.openxmlformats.org/drawingml/2006/main">
              <a:ext uri="{FF2B5EF4-FFF2-40B4-BE49-F238E27FC236}">
                <a16:creationId xmlns:a16="http://schemas.microsoft.com/office/drawing/2014/main" id="{D3B62E9E-4A4E-4C47-92DD-3019382965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3326A4A1-BDA5-4942-977D-7F07C34B66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06BADE94-2525-42F7-96F6-BE83810C37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6527FCB9-3CBC-4642-813C-2B889EB90C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61920C86-BBF2-43E6-9BCA-C430EB96496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1E1E258-970E-4491-9CA0-E343521B38E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CF4EC5CD-5B8A-4D76-898C-9BDC3C63250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EC458737-5ABF-4716-85F4-786775A0C8C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D5D508A-031B-45E3-8D58-118B1DA7C3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7055CB7-0B3E-403A-BCF3-C195BA23490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1131BE8F-3400-4914-B2A5-EA34FEA0526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89AD223C-FD19-4ABC-99B9-ACE693A52E2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D7F8DC69-9A62-4D6C-ADD1-E109C7100C9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926703F7-6411-4551-8930-9404675C964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DA8A73A5-B334-4596-88DB-CAE64822684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CB6CC0F5-7BC3-4B84-AB32-2F75356D53C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8C02BE4C-39C1-4D2D-8148-06D498BA204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99F7BA97-C3B2-44D4-9079-5D623BECF88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128494B2-03BE-48A0-A8D4-C02C716355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99834003"/>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42685DDC-B1A6-4245-8C87-406C5AEB2F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7">
            <a:extLst xmlns:a="http://schemas.openxmlformats.org/drawingml/2006/main">
              <a:ext uri="{FF2B5EF4-FFF2-40B4-BE49-F238E27FC236}">
                <a16:creationId xmlns:a16="http://schemas.microsoft.com/office/drawing/2014/main" id="{187D4A49-F5C1-45D8-B842-52F721D129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바로 검토할 수 있는 결과 형식">
            <a:extLst xmlns:a="http://schemas.openxmlformats.org/drawingml/2006/main">
              <a:ext uri="{FF2B5EF4-FFF2-40B4-BE49-F238E27FC236}">
                <a16:creationId xmlns:a16="http://schemas.microsoft.com/office/drawing/2014/main" id="{EEFFB992-4780-4984-B5C3-7C10481360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357DE2AF-F904-47DC-9B27-7AD2FCEE28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80202833-AF32-492A-A4FA-4CD5205B521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72B9123F-6A5F-45F4-A203-2B63496BBB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74B2F49E-08B5-4B9C-9656-1C2DBF38193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3B7A221-7D2A-4EF9-BA1E-6C9DE67B624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EF77C64A-D995-45D7-A763-EBDDE49CA88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08515016-9004-4D62-9561-28B05357261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1D60CE9-8E18-4897-B1A2-B3D87F00760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0E91931-A0A6-4B70-9DFB-7F7A7919663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901A130A-A6C5-47AB-AF5E-59DD66271B5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19A30989-C952-4966-8A4C-F798B9CADAF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9212C18-DD93-45E4-8BD4-C7E72F1899B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2AA11D85-8C09-4AAC-9F36-D5C98D20A77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081D09F8-B45E-4BA5-8DEF-6DD66580B75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78E9CA05-81EB-4FE8-8661-CED87A2FC2A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89777565-4BD6-4F88-902F-1D1D9F0B435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E8353D96-33DF-417C-B9B3-A718C488C03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95E40EB2-199C-410B-97B3-064DEA0A28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73622414"/>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C45D95C2-42A4-4C67-903F-2D3237EC87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8">
            <a:extLst xmlns:a="http://schemas.openxmlformats.org/drawingml/2006/main">
              <a:ext uri="{FF2B5EF4-FFF2-40B4-BE49-F238E27FC236}">
                <a16:creationId xmlns:a16="http://schemas.microsoft.com/office/drawing/2014/main" id="{F0CF683A-B44A-4957-8108-15D22E0831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근거가 있는 설명과 미확인의 구분">
            <a:extLst xmlns:a="http://schemas.openxmlformats.org/drawingml/2006/main">
              <a:ext uri="{FF2B5EF4-FFF2-40B4-BE49-F238E27FC236}">
                <a16:creationId xmlns:a16="http://schemas.microsoft.com/office/drawing/2014/main" id="{BBD31EA0-C651-4144-97FD-E29D867EF2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E443FEEA-C93B-4DD8-8DEA-7FAB10C6F4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6B7F7A27-2135-4C95-9439-264EFB31C2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EB020C5D-078D-4DFF-9762-50C1CD6F05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9C28F042-1D2F-4068-874C-637EBEBED56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8A44D4F-C221-4C30-83E3-68D15D78F47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13348F46-768D-4D0B-B098-B595A65FF44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5F97B320-1682-4569-985A-75EDBC974A2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E3B36BAF-6968-4E57-8CCE-7F8AD5930AF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7314197-597B-489B-BE0B-4209C56F1D8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7853EF03-1738-4AE6-8454-6CCA180F824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8C1228FE-CC40-44EB-818F-8D71FA989F7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3A5CB00A-A2FC-46DE-AFD4-252C76B0DD4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E1DEAA50-5E89-4954-8CE2-C1EEBCFBACA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A317678C-DF7A-4887-926E-D7840136080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BE0E34E0-BBFE-45DC-9F3A-EC4AB6544C9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5B9DF660-A94D-4BE3-961C-7DB06C4954C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50CAFC66-0192-4299-8F1B-4E448E7E6E8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C1FCAFD5-DEB1-423F-85A5-8C63E7CF8C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55464147"/>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12F305CC-7899-4743-AD9F-F90F86732B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9">
            <a:extLst xmlns:a="http://schemas.openxmlformats.org/drawingml/2006/main">
              <a:ext uri="{FF2B5EF4-FFF2-40B4-BE49-F238E27FC236}">
                <a16:creationId xmlns:a16="http://schemas.microsoft.com/office/drawing/2014/main" id="{B9B1E024-2C2B-4517-B248-55C88C4F79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결과를 바꾸는 결정에서 확인 질문">
            <a:extLst xmlns:a="http://schemas.openxmlformats.org/drawingml/2006/main">
              <a:ext uri="{FF2B5EF4-FFF2-40B4-BE49-F238E27FC236}">
                <a16:creationId xmlns:a16="http://schemas.microsoft.com/office/drawing/2014/main" id="{57F487E2-602D-4E16-B7D6-C3E09AF676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3BA36FE2-9A20-4118-8C35-9706A4868F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FCFC3379-7156-4A9B-A9C0-48159214F5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A28CD7C1-F38A-414D-9C3F-B80DDEE211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E8D6F0E4-7AE9-467C-9537-2B88F1BF5C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82CF48F-F142-4D6C-8142-72353A4F292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5861897C-F6B4-4FE0-B46B-EA08B2D1770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DCD05A52-F4B5-4422-B21F-1138E6EBE8C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A0D7448-D071-4763-A5DA-17C9EB9DF33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7A131D3-73FB-4D84-A8F0-0E9D4D52E4C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FDE276D9-FC0A-42FF-87DB-D3AA8F80D57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D2B32880-1DBD-4EDE-8E75-9B134563706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291B4176-ABA2-4473-96C0-8156323E0D5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51240E98-2FCF-4649-85B2-ADDAC4A40EE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4D45496E-04EC-40C9-817C-172DCB81E54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2A1C16C0-D2CA-41BF-8E3B-934BC585183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0A0BD32C-3EA2-4E25-9E62-56EF1C9A018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DAFDE14C-5B47-4A10-B9AB-30833BE316A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B24DBDB9-66D7-4584-B56E-A8B5CF2405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32146115"/>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C24C3B63-BB80-4024-A124-22D580469D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0">
            <a:extLst xmlns:a="http://schemas.openxmlformats.org/drawingml/2006/main">
              <a:ext uri="{FF2B5EF4-FFF2-40B4-BE49-F238E27FC236}">
                <a16:creationId xmlns:a16="http://schemas.microsoft.com/office/drawing/2014/main" id="{65DC69C7-4241-4FC5-8360-623513A7E7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큰 작업을 검토할 결과물로 나누기">
            <a:extLst xmlns:a="http://schemas.openxmlformats.org/drawingml/2006/main">
              <a:ext uri="{FF2B5EF4-FFF2-40B4-BE49-F238E27FC236}">
                <a16:creationId xmlns:a16="http://schemas.microsoft.com/office/drawing/2014/main" id="{157DA0C7-7FE2-4E82-B0B5-D4CBD835B7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C9E85F96-C3F0-42BB-A8F7-A5B60A0025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CE251079-AC9A-47A7-9EB0-E7192E44E0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3F13688F-1239-48EA-96DC-37D2AC75F5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CC46DF25-A9D9-4326-BBE6-8EBBD258B6B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94C6528-9A43-48CB-9CD6-E369095BF28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AF228B61-BBA9-43A1-ADAF-F1564BEED12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63262F65-E727-481D-B037-C1CFFEFD787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92DA3A6-00C9-4B5F-9C6F-7EF42E2BE82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4406443-C4D9-42BA-AC34-9F90F41B909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ECE8F02C-6F9B-4D22-8B71-6D695D56A2E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EB40BC94-827C-470B-A2BB-7421C19FED7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E7E21FE5-7AF7-4EE3-922D-DC9C0338754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DF5C8708-9435-4635-9D13-394AAC5B253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9D0F813A-9DB9-4E90-8DFC-22BDB2A9292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56DC7550-08D5-4B0E-9373-3F35F2D3E91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9B1285E9-FDE0-4AB5-B90C-7DE88565154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464617DA-C4A4-423C-9057-251DCDD0769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DDC95C5E-D5E1-41AC-B1CC-90833456BF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30463088"/>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8ECCAF70-D6E4-4958-8F2F-6914B3BFD0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1">
            <a:extLst xmlns:a="http://schemas.openxmlformats.org/drawingml/2006/main">
              <a:ext uri="{FF2B5EF4-FFF2-40B4-BE49-F238E27FC236}">
                <a16:creationId xmlns:a16="http://schemas.microsoft.com/office/drawing/2014/main" id="{757F5057-4041-427F-90C4-7A6A8E551F6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기준을 지정한 코드 리뷰 요청">
            <a:extLst xmlns:a="http://schemas.openxmlformats.org/drawingml/2006/main">
              <a:ext uri="{FF2B5EF4-FFF2-40B4-BE49-F238E27FC236}">
                <a16:creationId xmlns:a16="http://schemas.microsoft.com/office/drawing/2014/main" id="{A2FEBA93-5EBA-4B40-AA94-38E5391513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3B21379D-C13C-4CCF-B2FE-C1745D2DF8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14A3FD01-D682-4434-A7B5-64738BE9F9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87E77C08-755B-430B-9EF2-A41F0825B3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96067C1D-A001-4029-B896-767AB197B38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5131768-5008-4E05-8AD0-B6950851D6A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9523EE80-C884-4D9F-8BCD-C046C1E12F6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AD955DE5-0276-4630-BD49-F96392E397E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B0A6A54D-CCE9-41E2-B688-3361C9043BD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5E89CA9-9721-4B36-AE5C-6315F8D6CE4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6A9B1E1F-5CC9-49D3-910C-37F77152C88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9EA335C6-9191-4E1A-898C-8FFF6DC08A6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463E882B-A880-45A8-8111-36AFA7924DB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8739E14A-19EA-4B82-B83B-222F35C64E8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8FB681B8-09C6-4991-A5CB-EEBB330DE25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B6162F99-B567-4F29-8F5E-1C35C1BCA08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2B5D4EB1-65AB-4EA3-A402-9E6285792CD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8DE82D13-7627-49D3-928B-7804987BFA5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3A7F9D1D-D278-4CDF-A527-C9CDC2C209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33887353"/>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7B3104D9-B2F8-47F4-A0CA-EC602C48A9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2">
            <a:extLst xmlns:a="http://schemas.openxmlformats.org/drawingml/2006/main">
              <a:ext uri="{FF2B5EF4-FFF2-40B4-BE49-F238E27FC236}">
                <a16:creationId xmlns:a16="http://schemas.microsoft.com/office/drawing/2014/main" id="{7605B1A1-69A0-4933-8E50-262843A44D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구체적인 근거로 수정 방향 피드백">
            <a:extLst xmlns:a="http://schemas.openxmlformats.org/drawingml/2006/main">
              <a:ext uri="{FF2B5EF4-FFF2-40B4-BE49-F238E27FC236}">
                <a16:creationId xmlns:a16="http://schemas.microsoft.com/office/drawing/2014/main" id="{9C043295-E67D-4F27-A592-E19BEE7183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E75646B9-77EC-42EE-8FAA-710C49956B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253E8236-A68B-4706-845F-12563E10B3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3E1E95A2-E2D6-4028-A5BB-8A42B3BEC6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A82DA81E-57EE-4D29-9767-B88DA964B93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2D81D62-D601-47D0-A036-E63558913FE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AEB7C5EA-0112-43DD-AAB5-B4B90BE892C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B1ED4B88-445C-4160-8023-7A0E0DAF71A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8EB1A4A-23B7-4F70-8B54-A55A3F7ABAC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811AD99-91A3-4F2E-B4F7-09481F84BD1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BCE8BB95-435F-4B3C-8076-93C257C8978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39635ACE-3C53-462C-83BF-ECE7F9FEE86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FB7A4EB2-E74A-479C-8ED5-054B88C039F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E830958-391C-40EE-9D2D-FBC8B7BA33D2}"/>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3F137CDF-6384-4599-9A4D-EF677905E64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4241271B-D4BF-4DB3-8CD0-8A6B37E3DC8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3BD51791-ACD8-47EA-BE4E-099F9BD8F59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FFDD0FEA-C3AD-43FF-A490-1672C9A9001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C90FF68E-8FC3-40B7-BF4A-5A53A0384D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90026713"/>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2B8E6023-0D15-4C7A-B2E2-BA2876B578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3">
            <a:extLst xmlns:a="http://schemas.openxmlformats.org/drawingml/2006/main">
              <a:ext uri="{FF2B5EF4-FFF2-40B4-BE49-F238E27FC236}">
                <a16:creationId xmlns:a16="http://schemas.microsoft.com/office/drawing/2014/main" id="{275D4FC3-8953-4FD7-B68F-727D340F35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이번 Task인가,&#10;계속 유지할 Project 정보인가?">
            <a:extLst xmlns:a="http://schemas.openxmlformats.org/drawingml/2006/main">
              <a:ext uri="{FF2B5EF4-FFF2-40B4-BE49-F238E27FC236}">
                <a16:creationId xmlns:a16="http://schemas.microsoft.com/office/drawing/2014/main" id="{EDD740BE-4F82-453C-AFE7-565B0CBD561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5B2FE7E2-18A7-46B6-AEDD-C9AB0BFDF3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754B8CC6-53F4-4672-9B81-E397677377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5BF470D9-9AA8-45BE-B5A8-0603B83821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B4A5053D-2BA6-4DC0-B1C9-AC690475B753}"/>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E98A6B9E-146B-46F6-86B2-D50AF8A0B128}"/>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8D3222C5-D8F0-4699-AE22-8FF3EBA3875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67EB061E-A26A-447D-858F-8966BEB8EF3C}"/>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24FB2DB3-C5C5-41DF-8CA0-918FF5521908}"/>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B5F9AE82-C507-4790-8942-98027DD5D0F3}"/>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6280BEDC-3A6D-43BD-B17B-2EBD940B37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64133249"/>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BEBA1F6D-66B0-49B1-B1F2-A0BBB475D1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4">
            <a:extLst xmlns:a="http://schemas.openxmlformats.org/drawingml/2006/main">
              <a:ext uri="{FF2B5EF4-FFF2-40B4-BE49-F238E27FC236}">
                <a16:creationId xmlns:a16="http://schemas.microsoft.com/office/drawing/2014/main" id="{2C90627F-A40D-4D4F-9E53-823D3FC31B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반복하는 설명을 두 범주로 나누기">
            <a:extLst xmlns:a="http://schemas.openxmlformats.org/drawingml/2006/main">
              <a:ext uri="{FF2B5EF4-FFF2-40B4-BE49-F238E27FC236}">
                <a16:creationId xmlns:a16="http://schemas.microsoft.com/office/drawing/2014/main" id="{03DC8EB6-D97B-404D-8A3C-522DED5FBD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CC2E0567-30BF-40FF-8C24-6C9E3B5A5C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4BEE2AAE-3FEC-4D28-A530-9C99BB99A7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F863097F-C5A7-47F5-AAC7-74F8BA4A36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33B24709-A6B1-477C-B74B-A6C4095F2AF4}"/>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1123AB5C-0C7E-4F67-8B55-3EB54C4EE6F8}"/>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C8CEDED3-DAC3-4338-A363-ADECCC148E32}"/>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77CA31C7-C063-49A3-AD13-DBC438EC59C7}"/>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289DD1DA-A0FE-41BA-89F6-55A40DDBF006}"/>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A7FC5795-8AA4-4035-A83A-B80B1F05EE3C}"/>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35A4E533-6D2F-4515-926E-C16E51166E9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769E989C-95D5-470C-8D8D-7496A86D8A10}"/>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57F41B4F-B558-449F-B9E1-ADCDEBC8FDF9}"/>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A5F726FC-A7B7-471A-8324-9951566805D4}"/>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547F051C-61C7-4549-8068-A2EE023CD5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53370935"/>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55B0F9EE-9BD8-4175-A454-00EDDF7072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5">
            <a:extLst xmlns:a="http://schemas.openxmlformats.org/drawingml/2006/main">
              <a:ext uri="{FF2B5EF4-FFF2-40B4-BE49-F238E27FC236}">
                <a16:creationId xmlns:a16="http://schemas.microsoft.com/office/drawing/2014/main" id="{4CDAADBD-9F9C-48D2-A054-54F4C61AE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다른 Task에 같은 설명이 반복된다">
            <a:extLst xmlns:a="http://schemas.openxmlformats.org/drawingml/2006/main">
              <a:ext uri="{FF2B5EF4-FFF2-40B4-BE49-F238E27FC236}">
                <a16:creationId xmlns:a16="http://schemas.microsoft.com/office/drawing/2014/main" id="{136B2D1D-3B77-419D-A063-656EA9F018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3803E7D2-1E21-4221-A1D0-ED0E808C39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C19CEC83-CDFD-4638-BC8D-CADF1B5D3A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1A125E3E-8180-4886-A3EE-83FE52590A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D3C8C295-DC63-40F4-94D9-71A94BDAC66F}"/>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BAA53353-7A8B-4812-839F-81114527ABFD}"/>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5DEFD670-E521-4EB8-A976-D11C29A0E513}"/>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C91566A5-43BE-4CD0-9102-9C685511BDF6}"/>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AACFD0BE-7F6B-42D7-B966-D872F67D5A3C}"/>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41840473-800B-4F54-977E-6550B31BCACD}"/>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23309384-22A2-40C5-837D-FD58065967AD}"/>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3F1064F-67F9-4E23-9402-915A3714180B}"/>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5496FFD6-7308-4F32-8349-235A38E802D7}"/>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8AB9974-6A11-41D1-B260-84B48D30448D}"/>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23CEF694-3F47-4398-86F3-AE6AB56B4118}"/>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FB4D5848-A919-4372-A8A3-8A1B4AA0EDBB}"/>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A227ED47-90AB-4ACE-BFA6-6BE97E15BA8B}"/>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2D1D055-7DEF-4209-8509-782854D2BA16}"/>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73445996-31FE-4635-985E-0FD65199A6BD}"/>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FA87B283-6187-4248-A625-0EC2A2D7D449}"/>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EAD381E6-344D-4B59-8522-92049E2A93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78456117"/>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AB40BB04-ECC8-4C50-A1DC-D02EB1E28E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6">
            <a:extLst xmlns:a="http://schemas.openxmlformats.org/drawingml/2006/main">
              <a:ext uri="{FF2B5EF4-FFF2-40B4-BE49-F238E27FC236}">
                <a16:creationId xmlns:a16="http://schemas.microsoft.com/office/drawing/2014/main" id="{197AF696-0EA3-4279-98A7-8446E742B1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작은 Project Context의 첫 기록">
            <a:extLst xmlns:a="http://schemas.openxmlformats.org/drawingml/2006/main">
              <a:ext uri="{FF2B5EF4-FFF2-40B4-BE49-F238E27FC236}">
                <a16:creationId xmlns:a16="http://schemas.microsoft.com/office/drawing/2014/main" id="{CE5C6B5E-DF92-4072-AB9B-5DD5994799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76D5C7F6-25B7-40B3-9E6D-2012CEAD6A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1704DA42-2A36-4138-ADD7-B5DB49D7B8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75220174-3D08-4908-9450-5C673036B0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73CFB186-0341-4C63-94BF-B16AA84AFF5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E0420A2B-D8AB-4BD4-A46A-2F850B34F80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D1F7F13A-DF2B-4796-88CC-556405D2FDDA}"/>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05D2CEDE-02C8-4F4D-8F1D-D2574CC520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0BF4611B-A133-4AF7-94DA-C1B350BA5D47}"/>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6FC3A50-2C42-46A1-8E56-7A3BAFD3D8CF}"/>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754638F8-9BD3-4162-AF03-ABF93F260A30}"/>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EBD32482-A133-47F0-BE4F-C15D232D8BBF}"/>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F16D88E7-D336-4E4D-A7F7-0085575AB8BD}"/>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142D2FD3-DCC6-453A-8CC9-1B82B0B6B231}"/>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9A70420F-C3B3-4FAA-BAF1-74CAADB57B48}"/>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90B43CDD-527F-476F-9294-67096E166E23}"/>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CA30F1F3-9E29-44A4-BD6E-9B8F51B452F7}"/>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F7DD2FA5-7A77-4D54-96A3-530C795594C9}"/>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EFF1AF6D-E37A-4535-BC86-1041A2A72506}"/>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1702E3C7-2714-4115-B7D1-A40382EC012F}"/>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CB3B0038-EDDD-49AB-8B32-120C7106D720}"/>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87954643-03F0-4A57-89EF-ADA5A8E0D8AE}"/>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2C05448-2813-47CA-9879-D6F948134911}"/>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0F8157B7-B74D-433D-9273-FB4E6FCFAD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67320641"/>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2EEF029A-440B-4842-99D7-5E6F427B26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7">
            <a:extLst xmlns:a="http://schemas.openxmlformats.org/drawingml/2006/main">
              <a:ext uri="{FF2B5EF4-FFF2-40B4-BE49-F238E27FC236}">
                <a16:creationId xmlns:a16="http://schemas.microsoft.com/office/drawing/2014/main" id="{880D3AFB-4CDB-41B5-BE9C-DE33B443E5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AGENTS.md의 지침대로 검증했다">
            <a:extLst xmlns:a="http://schemas.openxmlformats.org/drawingml/2006/main">
              <a:ext uri="{FF2B5EF4-FFF2-40B4-BE49-F238E27FC236}">
                <a16:creationId xmlns:a16="http://schemas.microsoft.com/office/drawing/2014/main" id="{BB2ED9FE-31D9-4284-B896-550585DC9E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DF33BD96-A5AB-4B88-B1A9-A0947617C3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053AC6ED-4441-4A68-8100-F29BBF4870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BFB42C3F-2ECF-4744-A8A7-E7294E4951C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445B0FC0-5A67-4334-84A9-835AD9CD10AA}"/>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8DBE6483-EC2B-4C10-8D95-4CFE30F3D041}"/>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9926C302-6EAE-4BBD-99A7-7E2BBD018103}"/>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00A8BAF5-2E50-4DFC-A67F-16F952726216}"/>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3AB45849-5AE5-446E-BED8-00E35E02324F}"/>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DE3DDB-83EC-4E85-9B65-01043EA4782D}"/>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544ABC16-46AC-462A-B0DA-D722F0BFB7AC}"/>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CB039B16-8B38-4F10-9F97-54E8B3DA47CB}"/>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44F6484F-E97B-487A-A84E-179E71583B5B}"/>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B2BE811E-DC09-4E63-BCAA-CC73404BF271}"/>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E49BF9F0-A74C-4A77-A0AC-911D5DAA46BA}"/>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1A0864D9-4940-4A77-9597-3E6A776B4255}"/>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E8DB47A8-F32F-42B3-8F51-CBCD2EF173D9}"/>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1AF1F071-E028-4E9C-88BC-832893C6C4AF}"/>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A5E839B-EB36-4F6E-873D-E7BCD073D8B1}"/>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046DEF55-D624-4874-81BD-FB7382059F7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0A434138-7681-43CF-AD5E-18B02BC5DEF6}"/>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AF18E38F-368C-45E9-B7F6-43E2EC933F20}"/>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E350A19-76E2-415A-B41C-AD924EBD6251}"/>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8E35205D-FF01-4004-B8E9-31491B668E83}"/>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8EDF4900-64F0-4597-A6BB-A643CE2A9D32}"/>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5BEEE496-88D9-466D-AC8E-2B96B49C54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36212343"/>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D0A5A222-796A-4648-89BE-843FEBFF51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8">
            <a:extLst xmlns:a="http://schemas.openxmlformats.org/drawingml/2006/main">
              <a:ext uri="{FF2B5EF4-FFF2-40B4-BE49-F238E27FC236}">
                <a16:creationId xmlns:a16="http://schemas.microsoft.com/office/drawing/2014/main" id="{CB561E84-90F4-423E-97F9-72B332EB01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Task Prompt와 Project Context">
            <a:extLst xmlns:a="http://schemas.openxmlformats.org/drawingml/2006/main">
              <a:ext uri="{FF2B5EF4-FFF2-40B4-BE49-F238E27FC236}">
                <a16:creationId xmlns:a16="http://schemas.microsoft.com/office/drawing/2014/main" id="{5F3008A9-2660-446D-B71B-758397C55C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A65E2429-BFE2-49D6-8017-7178269E13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88BEDAE2-0403-4212-81B9-96933DC9CB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2C1047FA-4EDD-4AAA-9210-131F8718BC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068D849F-EB67-4902-95E6-3053E4CC94A9}"/>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A60D13FB-E442-4585-9B45-89A8C44B37EE}"/>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EF83BA16-3A1C-483A-8357-4BAB63607597}"/>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660D5E89-D1BB-4E2D-AC41-53D7B7375175}"/>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426B2063-9213-4307-8F82-A6008B86EFDB}"/>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1C82EAD1-8A31-4762-B258-000E402F2166}"/>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2685520A-0D28-4649-BBF5-4511C43FEDE6}"/>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2B936F2B-F5B0-4B50-814B-3B8F2F0F1012}"/>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4B27CC20-0F3F-4388-B7AD-AE10F3CFA43A}"/>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EDFCE293-CBEC-4E1D-98EA-7EF374B3133B}"/>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8FF1D742-9E86-4B91-B15E-A13D9338DF39}"/>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0EF4F89-9F4B-4356-AB89-21071A862C26}"/>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BCB30D40-2326-4217-A9F3-F1421D4001EE}"/>
              </a:ext>
            </a:extLst>
          </p:cNvPr>
          <p:cNvPicPr>
            <a:picLocks xmlns:a="http://schemas.openxmlformats.org/drawingml/2006/main" noChangeAspect="1"/>
          </p:cNvPicPr>
          <p:nvPr/>
        </p:nvPicPr>
        <p:blipFill>
          <a:blip xmlns:r="http://schemas.openxmlformats.org/officeDocument/2006/relationships" xmlns:a="http://schemas.openxmlformats.org/drawingml/2006/main" r:embed="R95b7128686dc4515"/>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F9E0962C-C127-4733-BC4A-3040861747F4}"/>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8152AB71-5469-456D-B2C2-7E903C89D931}"/>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D8CCDF29-DE4E-49D7-B233-078B5C7CB471}"/>
              </a:ext>
            </a:extLst>
          </p:cNvPr>
          <p:cNvPicPr>
            <a:picLocks xmlns:a="http://schemas.openxmlformats.org/drawingml/2006/main" noChangeAspect="1"/>
          </p:cNvPicPr>
          <p:nvPr/>
        </p:nvPicPr>
        <p:blipFill>
          <a:blip xmlns:r="http://schemas.openxmlformats.org/officeDocument/2006/relationships" xmlns:a="http://schemas.openxmlformats.org/drawingml/2006/main" r:embed="R23ab4befa56f4444"/>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020932-02BE-4FE7-B4CB-B890B8E556D7}"/>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408EBCB9-EE40-4D48-9B9A-EC2628CAA570}"/>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80793F6E-0471-4280-9DBF-C4E90695015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D4DBE3F9-25D8-459F-A7BD-6AD1592D24AC}"/>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8BA8666D-06B2-4058-B37B-9F8B24BCFCB1}"/>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3BC6DCAB-A342-4B69-ABC0-B6F4F49AD1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05711691"/>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0EE1157F-4178-446F-9D1A-E10A762661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9">
            <a:extLst xmlns:a="http://schemas.openxmlformats.org/drawingml/2006/main">
              <a:ext uri="{FF2B5EF4-FFF2-40B4-BE49-F238E27FC236}">
                <a16:creationId xmlns:a16="http://schemas.microsoft.com/office/drawing/2014/main" id="{2ADA7268-D994-4698-9ED1-3FA1E75862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정확한 정보도 계속 늘어난다">
            <a:extLst xmlns:a="http://schemas.openxmlformats.org/drawingml/2006/main">
              <a:ext uri="{FF2B5EF4-FFF2-40B4-BE49-F238E27FC236}">
                <a16:creationId xmlns:a16="http://schemas.microsoft.com/office/drawing/2014/main" id="{8B4D1280-550F-41A7-AF8E-80A25DD8F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97D6AEB7-29F3-4239-B75C-E9465692DB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5E8493AB-EDE5-46B4-A64A-B560B77AB1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0BEAB6A1-CF3D-4B35-85D2-F12D85FD16D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A362F9F3-CF42-4D6D-B167-9C41B3F8B7C9}"/>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88547ED6-56CD-47E5-98B2-56180F7B11CA}"/>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26FC8B1-5BCB-4CB3-BA65-E373FCC46721}"/>
              </a:ext>
            </a:extLst>
          </p:cNvPr>
          <p:cNvPicPr>
            <a:picLocks xmlns:a="http://schemas.openxmlformats.org/drawingml/2006/main" noChangeAspect="1"/>
          </p:cNvPicPr>
          <p:nvPr/>
        </p:nvPicPr>
        <p:blipFill>
          <a:blip xmlns:r="http://schemas.openxmlformats.org/officeDocument/2006/relationships" xmlns:a="http://schemas.openxmlformats.org/drawingml/2006/main" r:embed="R50b9d68dc451499c"/>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7CAC4450-0756-480F-BD1E-7C816F05EA21}"/>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C6598312-317C-4E27-8067-4C6DAB10AA6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BAA24749-E5B7-4177-BCBF-C74A698FFA6D}"/>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EDAC3C37-381D-4280-9DFA-57FE73B49E57}"/>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706AB857-BAE8-48A6-86D4-64FB7E5FC2D5}"/>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3519FF5F-4738-4740-A603-45F52969827C}"/>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B1F52EEB-5EBC-49E5-94D2-8C6849C40746}"/>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F294C714-50D2-41A1-87D7-2DD6765AFD8A}"/>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CE0750FA-2BDA-4332-81E6-C3A1370FDA03}"/>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D47CAA59-633B-4727-BDE4-2455BFB292D0}"/>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707AB5-3718-4D08-BF91-FA1D07B5B35A}"/>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9D29A46B-2E21-4B97-AE00-DC2CECB01AD1}"/>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CAAE3203-5808-4865-A7DC-2B917700A519}"/>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8BAE11F9-D949-4E4B-B3DE-1038FC378E86}"/>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53CE4D8B-5A4D-4E57-88B0-D94549E8BCA8}"/>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05DE0AFE-3B5B-4EFB-B5A3-7F6F80A5900E}"/>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CAA4CDC-FFE8-463F-82C4-B862DC8022F1}"/>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4B6BC31B-5ECD-4DF3-BBAB-B60CE92197BE}"/>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FE612F41-EB37-4065-B8A0-26FAB91A4596}"/>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D6678787-137F-47F1-B17B-B8446A88DF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31444206"/>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70F844FD-6EF0-4A87-95B0-FF95F64186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0">
            <a:extLst xmlns:a="http://schemas.openxmlformats.org/drawingml/2006/main">
              <a:ext uri="{FF2B5EF4-FFF2-40B4-BE49-F238E27FC236}">
                <a16:creationId xmlns:a16="http://schemas.microsoft.com/office/drawing/2014/main" id="{704CA291-85D0-4A9E-A85A-C32E12343E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정확하지만 이번 작업에는 불필요한 정보">
            <a:extLst xmlns:a="http://schemas.openxmlformats.org/drawingml/2006/main">
              <a:ext uri="{FF2B5EF4-FFF2-40B4-BE49-F238E27FC236}">
                <a16:creationId xmlns:a16="http://schemas.microsoft.com/office/drawing/2014/main" id="{43D7E00D-156B-40A1-A09A-4479F704270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09C62607-8ABC-4BD3-9C41-88DFBA2F3D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7F6BF11E-7F80-4021-B8EC-E4D58510D0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BBF6B93B-5D01-440D-9655-0F6664A4C8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A3324BA2-D505-44AE-959F-561CCBF612E3}"/>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1AECCECF-BE8A-4319-9A9C-B33CA6E2098B}"/>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94AE9ED6-31E1-4315-ACAF-3DDBF9A4A384}"/>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B4E1C3D-3CB0-4F94-8BD3-806B3AAE6C68}"/>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40903AE6-6929-4C46-8E4D-EABF0A0FA7A3}"/>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5B2BE5D9-E1D5-4C8E-A1CF-E60851F4D870}"/>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2CE00C70-B68D-4C4D-9F0D-9033012A0E9B}"/>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262462D-1608-409A-8055-9EB5037FC919}"/>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E1EA4636-C2A0-45F0-B10C-18D937510DF7}"/>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9D7A42E5-E630-4E7B-9025-CF48C4AD8A0F}"/>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5BE74B46-FC01-4681-8C93-89FFB0E6DBC8}"/>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FD12CE25-C1EC-4E93-932E-EAFAB7F0F881}"/>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52928AC0-9E24-4D8D-A227-1421BF756100}"/>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CBCEC221-D353-4B43-B561-F8050A851731}"/>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B067812C-4E3D-4282-A013-8BF20CF9456D}"/>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D511850-FD25-47EE-8BC1-84978873BAAA}"/>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EFFF3D86-F4BB-4527-B095-8E5A696C14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64678805"/>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83E10285-D665-4E1B-A71D-FC0DB72295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1">
            <a:extLst xmlns:a="http://schemas.openxmlformats.org/drawingml/2006/main">
              <a:ext uri="{FF2B5EF4-FFF2-40B4-BE49-F238E27FC236}">
                <a16:creationId xmlns:a16="http://schemas.microsoft.com/office/drawing/2014/main" id="{0B0F459C-0427-4441-8EA5-14A79DE8A9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정보의 범위와 제공 시점">
            <a:extLst xmlns:a="http://schemas.openxmlformats.org/drawingml/2006/main">
              <a:ext uri="{FF2B5EF4-FFF2-40B4-BE49-F238E27FC236}">
                <a16:creationId xmlns:a16="http://schemas.microsoft.com/office/drawing/2014/main" id="{82FCB30F-09AA-44E4-BBD1-D5A70A34D7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940E123E-EA03-45C1-89DB-45F8BB4EBE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E8EBB659-B534-414C-81CE-D8ACA6082D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CCCE2B92-9F84-4BC5-BD08-DF30D1857E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6F034C35-F8BB-4FB8-AA22-BFAA49CAD50C}"/>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B8EA0B96-314D-45E2-B554-1A6222221D69}"/>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D17B0FE7-19D5-4B1C-933E-02BAFEC50728}"/>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7D9B690A-7E3B-49D2-87B5-39AB3C01B796}"/>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EFD66C37-1067-4D6B-92F3-5C53D664E900}"/>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AD1CB561-76FC-4542-A326-A67FED16621D}"/>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31E80A73-DBAA-4DFE-AADB-5FD52C3D597F}"/>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0509FC0B-E0C9-48E2-A486-C72B25461E15}"/>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59CDCE1B-CF0C-4CE9-A727-0E879D3A4B8C}"/>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036A9EC0-2371-4362-8F17-2A80C42076BF}"/>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9D872577-ABAA-4002-B27D-2CED7576A83A}"/>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7E133D8B-3AB0-4E59-B880-903847B58699}"/>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701A494-E480-4A29-9AF2-FD4E51D2E247}"/>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D28A9B12-44EF-49F7-A4AD-2EC8CBBDFB8A}"/>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55F77C5-17F8-4CD4-8B9B-DF35ADBC2D8D}"/>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A728C375-AF6E-4C0C-99A7-28BA921D851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AB8D584-8C95-4D06-B0BF-973F57D08816}"/>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DAED908B-E165-45E2-81C5-BBAA8B592867}"/>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AFE12926-3DDE-466E-AFF2-79FC19124A85}"/>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604ABAEF-C6F5-4ADB-AD27-AD77702FB6A6}"/>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1ADC4934-34C8-4C45-ABE3-7D55F1D4322F}"/>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4DF4DEBB-3553-40A2-AE13-48778217F884}"/>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0B7F4E4D-18E0-43A6-B976-9A2665F2D75E}"/>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B773E435-81F4-4DE9-87C6-B3C2AB993CB3}"/>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773CEAFD-901C-460E-95E3-75B8A738104F}"/>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335A1CC8-DEB1-4F77-B041-29297EE10392}"/>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DE7B698A-3977-4DDF-B7B3-FE7206BFD9EF}"/>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EC67A08-DB50-439B-B177-B3A8DF6B19AC}"/>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46D314A8-F801-4423-B9A9-37D86FB5229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9009C7C4-646B-482D-8DD3-C40601BE039D}"/>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D504C6F9-209C-4DF3-8490-C2A1CCB76FF6}"/>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BD5309DE-D9E4-4443-98E6-1B9694FC5D75}"/>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679D408B-4938-4EE1-B4B1-DFA3415886F8}"/>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524A0A9C-6C92-4C20-958A-9F8FC6E865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2240819"/>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B0A9007F-CE82-4AA2-BFC2-C992D85D89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2">
            <a:extLst xmlns:a="http://schemas.openxmlformats.org/drawingml/2006/main">
              <a:ext uri="{FF2B5EF4-FFF2-40B4-BE49-F238E27FC236}">
                <a16:creationId xmlns:a16="http://schemas.microsoft.com/office/drawing/2014/main" id="{6ABBC0DE-B117-41D3-8DA8-56670D1CFE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많이 담아도 같은 근거를 똑같이 쓰는가?">
            <a:extLst xmlns:a="http://schemas.openxmlformats.org/drawingml/2006/main">
              <a:ext uri="{FF2B5EF4-FFF2-40B4-BE49-F238E27FC236}">
                <a16:creationId xmlns:a16="http://schemas.microsoft.com/office/drawing/2014/main" id="{AE10914A-B8C1-49D2-82E0-6ED12139FD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314B03CF-492E-460A-8983-DC3B29CFE6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A2A32E83-2DAC-4E66-B5E4-17727259F7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705FC7CC-631A-4507-8BE8-35D70A100E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AF3FAF9F-4F65-4791-A0F9-C7CA5D37CD25}"/>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932DE37B-E7A8-4562-B4DE-0CFE36E59B86}"/>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CD889458-6B89-4E88-AE24-314F3F8FBC0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D9F40D9F-9162-4A2E-991D-A215ED945982}"/>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9E685197-A3E6-4D1A-B90B-BA880DBB1E61}"/>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8F2EF09-7DDF-4393-9A5F-01029F58FC90}"/>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8EC32BE-B0BB-437B-9F98-95C4CCAACD4B}"/>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AC3A306-1176-4B18-8284-B48F0B061D4B}"/>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5FEAA02-EDF0-4466-B44D-AFBABCE5E834}"/>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DE30D178-1F7D-43D3-8F54-23C65F184E0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757AF8C6-99A8-4F8F-A211-CEF71B00D96F}"/>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181B5572-30E4-4331-BD09-0B8231AFC81E}"/>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EAEA0867-60C2-4EBD-9CF7-C3BFA1D944E8}"/>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3D7F98CA-A03F-42B6-B9F2-8D6C06C298A0}"/>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995F665B-FD97-40A9-9CCC-0E493BA9A266}"/>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363FBFCB-EFC5-4FB5-9E1A-923A2DDFD9BE}"/>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02C70463-925D-4CF6-8A83-7425AD78806C}"/>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59361C35-9095-4F27-960A-D94FB10BD37A}"/>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5D7B26A1-5144-4F7D-9712-B0EB24E17A1E}"/>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34F62296-030F-4980-9609-7476A26F91E0}"/>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DB8CA3F5-E41F-4297-9A43-C6882FDEB6F0}"/>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52555C59-E1BE-4070-94F3-F3E128990AD9}"/>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E7DC328A-DCEE-4096-AB96-EF37C6DE1A47}"/>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2463EE7C-1182-4E74-97C6-B6D4613DFBCE}"/>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E56C18C4-EC72-4ADC-A567-B3FD8811E376}"/>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F4593B69-BE0E-4DDE-93E8-E187F834C545}"/>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AC57A664-94B1-4F27-B091-949E0C55A3B7}"/>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750E436-9E52-4C9A-A03B-FF9FB93DF63E}"/>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9BE90974-18A3-48E5-9543-852A3222737A}"/>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5289E6C3-5663-43F4-8964-40C2C46996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1716141"/>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48A825E7-74D8-4E9D-B5AA-3B930C8FCA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3">
            <a:extLst xmlns:a="http://schemas.openxmlformats.org/drawingml/2006/main">
              <a:ext uri="{FF2B5EF4-FFF2-40B4-BE49-F238E27FC236}">
                <a16:creationId xmlns:a16="http://schemas.microsoft.com/office/drawing/2014/main" id="{813432F1-00EE-45E2-9843-403ABF32A1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173ECE98-C123-4134-AA23-FFE14881A84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C2517C7B-5455-427E-81CD-B520400D2B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4B1A2F2B-CB87-46A2-AE8C-60D54A0A72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0BA3CCF9-F510-49F8-BA0A-C0468A174A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879CF8BF-4A93-4A49-B2FA-F77BE1036B83}"/>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DDC756B6-3A5E-4982-9FF3-0136E045BDCA}"/>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99E0BF53-C131-4FF5-9F65-EEE2972BB8A0}"/>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2B3A89B9-5E3D-485C-8EB2-226F6EA654D6}"/>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4D15B154-1262-4966-A0B3-546E641BC4E7}"/>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29214AE-6C1E-4BBC-A8D1-F037092DCCF7}"/>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045F9A82-6E6F-4CC0-A7F3-A2284A2BA646}"/>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240B794B-7BFC-46B9-AB7F-34CDDC46D23B}"/>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F9114ACD-C68C-450D-B53D-AF431E693B7D}"/>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4D6519A7-27D8-49B3-95C9-3BB7BD49527B}"/>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84A7CBD7-2A38-467B-8B39-29D2201F9D86}"/>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230A76B0-0240-4E62-BFB3-BCE88B98CCED}"/>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1E703E4E-7745-4FAC-995A-F201DC7995D4}"/>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2F0A0068-B42E-401F-9574-42ADAF44D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7A3705A9-71C5-471A-A832-7A9B8D0AE3B2}"/>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A851D3CB-B404-4809-990F-8780C83DFCA4}"/>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B44BBB0D-9E3F-4AB1-8BF5-29947E579375}"/>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DE129AE3-DF60-4F85-942C-C5D76DE4A80A}"/>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4C963D5F-0034-4DE8-9D12-B01641D55016}"/>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CADFD209-96D6-4766-BE3D-21A10A778C5A}"/>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CB455CB-B61C-45AD-88F0-603914E81F35}"/>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0192838A-8DED-43F0-811E-44A811278957}"/>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C91046D3-3D96-46A2-9180-580001EF60FA}"/>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37FC8A40-DA16-4A68-821C-A0B70BA3453F}"/>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0950D2B1-ED92-4113-9300-66475BFFF0D4}"/>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22B6222C-F9C5-4CFF-9F87-9CD5AF3281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4786241"/>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3ACA3C14-AF25-400C-BB38-8B38E8AFE4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4">
            <a:extLst xmlns:a="http://schemas.openxmlformats.org/drawingml/2006/main">
              <a:ext uri="{FF2B5EF4-FFF2-40B4-BE49-F238E27FC236}">
                <a16:creationId xmlns:a16="http://schemas.microsoft.com/office/drawing/2014/main" id="{0F26EF87-42F3-4506-ABFC-D13ADBF13B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필요한 상세 정보로 가는 길">
            <a:extLst xmlns:a="http://schemas.openxmlformats.org/drawingml/2006/main">
              <a:ext uri="{FF2B5EF4-FFF2-40B4-BE49-F238E27FC236}">
                <a16:creationId xmlns:a16="http://schemas.microsoft.com/office/drawing/2014/main" id="{EA314597-0096-4602-A5C3-6DD0F0E1FC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EAFADACF-F8EE-43EC-ADD5-D5F87FD95E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F649C809-ABB4-4C2A-A21F-5BD5AECC0B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ECE128EB-8E68-4097-8F40-A842EC0BA9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F13785AF-71FF-455A-8ED8-D371AB3DCD1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16FB3687-666E-446E-9412-77EC9842BD5B}"/>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AFF7FD26-54C6-48CA-81D9-B44F48EAD293}"/>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D3D15555-8D86-4B94-A615-EE521E4A012D}"/>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80AA84EE-6BF4-4268-A979-7B9D3BA463A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08C5F72-DC20-44B3-B154-970E817A1C44}"/>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64F6E4CF-339D-4B6B-ADBF-788BEA554599}"/>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1CAA1618-7A7A-479A-848A-F4EB2EEDE871}"/>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6D1ABB19-2E63-4D8A-8267-481AF40598F4}"/>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B4E8C6EC-DD38-4EE0-8575-61909F13D65A}"/>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F781358C-EE9D-4648-91FC-3DCA6D84DF85}"/>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8EB454D5-BBDC-4AE8-BCCF-0289B7906253}"/>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9F270022-B93C-43BD-AB5F-FF001112FA29}"/>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9F5551C4-F2DA-4A34-9129-4FF712B703F4}"/>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AB49A7B8-0A72-4697-9998-8A89F2BD3F49}"/>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A1641A44-BB3F-48C6-933D-14904B261708}"/>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D3F6E2B0-20B9-4F8D-B67F-00E6A031D1EE}"/>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9480E1EF-E6CF-4E0E-A2ED-EEE364F5633A}"/>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6C08536A-AFE6-4D9F-B61B-64C904ED8C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4162153"/>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77FA1410-9FDB-431D-86C6-50579BB6B2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5">
            <a:extLst xmlns:a="http://schemas.openxmlformats.org/drawingml/2006/main">
              <a:ext uri="{FF2B5EF4-FFF2-40B4-BE49-F238E27FC236}">
                <a16:creationId xmlns:a16="http://schemas.microsoft.com/office/drawing/2014/main" id="{235948EC-161D-436F-9D01-FAD57E50DB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AGENTS.md에는 무엇을 남길까?">
            <a:extLst xmlns:a="http://schemas.openxmlformats.org/drawingml/2006/main">
              <a:ext uri="{FF2B5EF4-FFF2-40B4-BE49-F238E27FC236}">
                <a16:creationId xmlns:a16="http://schemas.microsoft.com/office/drawing/2014/main" id="{11F6EC01-EC0A-4F28-A056-E92FAD5D8E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E5546DBD-2F60-463F-8D55-359CBA213C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59251A07-1BE9-4390-A65D-B13AF38AC8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88E824F7-5B38-489E-AD04-B21ADAE2CA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BB49FE8B-CEB6-4578-B8BD-01DFA7CA4AC2}"/>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DC26260A-7E5E-416A-9AFA-5456FDC04300}"/>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0B8DA5BE-E9EB-43E2-B6ED-257D69048C0B}"/>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6530D2D2-3E95-4EC3-982A-04AD646D04CC}"/>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A0BDD6E7-BFF9-4262-9ACE-88FE96276994}"/>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CAD32101-FE1F-4294-AD76-85308B858F14}"/>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30352E26-89C9-434B-9BB8-78FCD75417A0}"/>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06E65B27-494F-4F23-B2E6-2988B53383A1}"/>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821D7E7-1083-423B-A062-E07D3D4191D1}"/>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89B5DA63-511B-47D5-A703-00C8107247D0}"/>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95590BFE-DA9A-4EB7-92D1-9818D48E9D84}"/>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AFA0C9F9-8069-4045-B448-863522CD6DFB}"/>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6E2296E7-C534-439C-A703-9EDB3A8B789A}"/>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4627B760-FC41-4573-8EDE-464695834165}"/>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F07708D6-6C2D-4B63-B147-D85329639409}"/>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336C1BDC-8B7E-4E54-957D-5268CF681823}"/>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5613A6B3-9E98-450D-B6D1-9AFE8574F6F5}"/>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AD81834D-926C-48A8-B640-D67BE1DD8D16}"/>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7CB754A7-15F3-473C-9266-AB32DB247924}"/>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DD5D83C6-0039-4677-BCBF-3504B34A7A38}"/>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62D18F83-040B-43EE-BED9-3489E7F0471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61CDDC85-87F2-4390-8118-9877F9A7109A}"/>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F8602737-4492-47E0-B3C5-D36818F63E08}"/>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226E4955-63F5-43F0-A1E2-F2F2E469C649}"/>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C835DD0D-238B-41EC-98AD-A5F6AF0F0E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37555005"/>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19AF80C-0BA5-4E30-B6B9-7E5350DC11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6">
            <a:extLst xmlns:a="http://schemas.openxmlformats.org/drawingml/2006/main">
              <a:ext uri="{FF2B5EF4-FFF2-40B4-BE49-F238E27FC236}">
                <a16:creationId xmlns:a16="http://schemas.microsoft.com/office/drawing/2014/main" id="{659B74FE-EAFF-4B5A-A2CC-4EDF0A9FC6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정보를 지우지 않고 위치를 나누기">
            <a:extLst xmlns:a="http://schemas.openxmlformats.org/drawingml/2006/main">
              <a:ext uri="{FF2B5EF4-FFF2-40B4-BE49-F238E27FC236}">
                <a16:creationId xmlns:a16="http://schemas.microsoft.com/office/drawing/2014/main" id="{2A48DD3D-89A8-4FDC-9404-FDF6F0B5C3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FA86F6FC-1133-4D55-A15F-2C7C708132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6FC37DB0-396C-4A68-A3FC-EBCC9932D1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F5570895-5EA5-4B2E-8DAC-A83E5CC8F0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C283C550-39E1-4817-ABCC-4E054AE8AF21}"/>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AF7C53C0-2A18-49EE-A6AF-CD12FC1EFC65}"/>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A1EE2F8-A598-4C9C-84D5-C75E38759039}"/>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780F15EB-52CA-424B-A6AC-595984E9DD27}"/>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334AA861-1D48-44AE-A0AA-F40F2F8C0B8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7F0D4E57-4374-4D02-B71E-70AA502A7442}"/>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F984E2C5-FB4A-4ED3-A535-119620E2FF21}"/>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FC10F986-EECB-4779-9C74-FCDBF9FF1A05}"/>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95CB4128-27B6-49D9-A47C-9FC8D5D17081}"/>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89B05AB8-21BF-416F-98C4-CF248562F9AD}"/>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DB0297D0-8310-465F-A87E-DC521A94B65E}"/>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F9EC2D0-DC7A-4BEB-B780-869E675FCE18}"/>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2AD241B-D75C-4C6E-888E-815B954927E9}"/>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5A92E229-CB58-4CFB-8546-31ED61FE42B9}"/>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C9334EA3-DA1E-4C24-A4D2-62818B8ACD8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5E59F9B8-2587-4160-A0F2-858465E5C99B}"/>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4CBD7891-9A94-4F8D-86C3-0215D08DE6DF}"/>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74876067-1DA3-4C58-9187-F7967C00A983}"/>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9ED0B174-FBDB-4838-B93F-C4413C83B037}"/>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B75AF334-CF7D-47CD-8AF0-ED165E3940B3}"/>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9CE84C84-8198-4C7B-85E7-2EC1499F68C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57EE6048-C897-416D-AA85-C38D4DD17160}"/>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ECE2148-23EC-4C63-83B5-D41034D02446}"/>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E9C2742-A697-40E5-8D4E-3A9C513585D8}"/>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4AE229A2-C106-4334-8586-AFC02C16AB0B}"/>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92D22B59-02C6-45EA-972B-4FE42478E805}"/>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006F0504-A6A0-4ACA-AAE7-146B3291A8F1}"/>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01D220CE-B71B-4CF1-BDD1-77AB5B120550}"/>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C3B048E7-ABCC-4B3B-A53B-6A718585A1E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05FD3639-48F6-4F4A-9A80-3A25C79A3868}"/>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E39FC069-47F8-419D-ADF5-A44CF549EAB1}"/>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4C4CD85E-CA05-4EEB-9925-5B0E2DCCB618}"/>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6E90E0A8-4E72-4E07-9000-9A008FCC5524}"/>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0737A80-B316-457E-BA54-59BAA1D7F942}"/>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D2C8D47E-2D7C-4964-9068-DAB0A89654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79688297"/>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F822F4FA-571B-4F8B-8188-A80B8AC8A2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7">
            <a:extLst xmlns:a="http://schemas.openxmlformats.org/drawingml/2006/main">
              <a:ext uri="{FF2B5EF4-FFF2-40B4-BE49-F238E27FC236}">
                <a16:creationId xmlns:a16="http://schemas.microsoft.com/office/drawing/2014/main" id="{12497053-689C-4E5E-9E8C-FF305CED35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두 Task가 무엇을 읽을까?">
            <a:extLst xmlns:a="http://schemas.openxmlformats.org/drawingml/2006/main">
              <a:ext uri="{FF2B5EF4-FFF2-40B4-BE49-F238E27FC236}">
                <a16:creationId xmlns:a16="http://schemas.microsoft.com/office/drawing/2014/main" id="{B0684F4B-6213-4680-9602-82E7D76F26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8A23960C-E99F-4C9C-9156-9ED5A3EA67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FFB400A6-E322-4EA1-962A-3B64091B97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7E3661A5-1737-49F9-BA19-E1720726F2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523569DD-B23F-4C5B-97CB-82672E825245}"/>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19E36CFC-E014-452D-B1A2-912A6FF5DE73}"/>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986662F1-58AE-42F4-BEEC-940514EA3FB0}"/>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861F5CAE-CBAF-43DC-8929-13810D1194AD}"/>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717CB4DF-1B9D-4FC0-A001-9E497FD1EA6D}"/>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24DE6824-8114-42C0-80F7-E3199CFD9170}"/>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7E52A0AE-D201-4B95-A54E-A5953E2123D1}"/>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866FEE2-917D-4EDA-A335-5C5324B1C3FD}"/>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E2222E0-8896-4462-9624-5865C849D7E0}"/>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B406F415-71B3-4072-A5C6-F86306BEEB66}"/>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FFC18917-ADB5-43FF-BCBE-FA7AB7938382}"/>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D6668AD6-1FAD-41A2-97A0-6B2667357DE2}"/>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88EB87BE-AAC9-4F39-80EF-4453C36566C7}"/>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06F126BF-4FEA-433D-B38A-73A9672DE701}"/>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97788A4-B889-4A37-B450-27B2CE80A4A2}"/>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938B6036-5278-4AF4-98C4-785CC23644DF}"/>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183F401B-7FCC-4017-91D9-D213B4EDDFBE}"/>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C702FC5-186A-4F59-AA1B-769CB21A8983}"/>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5743BFDA-641D-4E8F-93A9-C336E8214AC6}"/>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A574E899-FAA8-4406-9B8D-56C6DA4A5786}"/>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991892DD-A17B-49C4-889D-9494E94F4EEA}"/>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76F0BE00-48AE-4181-8ED9-79B5143CBF0D}"/>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47F84AEB-C551-40F8-B853-F1FA5981728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40807623"/>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CDE56CFD-BE2C-4797-B53F-FF800D20A1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8">
            <a:extLst xmlns:a="http://schemas.openxmlformats.org/drawingml/2006/main">
              <a:ext uri="{FF2B5EF4-FFF2-40B4-BE49-F238E27FC236}">
                <a16:creationId xmlns:a16="http://schemas.microsoft.com/office/drawing/2014/main" id="{CF4D5665-5159-4E3A-9B99-86C7BA279F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rop Task에서 관찰한 접근">
            <a:extLst xmlns:a="http://schemas.openxmlformats.org/drawingml/2006/main">
              <a:ext uri="{FF2B5EF4-FFF2-40B4-BE49-F238E27FC236}">
                <a16:creationId xmlns:a16="http://schemas.microsoft.com/office/drawing/2014/main" id="{FE29B45E-5785-401B-9551-C78805C544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79AC4E53-3BB2-4F7E-B548-6308DB0E78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1D18C536-C02B-46C2-AB78-79D19C2928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26162007-40D9-418F-A800-6B288BCCE7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1E53AC08-6428-4B88-9EAD-4FAADFB36AE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661FCEB6-1A66-473B-A56C-538451A77E30}"/>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AEC62B7C-C19B-42D6-92E1-0EB40AD16A8E}"/>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FABECAFB-0DF1-417D-9BEB-F21D2F99A08D}"/>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739862F1-02AB-468C-9625-463D85F4E064}"/>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C4D6F3B2-FE52-4D30-ADC9-50A2696CDCA4}"/>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CFCA2B73-90A0-40BA-8AFB-C71FF4F59578}"/>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B47112EE-EFD1-48BA-877B-7409FC175BA8}"/>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14FF9B30-EC83-4A03-B507-912E09D6E365}"/>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B83B84A2-7AA1-4D5D-89C7-2AAD4CA10AC7}"/>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AA3FA3E3-BD3C-4E1A-B795-1BEDA8CD1EA7}"/>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2061E791-009D-4ED7-A103-0253FC05488D}"/>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0138692E-DDE1-4B4D-934E-83C298119797}"/>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E9C809E6-687B-44D0-A033-DF25B0203697}"/>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C08ABB5C-BE08-4F03-B398-40CADEDCD08B}"/>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8EF2CD6C-85BF-4250-9419-8F1AC3F52549}"/>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4A57E1FE-883C-4A1B-B4D6-8BE0C50EAF8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26AEB78C-7E4B-4AF6-9A69-C997A7902C6B}"/>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4F482BF1-5B41-4566-8013-7D1A29561F7D}"/>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0FCEB62A-26BD-4CC3-9628-22A01B4DEC3B}"/>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2CD8235A-EEC2-43B8-9D35-6308D54D763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FAFB1441-9138-49C4-AEA7-4A51AA421E02}"/>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08ADDB84-578D-4FB2-B44F-EEDE78586F9F}"/>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C974B3F6-C4CE-4E77-AF29-D5B159F408F1}"/>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EA22FFB7-1C4E-4FE3-BA91-02986F4B21F5}"/>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4F14A516-F699-47F5-A644-9061C0996F8C}"/>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C772E50E-32FB-41AF-93B9-6A8DEE02D92B}"/>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7D6784A4-4D1A-4A27-A297-7EE462B34BAC}"/>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37D9EF9B-BC98-497E-AF1E-DD2A76223681}"/>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27868266-D319-44E5-B715-DA1DE77B65BD}"/>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7FE1A6DF-DEDC-4933-822A-C2B21FFC57B4}"/>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AF0DFAE0-61BA-47ED-81D4-CD585EDF082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35FCBADE-EB5C-4F1C-841D-15143A6EA04B}"/>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F09686E0-B638-4453-A550-C0AAC4ECA8AA}"/>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14866AB4-DBBB-4B28-A8D9-DA0827A22356}"/>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3358F414-D1E3-4989-82EA-D7115B23822E}"/>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FBD6B1EA-F6BF-492E-A8EC-182809590B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53079042"/>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ADAAA32F-3C3C-4DF7-88A6-696C816F48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9">
            <a:extLst xmlns:a="http://schemas.openxmlformats.org/drawingml/2006/main">
              <a:ext uri="{FF2B5EF4-FFF2-40B4-BE49-F238E27FC236}">
                <a16:creationId xmlns:a16="http://schemas.microsoft.com/office/drawing/2014/main" id="{A90F05E2-2B2F-4FDC-9EBD-39AE3A5ECD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의존성 질문은 설정과 소스로 답했다">
            <a:extLst xmlns:a="http://schemas.openxmlformats.org/drawingml/2006/main">
              <a:ext uri="{FF2B5EF4-FFF2-40B4-BE49-F238E27FC236}">
                <a16:creationId xmlns:a16="http://schemas.microsoft.com/office/drawing/2014/main" id="{5CEFDB1D-AB76-49C4-88AC-CFD4E9B1FF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3E82AFBA-4F30-43CF-910B-599D380908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23AB2189-3E41-4C55-8170-A08864DEE7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73696E9F-3EE2-4FB8-9E9C-7C61A4E776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51A23E4B-1018-4075-8E45-7B0C9AD55E0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C8A460A5-04FC-4CC6-9330-B70D4253370F}"/>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679D2E89-CC8A-4463-ACD7-C3D764531C69}"/>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372436A5-99E0-4E94-93C3-8086113492ED}"/>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DF513ECF-A235-433A-A368-F526BC62D05C}"/>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3B000EB4-C4AA-4FC6-A514-4FBA9E2DD42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53E00D31-25E8-47A2-BD73-EC3483ED9E55}"/>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4D317444-89F5-48F2-B47A-A612CF1097AE}"/>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523FF6B5-B560-484C-A21D-172E99483248}"/>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C6E3255E-5284-47EA-BB8B-586981DEEED3}"/>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D26D15D4-5C6A-4D58-B84F-C5B4D51DA05C}"/>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08843492-F612-4A08-BDDC-F8A0E7B1DCAD}"/>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5E535B7E-FBBC-4430-B8A2-E77BBFD2C945}"/>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116551BB-ECC0-4D43-A51E-7B9C335AC7B1}"/>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66267BD3-9B2F-422A-85BE-5E172793B24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BCAA5695-A021-4DE5-B797-CEC7415E342E}"/>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03A2713-306E-45F3-8A67-1F32150B15FA}"/>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B8FCAF08-8C46-4400-A60C-878838855694}"/>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012E2E92-D253-4B64-BD0F-DF53C4BB63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46059517"/>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6E96999-C8AF-481F-A93D-4E76C69EE6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0">
            <a:extLst xmlns:a="http://schemas.openxmlformats.org/drawingml/2006/main">
              <a:ext uri="{FF2B5EF4-FFF2-40B4-BE49-F238E27FC236}">
                <a16:creationId xmlns:a16="http://schemas.microsoft.com/office/drawing/2014/main" id="{2AB32B4B-5F08-4A1D-9412-B24E00A798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Task에서 상세 문서 접근이 달랐다">
            <a:extLst xmlns:a="http://schemas.openxmlformats.org/drawingml/2006/main">
              <a:ext uri="{FF2B5EF4-FFF2-40B4-BE49-F238E27FC236}">
                <a16:creationId xmlns:a16="http://schemas.microsoft.com/office/drawing/2014/main" id="{A57F0730-182B-4ACF-97AF-3A8E8CD796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00D245A0-5CF2-4DA6-BF5B-1A3877D9A9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BC46A0E8-5262-43A5-B56B-34796D0C3B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3760173B-CC5F-4F95-ACDF-1F51CE811D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1BEDF471-369A-4AD4-83F1-EE546724AE10}"/>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5B28706B-DEFB-444C-BE38-83FBD7AFF425}"/>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73930416-1643-4232-A59E-B7EAADFF446E}"/>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1B3481-3036-4C49-A20A-76D9A1B8ECE8}"/>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3CCC4A5D-2D78-4977-B9AB-1B3BD5B604C0}"/>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7A159C43-2F5D-4A6F-B003-78BD1FF0D7B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EB03FD75-3EC1-42C5-9856-579D6FA9EE7A}"/>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9ADA6CF5-3448-49CF-9947-9E6025382C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96306748"/>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7750F390-742F-444C-952E-F860E33E41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1">
            <a:extLst xmlns:a="http://schemas.openxmlformats.org/drawingml/2006/main">
              <a:ext uri="{FF2B5EF4-FFF2-40B4-BE49-F238E27FC236}">
                <a16:creationId xmlns:a16="http://schemas.microsoft.com/office/drawing/2014/main" id="{931048D1-491A-4177-84FC-8C92C7445A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ontext 정리에서 확인한 네 가지">
            <a:extLst xmlns:a="http://schemas.openxmlformats.org/drawingml/2006/main">
              <a:ext uri="{FF2B5EF4-FFF2-40B4-BE49-F238E27FC236}">
                <a16:creationId xmlns:a16="http://schemas.microsoft.com/office/drawing/2014/main" id="{F40D5CAA-5DD5-4BD5-B0A2-9E3F8319F41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CB72C830-04F3-4051-A85B-065FA598CF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34F0C356-80B3-4911-880D-07CB62EA0D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7BC706B5-0C77-4186-9D1D-DC701599C7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2EEB0C8A-2D62-435A-B0F2-D00E794BBCFB}"/>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B8423B0F-F703-449B-BA40-DA3556003AF7}"/>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942C8503-7E30-4829-8E17-B46BBFB27B08}"/>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DFBB62DA-3909-4828-A9D5-FFA7B070E083}"/>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A01C7300-B3F8-4315-AA18-EAB1DE208D80}"/>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7E20EFF6-DF9F-4053-BC57-6B55961409FD}"/>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3B9C1CDC-FED3-4CC5-BB94-9C01AD4ECCA0}"/>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F54F3E7F-872D-4FE2-BA8D-93A30B633595}"/>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6BAFCF10-C868-4274-9EEE-11D464EAF812}"/>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531E0A70-C8E5-45C6-A23C-F2BD66419B72}"/>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7EA03B17-3757-479C-BCCF-516AAC68951A}"/>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022AFE75-1C46-4F2C-B739-3BC22784B9B7}"/>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BC2F1491-E08B-41D7-909A-7FA141FA61B0}"/>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2FD154E6-2675-4F53-8BF7-2D809F97B0F2}"/>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4A7308AF-5034-4F28-90EB-F409D653A290}"/>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8C110B66-E94B-47AB-853B-777C4FA9FD70}"/>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A93BE33-EDCA-4404-B5FA-89A65CA2A45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303CCF6A-F9CE-4D8F-B0F2-1FB8771D6605}"/>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37CAD37A-A734-495D-BA56-E4A253608818}"/>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EEB4E23-F8F5-4DE5-95F3-BAD8BDCEE614}"/>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8AC75B4A-12B8-4CEA-A69B-21B684EC4CA3}"/>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7BFA948F-B04D-42CD-AAE2-DAA6F2B70F92}"/>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422C13C7-805B-40A9-8ABA-3B63D9678636}"/>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7CB5CB3C-FF54-4749-ACF8-A41EC34C4A3F}"/>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E44FBBAC-0B65-457A-9A65-2E88424FAE24}"/>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4770A2F7-AFA1-4024-8563-5EDF129C1C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25528128"/>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7C796B65-B5F9-4AAE-AABC-1E9F74E1D4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2">
            <a:extLst xmlns:a="http://schemas.openxmlformats.org/drawingml/2006/main">
              <a:ext uri="{FF2B5EF4-FFF2-40B4-BE49-F238E27FC236}">
                <a16:creationId xmlns:a16="http://schemas.microsoft.com/office/drawing/2014/main" id="{479D3A66-1626-4F27-A61C-9F44DB4D2B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지식은 정리됐지만 절차는 반복된다">
            <a:extLst xmlns:a="http://schemas.openxmlformats.org/drawingml/2006/main">
              <a:ext uri="{FF2B5EF4-FFF2-40B4-BE49-F238E27FC236}">
                <a16:creationId xmlns:a16="http://schemas.microsoft.com/office/drawing/2014/main" id="{E352ECF1-19FF-4CB8-AD37-AE554019E6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61E1A71D-9402-4FC0-833C-040D43C1AD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90442CF8-31A4-48CC-8CAE-BD80452FFF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01B69E6F-1713-467A-95C0-D9414B7B3F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191DF710-30BE-406D-86F8-D76443FF5C7D}"/>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55D56638-FDB5-46DC-A14C-1DC1224A0995}"/>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DE59768B-0DFD-4487-B91E-43F54A3ED518}"/>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721716FC-BB5F-4C18-BF4D-2B0CB36EC3D1}"/>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3B0D8A06-6340-4077-BBC5-79049F635657}"/>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408C143B-F851-4707-A557-1265546D4C08}"/>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569E4456-50F4-4FFF-BB4C-CD01BCEB9CB1}"/>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232F851B-2914-47E3-A14C-F51FD6C5709E}"/>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FC87BFB6-FCED-4555-83DE-A1C75F804A62}"/>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6AAEC375-5D8C-4FD6-9B61-09C934A4303C}"/>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E0C71F18-69CA-465D-83DC-5F7973DFE16D}"/>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2F13871B-D41E-41AB-B0E8-A44F36CC94A2}"/>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CC4C6210-87A8-4E44-8657-6673266A95A6}"/>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80AE8DB2-E753-46CB-B7A2-75CC56217E95}"/>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B9CC3CE-63A2-4413-B5F3-E0555BE5E81F}"/>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38B3B054-D85A-434B-8081-847010FC16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86135633"/>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C571E1BE-0418-4966-9E22-65949AB7DE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3">
            <a:extLst xmlns:a="http://schemas.openxmlformats.org/drawingml/2006/main">
              <a:ext uri="{FF2B5EF4-FFF2-40B4-BE49-F238E27FC236}">
                <a16:creationId xmlns:a16="http://schemas.microsoft.com/office/drawing/2014/main" id="{BCDA001F-2AE7-4CEA-BE6E-29F7CE1ACA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실제 요청에 같은 절차가 반복됐다">
            <a:extLst xmlns:a="http://schemas.openxmlformats.org/drawingml/2006/main">
              <a:ext uri="{FF2B5EF4-FFF2-40B4-BE49-F238E27FC236}">
                <a16:creationId xmlns:a16="http://schemas.microsoft.com/office/drawing/2014/main" id="{5310CC28-C677-4875-9D92-987806193E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F78E451-C6D0-402F-9846-13ACFF1BA3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9C6603EC-8B8E-4C92-A389-347A3D3E99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9E938E4C-4F97-409E-867F-08079357AC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D2AFF446-BBCE-44B5-B729-A2D608CEF936}"/>
              </a:ext>
            </a:extLst>
          </p:cNvPr>
          <p:cNvPicPr>
            <a:picLocks xmlns:a="http://schemas.openxmlformats.org/drawingml/2006/main" noChangeAspect="1"/>
          </p:cNvPicPr>
          <p:nvPr/>
        </p:nvPicPr>
        <p:blipFill>
          <a:blip xmlns:r="http://schemas.openxmlformats.org/officeDocument/2006/relationships" xmlns:a="http://schemas.openxmlformats.org/drawingml/2006/main" r:embed="Ra2a312f7f4774110"/>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FD548E93-900B-45E5-9D5B-CEB4A6B07CCE}"/>
              </a:ext>
            </a:extLst>
          </p:cNvPr>
          <p:cNvPicPr>
            <a:picLocks xmlns:a="http://schemas.openxmlformats.org/drawingml/2006/main" noChangeAspect="1"/>
          </p:cNvPicPr>
          <p:nvPr/>
        </p:nvPicPr>
        <p:blipFill>
          <a:blip xmlns:r="http://schemas.openxmlformats.org/officeDocument/2006/relationships" xmlns:a="http://schemas.openxmlformats.org/drawingml/2006/main" r:embed="R0ed3c9b2381949cf"/>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F0607E6F-E77B-494F-9524-4035F47E2B81}"/>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2546C26E-55B5-4634-83B1-14A6E18B858B}"/>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37029FC7-E3D4-4EFD-9FFE-2B8C6B756E0D}"/>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E0CB3C61-A1A5-4500-AB7C-44352CFA10E2}"/>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9C8368C5-0CEA-4702-9AAB-90956DEC6E08}"/>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D671C659-9270-4AC2-BD2F-EADDDA27A3FF}"/>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4D50BB08-2F49-4915-B840-F2556C86CC48}"/>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8D7028F5-40F1-465A-9EED-155BB25138B3}"/>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CB3923DE-0DF1-45F7-8CCB-CEAE60DE4BB4}"/>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06DD8684-D4D8-40ED-A446-5EF75AC518BA}"/>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101D5692-D21E-43EA-B911-B62C63894C4C}"/>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28AB5B6C-20D0-4C1D-84D5-B47DF490FF60}"/>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B101D0E9-97C1-4515-9513-29092F9BD188}"/>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550DBF2B-0CF4-4833-8D8B-6E85D2B1FB79}"/>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ECE162C4-74C0-4BA7-B63C-421D8D1A48AD}"/>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788500F8-B32D-477A-B847-82D178052A6E}"/>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E00B4417-BC5E-41B4-910C-94B72C616409}"/>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9998BB11-9210-49FF-B3F6-A1B0DB9B4B43}"/>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C733026-BD1E-4722-8329-941F6F204151}"/>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BE2A6505-388F-41E5-AEB2-B6E6B8F9EB13}"/>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1EB63B3E-C223-4AE0-A3BA-C9243B2180D8}"/>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9CE1B489-6525-4A7C-B4B1-A1981241F708}"/>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2D9D458-C563-4687-8799-9FEDD55AC9E6}"/>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C418B90F-FDE9-4B6E-A25F-9C9CB527BEE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D2DE7C67-795C-4D11-B702-05DA074EEE00}"/>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809B563-0598-4B77-843F-879EC27FB7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675638291"/>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519B55D7-0378-4D14-8AA7-5006B55026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4">
            <a:extLst xmlns:a="http://schemas.openxmlformats.org/drawingml/2006/main">
              <a:ext uri="{FF2B5EF4-FFF2-40B4-BE49-F238E27FC236}">
                <a16:creationId xmlns:a16="http://schemas.microsoft.com/office/drawing/2014/main" id="{E78C1891-7BE6-421A-8CEF-2EFAEC4EE0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테스트 명령을 언제 쓰고 무엇을 판단할까?">
            <a:extLst xmlns:a="http://schemas.openxmlformats.org/drawingml/2006/main">
              <a:ext uri="{FF2B5EF4-FFF2-40B4-BE49-F238E27FC236}">
                <a16:creationId xmlns:a16="http://schemas.microsoft.com/office/drawing/2014/main" id="{14D57399-6F40-4AD6-8F7E-E76B44F6CC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796B6567-B8EE-4CB9-92CE-85F4D46F9D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C5F18044-A08A-49A5-BB80-A8F35FBDF0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06CAA41A-E928-4C9A-B8D0-57CF9EDA12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6B8F7896-EA3D-4386-B87D-10870D5A3857}"/>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9ED321E5-88BA-47DB-B91C-C8D32E5018DC}"/>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EB91FC4F-7E15-4BDA-9CCA-B2C0A66048D6}"/>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7FE34F60-E333-42C0-B1DA-6A96D5141F30}"/>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D1A408BE-B3EE-4D93-9105-B915C6B494F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46030920-351A-4E79-9101-3879196BAE6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51055CA6-66DC-41EB-AA20-8514CFAB44FC}"/>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8AEB56-F82A-46EE-AF3D-1CAC01D31E90}"/>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B7E70A3A-98A7-464A-AC2D-E5EC84570A9E}"/>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A0370A1B-BF6A-48EF-93E0-A0234DC46FC7}"/>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FDD8F42-308C-475F-9F65-16EAD71849D3}"/>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25B56D3-E833-412F-906B-4E31581FD884}"/>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CDC70615-B25F-4E3B-96F3-BFA395CDA25A}"/>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448B3E08-057C-4903-ADF2-975B96C0DE21}"/>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0FEFE5DC-2632-49AC-9D6C-298448338645}"/>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41243184-F064-409F-A1EA-9765AEC397E7}"/>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E1F2A0E2-95D9-4D57-A8AF-F46CFAF7B46E}"/>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366920E1-4D9C-488B-ABEF-F38D868EFD11}"/>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9AA60BBB-2492-424C-A98B-C85A3D4571FA}"/>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78FAA553-6812-4C5A-8045-7339AA2215BD}"/>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4FA4CC33-16ED-45A0-A749-63EEAA54520E}"/>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80F4C2F4-C4B7-4DE5-AAFC-D765D541F1EE}"/>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E92383BE-6007-4523-95EA-4C11DD18362E}"/>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E3389261-FC8A-4949-9BDF-9357E6253881}"/>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28EC9500-E7CA-40DB-AD0F-7AE148F38E2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F8121FD3-EB07-402F-9C65-CCDAE121A890}"/>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781B7DF4-6A66-4B9E-8A5B-5202606E89AF}"/>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C8810D12-AEBC-445E-9600-B3425F8EF4CE}"/>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4CC8769-8EAB-4D7B-BF9F-B408511003AB}"/>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6EAB9FE-B464-4728-91D4-90722AF1356D}"/>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6A9B2AD4-FC5B-4579-8918-F324E092658B}"/>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355CDD5F-3149-420A-82A1-456A52D70F40}"/>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C45890E0-8A12-4099-8A2E-1F5681FB5AB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65BD61FB-2E02-430F-9D04-4A860066C1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78493185"/>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C5C4AF19-F918-4590-B67E-B7571AC5FF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5">
            <a:extLst xmlns:a="http://schemas.openxmlformats.org/drawingml/2006/main">
              <a:ext uri="{FF2B5EF4-FFF2-40B4-BE49-F238E27FC236}">
                <a16:creationId xmlns:a16="http://schemas.microsoft.com/office/drawing/2014/main" id="{019EAEDB-D4A5-4AB6-A5A7-3D25CCD690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목표·기준·방법을 한 작업에 적용한다">
            <a:extLst xmlns:a="http://schemas.openxmlformats.org/drawingml/2006/main">
              <a:ext uri="{FF2B5EF4-FFF2-40B4-BE49-F238E27FC236}">
                <a16:creationId xmlns:a16="http://schemas.microsoft.com/office/drawing/2014/main" id="{2E9F49A7-E9C3-4D70-9BCC-72A810B80E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50479C66-4824-48CC-A373-45372E8FDE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92B4B743-EEAB-4E53-AB71-E5D8A02F84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5D432FC5-8E4F-4DFB-B8FE-56024DD0D4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21A49056-6CC4-4095-BBF3-C9A422E73F40}"/>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6221CA96-A3E8-4337-BACE-3C3B92B02962}"/>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324B6308-F705-47FC-AEF6-4A179D88F244}"/>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78D285EB-4CEC-40FA-8621-E68F49C29387}"/>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81865FB-C5EC-4BE7-ACA0-5E1A946B24FE}"/>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60D07B17-141A-45FB-8359-4F7C27D324BA}"/>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9397961C-7AE2-42AC-B145-DDBE003A0982}"/>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EF64ABF8-0BF0-4546-8900-9F772CFBA7B4}"/>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D5012A33-44C6-48DB-A26A-FCF4DE989AF1}"/>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0732D527-03DD-4473-8F96-352940F5EAA9}"/>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DB3D9F30-0B9C-4FEF-BB8C-55AA2662018B}"/>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735E77AC-A415-4C24-A6B4-8AE015749C80}"/>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48AF0ED5-D9F7-45BB-856F-7F43155C3B9A}"/>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68AF748E-636F-49ED-978B-3C5CB7FD715E}"/>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AA91C373-18FF-4A3C-8DE8-006EB463EEB3}"/>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762E01FD-2202-447D-B51A-AB85F51597F0}"/>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F398A5CC-F225-4ED7-A7D4-26EE999AD9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36768576"/>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4521863C-CE05-4F94-BA14-FE899671C8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6">
            <a:extLst xmlns:a="http://schemas.openxmlformats.org/drawingml/2006/main">
              <a:ext uri="{FF2B5EF4-FFF2-40B4-BE49-F238E27FC236}">
                <a16:creationId xmlns:a16="http://schemas.microsoft.com/office/drawing/2014/main" id="{72059009-379C-41EC-A09F-0B2DD22120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반복 절차를 Skill로 모으는 이유">
            <a:extLst xmlns:a="http://schemas.openxmlformats.org/drawingml/2006/main">
              <a:ext uri="{FF2B5EF4-FFF2-40B4-BE49-F238E27FC236}">
                <a16:creationId xmlns:a16="http://schemas.microsoft.com/office/drawing/2014/main" id="{F7C545A4-557C-46AB-84B3-F728EE9B7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158D69EB-1F6F-426E-BB25-D823E9016D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E7530DC3-8478-43FE-B93F-3EB304628A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99FD9B1E-12C7-4E62-92BD-03232AFE9F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2969378D-41F7-4E7D-9A6B-6A5D66445F19}"/>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3B4FC19B-4777-4FDD-9767-DD2BD7F194C3}"/>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5AFC36AA-C58B-4B7B-A5A1-5F7CD5485E89}"/>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FA7E21D6-B0C8-4C8F-8D3B-032CC9960ED5}"/>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9DF91B6D-139A-4A3D-91DD-34DC66D57D26}"/>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99B437C5-3008-47C0-B663-B7AE763DD284}"/>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4A197400-6402-4FA0-ABBE-74A591834F86}"/>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87253D1A-27FB-4F6B-B722-4A7800D359C0}"/>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62DA7124-721C-4F7D-917E-40DA1A6FDAEE}"/>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DEF67012-23B7-4653-B439-C257D96D2F97}"/>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F68B8D06-CCC8-4EA4-BD1F-2D3E255BFFCC}"/>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41E8F1DE-93D3-4EFC-B1C1-9D64069C56C9}"/>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DD582D86-A2BE-4C7F-AAC2-1746E05C1864}"/>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24320077-233D-4786-86E0-A4FC2FF6B147}"/>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8B11B8EF-ECA9-466E-A5EB-FFFF4B1BC001}"/>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BB9FBCCB-19F8-45F4-8520-4F9DAB8DE5B4}"/>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A0BFC75E-F0FB-449F-AB0D-4027BA3319F3}"/>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3628568C-1B05-4E4D-84E1-416E3D24AD91}"/>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0BF3F6E1-FDCD-4E17-9EF5-5149B033B7F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318DC510-0115-4365-AFE5-CB3F5B629D4A}"/>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774E963C-DF56-4AF9-BA74-124D39A292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32041377"/>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D9AEAB09-0714-4FB7-9CF3-B5798AC9EB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7">
            <a:extLst xmlns:a="http://schemas.openxmlformats.org/drawingml/2006/main">
              <a:ext uri="{FF2B5EF4-FFF2-40B4-BE49-F238E27FC236}">
                <a16:creationId xmlns:a16="http://schemas.microsoft.com/office/drawing/2014/main" id="{DD68E87D-C8DF-4369-B33D-8E2A5BD533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kill 발견·호출·본문 포함의 근거">
            <a:extLst xmlns:a="http://schemas.openxmlformats.org/drawingml/2006/main">
              <a:ext uri="{FF2B5EF4-FFF2-40B4-BE49-F238E27FC236}">
                <a16:creationId xmlns:a16="http://schemas.microsoft.com/office/drawing/2014/main" id="{E0345B04-4C44-4144-B129-BD32603F98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E8ABEB2A-F63F-40D5-8B79-109CB02526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835F4DA0-619E-44DE-86E8-2B772C34D2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B790E0D6-B25B-45F1-A497-3FCB684B98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2500D092-8528-46FA-8977-BAFBC65A298F}"/>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1EF402D8-4126-47C4-ACFD-64291BDF92A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62210C65-7DF6-463F-97C7-01C81F870E69}"/>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2B12BBD1-C8C7-4CF6-AC33-661E42DAAFBA}"/>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15BEF054-1D48-4768-8602-FE1241E2D78A}"/>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08AFBFF2-9A9D-4599-B591-286B8A4393E3}"/>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E467746F-C7EC-4DD2-91C4-4E41708C0EF7}"/>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9658CC9-C611-4B4B-87BC-2A0BF0BE92A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4E71391A-5074-4136-8675-5D8008CB41ED}"/>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06BEA84C-B0A8-4D8F-BEA8-68387C30E851}"/>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192BE2A7-CC13-411B-ACBF-5AB21B063C40}"/>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1EAEFA75-DD3F-4D57-8D0C-61AE9BF6FAB8}"/>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25250BBC-5739-4F23-B4A7-BA23604FDD5C}"/>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B64F5C28-4C91-427E-8A54-5497E6A33EF7}"/>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3A148D5D-F37E-457E-A993-623694A9D8BF}"/>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6978BE72-3731-43E3-BD85-D0301E62A63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3D1CBC45-47FA-459C-8BF5-5F87C0EBFF6D}"/>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D077DFD8-8153-4E20-B079-1FD32818ED3D}"/>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8D5D801-DA8B-48B7-98E5-35D69E08C5F4}"/>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7B92EA14-73A3-4766-9F36-5FD07F7C7B71}"/>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886936CC-B5E0-46F8-B26F-289653F4116C}"/>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4EE64FDA-E9B1-42B8-95F7-08637EE2A544}"/>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0A9BDEA4-49BD-4434-9A69-0FCF87DA69B4}"/>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4F582D52-B87A-45DC-9BBC-196498E86A4F}"/>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C2BB224F-9F08-4388-A7F0-FAF213B8DC0C}"/>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647B1B2A-B664-4DEB-A542-A6666F6E372E}"/>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31ADE886-5FC8-4CE9-9591-31789108F9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44162412"/>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A557ED17-F5F9-46DB-B150-86E469B12A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8">
            <a:extLst xmlns:a="http://schemas.openxmlformats.org/drawingml/2006/main">
              <a:ext uri="{FF2B5EF4-FFF2-40B4-BE49-F238E27FC236}">
                <a16:creationId xmlns:a16="http://schemas.microsoft.com/office/drawing/2014/main" id="{47DC2C9F-D687-437E-907B-DC7B7100E5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Skill 지침과 실제 작업 기록의 대응">
            <a:extLst xmlns:a="http://schemas.openxmlformats.org/drawingml/2006/main">
              <a:ext uri="{FF2B5EF4-FFF2-40B4-BE49-F238E27FC236}">
                <a16:creationId xmlns:a16="http://schemas.microsoft.com/office/drawing/2014/main" id="{BA2CBE6A-9DA0-4A6A-AEDB-15B60054C9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F83B9CB2-54F1-427A-9361-E71E5AD2A9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013A51BD-7CB1-4F2C-82CC-C782A9E9FE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486225A0-B737-4EA2-8A3B-8A7E459120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F541A73E-3F67-4CFC-9D54-DDF60471E9C5}"/>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B55EFF29-EC23-4D74-B043-52BB16B665FF}"/>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D778EF38-67AB-499E-A445-F1F6B3A66F82}"/>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1736C224-8721-4BF1-B766-BFB4F81DC9B5}"/>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ED1206C8-C0C9-40E8-8394-A57C310D9E99}"/>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DB6AC713-AB0B-4E5A-A65F-DD62B7DE794B}"/>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96147328-4F16-4773-BDDB-672E9D2D80D2}"/>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1279D74-6DA5-4261-929A-34AD5163A5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5704311"/>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FAFA186B-AA52-4451-BE0E-7443B4C608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9">
            <a:extLst xmlns:a="http://schemas.openxmlformats.org/drawingml/2006/main">
              <a:ext uri="{FF2B5EF4-FFF2-40B4-BE49-F238E27FC236}">
                <a16:creationId xmlns:a16="http://schemas.microsoft.com/office/drawing/2014/main" id="{EE700114-8AD5-4623-84A9-7901A9EE1C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절차는 재사용하고, 답은 근거로 정한다">
            <a:extLst xmlns:a="http://schemas.openxmlformats.org/drawingml/2006/main">
              <a:ext uri="{FF2B5EF4-FFF2-40B4-BE49-F238E27FC236}">
                <a16:creationId xmlns:a16="http://schemas.microsoft.com/office/drawing/2014/main" id="{E1739DD7-CB7D-4A6B-97DA-EBEE708380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D85822B6-7E7E-492C-B8DE-7361FFF52B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23A425BE-64F0-455A-A730-E719AD60B0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3992737F-BBE9-4025-92AD-A7A9927EC6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2F63B32A-D97B-4875-A626-3B659670E65E}"/>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6A2FBE1F-CACD-4971-BFB6-6187153387D5}"/>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5C1412D-EE6C-463A-9D21-6770E0C41FA4}"/>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710EB928-F207-4736-8C3C-A6CD8133564A}"/>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7E751818-3960-4374-A9AC-5A31D2EFE69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96221347-CF65-4B7A-AD32-6EB1BBA836B3}"/>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D2DA7C74-D115-46FA-8B3F-D6227C9B12D6}"/>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18C6E80B-AFFD-4091-A785-5A5E4D0A4CD8}"/>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1C85A2C2-D7E7-468E-A445-CA37208B76B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D951CCA-5776-48CC-AD3B-3CEC7F647CC3}"/>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964D86CE-3137-455E-80B4-FA00F9F8B7A4}"/>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7ABB9AD0-38E6-4EEC-AF7D-2B445844EFBD}"/>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044ECE0E-08EF-4F73-A286-66F5FC024252}"/>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E270538F-91DA-4E4E-9272-B0CC8B05E675}"/>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D3B2830A-9F4D-4937-AD48-A20D0CEAFF94}"/>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610FAE4D-A102-4B6D-B491-6F451CFE3E31}"/>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FDC37B36-F17F-4FD5-AEFD-E22F4FDE9DD8}"/>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653CA8C6-5421-43B2-BCD0-72A717E51BB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B92CCD12-FBE2-4CCD-8352-259E12DBAF92}"/>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928876F1-25A8-4EFE-932E-2FA4C06E43D1}"/>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8A42C152-8733-4536-8726-C66DC6355513}"/>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8607B1B6-0542-489F-A96D-3AEBB530D831}"/>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BFAC167D-C03D-4DCF-8850-EB06A3CA920B}"/>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5667DB1A-70B2-40B4-87A2-1E8F11337915}"/>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8F0EBEA0-E9B0-45D7-B757-AA01C32D241F}"/>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1CFAACAE-8637-4417-B7AD-F2DDDB49DEC1}"/>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4378509E-D152-457C-8A2E-DA41D32E331B}"/>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2F07FA0B-9F60-41BF-A73F-7E26608E84C9}"/>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43227FC0-1D22-4D65-B9C7-BE6953F3B08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22BFE4D6-D88B-41C9-9F0E-4B64AC5DCE40}"/>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DC03114C-1785-4F3A-866E-8B20DD346810}"/>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8B502F86-B8C8-46C7-9E3E-2C7ECEBC51ED}"/>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5EF8D808-7115-4E2B-B50A-8483D9B44287}"/>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97FEBAD0-DAE2-4966-B4C4-9B09A7EC57F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3B8DF84F-DC15-485B-B6B3-0379D14136D2}"/>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62C30C6D-CF11-4BE4-9B4F-436A003B1A6C}"/>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8E041A24-CEB1-47E5-BA30-47DD33CCF489}"/>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02DD5626-DFE3-4634-9361-58C05C809E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783217292"/>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8BE519-97EB-4DC5-8F2E-26EA7D107B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0">
            <a:extLst xmlns:a="http://schemas.openxmlformats.org/drawingml/2006/main">
              <a:ext uri="{FF2B5EF4-FFF2-40B4-BE49-F238E27FC236}">
                <a16:creationId xmlns:a16="http://schemas.microsoft.com/office/drawing/2014/main" id="{25CF2467-B180-4EEE-9452-EB3E9D23EF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계산의 성능 개선 후보">
            <a:extLst xmlns:a="http://schemas.openxmlformats.org/drawingml/2006/main">
              <a:ext uri="{FF2B5EF4-FFF2-40B4-BE49-F238E27FC236}">
                <a16:creationId xmlns:a16="http://schemas.microsoft.com/office/drawing/2014/main" id="{7CCB07C7-B61C-43D1-B1B5-B9B72C1329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EA2E93EF-37E2-4542-AFF7-3E83081117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1B4152C9-0137-45E5-893E-E93D8BB38C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740B8503-753B-4717-9B35-B24147EECE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02804A76-BA9A-48B1-A3A1-A390F5C91CA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FBBA1442-1E31-48BD-B6F7-D1BDC8E39432}"/>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47C6C0B3-DC16-45CF-899F-5772688B2C23}"/>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A2B8181E-A271-40B7-9D4B-2F0A2D38E5F7}"/>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627C0709-87EF-4B2A-AF87-AD186205AA5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8E078535-B5EF-47F9-A000-8EC5FA750588}"/>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27681A91-E324-4312-90EE-2D73161CE687}"/>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A5ACBA26-5A15-4FA1-91A8-416E45E47DBC}"/>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79A7469B-6AA8-4BD7-B320-51DCAF5F8C0F}"/>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FEFB648E-2F4B-44AD-B190-63BCF54A16A4}"/>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085C7773-8F72-4CEF-A88D-FD2FE809C471}"/>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109CC8AC-60B8-487B-9F96-7D9ED7D65E4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805BBCC5-0598-43D9-947D-9D64FD9AF775}"/>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CC007550-C315-46DA-A08E-6BE5F099B1B0}"/>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CD4AE4CB-5452-451C-9E7E-AAFD22383BEF}"/>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8E955154-B324-47C4-A7EF-C6B297548AE2}"/>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CCCC2B55-7164-4B46-A2C9-D3E509D88577}"/>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0CB79DA1-2489-428F-B465-66DD2BFDB4D7}"/>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9789482B-4289-40A5-8086-77A11F5A2084}"/>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21462362-10D8-4B95-931E-5B5E1E653A3D}"/>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5171B1A3-2BF0-4B0D-9BFD-081758953C85}"/>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FE073F43-13E1-4DB1-9FB8-21E47B37950D}"/>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4FB256FF-F9A8-43F7-B802-52E4F5009E9E}"/>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803A03C1-E5B7-4261-8030-D6BF3E7AF76E}"/>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7C74854D-3F73-4194-AE9E-2B308FD744C5}"/>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2FB86A81-A901-46B2-BD0F-CF73236C2A7E}"/>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A5C88429-AEE7-4A2D-980C-7DD27D74796B}"/>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42CB47D4-257D-4A09-A422-0A520E953A2B}"/>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A40F1581-5D87-4986-9F2A-5CB03AB0E8CD}"/>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C2CC2848-EBFC-42E5-BDC6-E03399EF27E0}"/>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3850E296-34B6-45EF-BC4B-14055D48FA03}"/>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B0DFC02A-4E5C-4AA1-A4F3-C6AE61C2008F}"/>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08B1F1DD-DDA9-4E34-90AC-785514F9A2A4}"/>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15DED9C8-F00E-439B-B675-B1382B9BA5BC}"/>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4551F17-B130-476F-B59C-C49A8F204DAB}"/>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B3AC4A72-77F9-466F-A2AF-DEA1E33EC019}"/>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175889F5-F5FD-4054-AA94-1ACD7FC226D4}"/>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00229068-F3D0-4D34-8AF4-E3EF32FBD2BA}"/>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14C02341-21C9-48DD-8750-2D4717495268}"/>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F2E4A4E1-A43F-4DC1-8D79-EC5E00E15244}"/>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76DD387F-97F9-413A-8767-0C8DB38FA5B1}"/>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1858394F-BF36-46FA-A337-9E6A47152C94}"/>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9F94654B-A738-42AD-A7D2-8BE2B8730C1D}"/>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12E20D2D-C0E4-4124-8869-D5D3AAF6A283}"/>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FD9A5920-9DB3-40B5-9E82-F09A14107007}"/>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8B19BE95-2B40-403D-B1B0-7C61649A0E2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28EEC66E-FD30-441A-A35D-CED4974F3DE9}"/>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07989BD4-1AD2-474C-B382-5047820DA759}"/>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935AC875-A93D-48D1-B8A2-2B82628BF654}"/>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2402A8EA-8879-4883-9A6F-5F44573E8A71}"/>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4E75733C-7044-4BAA-9266-384C6CE005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703056998"/>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A1C67A34-415A-47BE-B0C7-E3CB8AEA0F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1">
            <a:extLst xmlns:a="http://schemas.openxmlformats.org/drawingml/2006/main">
              <a:ext uri="{FF2B5EF4-FFF2-40B4-BE49-F238E27FC236}">
                <a16:creationId xmlns:a16="http://schemas.microsoft.com/office/drawing/2014/main" id="{30CE6F32-FF18-4E74-B34A-D13BFAA221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선택한 변경의 시간·메모리·동작 확인">
            <a:extLst xmlns:a="http://schemas.openxmlformats.org/drawingml/2006/main">
              <a:ext uri="{FF2B5EF4-FFF2-40B4-BE49-F238E27FC236}">
                <a16:creationId xmlns:a16="http://schemas.microsoft.com/office/drawing/2014/main" id="{1C21D44F-6DB3-4F7A-B80C-3CFA9BC8EF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5A5E3F7F-5870-41AE-A63B-708873506A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084F3BF1-60CF-465C-A63E-189DE3FE1A0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681EE9B4-4E93-4F8C-8EA4-997E146D61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D049D05E-5D8E-4462-9DB9-F16217F232EB}"/>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0DA4B8BB-D989-4033-887A-35CB149AA783}"/>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A0D6B640-4A0F-4169-898E-0669EAB74F91}"/>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1DB34120-D676-4F8E-ADE5-9C363F0C61A4}"/>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C28C2E2D-EDDD-4634-9FFB-272C66E05EE0}"/>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F0F0C70-B1D4-45F4-AFE9-9C3B335650F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E746F34F-3557-4788-854A-84CB2E804EC1}"/>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E6480C9D-F082-4B2F-B910-9AE24A463B91}"/>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a8a3a0ab2f28469b"/>
          </a:graphicData>
        </a:graphic>
      </p:graphicFrame>
      <p:sp>
        <p:nvSpPr>
          <p:cNvPr id="15" name="Python 할당 피크">
            <a:extLst xmlns:a="http://schemas.openxmlformats.org/drawingml/2006/main">
              <a:ext uri="{FF2B5EF4-FFF2-40B4-BE49-F238E27FC236}">
                <a16:creationId xmlns:a16="http://schemas.microsoft.com/office/drawing/2014/main" id="{9F8D143A-FFFC-4239-864A-B3278064E71C}"/>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CCB4B553-C5B1-48AA-9846-C1072490FEF1}"/>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1CD7EF7E-C69F-456D-BFC0-A672ED214328}"/>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E414A2C3-20D7-49B9-8136-4F073C7F48DA}"/>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02315CEC-A2C6-4E6E-99D9-7C0A0B3F80C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BBBDF984-52FF-426E-81C6-BE4E1EBC9C67}"/>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84E134CB-B395-4B8D-B265-EB6B78D1164D}"/>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3FE1B353-2274-40AA-B5D6-BF5BB66F0E70}"/>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1D3DB0F3-E01F-4EA6-B310-DE63207A72DA}"/>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ED1CE075-E2FF-493B-A916-ACBFF9BD845F}"/>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B79CFA96-3760-4564-93BA-125FF2B2B9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804807384"/>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FF4357CE-DD8C-41AD-AAF0-18F368E30D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2">
            <a:extLst xmlns:a="http://schemas.openxmlformats.org/drawingml/2006/main">
              <a:ext uri="{FF2B5EF4-FFF2-40B4-BE49-F238E27FC236}">
                <a16:creationId xmlns:a16="http://schemas.microsoft.com/office/drawing/2014/main" id="{A0D2573B-5F6D-4594-8D61-4F653E2612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한 Agent 조사와 Subagent 역할 분리">
            <a:extLst xmlns:a="http://schemas.openxmlformats.org/drawingml/2006/main">
              <a:ext uri="{FF2B5EF4-FFF2-40B4-BE49-F238E27FC236}">
                <a16:creationId xmlns:a16="http://schemas.microsoft.com/office/drawing/2014/main" id="{192AB091-A3D8-47F4-803C-84A2CFAA20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018A88CD-0A70-4784-8DD2-3B77F221AF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D7B40B10-9B14-4050-93F4-D39AEAB195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4DB4D4C7-0EA8-4DB2-975E-63BF24D03F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5C49737D-1741-4908-98BE-8E296E3183C7}"/>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156DD9AC-2ADC-4D73-98B5-24FDADCF7BDB}"/>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13BAB15D-A210-461A-BF0F-84E315276CBE}"/>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1834E9EB-6C41-4019-9E09-7A0F4DB19A85}"/>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42BE6A2-1562-4CC6-8752-D80260218BC1}"/>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6EA16DF3-750D-4490-B13A-042AEC2271A6}"/>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0B9EB2D1-EA36-4426-8B9F-6BD12A3E72AB}"/>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902B8FE9-8E1E-47DA-91CF-060397F51E95}"/>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F8D00405-C47E-4AE3-8989-2A2A7ADBBC45}"/>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16AD0FFE-04E8-4E39-BEA7-27DF35C793C3}"/>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A5950347-56AF-4D91-B356-08366FE02E6B}"/>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7E23049A-9689-432C-906B-57424ACAE1ED}"/>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9F772B95-9580-47C1-9109-AFCE822F7CED}"/>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132B4745-B5A6-415F-BD94-B977B8575340}"/>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52956858-E1D9-4B4F-B3FC-CE28855C2E33}"/>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0F427017-7808-4464-A17F-8C4C209E53D9}"/>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774B9FB0-C384-4488-A96D-10ECCDBD958E}"/>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7E14BA30-D665-495E-9E08-3560425389CD}"/>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35A7245A-1C40-4BC2-AC28-5F18D3C18E40}"/>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17077094-C967-4057-8C7A-2E1F95679092}"/>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88500883-3386-4EDC-AB97-54F343FA1E11}"/>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412491F4-BB09-48E8-AF07-CA6CC017273E}"/>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CFFFB5CF-4213-4752-80EF-6E86BCE2D189}"/>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E798797B-18B5-4976-B2B3-B392B83E7819}"/>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9C45359C-4451-43B2-8B32-59AAFA4D4D4F}"/>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9877B2FF-3441-4A1B-B39A-34B5A7868553}"/>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3FD8059C-658E-47C1-987A-869CA5753D28}"/>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7D1C0B88-8930-481D-B7E0-C3C781C217D2}"/>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26425C58-FC2E-484D-BA5B-2388CE061D73}"/>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E701C77F-514C-4047-93EF-3847BEC41F6A}"/>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A71B4DFB-A92E-4E9A-A146-72942BC81817}"/>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809CDD36-0FDF-4A0D-A70E-10575DDC0A3B}"/>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F781BEDB-B283-4F65-9C90-AB7DA6C0D419}"/>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D0465CDD-B794-4B87-9CA9-2619F0C5332C}"/>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61C6F7DB-F7C2-4A4B-9B53-ADAAB719AC2B}"/>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43EBA9C1-7871-4F21-A4F5-02E55B503432}"/>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2C52C3B1-B29E-457A-A1EB-9F64106037CC}"/>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C8B02643-B395-4CB7-A5C7-38DD5E9FA14C}"/>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25730077-777F-4A2D-9812-A35EEE6065BB}"/>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5BB31E6D-4A39-42EB-9257-453197AC9CE5}"/>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1D7915AA-1EF8-4C00-9288-6D4876E9D944}"/>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7FDABB24-24F2-406E-9016-2129E39B118D}"/>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A1F4E0F4-9397-43BA-8551-A50ABFE473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17653551"/>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A96C4E57-7FBD-4CDE-80AB-4449DAA751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3">
            <a:extLst xmlns:a="http://schemas.openxmlformats.org/drawingml/2006/main">
              <a:ext uri="{FF2B5EF4-FFF2-40B4-BE49-F238E27FC236}">
                <a16:creationId xmlns:a16="http://schemas.microsoft.com/office/drawing/2014/main" id="{99435ECC-BC57-4365-8A26-05D6F67CA4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을 나누지 않은 이유">
            <a:extLst xmlns:a="http://schemas.openxmlformats.org/drawingml/2006/main">
              <a:ext uri="{FF2B5EF4-FFF2-40B4-BE49-F238E27FC236}">
                <a16:creationId xmlns:a16="http://schemas.microsoft.com/office/drawing/2014/main" id="{70FD39D5-4805-45CB-A551-DA393E7330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E99053C-D26A-4600-AF1F-6F5695539E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9A0211B8-73B4-488B-B009-684B915A8A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6AD302C6-FD40-4B5A-91B7-BEB09F22C4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BF95BBA1-C827-454B-9C5E-09B15D70976A}"/>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5C3A3567-BE46-4C40-ACB8-4B08935C7F48}"/>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14112AEA-8262-4B54-AFD7-85F918D60FB6}"/>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5B6BBA8D-22AF-4858-8019-846618E3D485}"/>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69012A43-5026-4796-AB0B-45922AFDB90A}"/>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D9E8566-ED3A-4811-8224-05A2C10CD4B1}"/>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52517E0B-02EE-4A85-8FC8-073A837954D2}"/>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569B67A9-A753-4978-9334-FB6CBFC43A36}"/>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BAB079E2-8753-47CC-9A51-D02DDD9D5DD0}"/>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F49CE6E9-1EFE-4F04-882F-DBD5324467ED}"/>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5C0CADEF-2FC1-4E30-A008-8608F26EB081}"/>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0A07FE00-A912-431E-AFEB-CEC786C2F2E8}"/>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00D25D61-F579-4B92-86BF-A057546500BE}"/>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460C8A83-C58C-47AB-A079-1E55AEFEF1A2}"/>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53CBC437-82A8-4580-9114-8AB3A252740C}"/>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4FD0180C-F9C1-4308-ABDD-F82D89A5A3DE}"/>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A64B070-5217-4DD3-9BE8-9CBDE079E5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34614244"/>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1D06BD5A-6E12-4C80-8AC9-8C3951031F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4">
            <a:extLst xmlns:a="http://schemas.openxmlformats.org/drawingml/2006/main">
              <a:ext uri="{FF2B5EF4-FFF2-40B4-BE49-F238E27FC236}">
                <a16:creationId xmlns:a16="http://schemas.microsoft.com/office/drawing/2014/main" id="{25242572-B4FF-4754-BFC2-603BC9DDBD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번 Context와 다시 쓸 지식">
            <a:extLst xmlns:a="http://schemas.openxmlformats.org/drawingml/2006/main">
              <a:ext uri="{FF2B5EF4-FFF2-40B4-BE49-F238E27FC236}">
                <a16:creationId xmlns:a16="http://schemas.microsoft.com/office/drawing/2014/main" id="{2253A43C-C581-454A-8ED4-9CF70BF600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41554ED5-9B0B-4AC1-B180-0C8C49A685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433B522F-5B99-40C2-B650-56669A0B3E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ADF1D91D-1972-419C-B623-A651FDB68C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882D9447-E5D2-4EDB-9060-748B111ADA5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A8297D95-9748-4E2C-802F-A9FF930E230C}"/>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A2A1D2B4-B1A3-42D0-BD42-7F45C7543FE1}"/>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5AE314E-2408-4116-9769-C4106F0FC0F8}"/>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65EE006B-EC10-46DD-843A-6525118707BF}"/>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DBA741A0-51C7-4CED-A099-D7C75957BE24}"/>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4A9AA35-36E2-4411-A56F-B91FFCA09653}"/>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261F48ED-7042-4238-902C-410B3D91CA7A}"/>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A0669968-8EE7-4C15-A0E1-A8D18B2A2327}"/>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7ED14D2E-6092-4FB0-AC0C-94E50CE77ED8}"/>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6979F8FC-C776-4C01-AC43-B30749A8B521}"/>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5788B6FA-FB88-4EDE-B8E1-0792ED9ABEAF}"/>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ED4EA5FB-40F5-450E-813F-CDD108E2A617}"/>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3E0C32D0-1C77-41CA-B893-E08EB7CBC509}"/>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132699A3-7D06-406A-8710-8597397345BD}"/>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B4BADFAF-C739-4348-ABA1-335A541D2F7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B78FD3FC-A97A-452C-BCB0-961B6A7003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51438086"/>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30E4C988-E28E-4912-942B-AB787CBB4A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5">
            <a:extLst xmlns:a="http://schemas.openxmlformats.org/drawingml/2006/main">
              <a:ext uri="{FF2B5EF4-FFF2-40B4-BE49-F238E27FC236}">
                <a16:creationId xmlns:a16="http://schemas.microsoft.com/office/drawing/2014/main" id="{392D583E-B966-4131-8978-620F09E36B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실제 Demo 지식의 원래 출처">
            <a:extLst xmlns:a="http://schemas.openxmlformats.org/drawingml/2006/main">
              <a:ext uri="{FF2B5EF4-FFF2-40B4-BE49-F238E27FC236}">
                <a16:creationId xmlns:a16="http://schemas.microsoft.com/office/drawing/2014/main" id="{FE722696-B994-44D6-8809-D393197472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E5CA941E-05B5-427F-8AF0-1F5D191FAD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317CAFFE-3FE8-4908-A3E6-4B5AA2E63A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3A335DD1-A55B-4201-93A9-B4CDDC24736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2FE9322C-329D-4D91-8C53-6AE3D7D5FA08}"/>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A4513DA8-39EE-453F-8713-31466A983DAE}"/>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0F0A82F7-88CF-464E-9D25-843E0244FFFC}"/>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0AD33473-4F4B-42C6-A4A8-E1E4ADBF4D92}"/>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14C0A6C8-8C70-410B-A260-0CFAC575049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A51DCFAB-2784-49F4-819E-05FFC73D4A3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CA5A5AEA-FD6D-4048-9524-E26D396244CC}"/>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78F8BD64-3164-4DCB-B754-3B16298490DD}"/>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35017C5D-5DF9-4DE1-930E-FE5D913E817D}"/>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8A4F5615-747D-424E-B043-60AAB139CAC5}"/>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ECC639D6-5964-49E7-8178-19432E300788}"/>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745F116F-E7DC-4376-BD23-98BC6C8AFCB5}"/>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8CABF0E5-A25F-4BE7-AF8B-C220C6E8EDAE}"/>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42ACDFCA-1947-4BEB-8896-37D3E2C1A692}"/>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90927AB-A2F8-471A-BCBB-CA77C3B5EC90}"/>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982B35F4-4CD5-453D-BAC6-451DA7B04695}"/>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82E593F3-3578-4321-8942-5F0CEA81E7ED}"/>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93F2E438-EB5B-4BA9-A8DD-370C682C04C7}"/>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B6D65BB2-FD34-49CF-B0AE-B057D13F27E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6739E59D-37C7-418F-B5BE-F8EDCB0B3EE8}"/>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141245E7-380F-4387-9F4C-511733DC25AC}"/>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41435BA4-6347-4198-9C01-E8136C246D2B}"/>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D131413B-8490-4E59-ACD4-E4405D68290D}"/>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EA642380-0988-4F57-89BA-DE29567F54E8}"/>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3B74E2F4-94D8-45C4-8719-2C90C6D887E5}"/>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ABA4AA36-49FF-4ED6-8483-F28B5248CE8E}"/>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6FF1068B-1244-4BCF-BD2C-4B3BDC0B4E34}"/>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ABA08D75-56C3-4C90-BAC6-BF006D940824}"/>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DDFD404F-EF9E-481C-923D-3AD9D095BB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875391"/>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BFD07525-6FFF-4AB8-89D0-8731EF17B5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6">
            <a:extLst xmlns:a="http://schemas.openxmlformats.org/drawingml/2006/main">
              <a:ext uri="{FF2B5EF4-FFF2-40B4-BE49-F238E27FC236}">
                <a16:creationId xmlns:a16="http://schemas.microsoft.com/office/drawing/2014/main" id="{D04A1189-5F35-4C4E-9DC7-2846E98D88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 작업에 쓰인 구성의 역할">
            <a:extLst xmlns:a="http://schemas.openxmlformats.org/drawingml/2006/main">
              <a:ext uri="{FF2B5EF4-FFF2-40B4-BE49-F238E27FC236}">
                <a16:creationId xmlns:a16="http://schemas.microsoft.com/office/drawing/2014/main" id="{9AF0ED7D-748B-4B0D-823B-F6652FBE12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4DC34FBC-4755-40C2-B4E8-D2F5FA7162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027F0CED-62DE-4BB6-8E24-126FDB1088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B073DC99-D549-4FDA-AC9C-1E07D8411C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05591AE6-E869-46A2-8F8F-7FE116754796}"/>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7397F51B-2DEE-4B44-95B7-6A32E4259C55}"/>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8A70F8A4-3FA1-4DCC-BB3B-2FB24C0474C4}"/>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F1C723ED-7A16-42C4-AC05-C4239CD4EBD1}"/>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AC29F81E-5ACF-4763-B028-EEB384D40C58}"/>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3DF87535-604A-41E1-A270-5E26B699C700}"/>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EC7E8065-09C2-49CF-A96C-E8089DE46F21}"/>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7E68CC52-5B39-4D43-B46D-0D199BF29D4C}"/>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075F2A9E-A3AE-47B0-8888-BDD19B5F4723}"/>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905A98E-90DB-4ADE-9CDE-441A557789DF}"/>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797FCCFE-3F93-4449-BF1D-373BFC5C31F0}"/>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3DC8BC6B-25AD-423C-9B0F-6466CBEF62D5}"/>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634CDB19-919D-4FB8-B436-DBCBE8C9A3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FEB92F66-B9A8-4F86-845C-014E421F2E9F}"/>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62FE6D74-2549-4E98-A2DF-E0E9487D90A2}"/>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154A5079-921C-4BBA-B008-833516516037}"/>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992AC915-069C-4A6F-8154-801111A738F0}"/>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C813454E-6A08-47C3-BC09-AFF3DA085744}"/>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E8CA148E-B4DA-41A8-B2F0-86F546FF386A}"/>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D2EE1C10-64F3-44F3-BAD0-8CD57C5420E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2CF1220F-E729-43C4-98D4-23FD4A7E9BFE}"/>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581B6A-09F3-4F3B-A3E4-AF380473FCFB}"/>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17A8B831-A6B3-4994-9BDB-C11E247940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91027574"/>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97B28CF0-4086-4C73-BAC8-D4B3BE1672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67">
            <a:extLst xmlns:a="http://schemas.openxmlformats.org/drawingml/2006/main">
              <a:ext uri="{FF2B5EF4-FFF2-40B4-BE49-F238E27FC236}">
                <a16:creationId xmlns:a16="http://schemas.microsoft.com/office/drawing/2014/main" id="{9370E7D6-6F96-4884-81DF-54A1C32A4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함께 작동하는 작업 환경, Harness">
            <a:extLst xmlns:a="http://schemas.openxmlformats.org/drawingml/2006/main">
              <a:ext uri="{FF2B5EF4-FFF2-40B4-BE49-F238E27FC236}">
                <a16:creationId xmlns:a16="http://schemas.microsoft.com/office/drawing/2014/main" id="{787091AD-1213-4FA8-8D9F-B921ED7867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6E7630C1-5F5F-4F01-A2A2-942BF1EFB5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6B0A5E39-7AD6-4572-81A3-4BFCBA2E26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2566DB8C-3EEF-4AF5-82A1-323611AD5C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0F00269D-6B55-416F-B383-116EBABB8635}"/>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AF5E85A5-B5A1-409A-8BB4-6E35B2CFCFDF}"/>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0EE08727-5DEF-42F3-BC0C-9FEFB3E0C5D0}"/>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91B5C1FF-95DC-496B-B809-74DE28BABAB0}"/>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2DF96C59-6174-4F61-9400-70236AD5F0BB}"/>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5E323854-F157-411A-8BF4-11786AEB3001}"/>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E79B05AB-3F70-43F9-AD63-8C2184503EE9}"/>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60466C98-87D3-4D7C-A8D9-306A244FDBE2}"/>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5E1A263F-96CB-47C3-B7CD-021878F87D76}"/>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CD17E3B7-6B60-4740-868C-FB2697DF40C2}"/>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056CC56C-4EEA-4A7F-AE87-2D8B7ACE062B}"/>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B6292401-DF95-4D2E-9215-68046EE9C348}"/>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80DEBB26-D037-4359-BD24-B3EE14265632}"/>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56541D4F-99F1-44D7-9E6D-7C1FBCEEB4D0}"/>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4A8E1AD1-B6F7-494A-BF18-0E82DC2E94D7}"/>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2862A0A5-7081-4E41-A1A4-0823768F9531}"/>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0D6586E9-7536-47AC-972B-F30C739656DB}"/>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BEA4991E-E524-4837-8687-FE2EE48A73AE}"/>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59B29B69-9B25-4173-9947-7B38482F8D24}"/>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391BFDC7-750F-4757-A3A1-FE9CC3F49179}"/>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4F468803-CFB4-4AFD-B788-BA260A308B48}"/>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6263B99B-1AB9-4C38-B4E0-896F89F6C40A}"/>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833D6E17-61F9-4057-ADB3-3135FD7C4446}"/>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B1A48827-49E1-449E-BAA5-51DA9A6CF91A}"/>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58AE8744-3EA5-4293-ABFD-93730DEC5E93}"/>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B5E0B67B-CCB0-4620-9F4D-A060DB048AC5}"/>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D43B8B60-788F-402C-B5AB-C2ED6F7BEE53}"/>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24E52A3C-5303-433E-AF2F-B6A4AF8EF021}"/>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FB8A3F3F-309B-442E-B670-107AE47C3A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99118619"/>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1990DCBC-680D-4537-81C2-3B1C7376DF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68">
            <a:extLst xmlns:a="http://schemas.openxmlformats.org/drawingml/2006/main">
              <a:ext uri="{FF2B5EF4-FFF2-40B4-BE49-F238E27FC236}">
                <a16:creationId xmlns:a16="http://schemas.microsoft.com/office/drawing/2014/main" id="{34562D5B-51A0-4F91-88DB-FA98760E73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같은 저장소여도 실행 조건은 다를 수 있다">
            <a:extLst xmlns:a="http://schemas.openxmlformats.org/drawingml/2006/main">
              <a:ext uri="{FF2B5EF4-FFF2-40B4-BE49-F238E27FC236}">
                <a16:creationId xmlns:a16="http://schemas.microsoft.com/office/drawing/2014/main" id="{B80DBC4F-6782-43BF-9ADE-AE30F7C868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2AA72CBE-46E1-48E1-BC30-052AF587FC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82DFB06-3A32-46BD-ADBD-15FB16EEB6B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2C0AF41D-5A2B-4FA1-BFD7-36DA391CB8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4A3071A1-2E24-4C1B-A44D-34DD7B9773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036ADE9F-7DBB-4588-8D20-C49CC0A6F377}"/>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F44844F1-CB09-403F-B224-38CD31FBF07A}"/>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BEC562E9-AA17-40C4-A19B-8797803EA2DD}"/>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7F49A6B0-65FA-4202-932C-73C7BB5F8C98}"/>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C72373BF-BB3F-43A7-A685-0FEC14E88E66}"/>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1F302B4B-FB4F-4C33-9BE7-F648127D8516}"/>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D9E2114D-5A10-4865-B81B-E0F41EBB8763}"/>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6499C4F3-2078-4026-846F-997084FE2C69}"/>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1C6AC5B9-8BFA-4446-BD8E-CE5C7498BBF1}"/>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D0A66F88-943A-43D4-B368-A890F8429115}"/>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0633C8D0-3ED7-4F55-9368-21B1E404F3F3}"/>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63F5A95E-F046-4E35-B3D9-C0B69AB80FAE}"/>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936E68F7-0680-4835-8B60-50EAB8F0729F}"/>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95A88C30-FEC1-470C-917F-16599134CF9B}"/>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BB9222E1-E5F8-49DC-AF0A-3CB4E8FD9FF4}"/>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F3E33401-B963-4091-BEDF-20650C1F6068}"/>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E919904F-FA73-45DE-B292-50BD1ED776BB}"/>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EC47460C-C836-413F-A44E-69BE51C74D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12049911"/>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우리 검사 업무에 적용하기">
            <a:extLst xmlns:a="http://schemas.openxmlformats.org/drawingml/2006/main">
              <a:ext uri="{FF2B5EF4-FFF2-40B4-BE49-F238E27FC236}">
                <a16:creationId xmlns:a16="http://schemas.microsoft.com/office/drawing/2014/main" id="{A56E4823-E60E-4684-819E-B2F43C0795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우리 검사 업무에 적용하기</a:t>
            </a:r>
          </a:p>
        </p:txBody>
      </p:sp>
      <p:sp>
        <p:nvSpPr>
          <p:cNvPr id="2" name="S69">
            <a:extLst xmlns:a="http://schemas.openxmlformats.org/drawingml/2006/main">
              <a:ext uri="{FF2B5EF4-FFF2-40B4-BE49-F238E27FC236}">
                <a16:creationId xmlns:a16="http://schemas.microsoft.com/office/drawing/2014/main" id="{9A9D129B-76E8-4C1E-8602-753E3926A9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의 판단을 C++ 검사에 적용하기">
            <a:extLst xmlns:a="http://schemas.openxmlformats.org/drawingml/2006/main">
              <a:ext uri="{FF2B5EF4-FFF2-40B4-BE49-F238E27FC236}">
                <a16:creationId xmlns:a16="http://schemas.microsoft.com/office/drawing/2014/main" id="{EEE0A70B-3991-42C7-8AD8-869EBBDCEE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통계의 판단을 C++ 검사에 적용하기</a:t>
            </a:r>
          </a:p>
        </p:txBody>
      </p:sp>
      <p:sp>
        <p:nvSpPr>
          <p:cNvPr id="4" name="">
            <a:extLst xmlns:a="http://schemas.openxmlformats.org/drawingml/2006/main">
              <a:ext uri="{FF2B5EF4-FFF2-40B4-BE49-F238E27FC236}">
                <a16:creationId xmlns:a16="http://schemas.microsoft.com/office/drawing/2014/main" id="{852A498F-0D4F-4EF5-A8C8-E553BB3C11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C++ 검사 적용 예 · 밝기 통계의 판단을 대응 · 기존 AI 생성 삽화">
            <a:extLst xmlns:a="http://schemas.openxmlformats.org/drawingml/2006/main">
              <a:ext uri="{FF2B5EF4-FFF2-40B4-BE49-F238E27FC236}">
                <a16:creationId xmlns:a16="http://schemas.microsoft.com/office/drawing/2014/main" id="{1BC75F02-CC49-4953-A3A9-C8678B9F87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C++ 검사 적용 예 · 밝기 통계의 판단을 대응 · 기존 AI 생성 삽화</a:t>
            </a:r>
          </a:p>
        </p:txBody>
      </p:sp>
      <p:sp>
        <p:nvSpPr>
          <p:cNvPr id="6" name="실제 C++ 구현·회사 장비·측정 성과 아님 · 도구·빌드·장비 조건은 팀에서 확인">
            <a:extLst xmlns:a="http://schemas.openxmlformats.org/drawingml/2006/main">
              <a:ext uri="{FF2B5EF4-FFF2-40B4-BE49-F238E27FC236}">
                <a16:creationId xmlns:a16="http://schemas.microsoft.com/office/drawing/2014/main" id="{A9494B3A-8E2E-4632-A0B7-CB1BFB5BF8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구현·회사 장비·측정 성과 아님 · 도구·빌드·장비 조건은 팀에서 확인</a:t>
            </a:r>
          </a:p>
        </p:txBody>
      </p:sp>
      <p:pic>
        <p:nvPicPr>
          <p:cNvPr id="7" name="">
            <a:extLst xmlns:a="http://schemas.openxmlformats.org/drawingml/2006/main">
              <a:ext uri="{FF2B5EF4-FFF2-40B4-BE49-F238E27FC236}">
                <a16:creationId xmlns:a16="http://schemas.microsoft.com/office/drawing/2014/main" id="{903FAD6C-6FF5-4647-81BD-E52192FA6428}"/>
              </a:ext>
            </a:extLst>
          </p:cNvPr>
          <p:cNvPicPr>
            <a:picLocks xmlns:a="http://schemas.openxmlformats.org/drawingml/2006/main" noChangeAspect="1"/>
          </p:cNvPicPr>
          <p:nvPr/>
        </p:nvPicPr>
        <p:blipFill>
          <a:blip xmlns:r="http://schemas.openxmlformats.org/officeDocument/2006/relationships" xmlns:a="http://schemas.openxmlformats.org/drawingml/2006/main" r:embed="Rd87d5e5010ac4b69"/>
          <a:srcRect xmlns:a="http://schemas.openxmlformats.org/drawingml/2006/main" l="0" t="8000" r="0" b="12000"/>
          <a:stretch xmlns:a="http://schemas.openxmlformats.org/drawingml/2006/main"/>
        </p:blipFill>
        <p:spPr>
          <a:xfrm xmlns:a="http://schemas.openxmlformats.org/drawingml/2006/main">
            <a:off x="2934891" y="1571625"/>
            <a:ext cx="6322219" cy="1457325"/>
          </a:xfrm>
          <a:prstGeom xmlns:a="http://schemas.openxmlformats.org/drawingml/2006/main" prst="rect">
            <a:avLst/>
          </a:prstGeom>
        </p:spPr>
      </p:pic>
      <p:sp>
        <p:nvSpPr>
          <p:cNvPr id="8" name="밝기 통계 Demo에서 확인">
            <a:extLst xmlns:a="http://schemas.openxmlformats.org/drawingml/2006/main">
              <a:ext uri="{FF2B5EF4-FFF2-40B4-BE49-F238E27FC236}">
                <a16:creationId xmlns:a16="http://schemas.microsoft.com/office/drawing/2014/main" id="{A1E3B3E8-5FA1-4B57-B7EF-2CDA2B424813}"/>
              </a:ext>
            </a:extLst>
          </p:cNvPr>
          <p:cNvSpPr>
            <a:spLocks xmlns:a="http://schemas.openxmlformats.org/drawingml/2006/main" noGrp="1"/>
          </p:cNvSpPr>
          <p:nvPr/>
        </p:nvSpPr>
        <p:spPr>
          <a:xfrm xmlns:a="http://schemas.openxmlformats.org/drawingml/2006/main">
            <a:off x="2628900" y="3181350"/>
            <a:ext cx="337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 Demo에서 확인</a:t>
            </a:r>
          </a:p>
        </p:txBody>
      </p:sp>
      <p:sp>
        <p:nvSpPr>
          <p:cNvPr id="9" name="C++ 검사 업무에 적용">
            <a:extLst xmlns:a="http://schemas.openxmlformats.org/drawingml/2006/main">
              <a:ext uri="{FF2B5EF4-FFF2-40B4-BE49-F238E27FC236}">
                <a16:creationId xmlns:a16="http://schemas.microsoft.com/office/drawing/2014/main" id="{8AEFC3A8-99F8-491B-A0B7-C0DA34414F6F}"/>
              </a:ext>
            </a:extLst>
          </p:cNvPr>
          <p:cNvSpPr>
            <a:spLocks xmlns:a="http://schemas.openxmlformats.org/drawingml/2006/main" noGrp="1"/>
          </p:cNvSpPr>
          <p:nvPr/>
        </p:nvSpPr>
        <p:spPr>
          <a:xfrm xmlns:a="http://schemas.openxmlformats.org/drawingml/2006/main">
            <a:off x="7391400" y="3181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 검사 업무에 적용</a:t>
            </a:r>
          </a:p>
        </p:txBody>
      </p:sp>
      <p:sp>
        <p:nvSpPr>
          <p:cNvPr id="10" name="">
            <a:extLst xmlns:a="http://schemas.openxmlformats.org/drawingml/2006/main">
              <a:ext uri="{FF2B5EF4-FFF2-40B4-BE49-F238E27FC236}">
                <a16:creationId xmlns:a16="http://schemas.microsoft.com/office/drawing/2014/main" id="{75A72D28-3690-48E1-AA36-DBF7339EA92F}"/>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지킬 명세">
            <a:extLst xmlns:a="http://schemas.openxmlformats.org/drawingml/2006/main">
              <a:ext uri="{FF2B5EF4-FFF2-40B4-BE49-F238E27FC236}">
                <a16:creationId xmlns:a16="http://schemas.microsoft.com/office/drawing/2014/main" id="{2759F236-7925-4114-BC79-5ADCD984B339}"/>
              </a:ext>
            </a:extLst>
          </p:cNvPr>
          <p:cNvSpPr>
            <a:spLocks xmlns:a="http://schemas.openxmlformats.org/drawingml/2006/main" noGrp="1"/>
          </p:cNvSpPr>
          <p:nvPr/>
        </p:nvSpPr>
        <p:spPr>
          <a:xfrm xmlns:a="http://schemas.openxmlformats.org/drawingml/2006/main">
            <a:off x="609600" y="3676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지킬 명세</a:t>
            </a:r>
          </a:p>
        </p:txBody>
      </p:sp>
      <p:sp>
        <p:nvSpPr>
          <p:cNvPr id="12" name="출력 6항목 유지">
            <a:extLst xmlns:a="http://schemas.openxmlformats.org/drawingml/2006/main">
              <a:ext uri="{FF2B5EF4-FFF2-40B4-BE49-F238E27FC236}">
                <a16:creationId xmlns:a16="http://schemas.microsoft.com/office/drawing/2014/main" id="{73C6EF40-D70A-44E9-A229-8DB8B74F704B}"/>
              </a:ext>
            </a:extLst>
          </p:cNvPr>
          <p:cNvSpPr>
            <a:spLocks xmlns:a="http://schemas.openxmlformats.org/drawingml/2006/main" noGrp="1"/>
          </p:cNvSpPr>
          <p:nvPr/>
        </p:nvSpPr>
        <p:spPr>
          <a:xfrm xmlns:a="http://schemas.openxmlformats.org/drawingml/2006/main">
            <a:off x="2628900" y="3676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출력 6항목 유지</a:t>
            </a:r>
          </a:p>
        </p:txBody>
      </p:sp>
      <p:cxnSp>
        <p:nvCxnSpPr>
          <p:cNvPr id="13" name="">
            <a:extLst xmlns:a="http://schemas.openxmlformats.org/drawingml/2006/main">
              <a:ext uri="{FF2B5EF4-FFF2-40B4-BE49-F238E27FC236}">
                <a16:creationId xmlns:a16="http://schemas.microsoft.com/office/drawing/2014/main" id="{A3721A9F-EF12-45BD-BDD3-6F2EB15DB090}"/>
              </a:ext>
            </a:extLst>
          </p:cNvPr>
          <p:cNvCxnSpPr/>
          <p:nvPr/>
        </p:nvCxnSpPr>
        <p:spPr>
          <a:xfrm xmlns:a="http://schemas.openxmlformats.org/drawingml/2006/main">
            <a:off x="6343650" y="3886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ROI · 픽셀값 명세">
            <a:extLst xmlns:a="http://schemas.openxmlformats.org/drawingml/2006/main">
              <a:ext uri="{FF2B5EF4-FFF2-40B4-BE49-F238E27FC236}">
                <a16:creationId xmlns:a16="http://schemas.microsoft.com/office/drawing/2014/main" id="{E669E1E1-9624-442A-89AC-66E36CE46FE7}"/>
              </a:ext>
            </a:extLst>
          </p:cNvPr>
          <p:cNvSpPr>
            <a:spLocks xmlns:a="http://schemas.openxmlformats.org/drawingml/2006/main" noGrp="1"/>
          </p:cNvSpPr>
          <p:nvPr/>
        </p:nvSpPr>
        <p:spPr>
          <a:xfrm xmlns:a="http://schemas.openxmlformats.org/drawingml/2006/main">
            <a:off x="7391400" y="3676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 픽셀값 명세</a:t>
            </a:r>
          </a:p>
        </p:txBody>
      </p:sp>
      <p:sp>
        <p:nvSpPr>
          <p:cNvPr id="15" name="수행 방법">
            <a:extLst xmlns:a="http://schemas.openxmlformats.org/drawingml/2006/main">
              <a:ext uri="{FF2B5EF4-FFF2-40B4-BE49-F238E27FC236}">
                <a16:creationId xmlns:a16="http://schemas.microsoft.com/office/drawing/2014/main" id="{DD423F97-D1F1-4214-A93A-AD2BE61F0280}"/>
              </a:ext>
            </a:extLst>
          </p:cNvPr>
          <p:cNvSpPr>
            <a:spLocks xmlns:a="http://schemas.openxmlformats.org/drawingml/2006/main" noGrp="1"/>
          </p:cNvSpPr>
          <p:nvPr/>
        </p:nvSpPr>
        <p:spPr>
          <a:xfrm xmlns:a="http://schemas.openxmlformats.org/drawingml/2006/main">
            <a:off x="609600" y="42481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수행 방법</a:t>
            </a:r>
          </a:p>
        </p:txBody>
      </p:sp>
      <p:sp>
        <p:nvSpPr>
          <p:cNvPr id="16" name="기준선·조사·변경·비교">
            <a:extLst xmlns:a="http://schemas.openxmlformats.org/drawingml/2006/main">
              <a:ext uri="{FF2B5EF4-FFF2-40B4-BE49-F238E27FC236}">
                <a16:creationId xmlns:a16="http://schemas.microsoft.com/office/drawing/2014/main" id="{43D8748A-EFC8-4C63-9B52-B1BF89F41795}"/>
              </a:ext>
            </a:extLst>
          </p:cNvPr>
          <p:cNvSpPr>
            <a:spLocks xmlns:a="http://schemas.openxmlformats.org/drawingml/2006/main" noGrp="1"/>
          </p:cNvSpPr>
          <p:nvPr/>
        </p:nvSpPr>
        <p:spPr>
          <a:xfrm xmlns:a="http://schemas.openxmlformats.org/drawingml/2006/main">
            <a:off x="2628900" y="42481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기준선·조사·변경·비교</a:t>
            </a:r>
          </a:p>
        </p:txBody>
      </p:sp>
      <p:cxnSp>
        <p:nvCxnSpPr>
          <p:cNvPr id="17" name="">
            <a:extLst xmlns:a="http://schemas.openxmlformats.org/drawingml/2006/main">
              <a:ext uri="{FF2B5EF4-FFF2-40B4-BE49-F238E27FC236}">
                <a16:creationId xmlns:a16="http://schemas.microsoft.com/office/drawing/2014/main" id="{AF77A496-B6B8-4836-88AC-79ABBCCF8C78}"/>
              </a:ext>
            </a:extLst>
          </p:cNvPr>
          <p:cNvCxnSpPr/>
          <p:nvPr/>
        </p:nvCxnSpPr>
        <p:spPr>
          <a:xfrm xmlns:a="http://schemas.openxmlformats.org/drawingml/2006/main">
            <a:off x="6343650" y="44577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검사 모듈에 같은 절차">
            <a:extLst xmlns:a="http://schemas.openxmlformats.org/drawingml/2006/main">
              <a:ext uri="{FF2B5EF4-FFF2-40B4-BE49-F238E27FC236}">
                <a16:creationId xmlns:a16="http://schemas.microsoft.com/office/drawing/2014/main" id="{206C6E16-2AD6-4A15-BC3E-18BF53406EAF}"/>
              </a:ext>
            </a:extLst>
          </p:cNvPr>
          <p:cNvSpPr>
            <a:spLocks xmlns:a="http://schemas.openxmlformats.org/drawingml/2006/main" noGrp="1"/>
          </p:cNvSpPr>
          <p:nvPr/>
        </p:nvSpPr>
        <p:spPr>
          <a:xfrm xmlns:a="http://schemas.openxmlformats.org/drawingml/2006/main">
            <a:off x="7391400" y="42481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검사 모듈에 같은 절차</a:t>
            </a:r>
          </a:p>
        </p:txBody>
      </p:sp>
      <p:sp>
        <p:nvSpPr>
          <p:cNvPr id="19" name="검증 근거">
            <a:extLst xmlns:a="http://schemas.openxmlformats.org/drawingml/2006/main">
              <a:ext uri="{FF2B5EF4-FFF2-40B4-BE49-F238E27FC236}">
                <a16:creationId xmlns:a16="http://schemas.microsoft.com/office/drawing/2014/main" id="{35F9BD68-6608-4ED8-B9AE-B13F16AE8622}"/>
              </a:ext>
            </a:extLst>
          </p:cNvPr>
          <p:cNvSpPr>
            <a:spLocks xmlns:a="http://schemas.openxmlformats.org/drawingml/2006/main" noGrp="1"/>
          </p:cNvSpPr>
          <p:nvPr/>
        </p:nvSpPr>
        <p:spPr>
          <a:xfrm xmlns:a="http://schemas.openxmlformats.org/drawingml/2006/main">
            <a:off x="609600" y="4819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a:t>
            </a:r>
          </a:p>
        </p:txBody>
      </p:sp>
      <p:sp>
        <p:nvSpPr>
          <p:cNvPr id="20" name="테스트 · 시간·할당량">
            <a:extLst xmlns:a="http://schemas.openxmlformats.org/drawingml/2006/main">
              <a:ext uri="{FF2B5EF4-FFF2-40B4-BE49-F238E27FC236}">
                <a16:creationId xmlns:a16="http://schemas.microsoft.com/office/drawing/2014/main" id="{C781ED21-E6A5-42FC-A643-3E2155037621}"/>
              </a:ext>
            </a:extLst>
          </p:cNvPr>
          <p:cNvSpPr>
            <a:spLocks xmlns:a="http://schemas.openxmlformats.org/drawingml/2006/main" noGrp="1"/>
          </p:cNvSpPr>
          <p:nvPr/>
        </p:nvSpPr>
        <p:spPr>
          <a:xfrm xmlns:a="http://schemas.openxmlformats.org/drawingml/2006/main">
            <a:off x="2628900" y="4819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 시간·할당량</a:t>
            </a:r>
          </a:p>
        </p:txBody>
      </p:sp>
      <p:cxnSp>
        <p:nvCxnSpPr>
          <p:cNvPr id="21" name="">
            <a:extLst xmlns:a="http://schemas.openxmlformats.org/drawingml/2006/main">
              <a:ext uri="{FF2B5EF4-FFF2-40B4-BE49-F238E27FC236}">
                <a16:creationId xmlns:a16="http://schemas.microsoft.com/office/drawing/2014/main" id="{6632A195-6B65-4B0E-8A1E-993CC65828C6}"/>
              </a:ext>
            </a:extLst>
          </p:cNvPr>
          <p:cNvCxnSpPr/>
          <p:nvPr/>
        </p:nvCxnSpPr>
        <p:spPr>
          <a:xfrm xmlns:a="http://schemas.openxmlformats.org/drawingml/2006/main">
            <a:off x="6343650" y="5029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동작·회귀·성능 검증">
            <a:extLst xmlns:a="http://schemas.openxmlformats.org/drawingml/2006/main">
              <a:ext uri="{FF2B5EF4-FFF2-40B4-BE49-F238E27FC236}">
                <a16:creationId xmlns:a16="http://schemas.microsoft.com/office/drawing/2014/main" id="{461BD858-558F-4119-B5BD-BDA426E084C6}"/>
              </a:ext>
            </a:extLst>
          </p:cNvPr>
          <p:cNvSpPr>
            <a:spLocks xmlns:a="http://schemas.openxmlformats.org/drawingml/2006/main" noGrp="1"/>
          </p:cNvSpPr>
          <p:nvPr/>
        </p:nvSpPr>
        <p:spPr>
          <a:xfrm xmlns:a="http://schemas.openxmlformats.org/drawingml/2006/main">
            <a:off x="7391400" y="4819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동작·회귀·성능 검증</a:t>
            </a:r>
          </a:p>
        </p:txBody>
      </p:sp>
      <p:sp>
        <p:nvSpPr>
          <p:cNvPr id="23" name="입력·빌드·장비 조건도 함께 확인">
            <a:extLst xmlns:a="http://schemas.openxmlformats.org/drawingml/2006/main">
              <a:ext uri="{FF2B5EF4-FFF2-40B4-BE49-F238E27FC236}">
                <a16:creationId xmlns:a16="http://schemas.microsoft.com/office/drawing/2014/main" id="{7F8846F6-0F6B-48C5-A039-E0378798B70B}"/>
              </a:ext>
            </a:extLst>
          </p:cNvPr>
          <p:cNvSpPr>
            <a:spLocks xmlns:a="http://schemas.openxmlformats.org/drawingml/2006/main" noGrp="1"/>
          </p:cNvSpPr>
          <p:nvPr/>
        </p:nvSpPr>
        <p:spPr>
          <a:xfrm xmlns:a="http://schemas.openxmlformats.org/drawingml/2006/main">
            <a:off x="609600" y="54006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입력·빌드·장비 조건도 함께 확인</a:t>
            </a:r>
          </a:p>
        </p:txBody>
      </p:sp>
      <p:sp>
        <p:nvSpPr>
          <p:cNvPr id="24" name="Legacy module connection">
            <a:extLst xmlns:a="http://schemas.openxmlformats.org/drawingml/2006/main">
              <a:ext uri="{FF2B5EF4-FFF2-40B4-BE49-F238E27FC236}">
                <a16:creationId xmlns:a16="http://schemas.microsoft.com/office/drawing/2014/main" id="{1FA6B7E8-9C19-4CD5-8529-3ABFB430D1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66416436"/>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반복을 고르고 유지할 책임을 정하기">
            <a:extLst xmlns:a="http://schemas.openxmlformats.org/drawingml/2006/main">
              <a:ext uri="{FF2B5EF4-FFF2-40B4-BE49-F238E27FC236}">
                <a16:creationId xmlns:a16="http://schemas.microsoft.com/office/drawing/2014/main" id="{93CB878A-E4A9-4327-94B3-421CEED93D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고르고 유지할 책임을 정하기</a:t>
            </a:r>
          </a:p>
        </p:txBody>
      </p:sp>
      <p:sp>
        <p:nvSpPr>
          <p:cNvPr id="2" name="S70">
            <a:extLst xmlns:a="http://schemas.openxmlformats.org/drawingml/2006/main">
              <a:ext uri="{FF2B5EF4-FFF2-40B4-BE49-F238E27FC236}">
                <a16:creationId xmlns:a16="http://schemas.microsoft.com/office/drawing/2014/main" id="{B6171D8C-BEF7-4922-9F2D-D222D351A4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우리 업무에서 먼저 정리할 한 가지">
            <a:extLst xmlns:a="http://schemas.openxmlformats.org/drawingml/2006/main">
              <a:ext uri="{FF2B5EF4-FFF2-40B4-BE49-F238E27FC236}">
                <a16:creationId xmlns:a16="http://schemas.microsoft.com/office/drawing/2014/main" id="{9197032A-8F74-4B1D-B465-2FD0F76359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업무에서 먼저 정리할 한 가지</a:t>
            </a:r>
          </a:p>
        </p:txBody>
      </p:sp>
      <p:sp>
        <p:nvSpPr>
          <p:cNvPr id="4" name="">
            <a:extLst xmlns:a="http://schemas.openxmlformats.org/drawingml/2006/main">
              <a:ext uri="{FF2B5EF4-FFF2-40B4-BE49-F238E27FC236}">
                <a16:creationId xmlns:a16="http://schemas.microsoft.com/office/drawing/2014/main" id="{562E6AA9-E5DC-4536-B196-2EA6283D20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실제 Demo의 성공은 기준점으로 유지">
            <a:extLst xmlns:a="http://schemas.openxmlformats.org/drawingml/2006/main">
              <a:ext uri="{FF2B5EF4-FFF2-40B4-BE49-F238E27FC236}">
                <a16:creationId xmlns:a16="http://schemas.microsoft.com/office/drawing/2014/main" id="{B1BA69F5-776C-40D3-85FB-3C8A9E4507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실제 Demo의 성공은 기준점으로 유지</a:t>
            </a:r>
          </a:p>
        </p:txBody>
      </p:sp>
      <p:sp>
        <p:nvSpPr>
          <p:cNvPr id="6" name="교육용 적용 질문 · 기능 추가를 전제하지 않음 · 다음 ACT의 변화는 별도 가상 사례">
            <a:extLst xmlns:a="http://schemas.openxmlformats.org/drawingml/2006/main">
              <a:ext uri="{FF2B5EF4-FFF2-40B4-BE49-F238E27FC236}">
                <a16:creationId xmlns:a16="http://schemas.microsoft.com/office/drawing/2014/main" id="{227CD643-868F-487D-8328-7716F05ECA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질문 · 기능 추가를 전제하지 않음 · 다음 ACT의 변화는 별도 가상 사례</a:t>
            </a:r>
          </a:p>
        </p:txBody>
      </p:sp>
      <p:sp>
        <p:nvSpPr>
          <p:cNvPr id="7" name="">
            <a:extLst xmlns:a="http://schemas.openxmlformats.org/drawingml/2006/main">
              <a:ext uri="{FF2B5EF4-FFF2-40B4-BE49-F238E27FC236}">
                <a16:creationId xmlns:a16="http://schemas.microsoft.com/office/drawing/2014/main" id="{67308B64-5A3B-49A4-859F-6B907A28B042}"/>
              </a:ext>
            </a:extLst>
          </p:cNvPr>
          <p:cNvSpPr>
            <a:spLocks xmlns:a="http://schemas.openxmlformats.org/drawingml/2006/main" noGrp="1"/>
          </p:cNvSpPr>
          <p:nvPr/>
        </p:nvSpPr>
        <p:spPr>
          <a:xfrm xmlns:a="http://schemas.openxmlformats.org/drawingml/2006/main">
            <a:off x="60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반복 정보">
            <a:extLst xmlns:a="http://schemas.openxmlformats.org/drawingml/2006/main">
              <a:ext uri="{FF2B5EF4-FFF2-40B4-BE49-F238E27FC236}">
                <a16:creationId xmlns:a16="http://schemas.microsoft.com/office/drawing/2014/main" id="{8A5E696F-42E1-48BD-951B-0820CFFD7841}"/>
              </a:ext>
            </a:extLst>
          </p:cNvPr>
          <p:cNvSpPr>
            <a:spLocks xmlns:a="http://schemas.openxmlformats.org/drawingml/2006/main" noGrp="1"/>
          </p:cNvSpPr>
          <p:nvPr/>
        </p:nvSpPr>
        <p:spPr>
          <a:xfrm xmlns:a="http://schemas.openxmlformats.org/drawingml/2006/main">
            <a:off x="80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정보</a:t>
            </a:r>
          </a:p>
        </p:txBody>
      </p:sp>
      <p:sp>
        <p:nvSpPr>
          <p:cNvPr id="9" name="명세 · 프로젝트 안내">
            <a:extLst xmlns:a="http://schemas.openxmlformats.org/drawingml/2006/main">
              <a:ext uri="{FF2B5EF4-FFF2-40B4-BE49-F238E27FC236}">
                <a16:creationId xmlns:a16="http://schemas.microsoft.com/office/drawing/2014/main" id="{D9D2473B-FB83-49AC-AA65-BB87B417FF9F}"/>
              </a:ext>
            </a:extLst>
          </p:cNvPr>
          <p:cNvSpPr>
            <a:spLocks xmlns:a="http://schemas.openxmlformats.org/drawingml/2006/main" noGrp="1"/>
          </p:cNvSpPr>
          <p:nvPr/>
        </p:nvSpPr>
        <p:spPr>
          <a:xfrm xmlns:a="http://schemas.openxmlformats.org/drawingml/2006/main">
            <a:off x="80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명세 · 프로젝트 안내</a:t>
            </a:r>
          </a:p>
        </p:txBody>
      </p:sp>
      <p:sp>
        <p:nvSpPr>
          <p:cNvPr id="10" name="">
            <a:extLst xmlns:a="http://schemas.openxmlformats.org/drawingml/2006/main">
              <a:ext uri="{FF2B5EF4-FFF2-40B4-BE49-F238E27FC236}">
                <a16:creationId xmlns:a16="http://schemas.microsoft.com/office/drawing/2014/main" id="{AAD23577-4E88-4CDB-AB7D-72D8B0763209}"/>
              </a:ext>
            </a:extLst>
          </p:cNvPr>
          <p:cNvSpPr>
            <a:spLocks xmlns:a="http://schemas.openxmlformats.org/drawingml/2006/main" noGrp="1"/>
          </p:cNvSpPr>
          <p:nvPr/>
        </p:nvSpPr>
        <p:spPr>
          <a:xfrm xmlns:a="http://schemas.openxmlformats.org/drawingml/2006/main">
            <a:off x="2286000" y="3009900"/>
            <a:ext cx="0" cy="361950"/>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F83552A6-5FED-4D36-80E4-F06F6BB5FE8C}"/>
              </a:ext>
            </a:extLst>
          </p:cNvPr>
          <p:cNvSpPr>
            <a:spLocks xmlns:a="http://schemas.openxmlformats.org/drawingml/2006/main" noGrp="1"/>
          </p:cNvSpPr>
          <p:nvPr/>
        </p:nvSpPr>
        <p:spPr>
          <a:xfrm xmlns:a="http://schemas.openxmlformats.org/drawingml/2006/main">
            <a:off x="441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반복 절차">
            <a:extLst xmlns:a="http://schemas.openxmlformats.org/drawingml/2006/main">
              <a:ext uri="{FF2B5EF4-FFF2-40B4-BE49-F238E27FC236}">
                <a16:creationId xmlns:a16="http://schemas.microsoft.com/office/drawing/2014/main" id="{C6C6A797-A999-48C4-A9A4-A7A44A71B731}"/>
              </a:ext>
            </a:extLst>
          </p:cNvPr>
          <p:cNvSpPr>
            <a:spLocks xmlns:a="http://schemas.openxmlformats.org/drawingml/2006/main" noGrp="1"/>
          </p:cNvSpPr>
          <p:nvPr/>
        </p:nvSpPr>
        <p:spPr>
          <a:xfrm xmlns:a="http://schemas.openxmlformats.org/drawingml/2006/main">
            <a:off x="461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절차</a:t>
            </a:r>
          </a:p>
        </p:txBody>
      </p:sp>
      <p:sp>
        <p:nvSpPr>
          <p:cNvPr id="13" name="조사 · 변경 · 검증">
            <a:extLst xmlns:a="http://schemas.openxmlformats.org/drawingml/2006/main">
              <a:ext uri="{FF2B5EF4-FFF2-40B4-BE49-F238E27FC236}">
                <a16:creationId xmlns:a16="http://schemas.microsoft.com/office/drawing/2014/main" id="{4326040B-7223-4D62-AD03-25150F920C8F}"/>
              </a:ext>
            </a:extLst>
          </p:cNvPr>
          <p:cNvSpPr>
            <a:spLocks xmlns:a="http://schemas.openxmlformats.org/drawingml/2006/main" noGrp="1"/>
          </p:cNvSpPr>
          <p:nvPr/>
        </p:nvSpPr>
        <p:spPr>
          <a:xfrm xmlns:a="http://schemas.openxmlformats.org/drawingml/2006/main">
            <a:off x="461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a:t>
            </a:r>
          </a:p>
        </p:txBody>
      </p:sp>
      <p:sp>
        <p:nvSpPr>
          <p:cNvPr id="14" name="">
            <a:extLst xmlns:a="http://schemas.openxmlformats.org/drawingml/2006/main">
              <a:ext uri="{FF2B5EF4-FFF2-40B4-BE49-F238E27FC236}">
                <a16:creationId xmlns:a16="http://schemas.microsoft.com/office/drawing/2014/main" id="{828E2416-F77A-463F-834C-3178312A64FA}"/>
              </a:ext>
            </a:extLst>
          </p:cNvPr>
          <p:cNvSpPr>
            <a:spLocks xmlns:a="http://schemas.openxmlformats.org/drawingml/2006/main" noGrp="1"/>
          </p:cNvSpPr>
          <p:nvPr/>
        </p:nvSpPr>
        <p:spPr>
          <a:xfrm xmlns:a="http://schemas.openxmlformats.org/drawingml/2006/main">
            <a:off x="6096000" y="3009900"/>
            <a:ext cx="0" cy="361950"/>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7117A78A-025F-4F3D-B81E-04371280F09F}"/>
              </a:ext>
            </a:extLst>
          </p:cNvPr>
          <p:cNvSpPr>
            <a:spLocks xmlns:a="http://schemas.openxmlformats.org/drawingml/2006/main" noGrp="1"/>
          </p:cNvSpPr>
          <p:nvPr/>
        </p:nvSpPr>
        <p:spPr>
          <a:xfrm xmlns:a="http://schemas.openxmlformats.org/drawingml/2006/main">
            <a:off x="822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근거">
            <a:extLst xmlns:a="http://schemas.openxmlformats.org/drawingml/2006/main">
              <a:ext uri="{FF2B5EF4-FFF2-40B4-BE49-F238E27FC236}">
                <a16:creationId xmlns:a16="http://schemas.microsoft.com/office/drawing/2014/main" id="{5CDD2499-5808-4ADE-8666-286BFE82BFC9}"/>
              </a:ext>
            </a:extLst>
          </p:cNvPr>
          <p:cNvSpPr>
            <a:spLocks xmlns:a="http://schemas.openxmlformats.org/drawingml/2006/main" noGrp="1"/>
          </p:cNvSpPr>
          <p:nvPr/>
        </p:nvSpPr>
        <p:spPr>
          <a:xfrm xmlns:a="http://schemas.openxmlformats.org/drawingml/2006/main">
            <a:off x="842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근거</a:t>
            </a:r>
          </a:p>
        </p:txBody>
      </p:sp>
      <p:sp>
        <p:nvSpPr>
          <p:cNvPr id="17" name="테스트 · 측정 조건">
            <a:extLst xmlns:a="http://schemas.openxmlformats.org/drawingml/2006/main">
              <a:ext uri="{FF2B5EF4-FFF2-40B4-BE49-F238E27FC236}">
                <a16:creationId xmlns:a16="http://schemas.microsoft.com/office/drawing/2014/main" id="{63FD93DD-408F-482C-9295-3DC6B4A7C5ED}"/>
              </a:ext>
            </a:extLst>
          </p:cNvPr>
          <p:cNvSpPr>
            <a:spLocks xmlns:a="http://schemas.openxmlformats.org/drawingml/2006/main" noGrp="1"/>
          </p:cNvSpPr>
          <p:nvPr/>
        </p:nvSpPr>
        <p:spPr>
          <a:xfrm xmlns:a="http://schemas.openxmlformats.org/drawingml/2006/main">
            <a:off x="842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조건</a:t>
            </a:r>
          </a:p>
        </p:txBody>
      </p:sp>
      <p:sp>
        <p:nvSpPr>
          <p:cNvPr id="18" name="">
            <a:extLst xmlns:a="http://schemas.openxmlformats.org/drawingml/2006/main">
              <a:ext uri="{FF2B5EF4-FFF2-40B4-BE49-F238E27FC236}">
                <a16:creationId xmlns:a16="http://schemas.microsoft.com/office/drawing/2014/main" id="{DBD50BFE-D2EA-445D-AEEB-69C61ED56E2A}"/>
              </a:ext>
            </a:extLst>
          </p:cNvPr>
          <p:cNvSpPr>
            <a:spLocks xmlns:a="http://schemas.openxmlformats.org/drawingml/2006/main" noGrp="1"/>
          </p:cNvSpPr>
          <p:nvPr/>
        </p:nvSpPr>
        <p:spPr>
          <a:xfrm xmlns:a="http://schemas.openxmlformats.org/drawingml/2006/main">
            <a:off x="9906000" y="3009900"/>
            <a:ext cx="0" cy="3619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2D212F53-FD72-49DA-8F59-BA3EFAD6FAA9}"/>
              </a:ext>
            </a:extLst>
          </p:cNvPr>
          <p:cNvSpPr>
            <a:spLocks xmlns:a="http://schemas.openxmlformats.org/drawingml/2006/main" noGrp="1"/>
          </p:cNvSpPr>
          <p:nvPr/>
        </p:nvSpPr>
        <p:spPr>
          <a:xfrm xmlns:a="http://schemas.openxmlformats.org/drawingml/2006/main">
            <a:off x="2286000" y="337185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81EA8C1C-D701-4764-BC3F-8DE0944342C2}"/>
              </a:ext>
            </a:extLst>
          </p:cNvPr>
          <p:cNvCxnSpPr/>
          <p:nvPr/>
        </p:nvCxnSpPr>
        <p:spPr>
          <a:xfrm xmlns:a="http://schemas.openxmlformats.org/drawingml/2006/main">
            <a:off x="6096000" y="3371850"/>
            <a:ext cx="0" cy="1905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46A27734-E840-41EE-AEC6-98B1759DB737}"/>
              </a:ext>
            </a:extLst>
          </p:cNvPr>
          <p:cNvSpPr>
            <a:spLocks xmlns:a="http://schemas.openxmlformats.org/drawingml/2006/main" noGrp="1"/>
          </p:cNvSpPr>
          <p:nvPr/>
        </p:nvSpPr>
        <p:spPr>
          <a:xfrm xmlns:a="http://schemas.openxmlformats.org/drawingml/2006/main">
            <a:off x="4953000" y="3619500"/>
            <a:ext cx="2286000" cy="5524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하나만 선택">
            <a:extLst xmlns:a="http://schemas.openxmlformats.org/drawingml/2006/main">
              <a:ext uri="{FF2B5EF4-FFF2-40B4-BE49-F238E27FC236}">
                <a16:creationId xmlns:a16="http://schemas.microsoft.com/office/drawing/2014/main" id="{18F6EF60-C3A9-4CBF-B957-0A6A8ED554C2}"/>
              </a:ext>
            </a:extLst>
          </p:cNvPr>
          <p:cNvSpPr>
            <a:spLocks xmlns:a="http://schemas.openxmlformats.org/drawingml/2006/main" noGrp="1"/>
          </p:cNvSpPr>
          <p:nvPr/>
        </p:nvSpPr>
        <p:spPr>
          <a:xfrm xmlns:a="http://schemas.openxmlformats.org/drawingml/2006/main">
            <a:off x="5105400" y="3705225"/>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하나만 선택</a:t>
            </a:r>
          </a:p>
        </p:txBody>
      </p:sp>
      <p:sp>
        <p:nvSpPr>
          <p:cNvPr id="23" name="">
            <a:extLst xmlns:a="http://schemas.openxmlformats.org/drawingml/2006/main">
              <a:ext uri="{FF2B5EF4-FFF2-40B4-BE49-F238E27FC236}">
                <a16:creationId xmlns:a16="http://schemas.microsoft.com/office/drawing/2014/main" id="{A249AF1C-D7CA-49A4-8C91-851BA0FF299A}"/>
              </a:ext>
            </a:extLst>
          </p:cNvPr>
          <p:cNvSpPr>
            <a:spLocks xmlns:a="http://schemas.openxmlformats.org/drawingml/2006/main" noGrp="1"/>
          </p:cNvSpPr>
          <p:nvPr/>
        </p:nvSpPr>
        <p:spPr>
          <a:xfrm xmlns:a="http://schemas.openxmlformats.org/drawingml/2006/main">
            <a:off x="6096000" y="4171950"/>
            <a:ext cx="0" cy="171450"/>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6156A1DF-1E46-455D-99CC-92125BA89E4E}"/>
              </a:ext>
            </a:extLst>
          </p:cNvPr>
          <p:cNvSpPr>
            <a:spLocks xmlns:a="http://schemas.openxmlformats.org/drawingml/2006/main" noGrp="1"/>
          </p:cNvSpPr>
          <p:nvPr/>
        </p:nvSpPr>
        <p:spPr>
          <a:xfrm xmlns:a="http://schemas.openxmlformats.org/drawingml/2006/main">
            <a:off x="3200400" y="43434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9175785D-B34D-4EEA-80ED-87E1CD75D4A7}"/>
              </a:ext>
            </a:extLst>
          </p:cNvPr>
          <p:cNvCxnSpPr/>
          <p:nvPr/>
        </p:nvCxnSpPr>
        <p:spPr>
          <a:xfrm xmlns:a="http://schemas.openxmlformats.org/drawingml/2006/main">
            <a:off x="32004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6" name="">
            <a:extLst xmlns:a="http://schemas.openxmlformats.org/drawingml/2006/main">
              <a:ext uri="{FF2B5EF4-FFF2-40B4-BE49-F238E27FC236}">
                <a16:creationId xmlns:a16="http://schemas.microsoft.com/office/drawing/2014/main" id="{0434D903-0814-4996-8951-57F61098AE31}"/>
              </a:ext>
            </a:extLst>
          </p:cNvPr>
          <p:cNvCxnSpPr/>
          <p:nvPr/>
        </p:nvCxnSpPr>
        <p:spPr>
          <a:xfrm xmlns:a="http://schemas.openxmlformats.org/drawingml/2006/main">
            <a:off x="89916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2C2D96E6-3625-40CF-8173-C1D1D6BD4C8A}"/>
              </a:ext>
            </a:extLst>
          </p:cNvPr>
          <p:cNvSpPr>
            <a:spLocks xmlns:a="http://schemas.openxmlformats.org/drawingml/2006/main" noGrp="1"/>
          </p:cNvSpPr>
          <p:nvPr/>
        </p:nvSpPr>
        <p:spPr>
          <a:xfrm xmlns:a="http://schemas.openxmlformats.org/drawingml/2006/main">
            <a:off x="6096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디에 둘까?">
            <a:extLst xmlns:a="http://schemas.openxmlformats.org/drawingml/2006/main">
              <a:ext uri="{FF2B5EF4-FFF2-40B4-BE49-F238E27FC236}">
                <a16:creationId xmlns:a16="http://schemas.microsoft.com/office/drawing/2014/main" id="{C6620BCF-620C-4B96-81AC-FCC9CBFB754D}"/>
              </a:ext>
            </a:extLst>
          </p:cNvPr>
          <p:cNvSpPr>
            <a:spLocks xmlns:a="http://schemas.openxmlformats.org/drawingml/2006/main" noGrp="1"/>
          </p:cNvSpPr>
          <p:nvPr/>
        </p:nvSpPr>
        <p:spPr>
          <a:xfrm xmlns:a="http://schemas.openxmlformats.org/drawingml/2006/main">
            <a:off x="8001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어디에 둘까?</a:t>
            </a:r>
          </a:p>
        </p:txBody>
      </p:sp>
      <p:sp>
        <p:nvSpPr>
          <p:cNvPr id="29" name="">
            <a:extLst xmlns:a="http://schemas.openxmlformats.org/drawingml/2006/main">
              <a:ext uri="{FF2B5EF4-FFF2-40B4-BE49-F238E27FC236}">
                <a16:creationId xmlns:a16="http://schemas.microsoft.com/office/drawing/2014/main" id="{F18C9084-27FB-4FC1-8C1B-AE7B359085B3}"/>
              </a:ext>
            </a:extLst>
          </p:cNvPr>
          <p:cNvSpPr>
            <a:spLocks xmlns:a="http://schemas.openxmlformats.org/drawingml/2006/main" noGrp="1"/>
          </p:cNvSpPr>
          <p:nvPr/>
        </p:nvSpPr>
        <p:spPr>
          <a:xfrm xmlns:a="http://schemas.openxmlformats.org/drawingml/2006/main">
            <a:off x="64008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갱신할까?">
            <a:extLst xmlns:a="http://schemas.openxmlformats.org/drawingml/2006/main">
              <a:ext uri="{FF2B5EF4-FFF2-40B4-BE49-F238E27FC236}">
                <a16:creationId xmlns:a16="http://schemas.microsoft.com/office/drawing/2014/main" id="{BAE6390A-E1AB-4E6E-8CBA-2F9A9760169E}"/>
              </a:ext>
            </a:extLst>
          </p:cNvPr>
          <p:cNvSpPr>
            <a:spLocks xmlns:a="http://schemas.openxmlformats.org/drawingml/2006/main" noGrp="1"/>
          </p:cNvSpPr>
          <p:nvPr/>
        </p:nvSpPr>
        <p:spPr>
          <a:xfrm xmlns:a="http://schemas.openxmlformats.org/drawingml/2006/main">
            <a:off x="65913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누가 검토·갱신할까?</a:t>
            </a:r>
          </a:p>
        </p:txBody>
      </p:sp>
      <p:sp>
        <p:nvSpPr>
          <p:cNvPr id="31" name="위치와 담당을 생각했다면, 다시 확인할 때는?">
            <a:extLst xmlns:a="http://schemas.openxmlformats.org/drawingml/2006/main">
              <a:ext uri="{FF2B5EF4-FFF2-40B4-BE49-F238E27FC236}">
                <a16:creationId xmlns:a16="http://schemas.microsoft.com/office/drawing/2014/main" id="{E23D1B37-C64D-4036-9E98-4CD79FC07C67}"/>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위치와 담당을 생각했다면, 다시 확인할 때는?</a:t>
            </a:r>
          </a:p>
        </p:txBody>
      </p:sp>
      <p:sp>
        <p:nvSpPr>
          <p:cNvPr id="32" name="Legacy module connection">
            <a:extLst xmlns:a="http://schemas.openxmlformats.org/drawingml/2006/main">
              <a:ext uri="{FF2B5EF4-FFF2-40B4-BE49-F238E27FC236}">
                <a16:creationId xmlns:a16="http://schemas.microsoft.com/office/drawing/2014/main" id="{70D7BD28-AFE6-4B6F-A4C6-EAFB05B5EF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13037603"/>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성공한 작업 환경의 유지와 개선">
            <a:extLst xmlns:a="http://schemas.openxmlformats.org/drawingml/2006/main">
              <a:ext uri="{FF2B5EF4-FFF2-40B4-BE49-F238E27FC236}">
                <a16:creationId xmlns:a16="http://schemas.microsoft.com/office/drawing/2014/main" id="{59E4CE99-08E1-4BD2-BB9B-5863045AD3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성공한 작업 환경의 유지와 개선</a:t>
            </a:r>
          </a:p>
        </p:txBody>
      </p:sp>
      <p:sp>
        <p:nvSpPr>
          <p:cNvPr id="2" name="S71">
            <a:extLst xmlns:a="http://schemas.openxmlformats.org/drawingml/2006/main">
              <a:ext uri="{FF2B5EF4-FFF2-40B4-BE49-F238E27FC236}">
                <a16:creationId xmlns:a16="http://schemas.microsoft.com/office/drawing/2014/main" id="{6EE3F0A1-FCDA-429C-AD04-3AD42DB075B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확인한 성공을 유지하려면">
            <a:extLst xmlns:a="http://schemas.openxmlformats.org/drawingml/2006/main">
              <a:ext uri="{FF2B5EF4-FFF2-40B4-BE49-F238E27FC236}">
                <a16:creationId xmlns:a16="http://schemas.microsoft.com/office/drawing/2014/main" id="{DDDEDDCE-EC62-4CE2-9DA6-8D58090CBE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DA9C3793-4413-4E37-9032-83E831F998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밝기 통계의 실제 성공을 기준점으로 보존">
            <a:extLst xmlns:a="http://schemas.openxmlformats.org/drawingml/2006/main">
              <a:ext uri="{FF2B5EF4-FFF2-40B4-BE49-F238E27FC236}">
                <a16:creationId xmlns:a16="http://schemas.microsoft.com/office/drawing/2014/main" id="{E2370A87-9599-43BB-8F12-6F273376C5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밝기 통계의 실제 성공을 기준점으로 보존</a:t>
            </a:r>
          </a:p>
        </p:txBody>
      </p:sp>
      <p:sp>
        <p:nvSpPr>
          <p:cNvPr id="6" name="기록된 입력·코드·환경의 결과 · 다음 가상 사례는 별개이며 실제 실패 이력이 아님">
            <a:extLst xmlns:a="http://schemas.openxmlformats.org/drawingml/2006/main">
              <a:ext uri="{FF2B5EF4-FFF2-40B4-BE49-F238E27FC236}">
                <a16:creationId xmlns:a16="http://schemas.microsoft.com/office/drawing/2014/main" id="{D7219A96-67C6-413D-BDB7-B1742247B5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 · 다음 가상 사례는 별개이며 실제 실패 이력이 아님</a:t>
            </a:r>
          </a:p>
        </p:txBody>
      </p:sp>
      <p:sp>
        <p:nvSpPr>
          <p:cNvPr id="7" name="밝기 통계 작업은 검증된 결과로 마쳤다">
            <a:extLst xmlns:a="http://schemas.openxmlformats.org/drawingml/2006/main">
              <a:ext uri="{FF2B5EF4-FFF2-40B4-BE49-F238E27FC236}">
                <a16:creationId xmlns:a16="http://schemas.microsoft.com/office/drawing/2014/main" id="{871B225A-A920-4440-9160-5CC2DB9BF9F4}"/>
              </a:ext>
            </a:extLst>
          </p:cNvPr>
          <p:cNvSpPr>
            <a:spLocks xmlns:a="http://schemas.openxmlformats.org/drawingml/2006/main" noGrp="1"/>
          </p:cNvSpPr>
          <p:nvPr/>
        </p:nvSpPr>
        <p:spPr>
          <a:xfrm xmlns:a="http://schemas.openxmlformats.org/drawingml/2006/main">
            <a:off x="609600" y="1952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밝기 통계 작업은 검증된 결과로 마쳤다</a:t>
            </a:r>
          </a:p>
        </p:txBody>
      </p:sp>
      <p:sp>
        <p:nvSpPr>
          <p:cNvPr id="8" name="">
            <a:extLst xmlns:a="http://schemas.openxmlformats.org/drawingml/2006/main">
              <a:ext uri="{FF2B5EF4-FFF2-40B4-BE49-F238E27FC236}">
                <a16:creationId xmlns:a16="http://schemas.microsoft.com/office/drawing/2014/main" id="{50E8058E-885F-46F2-9290-2D3D37130AC2}"/>
              </a:ext>
            </a:extLst>
          </p:cNvPr>
          <p:cNvSpPr>
            <a:spLocks xmlns:a="http://schemas.openxmlformats.org/drawingml/2006/main" noGrp="1"/>
          </p:cNvSpPr>
          <p:nvPr/>
        </p:nvSpPr>
        <p:spPr>
          <a:xfrm xmlns:a="http://schemas.openxmlformats.org/drawingml/2006/main">
            <a:off x="60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명세">
            <a:extLst xmlns:a="http://schemas.openxmlformats.org/drawingml/2006/main">
              <a:ext uri="{FF2B5EF4-FFF2-40B4-BE49-F238E27FC236}">
                <a16:creationId xmlns:a16="http://schemas.microsoft.com/office/drawing/2014/main" id="{8A6668B8-9365-4139-8526-AE9A708CA5F6}"/>
              </a:ext>
            </a:extLst>
          </p:cNvPr>
          <p:cNvSpPr>
            <a:spLocks xmlns:a="http://schemas.openxmlformats.org/drawingml/2006/main" noGrp="1"/>
          </p:cNvSpPr>
          <p:nvPr/>
        </p:nvSpPr>
        <p:spPr>
          <a:xfrm xmlns:a="http://schemas.openxmlformats.org/drawingml/2006/main">
            <a:off x="60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동작 명세</a:t>
            </a:r>
          </a:p>
        </p:txBody>
      </p:sp>
      <p:sp>
        <p:nvSpPr>
          <p:cNvPr id="10" name="출력 6항목 동일">
            <a:extLst xmlns:a="http://schemas.openxmlformats.org/drawingml/2006/main">
              <a:ext uri="{FF2B5EF4-FFF2-40B4-BE49-F238E27FC236}">
                <a16:creationId xmlns:a16="http://schemas.microsoft.com/office/drawing/2014/main" id="{F9F833ED-157C-4864-B69E-197A7A388E01}"/>
              </a:ext>
            </a:extLst>
          </p:cNvPr>
          <p:cNvSpPr>
            <a:spLocks xmlns:a="http://schemas.openxmlformats.org/drawingml/2006/main" noGrp="1"/>
          </p:cNvSpPr>
          <p:nvPr/>
        </p:nvSpPr>
        <p:spPr>
          <a:xfrm xmlns:a="http://schemas.openxmlformats.org/drawingml/2006/main">
            <a:off x="60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 6항목 동일</a:t>
            </a:r>
          </a:p>
        </p:txBody>
      </p:sp>
      <p:sp>
        <p:nvSpPr>
          <p:cNvPr id="11" name="">
            <a:extLst xmlns:a="http://schemas.openxmlformats.org/drawingml/2006/main">
              <a:ext uri="{FF2B5EF4-FFF2-40B4-BE49-F238E27FC236}">
                <a16:creationId xmlns:a16="http://schemas.microsoft.com/office/drawing/2014/main" id="{E5799E40-76CC-4089-AD7A-FB8484B66859}"/>
              </a:ext>
            </a:extLst>
          </p:cNvPr>
          <p:cNvSpPr>
            <a:spLocks xmlns:a="http://schemas.openxmlformats.org/drawingml/2006/main" noGrp="1"/>
          </p:cNvSpPr>
          <p:nvPr/>
        </p:nvSpPr>
        <p:spPr>
          <a:xfrm xmlns:a="http://schemas.openxmlformats.org/drawingml/2006/main">
            <a:off x="441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테스트">
            <a:extLst xmlns:a="http://schemas.openxmlformats.org/drawingml/2006/main">
              <a:ext uri="{FF2B5EF4-FFF2-40B4-BE49-F238E27FC236}">
                <a16:creationId xmlns:a16="http://schemas.microsoft.com/office/drawing/2014/main" id="{F4F3668A-DB76-4B70-AD93-AF221A204C57}"/>
              </a:ext>
            </a:extLst>
          </p:cNvPr>
          <p:cNvSpPr>
            <a:spLocks xmlns:a="http://schemas.openxmlformats.org/drawingml/2006/main" noGrp="1"/>
          </p:cNvSpPr>
          <p:nvPr/>
        </p:nvSpPr>
        <p:spPr>
          <a:xfrm xmlns:a="http://schemas.openxmlformats.org/drawingml/2006/main">
            <a:off x="441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a:t>
            </a:r>
          </a:p>
        </p:txBody>
      </p:sp>
      <p:sp>
        <p:nvSpPr>
          <p:cNvPr id="13" name="전체 11/11 통과">
            <a:extLst xmlns:a="http://schemas.openxmlformats.org/drawingml/2006/main">
              <a:ext uri="{FF2B5EF4-FFF2-40B4-BE49-F238E27FC236}">
                <a16:creationId xmlns:a16="http://schemas.microsoft.com/office/drawing/2014/main" id="{583F4F83-4CDA-43E3-93F6-D546F5A169E9}"/>
              </a:ext>
            </a:extLst>
          </p:cNvPr>
          <p:cNvSpPr>
            <a:spLocks xmlns:a="http://schemas.openxmlformats.org/drawingml/2006/main" noGrp="1"/>
          </p:cNvSpPr>
          <p:nvPr/>
        </p:nvSpPr>
        <p:spPr>
          <a:xfrm xmlns:a="http://schemas.openxmlformats.org/drawingml/2006/main">
            <a:off x="441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전체 11/11 통과</a:t>
            </a:r>
          </a:p>
        </p:txBody>
      </p:sp>
      <p:sp>
        <p:nvSpPr>
          <p:cNvPr id="14" name="">
            <a:extLst xmlns:a="http://schemas.openxmlformats.org/drawingml/2006/main">
              <a:ext uri="{FF2B5EF4-FFF2-40B4-BE49-F238E27FC236}">
                <a16:creationId xmlns:a16="http://schemas.microsoft.com/office/drawing/2014/main" id="{1E5C9CF7-6215-41C7-BC0D-50C5DCA3D916}"/>
              </a:ext>
            </a:extLst>
          </p:cNvPr>
          <p:cNvSpPr>
            <a:spLocks xmlns:a="http://schemas.openxmlformats.org/drawingml/2006/main" noGrp="1"/>
          </p:cNvSpPr>
          <p:nvPr/>
        </p:nvSpPr>
        <p:spPr>
          <a:xfrm xmlns:a="http://schemas.openxmlformats.org/drawingml/2006/main">
            <a:off x="822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성능 측정">
            <a:extLst xmlns:a="http://schemas.openxmlformats.org/drawingml/2006/main">
              <a:ext uri="{FF2B5EF4-FFF2-40B4-BE49-F238E27FC236}">
                <a16:creationId xmlns:a16="http://schemas.microsoft.com/office/drawing/2014/main" id="{3CB4C50B-1BA9-40EA-8B25-C222DFB3DFDD}"/>
              </a:ext>
            </a:extLst>
          </p:cNvPr>
          <p:cNvSpPr>
            <a:spLocks xmlns:a="http://schemas.openxmlformats.org/drawingml/2006/main" noGrp="1"/>
          </p:cNvSpPr>
          <p:nvPr/>
        </p:nvSpPr>
        <p:spPr>
          <a:xfrm xmlns:a="http://schemas.openxmlformats.org/drawingml/2006/main">
            <a:off x="822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성능 측정</a:t>
            </a:r>
          </a:p>
        </p:txBody>
      </p:sp>
      <p:sp>
        <p:nvSpPr>
          <p:cNvPr id="16" name="같은 조건 · 결과 guard">
            <a:extLst xmlns:a="http://schemas.openxmlformats.org/drawingml/2006/main">
              <a:ext uri="{FF2B5EF4-FFF2-40B4-BE49-F238E27FC236}">
                <a16:creationId xmlns:a16="http://schemas.microsoft.com/office/drawing/2014/main" id="{CFBDCE4F-365A-49E8-BEB1-3F28947BE18F}"/>
              </a:ext>
            </a:extLst>
          </p:cNvPr>
          <p:cNvSpPr>
            <a:spLocks xmlns:a="http://schemas.openxmlformats.org/drawingml/2006/main" noGrp="1"/>
          </p:cNvSpPr>
          <p:nvPr/>
        </p:nvSpPr>
        <p:spPr>
          <a:xfrm xmlns:a="http://schemas.openxmlformats.org/drawingml/2006/main">
            <a:off x="822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 · 결과 guard</a:t>
            </a:r>
          </a:p>
        </p:txBody>
      </p:sp>
      <p:sp>
        <p:nvSpPr>
          <p:cNvPr id="17" name="">
            <a:extLst xmlns:a="http://schemas.openxmlformats.org/drawingml/2006/main">
              <a:ext uri="{FF2B5EF4-FFF2-40B4-BE49-F238E27FC236}">
                <a16:creationId xmlns:a16="http://schemas.microsoft.com/office/drawing/2014/main" id="{B67AD0B1-A7BF-4175-8563-14AFB163D9B5}"/>
              </a:ext>
            </a:extLst>
          </p:cNvPr>
          <p:cNvSpPr>
            <a:spLocks xmlns:a="http://schemas.openxmlformats.org/drawingml/2006/main" noGrp="1"/>
          </p:cNvSpPr>
          <p:nvPr/>
        </p:nvSpPr>
        <p:spPr>
          <a:xfrm xmlns:a="http://schemas.openxmlformats.org/drawingml/2006/main">
            <a:off x="609600" y="4114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이제 살펴볼 문제: 기준과 절차를 계속 맞게 유지하기">
            <a:extLst xmlns:a="http://schemas.openxmlformats.org/drawingml/2006/main">
              <a:ext uri="{FF2B5EF4-FFF2-40B4-BE49-F238E27FC236}">
                <a16:creationId xmlns:a16="http://schemas.microsoft.com/office/drawing/2014/main" id="{1EFEE390-F749-4C67-B25D-62AB04AF226C}"/>
              </a:ext>
            </a:extLst>
          </p:cNvPr>
          <p:cNvSpPr>
            <a:spLocks xmlns:a="http://schemas.openxmlformats.org/drawingml/2006/main" noGrp="1"/>
          </p:cNvSpPr>
          <p:nvPr/>
        </p:nvSpPr>
        <p:spPr>
          <a:xfrm xmlns:a="http://schemas.openxmlformats.org/drawingml/2006/main">
            <a:off x="609600" y="4324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이제 살펴볼 문제: 기준과 절차를 계속 맞게 유지하기</a:t>
            </a:r>
          </a:p>
        </p:txBody>
      </p:sp>
      <p:sp>
        <p:nvSpPr>
          <p:cNvPr id="19" name="어떤 변화가 생기면, 담당자가 다시 확인해야 할까?">
            <a:extLst xmlns:a="http://schemas.openxmlformats.org/drawingml/2006/main">
              <a:ext uri="{FF2B5EF4-FFF2-40B4-BE49-F238E27FC236}">
                <a16:creationId xmlns:a16="http://schemas.microsoft.com/office/drawing/2014/main" id="{99FCA753-8DBC-4555-99B5-2C7197C9FA56}"/>
              </a:ext>
            </a:extLst>
          </p:cNvPr>
          <p:cNvSpPr>
            <a:spLocks xmlns:a="http://schemas.openxmlformats.org/drawingml/2006/main" noGrp="1"/>
          </p:cNvSpPr>
          <p:nvPr/>
        </p:nvSpPr>
        <p:spPr>
          <a:xfrm xmlns:a="http://schemas.openxmlformats.org/drawingml/2006/main">
            <a:off x="609600" y="5010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변화가 생기면, 담당자가 다시 확인해야 할까?</a:t>
            </a:r>
          </a:p>
        </p:txBody>
      </p:sp>
      <p:sp>
        <p:nvSpPr>
          <p:cNvPr id="20" name="Legacy module connection">
            <a:extLst xmlns:a="http://schemas.openxmlformats.org/drawingml/2006/main">
              <a:ext uri="{FF2B5EF4-FFF2-40B4-BE49-F238E27FC236}">
                <a16:creationId xmlns:a16="http://schemas.microsoft.com/office/drawing/2014/main" id="{D8D80108-208B-41F6-8045-4981C06121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74375085"/>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CE9AB927-1EF8-4C57-B3EC-4E0CDA7B5E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72">
            <a:extLst xmlns:a="http://schemas.openxmlformats.org/drawingml/2006/main">
              <a:ext uri="{FF2B5EF4-FFF2-40B4-BE49-F238E27FC236}">
                <a16:creationId xmlns:a16="http://schemas.microsoft.com/office/drawing/2014/main" id="{AF4B4535-A712-4C53-8029-FD61E0AFDC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처음에는 기준과 재사용 절차가 맞았다">
            <a:extLst xmlns:a="http://schemas.openxmlformats.org/drawingml/2006/main">
              <a:ext uri="{FF2B5EF4-FFF2-40B4-BE49-F238E27FC236}">
                <a16:creationId xmlns:a16="http://schemas.microsoft.com/office/drawing/2014/main" id="{807C1A0D-A3BC-4630-837A-E123867D23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8A3467D5-F6EA-43EE-B253-AE25F3781C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97B9BD9D-F165-483A-8FE0-39A7DCCD6E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2CEB54DC-D6D7-4CED-A1D1-9E0A21F572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A04DB418-71D5-408A-A70C-BE3467077160}"/>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E727D379-9234-473A-B2AF-8F472B285327}"/>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53B71120-A9BE-4A12-A74F-B7EC6B2D088C}"/>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F8746CF9-0FA4-4C1F-8703-F2D69D980B0C}"/>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0466D4EF-420D-4C04-A4E8-6ED086EB9354}"/>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268FB6AC-6A5B-4B0C-B713-6A15F78B97B8}"/>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001C891D-8752-4F73-9FAE-C55FD34C9DEA}"/>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CD785E4C-7210-4652-85B1-A4C882E760C5}"/>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A37950EA-513D-42FC-AE84-79368A7DE91D}"/>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142E34DA-EA01-4023-9B4C-6FAB5F03F13D}"/>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70CAA2D5-EC3F-405F-9AC2-E09E1C9C38DE}"/>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C7E17FA0-9325-4D76-BBD2-D66C30CDB7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71166950"/>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FBA39294-CA2D-4214-A724-57A9033EC02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3">
            <a:extLst xmlns:a="http://schemas.openxmlformats.org/drawingml/2006/main">
              <a:ext uri="{FF2B5EF4-FFF2-40B4-BE49-F238E27FC236}">
                <a16:creationId xmlns:a16="http://schemas.microsoft.com/office/drawing/2014/main" id="{C559C710-4049-45CF-B17F-2DBE0D151FA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Project는 바뀌고 Workflow는 남았다">
            <a:extLst xmlns:a="http://schemas.openxmlformats.org/drawingml/2006/main">
              <a:ext uri="{FF2B5EF4-FFF2-40B4-BE49-F238E27FC236}">
                <a16:creationId xmlns:a16="http://schemas.microsoft.com/office/drawing/2014/main" id="{461183F1-AF80-42B2-A310-2A058339A3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8B193183-EB21-4E14-A2BC-C6E2B3929526}"/>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28A09023-A590-4C06-81F2-F90973652453}"/>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10C21809-C701-450C-B32C-2C1CA7374E52}"/>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7B669C11-7079-443E-8BCE-3E30091F2ADA}"/>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64CE736F-EF23-42A5-8D55-AF4F3D03C18E}"/>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302F9A55-87B0-499A-941F-1D7CF0AF11F8}"/>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C28C10B9-C577-4F9C-A88A-58920A3148CA}"/>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455DF229-FEA4-4872-98D7-C60E643EB543}"/>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86349534-D680-4ABF-97EE-0590BF53978F}"/>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3AFEAF39-CA82-4129-A42A-FE65CCDD7659}"/>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1D90E910-C290-423D-BFBD-FC3ADC6126BA}"/>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FDC7160F-54D7-4C72-BCEC-F341AB1BAA5E}"/>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BBEC2615-B1E3-4233-8C27-5E6B47C420AD}"/>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608CE9BD-446E-46C0-B5BD-64F1963604D0}"/>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90DD0D52-A8CB-415F-8F30-A0629620AE42}"/>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D0376741-D089-46CC-BC95-125551425239}"/>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DDB80402-C1F0-4526-81F8-0A6835190197}"/>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248B2F4E-FBBB-4FB5-9A21-F69D60EB6070}"/>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CAFE92E9-965C-488F-8649-F37C1C229FF2}"/>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CD941DB3-30D9-4D2C-9385-20AA5E384E65}"/>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B7C3F0D7-2042-4F2D-8B1C-19614E8ED38E}"/>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93FE5612-950C-4314-BD33-C873AF2461A8}"/>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48C444E6-CD75-4AA6-A8B7-DE6292E6B3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7311EEAD-98C7-462D-83E4-A4B736E4DB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91C513E8-79BE-49F7-B3E1-70B7A63AF2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0FFBFEF6-851F-4740-933E-5048E8B49F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4045756"/>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요청 보정과 지침 유지">
            <a:extLst xmlns:a="http://schemas.openxmlformats.org/drawingml/2006/main">
              <a:ext uri="{FF2B5EF4-FFF2-40B4-BE49-F238E27FC236}">
                <a16:creationId xmlns:a16="http://schemas.microsoft.com/office/drawing/2014/main" id="{EC0F383A-23AF-48FA-9C7F-4C110F84AB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요청 보정과 지침 유지</a:t>
            </a:r>
          </a:p>
        </p:txBody>
      </p:sp>
      <p:sp>
        <p:nvSpPr>
          <p:cNvPr id="2" name="S74">
            <a:extLst xmlns:a="http://schemas.openxmlformats.org/drawingml/2006/main">
              <a:ext uri="{FF2B5EF4-FFF2-40B4-BE49-F238E27FC236}">
                <a16:creationId xmlns:a16="http://schemas.microsoft.com/office/drawing/2014/main" id="{B0AB6F96-C5DC-488E-965E-8BBA77ED37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이번 요청과 다음 작업의 지침">
            <a:extLst xmlns:a="http://schemas.openxmlformats.org/drawingml/2006/main">
              <a:ext uri="{FF2B5EF4-FFF2-40B4-BE49-F238E27FC236}">
                <a16:creationId xmlns:a16="http://schemas.microsoft.com/office/drawing/2014/main" id="{31AC45C3-9D94-4184-BEB3-1F67048C39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CBCF59C6-F0B4-423A-99EF-8C688F19BC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을 보정하는 경우와 남아 있는 재사용 지침">
            <a:extLst xmlns:a="http://schemas.openxmlformats.org/drawingml/2006/main">
              <a:ext uri="{FF2B5EF4-FFF2-40B4-BE49-F238E27FC236}">
                <a16:creationId xmlns:a16="http://schemas.microsoft.com/office/drawing/2014/main" id="{547A76D3-AC42-4919-B32E-7129FA2E38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요청을 보정하는 경우와 남아 있는 재사용 지침</a:t>
            </a:r>
          </a:p>
        </p:txBody>
      </p:sp>
      <p:sp>
        <p:nvSpPr>
          <p:cNvPr id="6" name="가능한 대응의 비교 · 실제 실행·복구 성공·검증 누락을 관찰한 결과 아님">
            <a:extLst xmlns:a="http://schemas.openxmlformats.org/drawingml/2006/main">
              <a:ext uri="{FF2B5EF4-FFF2-40B4-BE49-F238E27FC236}">
                <a16:creationId xmlns:a16="http://schemas.microsoft.com/office/drawing/2014/main" id="{9E2EF230-AD17-4BAF-B5BF-55014DE974C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대응의 비교 · 실제 실행·복구 성공·검증 누락을 관찰한 결과 아님</a:t>
            </a:r>
          </a:p>
        </p:txBody>
      </p:sp>
      <p:sp>
        <p:nvSpPr>
          <p:cNvPr id="7" name="이번 요청에 통합 테스트를 더한다면?">
            <a:extLst xmlns:a="http://schemas.openxmlformats.org/drawingml/2006/main">
              <a:ext uri="{FF2B5EF4-FFF2-40B4-BE49-F238E27FC236}">
                <a16:creationId xmlns:a16="http://schemas.microsoft.com/office/drawing/2014/main" id="{DB586A4D-C5B2-4F5D-B8AE-3B6C389F224A}"/>
              </a:ext>
            </a:extLst>
          </p:cNvPr>
          <p:cNvSpPr>
            <a:spLocks xmlns:a="http://schemas.openxmlformats.org/drawingml/2006/main" noGrp="1"/>
          </p:cNvSpPr>
          <p:nvPr/>
        </p:nvSpPr>
        <p:spPr>
          <a:xfrm xmlns:a="http://schemas.openxmlformats.org/drawingml/2006/main">
            <a:off x="609600" y="1809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이번 요청">
            <a:extLst xmlns:a="http://schemas.openxmlformats.org/drawingml/2006/main">
              <a:ext uri="{FF2B5EF4-FFF2-40B4-BE49-F238E27FC236}">
                <a16:creationId xmlns:a16="http://schemas.microsoft.com/office/drawing/2014/main" id="{79C5909E-8945-47CE-960A-6DD7EA2AF726}"/>
              </a:ext>
            </a:extLst>
          </p:cNvPr>
          <p:cNvSpPr>
            <a:spLocks xmlns:a="http://schemas.openxmlformats.org/drawingml/2006/main" noGrp="1"/>
          </p:cNvSpPr>
          <p:nvPr/>
        </p:nvSpPr>
        <p:spPr>
          <a:xfrm xmlns:a="http://schemas.openxmlformats.org/drawingml/2006/main">
            <a:off x="609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요청</a:t>
            </a:r>
          </a:p>
        </p:txBody>
      </p:sp>
      <p:sp>
        <p:nvSpPr>
          <p:cNvPr id="9" name="">
            <a:extLst xmlns:a="http://schemas.openxmlformats.org/drawingml/2006/main">
              <a:ext uri="{FF2B5EF4-FFF2-40B4-BE49-F238E27FC236}">
                <a16:creationId xmlns:a16="http://schemas.microsoft.com/office/drawing/2014/main" id="{509ABB8F-E4C1-40B7-9FA4-712A80D60924}"/>
              </a:ext>
            </a:extLst>
          </p:cNvPr>
          <p:cNvSpPr>
            <a:spLocks xmlns:a="http://schemas.openxmlformats.org/drawingml/2006/main" noGrp="1"/>
          </p:cNvSpPr>
          <p:nvPr/>
        </p:nvSpPr>
        <p:spPr>
          <a:xfrm xmlns:a="http://schemas.openxmlformats.org/drawingml/2006/main">
            <a:off x="609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E87E155F-32D8-4583-BC35-7B6BE43DFE58}"/>
              </a:ext>
            </a:extLst>
          </p:cNvPr>
          <p:cNvSpPr>
            <a:spLocks xmlns:a="http://schemas.openxmlformats.org/drawingml/2006/main" noGrp="1"/>
          </p:cNvSpPr>
          <p:nvPr/>
        </p:nvSpPr>
        <p:spPr>
          <a:xfrm xmlns:a="http://schemas.openxmlformats.org/drawingml/2006/main">
            <a:off x="819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통합 테스트도 확인해 줘.</a:t>
            </a:r>
          </a:p>
        </p:txBody>
      </p:sp>
      <p:sp>
        <p:nvSpPr>
          <p:cNvPr id="11" name="이번 Task의 범위를 보정">
            <a:extLst xmlns:a="http://schemas.openxmlformats.org/drawingml/2006/main">
              <a:ext uri="{FF2B5EF4-FFF2-40B4-BE49-F238E27FC236}">
                <a16:creationId xmlns:a16="http://schemas.microsoft.com/office/drawing/2014/main" id="{B535BB4B-C613-43D4-9270-20490F9961A6}"/>
              </a:ext>
            </a:extLst>
          </p:cNvPr>
          <p:cNvSpPr>
            <a:spLocks xmlns:a="http://schemas.openxmlformats.org/drawingml/2006/main" noGrp="1"/>
          </p:cNvSpPr>
          <p:nvPr/>
        </p:nvSpPr>
        <p:spPr>
          <a:xfrm xmlns:a="http://schemas.openxmlformats.org/drawingml/2006/main">
            <a:off x="609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이번 Task의 범위를 보정</a:t>
            </a:r>
          </a:p>
        </p:txBody>
      </p:sp>
      <p:sp>
        <p:nvSpPr>
          <p:cNvPr id="12" name="다음 작업의 Workflow">
            <a:extLst xmlns:a="http://schemas.openxmlformats.org/drawingml/2006/main">
              <a:ext uri="{FF2B5EF4-FFF2-40B4-BE49-F238E27FC236}">
                <a16:creationId xmlns:a16="http://schemas.microsoft.com/office/drawing/2014/main" id="{DE5A9D01-874D-40E3-AA25-6C7A26714CD1}"/>
              </a:ext>
            </a:extLst>
          </p:cNvPr>
          <p:cNvSpPr>
            <a:spLocks xmlns:a="http://schemas.openxmlformats.org/drawingml/2006/main" noGrp="1"/>
          </p:cNvSpPr>
          <p:nvPr/>
        </p:nvSpPr>
        <p:spPr>
          <a:xfrm xmlns:a="http://schemas.openxmlformats.org/drawingml/2006/main">
            <a:off x="6705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작업의 Workflow</a:t>
            </a:r>
          </a:p>
        </p:txBody>
      </p:sp>
      <p:sp>
        <p:nvSpPr>
          <p:cNvPr id="13" name="">
            <a:extLst xmlns:a="http://schemas.openxmlformats.org/drawingml/2006/main">
              <a:ext uri="{FF2B5EF4-FFF2-40B4-BE49-F238E27FC236}">
                <a16:creationId xmlns:a16="http://schemas.microsoft.com/office/drawing/2014/main" id="{ECC2008F-D015-41FA-8566-EFDAD4332804}"/>
              </a:ext>
            </a:extLst>
          </p:cNvPr>
          <p:cNvSpPr>
            <a:spLocks xmlns:a="http://schemas.openxmlformats.org/drawingml/2006/main" noGrp="1"/>
          </p:cNvSpPr>
          <p:nvPr/>
        </p:nvSpPr>
        <p:spPr>
          <a:xfrm xmlns:a="http://schemas.openxmlformats.org/drawingml/2006/main">
            <a:off x="6705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4" name="여전히 단위 테스트만 지시">
            <a:extLst xmlns:a="http://schemas.openxmlformats.org/drawingml/2006/main">
              <a:ext uri="{FF2B5EF4-FFF2-40B4-BE49-F238E27FC236}">
                <a16:creationId xmlns:a16="http://schemas.microsoft.com/office/drawing/2014/main" id="{4D061E9C-72E9-444A-AC6A-026F58B5204D}"/>
              </a:ext>
            </a:extLst>
          </p:cNvPr>
          <p:cNvSpPr>
            <a:spLocks xmlns:a="http://schemas.openxmlformats.org/drawingml/2006/main" noGrp="1"/>
          </p:cNvSpPr>
          <p:nvPr/>
        </p:nvSpPr>
        <p:spPr>
          <a:xfrm xmlns:a="http://schemas.openxmlformats.org/drawingml/2006/main">
            <a:off x="6915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여전히 단위 테스트만 지시</a:t>
            </a:r>
          </a:p>
        </p:txBody>
      </p:sp>
      <p:sp>
        <p:nvSpPr>
          <p:cNvPr id="15" name="재사용 지침은 별도 검토 필요">
            <a:extLst xmlns:a="http://schemas.openxmlformats.org/drawingml/2006/main">
              <a:ext uri="{FF2B5EF4-FFF2-40B4-BE49-F238E27FC236}">
                <a16:creationId xmlns:a16="http://schemas.microsoft.com/office/drawing/2014/main" id="{B492D408-E908-44ED-9839-2DC7F98FA2F9}"/>
              </a:ext>
            </a:extLst>
          </p:cNvPr>
          <p:cNvSpPr>
            <a:spLocks xmlns:a="http://schemas.openxmlformats.org/drawingml/2006/main" noGrp="1"/>
          </p:cNvSpPr>
          <p:nvPr/>
        </p:nvSpPr>
        <p:spPr>
          <a:xfrm xmlns:a="http://schemas.openxmlformats.org/drawingml/2006/main">
            <a:off x="6705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재사용 지침은 별도 검토 필요</a:t>
            </a:r>
          </a:p>
        </p:txBody>
      </p:sp>
      <p:sp>
        <p:nvSpPr>
          <p:cNvPr id="16" name="원인을 확인한 뒤, 다음 작업이 읽을 출처를 검토한다">
            <a:extLst xmlns:a="http://schemas.openxmlformats.org/drawingml/2006/main">
              <a:ext uri="{FF2B5EF4-FFF2-40B4-BE49-F238E27FC236}">
                <a16:creationId xmlns:a16="http://schemas.microsoft.com/office/drawing/2014/main" id="{86357215-698B-4A1A-B2A3-AEB1A20053EE}"/>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원인을 확인한 뒤, 다음 작업이 읽을 출처를 검토한다</a:t>
            </a:r>
          </a:p>
        </p:txBody>
      </p:sp>
      <p:sp>
        <p:nvSpPr>
          <p:cNvPr id="17" name="Legacy module connection">
            <a:extLst xmlns:a="http://schemas.openxmlformats.org/drawingml/2006/main">
              <a:ext uri="{FF2B5EF4-FFF2-40B4-BE49-F238E27FC236}">
                <a16:creationId xmlns:a16="http://schemas.microsoft.com/office/drawing/2014/main" id="{8416F894-B5B7-4207-AD18-196BCE233C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760940400"/>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조사할 대상과 근거">
            <a:extLst xmlns:a="http://schemas.openxmlformats.org/drawingml/2006/main">
              <a:ext uri="{FF2B5EF4-FFF2-40B4-BE49-F238E27FC236}">
                <a16:creationId xmlns:a16="http://schemas.microsoft.com/office/drawing/2014/main" id="{F9A51620-5416-46AF-8019-71E74B977D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75">
            <a:extLst xmlns:a="http://schemas.openxmlformats.org/drawingml/2006/main">
              <a:ext uri="{FF2B5EF4-FFF2-40B4-BE49-F238E27FC236}">
                <a16:creationId xmlns:a16="http://schemas.microsoft.com/office/drawing/2014/main" id="{69EE1ADC-8EE2-4E23-A6AD-5C11DFE9DB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원인을 고르기 전에 확인할 기록">
            <a:extLst xmlns:a="http://schemas.openxmlformats.org/drawingml/2006/main">
              <a:ext uri="{FF2B5EF4-FFF2-40B4-BE49-F238E27FC236}">
                <a16:creationId xmlns:a16="http://schemas.microsoft.com/office/drawing/2014/main" id="{398579A8-3DDB-47ED-8793-06A7358793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C6A3E50E-43E1-4637-86DC-150610EF36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229BF9F9-1584-4018-BBA9-DB49405331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290B1C7B-FC56-4D4D-BC6F-DBE5178CBA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A4BE5142-BCC6-4269-94A6-96569BB46059}"/>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BDF0FA75-00A0-4592-9848-AD0C4AA1C5B1}"/>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CB0FBF02-F962-4A51-93ED-AB0302664D58}"/>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47BD4496-42DD-4FD2-BBEA-317882710130}"/>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F33C8BD6-05FE-454B-B91C-EEBD3F517206}"/>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3D8021ED-5D71-4CB5-99DA-07D2EAA36DD3}"/>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532675A2-31DE-4DF0-8F88-AFB815835293}"/>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58B04024-8029-49A2-B75F-058FC27918D1}"/>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F5046311-C8BA-4553-A8A2-9746AC43BA22}"/>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9FF689C1-95F1-4AF2-BD7F-2BFE16A305CE}"/>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6F808BD1-FCCB-4FC7-B310-B86CAC3435B8}"/>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A60530A9-F924-4180-BAC7-4DD22E19E535}"/>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06F68FB9-00B5-4B48-9D0D-756BC286367E}"/>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AA68E9BC-43DB-4E8E-AE6C-B16BE3E695E4}"/>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B562F1B4-34A7-4574-AD5F-E0C914EEECC7}"/>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Legacy module connection">
            <a:extLst xmlns:a="http://schemas.openxmlformats.org/drawingml/2006/main">
              <a:ext uri="{FF2B5EF4-FFF2-40B4-BE49-F238E27FC236}">
                <a16:creationId xmlns:a16="http://schemas.microsoft.com/office/drawing/2014/main" id="{57066E57-D42B-4A8C-9C7A-A58F35B8D3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78276258"/>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BD51835C-28AA-47D5-98D7-9B484A38A0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76">
            <a:extLst xmlns:a="http://schemas.openxmlformats.org/drawingml/2006/main">
              <a:ext uri="{FF2B5EF4-FFF2-40B4-BE49-F238E27FC236}">
                <a16:creationId xmlns:a16="http://schemas.microsoft.com/office/drawing/2014/main" id="{C08B7634-AC83-4420-83A7-F825C686C2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주어진 정보와 원인 가설을 나눈다">
            <a:extLst xmlns:a="http://schemas.openxmlformats.org/drawingml/2006/main">
              <a:ext uri="{FF2B5EF4-FFF2-40B4-BE49-F238E27FC236}">
                <a16:creationId xmlns:a16="http://schemas.microsoft.com/office/drawing/2014/main" id="{4A78E751-B3BF-46F0-BD2C-7BE2F1C229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D5F74137-61FA-49F3-8D2D-CFFCEAA89B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CE95BC89-B4F7-42B7-B7CA-F700F22838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132E15B2-3B52-4352-AD9E-EF1355439D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EA69DEA9-D360-4F26-9D40-E3B762D916FA}"/>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4E42CA50-DB27-460A-A3B5-28B5FB4A20F4}"/>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1CCDDA59-97E3-456E-8A5C-04FB4A677A01}"/>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0416490-D1B8-488B-9A10-283E827B9446}"/>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81C30B92-9404-4FD7-A544-9C16E5F68D3E}"/>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3E6126AB-B431-4125-97B5-8E1E87045A77}"/>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B0C3E3D7-FB9E-4EAA-B68E-9C76F21947AF}"/>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5BF1D691-3502-47C4-B48B-F97C678CA6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59117774"/>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38C4A1B0-6E51-4A8E-93DA-F2C787CB67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77">
            <a:extLst xmlns:a="http://schemas.openxmlformats.org/drawingml/2006/main">
              <a:ext uri="{FF2B5EF4-FFF2-40B4-BE49-F238E27FC236}">
                <a16:creationId xmlns:a16="http://schemas.microsoft.com/office/drawing/2014/main" id="{AE8DF809-19B7-487C-B8FF-E99EF7C366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확인한 원인에 맞춰 변경 대상을 고른다">
            <a:extLst xmlns:a="http://schemas.openxmlformats.org/drawingml/2006/main">
              <a:ext uri="{FF2B5EF4-FFF2-40B4-BE49-F238E27FC236}">
                <a16:creationId xmlns:a16="http://schemas.microsoft.com/office/drawing/2014/main" id="{172A3489-5119-4E1D-B3C4-910BBF6C9C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12E5C19F-9A04-4F1A-8C6E-D58099AECED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E0952AC5-EE56-4333-93CD-453CBBF69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5B984AB5-1933-4028-9AF6-4C0FCB1E74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E545ED5F-7E26-4D10-B1EC-D4774C54F300}"/>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429DC85B-871C-4461-A59F-F6E073912980}"/>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0FA76EAF-BD89-48D1-8E4C-9BA7920E7104}"/>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3B380EB0-AB77-464D-B422-E08DF0145792}"/>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3D107CF2-3F90-4095-95DD-C26BD7C39104}"/>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E025A0B3-5A17-44E7-A6E6-9341E527876C}"/>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F2AED364-C24E-43B7-8090-24003440EA9D}"/>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A04AD274-66B0-463E-80D1-7E0BDB5D859D}"/>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193C8C-6EF5-422D-B151-D5C3AF4A5A1F}"/>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EBA83D89-09F7-4C59-9972-6BC224FB3C50}"/>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F8AAA345-BD00-43E6-B53F-63E879627916}"/>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366D81FD-FEC0-4D8C-A5A9-28FF23C97944}"/>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3E191DE3-6ED3-44E7-93A6-4AEC4AEE27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54866928"/>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12BDF7F8-2A65-477E-A32E-073095BF73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78">
            <a:extLst xmlns:a="http://schemas.openxmlformats.org/drawingml/2006/main">
              <a:ext uri="{FF2B5EF4-FFF2-40B4-BE49-F238E27FC236}">
                <a16:creationId xmlns:a16="http://schemas.microsoft.com/office/drawing/2014/main" id="{523D2251-7B5D-4F5E-AC43-2207090107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확인된 범위만 검토하고 갱신한다">
            <a:extLst xmlns:a="http://schemas.openxmlformats.org/drawingml/2006/main">
              <a:ext uri="{FF2B5EF4-FFF2-40B4-BE49-F238E27FC236}">
                <a16:creationId xmlns:a16="http://schemas.microsoft.com/office/drawing/2014/main" id="{499A51EE-D81F-4272-88F1-8E0000CE73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2CFF9732-2ACC-44CD-B763-115EB5B659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C9194B41-6670-43CA-8E2D-08A145F9E1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4FA87B33-57CA-4D0E-9F8D-B8397A0C9B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지침을 갱신한다">
            <a:extLst xmlns:a="http://schemas.openxmlformats.org/drawingml/2006/main">
              <a:ext uri="{FF2B5EF4-FFF2-40B4-BE49-F238E27FC236}">
                <a16:creationId xmlns:a16="http://schemas.microsoft.com/office/drawing/2014/main" id="{AB22012E-A949-4D69-B2F4-1AA87076E21E}"/>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지침을 갱신한다</a:t>
            </a:r>
          </a:p>
        </p:txBody>
      </p:sp>
      <p:sp>
        <p:nvSpPr>
          <p:cNvPr id="8" name="기존 재사용 지침">
            <a:extLst xmlns:a="http://schemas.openxmlformats.org/drawingml/2006/main">
              <a:ext uri="{FF2B5EF4-FFF2-40B4-BE49-F238E27FC236}">
                <a16:creationId xmlns:a16="http://schemas.microsoft.com/office/drawing/2014/main" id="{EB729269-A9BE-4C01-AF14-5B9927501D34}"/>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8DAB0260-53F2-4075-BDA9-55600B75057A}"/>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7F9537E6-5892-4D0B-A1C5-B17749F062C9}"/>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갱신할 지침">
            <a:extLst xmlns:a="http://schemas.openxmlformats.org/drawingml/2006/main">
              <a:ext uri="{FF2B5EF4-FFF2-40B4-BE49-F238E27FC236}">
                <a16:creationId xmlns:a16="http://schemas.microsoft.com/office/drawing/2014/main" id="{2E78C385-8523-46CA-A455-75E86C1F6DBE}"/>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갱신할 지침</a:t>
            </a:r>
          </a:p>
        </p:txBody>
      </p:sp>
      <p:sp>
        <p:nvSpPr>
          <p:cNvPr id="12" name="">
            <a:extLst xmlns:a="http://schemas.openxmlformats.org/drawingml/2006/main">
              <a:ext uri="{FF2B5EF4-FFF2-40B4-BE49-F238E27FC236}">
                <a16:creationId xmlns:a16="http://schemas.microsoft.com/office/drawing/2014/main" id="{F2D520B6-99EB-4C88-A386-4C16FE33F3B9}"/>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B2B12074-911B-488E-A722-2163146EAF43}"/>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C5CAE349-E50F-4F90-8359-6FABDD46F173}"/>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B3745372-663B-4235-AFA9-BE9B12C894E2}"/>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88A62715-C20A-4940-A310-206D19DA2837}"/>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91CBB677-C429-4193-BFC8-84172E5CB439}"/>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8FED87E1-7643-4EED-A4FD-485F93EACBF3}"/>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321EF428-7FC6-4D49-96FC-BA09C0F24F63}"/>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DB1BA4A0-9210-400B-8D80-CF7044E4C159}"/>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1940100E-E37F-4987-88D2-DF05C33F3A40}"/>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다음 확인">
            <a:extLst xmlns:a="http://schemas.openxmlformats.org/drawingml/2006/main">
              <a:ext uri="{FF2B5EF4-FFF2-40B4-BE49-F238E27FC236}">
                <a16:creationId xmlns:a16="http://schemas.microsoft.com/office/drawing/2014/main" id="{E5224F14-CA9C-4BBE-860B-3D9BEAD56007}"/>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확인</a:t>
            </a:r>
          </a:p>
        </p:txBody>
      </p:sp>
      <p:sp>
        <p:nvSpPr>
          <p:cNvPr id="23" name="같은 작업·대표 작업 평가">
            <a:extLst xmlns:a="http://schemas.openxmlformats.org/drawingml/2006/main">
              <a:ext uri="{FF2B5EF4-FFF2-40B4-BE49-F238E27FC236}">
                <a16:creationId xmlns:a16="http://schemas.microsoft.com/office/drawing/2014/main" id="{713DD101-F6C1-4488-A09E-7D7F1477EC60}"/>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작업·대표 작업 평가</a:t>
            </a:r>
          </a:p>
        </p:txBody>
      </p:sp>
      <p:sp>
        <p:nvSpPr>
          <p:cNvPr id="24" name="검토·갱신은 같은 사람이 맡을 수도 있다">
            <a:extLst xmlns:a="http://schemas.openxmlformats.org/drawingml/2006/main">
              <a:ext uri="{FF2B5EF4-FFF2-40B4-BE49-F238E27FC236}">
                <a16:creationId xmlns:a16="http://schemas.microsoft.com/office/drawing/2014/main" id="{AA47BA4A-634C-4846-9F25-4103699D0C56}"/>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수도 있다</a:t>
            </a:r>
          </a:p>
        </p:txBody>
      </p:sp>
      <p:sp>
        <p:nvSpPr>
          <p:cNvPr id="25" name="Legacy module connection">
            <a:extLst xmlns:a="http://schemas.openxmlformats.org/drawingml/2006/main">
              <a:ext uri="{FF2B5EF4-FFF2-40B4-BE49-F238E27FC236}">
                <a16:creationId xmlns:a16="http://schemas.microsoft.com/office/drawing/2014/main" id="{4B150F9B-4409-4297-89F4-E8E32DBE9E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91011693"/>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평가 범위">
            <a:extLst xmlns:a="http://schemas.openxmlformats.org/drawingml/2006/main">
              <a:ext uri="{FF2B5EF4-FFF2-40B4-BE49-F238E27FC236}">
                <a16:creationId xmlns:a16="http://schemas.microsoft.com/office/drawing/2014/main" id="{37FBF3FF-93AC-4E46-B808-BE47E46639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9">
            <a:extLst xmlns:a="http://schemas.openxmlformats.org/drawingml/2006/main">
              <a:ext uri="{FF2B5EF4-FFF2-40B4-BE49-F238E27FC236}">
                <a16:creationId xmlns:a16="http://schemas.microsoft.com/office/drawing/2014/main" id="{B7FFAF7C-CB5D-4BE8-8CE1-5409C86B7A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지침을 고친 뒤, 무엇을 다시 확인할까?">
            <a:extLst xmlns:a="http://schemas.openxmlformats.org/drawingml/2006/main">
              <a:ext uri="{FF2B5EF4-FFF2-40B4-BE49-F238E27FC236}">
                <a16:creationId xmlns:a16="http://schemas.microsoft.com/office/drawing/2014/main" id="{F07A8FCC-A3CE-4825-A471-CB5CEC35F9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1572E359-4D2A-48AA-869F-A7A0DA1C06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지침 변경 뒤 확인할 질문을 설계한 도식">
            <a:extLst xmlns:a="http://schemas.openxmlformats.org/drawingml/2006/main">
              <a:ext uri="{FF2B5EF4-FFF2-40B4-BE49-F238E27FC236}">
                <a16:creationId xmlns:a16="http://schemas.microsoft.com/office/drawing/2014/main" id="{D40E826B-20DD-4F3C-A78C-609F50B7D8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지침 변경 뒤 확인할 질문을 설계한 도식</a:t>
            </a:r>
          </a:p>
        </p:txBody>
      </p:sp>
      <p:sp>
        <p:nvSpPr>
          <p:cNvPr id="6" name="가상 사례 · 실제 변경·재실행·회귀 검증 결과는 없음">
            <a:extLst xmlns:a="http://schemas.openxmlformats.org/drawingml/2006/main">
              <a:ext uri="{FF2B5EF4-FFF2-40B4-BE49-F238E27FC236}">
                <a16:creationId xmlns:a16="http://schemas.microsoft.com/office/drawing/2014/main" id="{11499E51-D90C-49F3-BF0C-7400A03BE0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변경·재실행·회귀 검증 결과는 없음</a:t>
            </a:r>
          </a:p>
        </p:txBody>
      </p:sp>
      <p:sp>
        <p:nvSpPr>
          <p:cNvPr id="7" name="가정: 단위 테스트 지침을 단위 + 통합 테스트로 갱신했다면">
            <a:extLst xmlns:a="http://schemas.openxmlformats.org/drawingml/2006/main">
              <a:ext uri="{FF2B5EF4-FFF2-40B4-BE49-F238E27FC236}">
                <a16:creationId xmlns:a16="http://schemas.microsoft.com/office/drawing/2014/main" id="{9120610D-26E8-44F4-B910-FADBF98754FD}"/>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가정: 단위 테스트 지침을 단위 + 통합 테스트로 갱신했다면</a:t>
            </a:r>
          </a:p>
        </p:txBody>
      </p:sp>
      <p:sp>
        <p:nvSpPr>
          <p:cNvPr id="8" name="같은 작업 다시 확인">
            <a:extLst xmlns:a="http://schemas.openxmlformats.org/drawingml/2006/main">
              <a:ext uri="{FF2B5EF4-FFF2-40B4-BE49-F238E27FC236}">
                <a16:creationId xmlns:a16="http://schemas.microsoft.com/office/drawing/2014/main" id="{F1EF56C0-16B1-4478-9217-A40F66912F61}"/>
              </a:ext>
            </a:extLst>
          </p:cNvPr>
          <p:cNvSpPr>
            <a:spLocks xmlns:a="http://schemas.openxmlformats.org/drawingml/2006/main" noGrp="1"/>
          </p:cNvSpPr>
          <p:nvPr/>
        </p:nvSpPr>
        <p:spPr>
          <a:xfrm xmlns:a="http://schemas.openxmlformats.org/drawingml/2006/main">
            <a:off x="609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작업 다시 확인</a:t>
            </a:r>
          </a:p>
        </p:txBody>
      </p:sp>
      <p:sp>
        <p:nvSpPr>
          <p:cNvPr id="9" name="">
            <a:extLst xmlns:a="http://schemas.openxmlformats.org/drawingml/2006/main">
              <a:ext uri="{FF2B5EF4-FFF2-40B4-BE49-F238E27FC236}">
                <a16:creationId xmlns:a16="http://schemas.microsoft.com/office/drawing/2014/main" id="{43C4C6D3-DADB-4F04-9FED-DA7AD453C1D6}"/>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필요한 단위·통합 검증을&#10;이제 다루는가?">
            <a:extLst xmlns:a="http://schemas.openxmlformats.org/drawingml/2006/main">
              <a:ext uri="{FF2B5EF4-FFF2-40B4-BE49-F238E27FC236}">
                <a16:creationId xmlns:a16="http://schemas.microsoft.com/office/drawing/2014/main" id="{AB2C71F1-231B-485C-AEA3-24A8D2775AC9}"/>
              </a:ext>
            </a:extLst>
          </p:cNvPr>
          <p:cNvSpPr>
            <a:spLocks xmlns:a="http://schemas.openxmlformats.org/drawingml/2006/main" noGrp="1"/>
          </p:cNvSpPr>
          <p:nvPr/>
        </p:nvSpPr>
        <p:spPr>
          <a:xfrm xmlns:a="http://schemas.openxmlformats.org/drawingml/2006/main">
            <a:off x="609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이제 다루는가?</a:t>
            </a:r>
          </a:p>
        </p:txBody>
      </p:sp>
      <p:sp>
        <p:nvSpPr>
          <p:cNvPr id="11" name="이번 변경이 문제를 다루는지">
            <a:extLst xmlns:a="http://schemas.openxmlformats.org/drawingml/2006/main">
              <a:ext uri="{FF2B5EF4-FFF2-40B4-BE49-F238E27FC236}">
                <a16:creationId xmlns:a16="http://schemas.microsoft.com/office/drawing/2014/main" id="{DAC72686-8104-423E-806B-2CCE815DB117}"/>
              </a:ext>
            </a:extLst>
          </p:cNvPr>
          <p:cNvSpPr>
            <a:spLocks xmlns:a="http://schemas.openxmlformats.org/drawingml/2006/main" noGrp="1"/>
          </p:cNvSpPr>
          <p:nvPr/>
        </p:nvSpPr>
        <p:spPr>
          <a:xfrm xmlns:a="http://schemas.openxmlformats.org/drawingml/2006/main">
            <a:off x="609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변경이 문제를 다루는지</a:t>
            </a:r>
          </a:p>
        </p:txBody>
      </p:sp>
      <p:sp>
        <p:nvSpPr>
          <p:cNvPr id="12" name="다른 작업에 적용">
            <a:extLst xmlns:a="http://schemas.openxmlformats.org/drawingml/2006/main">
              <a:ext uri="{FF2B5EF4-FFF2-40B4-BE49-F238E27FC236}">
                <a16:creationId xmlns:a16="http://schemas.microsoft.com/office/drawing/2014/main" id="{7D97DEC2-F2B1-455F-AB76-9EE58145D645}"/>
              </a:ext>
            </a:extLst>
          </p:cNvPr>
          <p:cNvSpPr>
            <a:spLocks xmlns:a="http://schemas.openxmlformats.org/drawingml/2006/main" noGrp="1"/>
          </p:cNvSpPr>
          <p:nvPr/>
        </p:nvSpPr>
        <p:spPr>
          <a:xfrm xmlns:a="http://schemas.openxmlformats.org/drawingml/2006/main">
            <a:off x="6705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다른 작업에 적용</a:t>
            </a:r>
          </a:p>
        </p:txBody>
      </p:sp>
      <p:sp>
        <p:nvSpPr>
          <p:cNvPr id="13" name="">
            <a:extLst xmlns:a="http://schemas.openxmlformats.org/drawingml/2006/main">
              <a:ext uri="{FF2B5EF4-FFF2-40B4-BE49-F238E27FC236}">
                <a16:creationId xmlns:a16="http://schemas.microsoft.com/office/drawing/2014/main" id="{A779F673-6D78-48B0-9179-202721C50E28}"/>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4" name="문서만 고치는 작업에도&#10;불필요한 검증을 강요하나?">
            <a:extLst xmlns:a="http://schemas.openxmlformats.org/drawingml/2006/main">
              <a:ext uri="{FF2B5EF4-FFF2-40B4-BE49-F238E27FC236}">
                <a16:creationId xmlns:a16="http://schemas.microsoft.com/office/drawing/2014/main" id="{C00E5CE5-F8BB-454C-AF40-1157D8A5E8F3}"/>
              </a:ext>
            </a:extLst>
          </p:cNvPr>
          <p:cNvSpPr>
            <a:spLocks xmlns:a="http://schemas.openxmlformats.org/drawingml/2006/main" noGrp="1"/>
          </p:cNvSpPr>
          <p:nvPr/>
        </p:nvSpPr>
        <p:spPr>
          <a:xfrm xmlns:a="http://schemas.openxmlformats.org/drawingml/2006/main">
            <a:off x="6705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고치는 작업에도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주변 작업을 방해하지 않는지">
            <a:extLst xmlns:a="http://schemas.openxmlformats.org/drawingml/2006/main">
              <a:ext uri="{FF2B5EF4-FFF2-40B4-BE49-F238E27FC236}">
                <a16:creationId xmlns:a16="http://schemas.microsoft.com/office/drawing/2014/main" id="{63BAC122-4CF4-4136-901A-2AC47E75BF9A}"/>
              </a:ext>
            </a:extLst>
          </p:cNvPr>
          <p:cNvSpPr>
            <a:spLocks xmlns:a="http://schemas.openxmlformats.org/drawingml/2006/main" noGrp="1"/>
          </p:cNvSpPr>
          <p:nvPr/>
        </p:nvSpPr>
        <p:spPr>
          <a:xfrm xmlns:a="http://schemas.openxmlformats.org/drawingml/2006/main">
            <a:off x="6705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주변 작업을 방해하지 않는지</a:t>
            </a:r>
          </a:p>
        </p:txBody>
      </p:sp>
      <p:sp>
        <p:nvSpPr>
          <p:cNvPr id="16" name="같은 작업의 재확인과, 다른 대표 작업의 영향 평가">
            <a:extLst xmlns:a="http://schemas.openxmlformats.org/drawingml/2006/main">
              <a:ext uri="{FF2B5EF4-FFF2-40B4-BE49-F238E27FC236}">
                <a16:creationId xmlns:a16="http://schemas.microsoft.com/office/drawing/2014/main" id="{B6B21B16-DCBA-41D7-B42C-BBC581FE4B7C}"/>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작업의 재확인과, 다른 대표 작업의 영향 평가</a:t>
            </a:r>
          </a:p>
        </p:txBody>
      </p:sp>
      <p:sp>
        <p:nvSpPr>
          <p:cNvPr id="17" name="Legacy module connection">
            <a:extLst xmlns:a="http://schemas.openxmlformats.org/drawingml/2006/main">
              <a:ext uri="{FF2B5EF4-FFF2-40B4-BE49-F238E27FC236}">
                <a16:creationId xmlns:a16="http://schemas.microsoft.com/office/drawing/2014/main" id="{A3D7222C-DD94-41CD-8E14-47992CD71C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00370223"/>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평가 작업의 선정">
            <a:extLst xmlns:a="http://schemas.openxmlformats.org/drawingml/2006/main">
              <a:ext uri="{FF2B5EF4-FFF2-40B4-BE49-F238E27FC236}">
                <a16:creationId xmlns:a16="http://schemas.microsoft.com/office/drawing/2014/main" id="{40E15578-0141-41A0-BD01-585FB179DF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작업의 선정</a:t>
            </a:r>
          </a:p>
        </p:txBody>
      </p:sp>
      <p:sp>
        <p:nvSpPr>
          <p:cNvPr id="2" name="S80">
            <a:extLst xmlns:a="http://schemas.openxmlformats.org/drawingml/2006/main">
              <a:ext uri="{FF2B5EF4-FFF2-40B4-BE49-F238E27FC236}">
                <a16:creationId xmlns:a16="http://schemas.microsoft.com/office/drawing/2014/main" id="{948A77D0-9F74-470D-B765-FEC4BC2069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대표 작업은 서로 다른 위험을 확인한다">
            <a:extLst xmlns:a="http://schemas.openxmlformats.org/drawingml/2006/main">
              <a:ext uri="{FF2B5EF4-FFF2-40B4-BE49-F238E27FC236}">
                <a16:creationId xmlns:a16="http://schemas.microsoft.com/office/drawing/2014/main" id="{B1EF0328-3F15-460E-8BD4-84F0EBBDCD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213618E1-B323-48C3-917E-0C61D054ED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 평가 설계 · 네 작업 모두 변경 후 실행 결과 없음">
            <a:extLst xmlns:a="http://schemas.openxmlformats.org/drawingml/2006/main">
              <a:ext uri="{FF2B5EF4-FFF2-40B4-BE49-F238E27FC236}">
                <a16:creationId xmlns:a16="http://schemas.microsoft.com/office/drawing/2014/main" id="{414F4C46-4D1A-4438-929B-74DFF13284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 평가 설계 · 네 작업 모두 변경 후 실행 결과 없음</a:t>
            </a:r>
          </a:p>
        </p:txBody>
      </p:sp>
      <p:sp>
        <p:nvSpPr>
          <p:cNvPr id="6" name="버그·성능은 별도 과거 사례 참고 · 문서·리팩터링은 설계만 있음 · 새 실행·PASS/FAIL 없음">
            <a:extLst xmlns:a="http://schemas.openxmlformats.org/drawingml/2006/main">
              <a:ext uri="{FF2B5EF4-FFF2-40B4-BE49-F238E27FC236}">
                <a16:creationId xmlns:a16="http://schemas.microsoft.com/office/drawing/2014/main" id="{49341342-1BCC-4BF6-B8A1-C9BD1D4E6C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실행·PASS/FAIL 없음</a:t>
            </a:r>
          </a:p>
        </p:txBody>
      </p:sp>
      <p:sp>
        <p:nvSpPr>
          <p:cNvPr id="7" name="지침을 바꿨다면, 서로 다른 작업에도 적용해 본다">
            <a:extLst xmlns:a="http://schemas.openxmlformats.org/drawingml/2006/main">
              <a:ext uri="{FF2B5EF4-FFF2-40B4-BE49-F238E27FC236}">
                <a16:creationId xmlns:a16="http://schemas.microsoft.com/office/drawing/2014/main" id="{56AF37E5-6A1E-4F57-9F0A-0F16ACC83C55}"/>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지침을 바꿨다면, 서로 다른 작업에도 적용해 본다</a:t>
            </a:r>
          </a:p>
        </p:txBody>
      </p:sp>
      <p:graphicFrame>
        <p:nvGraphicFramePr>
          <p:cNvPr id="8" name="">
            <a:extLst xmlns:a="http://schemas.openxmlformats.org/drawingml/2006/main">
              <a:ext uri="{FF2B5EF4-FFF2-40B4-BE49-F238E27FC236}">
                <a16:creationId xmlns:a16="http://schemas.microsoft.com/office/drawing/2014/main" id="{9A73F45A-E5D3-4D16-A791-37C3BF515616}"/>
              </a:ext>
            </a:extLst>
          </p:cNvPr>
          <p:cNvGraphicFramePr/>
          <p:nvPr/>
        </p:nvGraphicFramePr>
        <p:xfrm>
          <a:off xmlns:a="http://schemas.openxmlformats.org/drawingml/2006/main" x="609600" y="251460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확인하려는 위험</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명세를 놓치지 않는가?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측정·검증 범위를 지키는가?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불필요한 절차를 강요하는가?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다른 유효한 작업을 방해하는가?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BA53D624-87FE-4BF7-9FCF-018E3D09E5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3165268"/>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B1653A49-F6AB-455B-96CA-5BA077EF27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81">
            <a:extLst xmlns:a="http://schemas.openxmlformats.org/drawingml/2006/main">
              <a:ext uri="{FF2B5EF4-FFF2-40B4-BE49-F238E27FC236}">
                <a16:creationId xmlns:a16="http://schemas.microsoft.com/office/drawing/2014/main" id="{269635AD-1B03-4A7D-86D8-C83AF0E6D1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한 작업에 맞춘 규칙,&#10;다른 작업에도 맞을까?">
            <a:extLst xmlns:a="http://schemas.openxmlformats.org/drawingml/2006/main">
              <a:ext uri="{FF2B5EF4-FFF2-40B4-BE49-F238E27FC236}">
                <a16:creationId xmlns:a16="http://schemas.microsoft.com/office/drawing/2014/main" id="{1E921634-3BDF-4DF2-9C42-E8483CCB732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14118632-118E-4122-BBF3-1705558DFF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E7795426-4635-4A0C-9D40-BD964B60EF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637D89FF-19F4-4D53-A53B-9574F1C784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42DEC936-019D-499D-834C-9FFA37B9FADA}"/>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47B4A1B3-D215-40A4-B140-84BCE900BEF2}"/>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0E19F44C-B270-45DD-AA18-10C3BD148AD8}"/>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CFAE6BE8-9307-43E3-984D-69F9A8C45800}"/>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D70435C1-37A0-4C76-A1E7-B90AB0E64D44}"/>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D6E56539-5F20-4AC1-A62B-F6CC905B04BB}"/>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84F8A28A-FB9F-4516-8855-E63765C339F6}"/>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DD35FBD1-7417-4B07-B3ED-66281D76E54C}"/>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4713D2F1-D40B-4398-853C-58CEE0EE6B67}"/>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2935997B-6A02-4AEC-878B-5FF4690423DF}"/>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8064EAD4-E0D4-4714-BC9D-57D69F08FD85}"/>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E5544F53-9241-4AE8-81EC-61549D1DBA25}"/>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6BC1B8D6-81BB-4761-A60A-73B08A0B6B05}"/>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29E55686-946F-4524-9B27-F91D127747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94491046"/>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4 · 이 교육의 Loop 운영 모델">
            <a:extLst xmlns:a="http://schemas.openxmlformats.org/drawingml/2006/main">
              <a:ext uri="{FF2B5EF4-FFF2-40B4-BE49-F238E27FC236}">
                <a16:creationId xmlns:a16="http://schemas.microsoft.com/office/drawing/2014/main" id="{FC723359-FEA2-4A72-A340-AC83F4CC8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운영 모델</a:t>
            </a:r>
          </a:p>
        </p:txBody>
      </p:sp>
      <p:sp>
        <p:nvSpPr>
          <p:cNvPr id="2" name="S82">
            <a:extLst xmlns:a="http://schemas.openxmlformats.org/drawingml/2006/main">
              <a:ext uri="{FF2B5EF4-FFF2-40B4-BE49-F238E27FC236}">
                <a16:creationId xmlns:a16="http://schemas.microsoft.com/office/drawing/2014/main" id="{0C5F0AE9-BB49-4E28-B3BC-363E0E0D34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관찰을 시스템 개선으로 잇는 Loop">
            <a:extLst xmlns:a="http://schemas.openxmlformats.org/drawingml/2006/main">
              <a:ext uri="{FF2B5EF4-FFF2-40B4-BE49-F238E27FC236}">
                <a16:creationId xmlns:a16="http://schemas.microsoft.com/office/drawing/2014/main" id="{B2780CAA-4BFD-4E10-AA8C-C96CCF0E7E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관찰을 시스템 개선으로 잇는 Loop</a:t>
            </a:r>
          </a:p>
        </p:txBody>
      </p:sp>
      <p:sp>
        <p:nvSpPr>
          <p:cNvPr id="4" name="">
            <a:extLst xmlns:a="http://schemas.openxmlformats.org/drawingml/2006/main">
              <a:ext uri="{FF2B5EF4-FFF2-40B4-BE49-F238E27FC236}">
                <a16:creationId xmlns:a16="http://schemas.microsoft.com/office/drawing/2014/main" id="{97301793-0708-463C-8D12-48A0960C84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앞선 가상 사례를 정리한 운영 모델">
            <a:extLst xmlns:a="http://schemas.openxmlformats.org/drawingml/2006/main">
              <a:ext uri="{FF2B5EF4-FFF2-40B4-BE49-F238E27FC236}">
                <a16:creationId xmlns:a16="http://schemas.microsoft.com/office/drawing/2014/main" id="{24912497-0723-462C-91AA-77272ADA5B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앞선 가상 사례를 정리한 운영 모델</a:t>
            </a:r>
          </a:p>
        </p:txBody>
      </p:sp>
      <p:sp>
        <p:nvSpPr>
          <p:cNvPr id="6" name="실제 실행·수정·평가 결과 없음 · 자동 학습이나 관찰된 Product Loop가 아님">
            <a:extLst xmlns:a="http://schemas.openxmlformats.org/drawingml/2006/main">
              <a:ext uri="{FF2B5EF4-FFF2-40B4-BE49-F238E27FC236}">
                <a16:creationId xmlns:a16="http://schemas.microsoft.com/office/drawing/2014/main" id="{971DC389-0B45-45AA-9B78-E5C9BB960E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자동 학습이나 관찰된 Product Loop가 아님</a:t>
            </a:r>
          </a:p>
        </p:txBody>
      </p:sp>
      <p:sp>
        <p:nvSpPr>
          <p:cNvPr id="7" name="앞 단계에서 얻은 근거로, 다음 단계의 판단을 한다">
            <a:extLst xmlns:a="http://schemas.openxmlformats.org/drawingml/2006/main">
              <a:ext uri="{FF2B5EF4-FFF2-40B4-BE49-F238E27FC236}">
                <a16:creationId xmlns:a16="http://schemas.microsoft.com/office/drawing/2014/main" id="{65BFF22F-22EC-429B-A257-32757001CA0D}"/>
              </a:ext>
            </a:extLst>
          </p:cNvPr>
          <p:cNvSpPr>
            <a:spLocks xmlns:a="http://schemas.openxmlformats.org/drawingml/2006/main" noGrp="1"/>
          </p:cNvSpPr>
          <p:nvPr/>
        </p:nvSpPr>
        <p:spPr>
          <a:xfrm xmlns:a="http://schemas.openxmlformats.org/drawingml/2006/main">
            <a:off x="609600" y="17811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 단계에서 얻은 근거로, 다음 단계의 판단을 한다</a:t>
            </a:r>
          </a:p>
        </p:txBody>
      </p:sp>
      <p:sp>
        <p:nvSpPr>
          <p:cNvPr id="8" name="01">
            <a:extLst xmlns:a="http://schemas.openxmlformats.org/drawingml/2006/main">
              <a:ext uri="{FF2B5EF4-FFF2-40B4-BE49-F238E27FC236}">
                <a16:creationId xmlns:a16="http://schemas.microsoft.com/office/drawing/2014/main" id="{4DD18C0B-6BFB-45B0-B19B-6A9AF18CB73E}"/>
              </a:ext>
            </a:extLst>
          </p:cNvPr>
          <p:cNvSpPr>
            <a:spLocks xmlns:a="http://schemas.openxmlformats.org/drawingml/2006/main" noGrp="1"/>
          </p:cNvSpPr>
          <p:nvPr/>
        </p:nvSpPr>
        <p:spPr>
          <a:xfrm xmlns:a="http://schemas.openxmlformats.org/drawingml/2006/main">
            <a:off x="6096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EE8BFB2B-FCE8-4B34-855B-400E2A13CEB3}"/>
              </a:ext>
            </a:extLst>
          </p:cNvPr>
          <p:cNvSpPr>
            <a:spLocks xmlns:a="http://schemas.openxmlformats.org/drawingml/2006/main" noGrp="1"/>
          </p:cNvSpPr>
          <p:nvPr/>
        </p:nvSpPr>
        <p:spPr>
          <a:xfrm xmlns:a="http://schemas.openxmlformats.org/drawingml/2006/main">
            <a:off x="6096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DA0B851E-2872-4875-9F2D-C24BF784A424}"/>
              </a:ext>
            </a:extLst>
          </p:cNvPr>
          <p:cNvSpPr>
            <a:spLocks xmlns:a="http://schemas.openxmlformats.org/drawingml/2006/main" noGrp="1"/>
          </p:cNvSpPr>
          <p:nvPr/>
        </p:nvSpPr>
        <p:spPr>
          <a:xfrm xmlns:a="http://schemas.openxmlformats.org/drawingml/2006/main">
            <a:off x="6096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요청·지침대로&#10;무엇을 했나?">
            <a:extLst xmlns:a="http://schemas.openxmlformats.org/drawingml/2006/main">
              <a:ext uri="{FF2B5EF4-FFF2-40B4-BE49-F238E27FC236}">
                <a16:creationId xmlns:a16="http://schemas.microsoft.com/office/drawing/2014/main" id="{4C164B93-7764-4D8F-92CD-6F7E2271D27A}"/>
              </a:ext>
            </a:extLst>
          </p:cNvPr>
          <p:cNvSpPr>
            <a:spLocks xmlns:a="http://schemas.openxmlformats.org/drawingml/2006/main" noGrp="1"/>
          </p:cNvSpPr>
          <p:nvPr/>
        </p:nvSpPr>
        <p:spPr>
          <a:xfrm xmlns:a="http://schemas.openxmlformats.org/drawingml/2006/main">
            <a:off x="6096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요청·지침대로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457B2918-5C40-4C5F-8341-9F12A002B4AD}"/>
              </a:ext>
            </a:extLst>
          </p:cNvPr>
          <p:cNvSpPr>
            <a:spLocks xmlns:a="http://schemas.openxmlformats.org/drawingml/2006/main" noGrp="1"/>
          </p:cNvSpPr>
          <p:nvPr/>
        </p:nvSpPr>
        <p:spPr>
          <a:xfrm xmlns:a="http://schemas.openxmlformats.org/drawingml/2006/main">
            <a:off x="6096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수행한 작업의&#10;기록">
            <a:extLst xmlns:a="http://schemas.openxmlformats.org/drawingml/2006/main">
              <a:ext uri="{FF2B5EF4-FFF2-40B4-BE49-F238E27FC236}">
                <a16:creationId xmlns:a16="http://schemas.microsoft.com/office/drawing/2014/main" id="{CBECED09-2379-4E4E-B742-E79C3A546B51}"/>
              </a:ext>
            </a:extLst>
          </p:cNvPr>
          <p:cNvSpPr>
            <a:spLocks xmlns:a="http://schemas.openxmlformats.org/drawingml/2006/main" noGrp="1"/>
          </p:cNvSpPr>
          <p:nvPr/>
        </p:nvSpPr>
        <p:spPr>
          <a:xfrm xmlns:a="http://schemas.openxmlformats.org/drawingml/2006/main">
            <a:off x="7048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수행한 작업의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기록</a:t>
            </a:r>
          </a:p>
        </p:txBody>
      </p:sp>
      <p:cxnSp>
        <p:nvCxnSpPr>
          <p:cNvPr id="14" name="">
            <a:extLst xmlns:a="http://schemas.openxmlformats.org/drawingml/2006/main">
              <a:ext uri="{FF2B5EF4-FFF2-40B4-BE49-F238E27FC236}">
                <a16:creationId xmlns:a16="http://schemas.microsoft.com/office/drawing/2014/main" id="{A950D258-8634-4C4B-8C86-B22A87DBE5DA}"/>
              </a:ext>
            </a:extLst>
          </p:cNvPr>
          <p:cNvCxnSpPr/>
          <p:nvPr/>
        </p:nvCxnSpPr>
        <p:spPr>
          <a:xfrm xmlns:a="http://schemas.openxmlformats.org/drawingml/2006/main">
            <a:off x="26479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02">
            <a:extLst xmlns:a="http://schemas.openxmlformats.org/drawingml/2006/main">
              <a:ext uri="{FF2B5EF4-FFF2-40B4-BE49-F238E27FC236}">
                <a16:creationId xmlns:a16="http://schemas.microsoft.com/office/drawing/2014/main" id="{8325DD5D-838C-4017-9FB2-ABD7AA1CB29E}"/>
              </a:ext>
            </a:extLst>
          </p:cNvPr>
          <p:cNvSpPr>
            <a:spLocks xmlns:a="http://schemas.openxmlformats.org/drawingml/2006/main" noGrp="1"/>
          </p:cNvSpPr>
          <p:nvPr/>
        </p:nvSpPr>
        <p:spPr>
          <a:xfrm xmlns:a="http://schemas.openxmlformats.org/drawingml/2006/main">
            <a:off x="28575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9E9F2ABD-745E-422B-96F6-1A503D986CC2}"/>
              </a:ext>
            </a:extLst>
          </p:cNvPr>
          <p:cNvSpPr>
            <a:spLocks xmlns:a="http://schemas.openxmlformats.org/drawingml/2006/main" noGrp="1"/>
          </p:cNvSpPr>
          <p:nvPr/>
        </p:nvSpPr>
        <p:spPr>
          <a:xfrm xmlns:a="http://schemas.openxmlformats.org/drawingml/2006/main">
            <a:off x="28575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36AC0F4B-F82B-4BEE-AF77-DA4B0DF01FF8}"/>
              </a:ext>
            </a:extLst>
          </p:cNvPr>
          <p:cNvSpPr>
            <a:spLocks xmlns:a="http://schemas.openxmlformats.org/drawingml/2006/main" noGrp="1"/>
          </p:cNvSpPr>
          <p:nvPr/>
        </p:nvSpPr>
        <p:spPr>
          <a:xfrm xmlns:a="http://schemas.openxmlformats.org/drawingml/2006/main">
            <a:off x="28575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기준과 무엇이&#10;달랐나?">
            <a:extLst xmlns:a="http://schemas.openxmlformats.org/drawingml/2006/main">
              <a:ext uri="{FF2B5EF4-FFF2-40B4-BE49-F238E27FC236}">
                <a16:creationId xmlns:a16="http://schemas.microsoft.com/office/drawing/2014/main" id="{EF316185-79A6-4EA6-BD67-8D4D91657815}"/>
              </a:ext>
            </a:extLst>
          </p:cNvPr>
          <p:cNvSpPr>
            <a:spLocks xmlns:a="http://schemas.openxmlformats.org/drawingml/2006/main" noGrp="1"/>
          </p:cNvSpPr>
          <p:nvPr/>
        </p:nvSpPr>
        <p:spPr>
          <a:xfrm xmlns:a="http://schemas.openxmlformats.org/drawingml/2006/main">
            <a:off x="28575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기준과 무엇이</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달랐나?</a:t>
            </a:r>
          </a:p>
        </p:txBody>
      </p:sp>
      <p:sp>
        <p:nvSpPr>
          <p:cNvPr id="19" name="">
            <a:extLst xmlns:a="http://schemas.openxmlformats.org/drawingml/2006/main">
              <a:ext uri="{FF2B5EF4-FFF2-40B4-BE49-F238E27FC236}">
                <a16:creationId xmlns:a16="http://schemas.microsoft.com/office/drawing/2014/main" id="{1C5987EA-A43F-438C-AD51-9784784EB80A}"/>
              </a:ext>
            </a:extLst>
          </p:cNvPr>
          <p:cNvSpPr>
            <a:spLocks xmlns:a="http://schemas.openxmlformats.org/drawingml/2006/main" noGrp="1"/>
          </p:cNvSpPr>
          <p:nvPr/>
        </p:nvSpPr>
        <p:spPr>
          <a:xfrm xmlns:a="http://schemas.openxmlformats.org/drawingml/2006/main">
            <a:off x="28575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현재 기준과의&#10;차이">
            <a:extLst xmlns:a="http://schemas.openxmlformats.org/drawingml/2006/main">
              <a:ext uri="{FF2B5EF4-FFF2-40B4-BE49-F238E27FC236}">
                <a16:creationId xmlns:a16="http://schemas.microsoft.com/office/drawing/2014/main" id="{74FD595A-FF61-44B5-BD27-7891D7C5F137}"/>
              </a:ext>
            </a:extLst>
          </p:cNvPr>
          <p:cNvSpPr>
            <a:spLocks xmlns:a="http://schemas.openxmlformats.org/drawingml/2006/main" noGrp="1"/>
          </p:cNvSpPr>
          <p:nvPr/>
        </p:nvSpPr>
        <p:spPr>
          <a:xfrm xmlns:a="http://schemas.openxmlformats.org/drawingml/2006/main">
            <a:off x="29527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현재 기준과의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차이</a:t>
            </a:r>
          </a:p>
        </p:txBody>
      </p:sp>
      <p:cxnSp>
        <p:nvCxnSpPr>
          <p:cNvPr id="21" name="">
            <a:extLst xmlns:a="http://schemas.openxmlformats.org/drawingml/2006/main">
              <a:ext uri="{FF2B5EF4-FFF2-40B4-BE49-F238E27FC236}">
                <a16:creationId xmlns:a16="http://schemas.microsoft.com/office/drawing/2014/main" id="{21582F6A-1FC2-4522-9273-B52F26307913}"/>
              </a:ext>
            </a:extLst>
          </p:cNvPr>
          <p:cNvCxnSpPr/>
          <p:nvPr/>
        </p:nvCxnSpPr>
        <p:spPr>
          <a:xfrm xmlns:a="http://schemas.openxmlformats.org/drawingml/2006/main">
            <a:off x="48958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03">
            <a:extLst xmlns:a="http://schemas.openxmlformats.org/drawingml/2006/main">
              <a:ext uri="{FF2B5EF4-FFF2-40B4-BE49-F238E27FC236}">
                <a16:creationId xmlns:a16="http://schemas.microsoft.com/office/drawing/2014/main" id="{F3E38338-6E7F-46BC-8BB1-5E782F69689F}"/>
              </a:ext>
            </a:extLst>
          </p:cNvPr>
          <p:cNvSpPr>
            <a:spLocks xmlns:a="http://schemas.openxmlformats.org/drawingml/2006/main" noGrp="1"/>
          </p:cNvSpPr>
          <p:nvPr/>
        </p:nvSpPr>
        <p:spPr>
          <a:xfrm xmlns:a="http://schemas.openxmlformats.org/drawingml/2006/main">
            <a:off x="51054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40627CA3-8F9B-40D6-A4BD-87039E4D6FBA}"/>
              </a:ext>
            </a:extLst>
          </p:cNvPr>
          <p:cNvSpPr>
            <a:spLocks xmlns:a="http://schemas.openxmlformats.org/drawingml/2006/main" noGrp="1"/>
          </p:cNvSpPr>
          <p:nvPr/>
        </p:nvSpPr>
        <p:spPr>
          <a:xfrm xmlns:a="http://schemas.openxmlformats.org/drawingml/2006/main">
            <a:off x="51054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796CCE8E-5B8A-48E9-82F4-75242E4CDFBF}"/>
              </a:ext>
            </a:extLst>
          </p:cNvPr>
          <p:cNvSpPr>
            <a:spLocks xmlns:a="http://schemas.openxmlformats.org/drawingml/2006/main" noGrp="1"/>
          </p:cNvSpPr>
          <p:nvPr/>
        </p:nvSpPr>
        <p:spPr>
          <a:xfrm xmlns:a="http://schemas.openxmlformats.org/drawingml/2006/main">
            <a:off x="51054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무슨 근거로&#10;판단하나?">
            <a:extLst xmlns:a="http://schemas.openxmlformats.org/drawingml/2006/main">
              <a:ext uri="{FF2B5EF4-FFF2-40B4-BE49-F238E27FC236}">
                <a16:creationId xmlns:a16="http://schemas.microsoft.com/office/drawing/2014/main" id="{8CD6CC30-4107-4479-A24D-3666000695AD}"/>
              </a:ext>
            </a:extLst>
          </p:cNvPr>
          <p:cNvSpPr>
            <a:spLocks xmlns:a="http://schemas.openxmlformats.org/drawingml/2006/main" noGrp="1"/>
          </p:cNvSpPr>
          <p:nvPr/>
        </p:nvSpPr>
        <p:spPr>
          <a:xfrm xmlns:a="http://schemas.openxmlformats.org/drawingml/2006/main">
            <a:off x="51054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무슨 근거로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판단하나?</a:t>
            </a:r>
          </a:p>
        </p:txBody>
      </p:sp>
      <p:sp>
        <p:nvSpPr>
          <p:cNvPr id="26" name="">
            <a:extLst xmlns:a="http://schemas.openxmlformats.org/drawingml/2006/main">
              <a:ext uri="{FF2B5EF4-FFF2-40B4-BE49-F238E27FC236}">
                <a16:creationId xmlns:a16="http://schemas.microsoft.com/office/drawing/2014/main" id="{9FED8C8B-1FD8-4654-A048-EAA93391F3E7}"/>
              </a:ext>
            </a:extLst>
          </p:cNvPr>
          <p:cNvSpPr>
            <a:spLocks xmlns:a="http://schemas.openxmlformats.org/drawingml/2006/main" noGrp="1"/>
          </p:cNvSpPr>
          <p:nvPr/>
        </p:nvSpPr>
        <p:spPr>
          <a:xfrm xmlns:a="http://schemas.openxmlformats.org/drawingml/2006/main">
            <a:off x="51054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확인한 원인과&#10;남은 가설">
            <a:extLst xmlns:a="http://schemas.openxmlformats.org/drawingml/2006/main">
              <a:ext uri="{FF2B5EF4-FFF2-40B4-BE49-F238E27FC236}">
                <a16:creationId xmlns:a16="http://schemas.microsoft.com/office/drawing/2014/main" id="{BC5D6208-03C6-4E1A-B03A-2B69368B4B25}"/>
              </a:ext>
            </a:extLst>
          </p:cNvPr>
          <p:cNvSpPr>
            <a:spLocks xmlns:a="http://schemas.openxmlformats.org/drawingml/2006/main" noGrp="1"/>
          </p:cNvSpPr>
          <p:nvPr/>
        </p:nvSpPr>
        <p:spPr>
          <a:xfrm xmlns:a="http://schemas.openxmlformats.org/drawingml/2006/main">
            <a:off x="52006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원인과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가설</a:t>
            </a:r>
          </a:p>
        </p:txBody>
      </p:sp>
      <p:cxnSp>
        <p:nvCxnSpPr>
          <p:cNvPr id="28" name="">
            <a:extLst xmlns:a="http://schemas.openxmlformats.org/drawingml/2006/main">
              <a:ext uri="{FF2B5EF4-FFF2-40B4-BE49-F238E27FC236}">
                <a16:creationId xmlns:a16="http://schemas.microsoft.com/office/drawing/2014/main" id="{53ABBA18-F573-46AD-AEEE-C33777F6A030}"/>
              </a:ext>
            </a:extLst>
          </p:cNvPr>
          <p:cNvCxnSpPr/>
          <p:nvPr/>
        </p:nvCxnSpPr>
        <p:spPr>
          <a:xfrm xmlns:a="http://schemas.openxmlformats.org/drawingml/2006/main">
            <a:off x="71437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4">
            <a:extLst xmlns:a="http://schemas.openxmlformats.org/drawingml/2006/main">
              <a:ext uri="{FF2B5EF4-FFF2-40B4-BE49-F238E27FC236}">
                <a16:creationId xmlns:a16="http://schemas.microsoft.com/office/drawing/2014/main" id="{F2948847-CEAE-4414-A853-036F97424CC7}"/>
              </a:ext>
            </a:extLst>
          </p:cNvPr>
          <p:cNvSpPr>
            <a:spLocks xmlns:a="http://schemas.openxmlformats.org/drawingml/2006/main" noGrp="1"/>
          </p:cNvSpPr>
          <p:nvPr/>
        </p:nvSpPr>
        <p:spPr>
          <a:xfrm xmlns:a="http://schemas.openxmlformats.org/drawingml/2006/main">
            <a:off x="73533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CABF11D4-7705-4888-BA24-F2F34789E0C0}"/>
              </a:ext>
            </a:extLst>
          </p:cNvPr>
          <p:cNvSpPr>
            <a:spLocks xmlns:a="http://schemas.openxmlformats.org/drawingml/2006/main" noGrp="1"/>
          </p:cNvSpPr>
          <p:nvPr/>
        </p:nvSpPr>
        <p:spPr>
          <a:xfrm xmlns:a="http://schemas.openxmlformats.org/drawingml/2006/main">
            <a:off x="73533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344DEE6B-E8CE-4546-967A-941EDC8D77B0}"/>
              </a:ext>
            </a:extLst>
          </p:cNvPr>
          <p:cNvSpPr>
            <a:spLocks xmlns:a="http://schemas.openxmlformats.org/drawingml/2006/main" noGrp="1"/>
          </p:cNvSpPr>
          <p:nvPr/>
        </p:nvSpPr>
        <p:spPr>
          <a:xfrm xmlns:a="http://schemas.openxmlformats.org/drawingml/2006/main">
            <a:off x="73533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느 출처를&#10;얼마나 바꾸나?">
            <a:extLst xmlns:a="http://schemas.openxmlformats.org/drawingml/2006/main">
              <a:ext uri="{FF2B5EF4-FFF2-40B4-BE49-F238E27FC236}">
                <a16:creationId xmlns:a16="http://schemas.microsoft.com/office/drawing/2014/main" id="{391AE629-5189-4BE9-9025-4198260DE93D}"/>
              </a:ext>
            </a:extLst>
          </p:cNvPr>
          <p:cNvSpPr>
            <a:spLocks xmlns:a="http://schemas.openxmlformats.org/drawingml/2006/main" noGrp="1"/>
          </p:cNvSpPr>
          <p:nvPr/>
        </p:nvSpPr>
        <p:spPr>
          <a:xfrm xmlns:a="http://schemas.openxmlformats.org/drawingml/2006/main">
            <a:off x="73533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어느 출처를</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얼마나 바꾸나?</a:t>
            </a:r>
          </a:p>
        </p:txBody>
      </p:sp>
      <p:sp>
        <p:nvSpPr>
          <p:cNvPr id="33" name="">
            <a:extLst xmlns:a="http://schemas.openxmlformats.org/drawingml/2006/main">
              <a:ext uri="{FF2B5EF4-FFF2-40B4-BE49-F238E27FC236}">
                <a16:creationId xmlns:a16="http://schemas.microsoft.com/office/drawing/2014/main" id="{D6BA0D76-FDCD-4DF7-815C-27AB1F850B32}"/>
              </a:ext>
            </a:extLst>
          </p:cNvPr>
          <p:cNvSpPr>
            <a:spLocks xmlns:a="http://schemas.openxmlformats.org/drawingml/2006/main" noGrp="1"/>
          </p:cNvSpPr>
          <p:nvPr/>
        </p:nvSpPr>
        <p:spPr>
          <a:xfrm xmlns:a="http://schemas.openxmlformats.org/drawingml/2006/main">
            <a:off x="73533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사람이 검토한&#10;출처·변경 범위">
            <a:extLst xmlns:a="http://schemas.openxmlformats.org/drawingml/2006/main">
              <a:ext uri="{FF2B5EF4-FFF2-40B4-BE49-F238E27FC236}">
                <a16:creationId xmlns:a16="http://schemas.microsoft.com/office/drawing/2014/main" id="{092A78E8-2269-4894-BC87-B978B00FEA28}"/>
              </a:ext>
            </a:extLst>
          </p:cNvPr>
          <p:cNvSpPr>
            <a:spLocks xmlns:a="http://schemas.openxmlformats.org/drawingml/2006/main" noGrp="1"/>
          </p:cNvSpPr>
          <p:nvPr/>
        </p:nvSpPr>
        <p:spPr>
          <a:xfrm xmlns:a="http://schemas.openxmlformats.org/drawingml/2006/main">
            <a:off x="74485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사람이 검토한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출처·변경 범위</a:t>
            </a:r>
          </a:p>
        </p:txBody>
      </p:sp>
      <p:cxnSp>
        <p:nvCxnSpPr>
          <p:cNvPr id="35" name="">
            <a:extLst xmlns:a="http://schemas.openxmlformats.org/drawingml/2006/main">
              <a:ext uri="{FF2B5EF4-FFF2-40B4-BE49-F238E27FC236}">
                <a16:creationId xmlns:a16="http://schemas.microsoft.com/office/drawing/2014/main" id="{6D56054A-4B11-49B8-A9C6-E69A0508B78A}"/>
              </a:ext>
            </a:extLst>
          </p:cNvPr>
          <p:cNvCxnSpPr/>
          <p:nvPr/>
        </p:nvCxnSpPr>
        <p:spPr>
          <a:xfrm xmlns:a="http://schemas.openxmlformats.org/drawingml/2006/main">
            <a:off x="93916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6" name="05">
            <a:extLst xmlns:a="http://schemas.openxmlformats.org/drawingml/2006/main">
              <a:ext uri="{FF2B5EF4-FFF2-40B4-BE49-F238E27FC236}">
                <a16:creationId xmlns:a16="http://schemas.microsoft.com/office/drawing/2014/main" id="{7694758D-76D5-4AE3-8027-80A27628C750}"/>
              </a:ext>
            </a:extLst>
          </p:cNvPr>
          <p:cNvSpPr>
            <a:spLocks xmlns:a="http://schemas.openxmlformats.org/drawingml/2006/main" noGrp="1"/>
          </p:cNvSpPr>
          <p:nvPr/>
        </p:nvSpPr>
        <p:spPr>
          <a:xfrm xmlns:a="http://schemas.openxmlformats.org/drawingml/2006/main">
            <a:off x="96012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66DCA6D3-EF0A-49C6-98BB-F651F7268F39}"/>
              </a:ext>
            </a:extLst>
          </p:cNvPr>
          <p:cNvSpPr>
            <a:spLocks xmlns:a="http://schemas.openxmlformats.org/drawingml/2006/main" noGrp="1"/>
          </p:cNvSpPr>
          <p:nvPr/>
        </p:nvSpPr>
        <p:spPr>
          <a:xfrm xmlns:a="http://schemas.openxmlformats.org/drawingml/2006/main">
            <a:off x="96012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82097735-AFA5-437D-B057-C3AB791631AE}"/>
              </a:ext>
            </a:extLst>
          </p:cNvPr>
          <p:cNvSpPr>
            <a:spLocks xmlns:a="http://schemas.openxmlformats.org/drawingml/2006/main" noGrp="1"/>
          </p:cNvSpPr>
          <p:nvPr/>
        </p:nvSpPr>
        <p:spPr>
          <a:xfrm xmlns:a="http://schemas.openxmlformats.org/drawingml/2006/main">
            <a:off x="96012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에도&#10;괜찮나?">
            <a:extLst xmlns:a="http://schemas.openxmlformats.org/drawingml/2006/main">
              <a:ext uri="{FF2B5EF4-FFF2-40B4-BE49-F238E27FC236}">
                <a16:creationId xmlns:a16="http://schemas.microsoft.com/office/drawing/2014/main" id="{3D87A3F3-2207-4255-8668-5F94A1E9C498}"/>
              </a:ext>
            </a:extLst>
          </p:cNvPr>
          <p:cNvSpPr>
            <a:spLocks xmlns:a="http://schemas.openxmlformats.org/drawingml/2006/main" noGrp="1"/>
          </p:cNvSpPr>
          <p:nvPr/>
        </p:nvSpPr>
        <p:spPr>
          <a:xfrm xmlns:a="http://schemas.openxmlformats.org/drawingml/2006/main">
            <a:off x="96012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다른 작업에도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괜찮나?</a:t>
            </a:r>
          </a:p>
        </p:txBody>
      </p:sp>
      <p:sp>
        <p:nvSpPr>
          <p:cNvPr id="40" name="">
            <a:extLst xmlns:a="http://schemas.openxmlformats.org/drawingml/2006/main">
              <a:ext uri="{FF2B5EF4-FFF2-40B4-BE49-F238E27FC236}">
                <a16:creationId xmlns:a16="http://schemas.microsoft.com/office/drawing/2014/main" id="{2D46474C-8693-4C79-9C34-BEF59E17730E}"/>
              </a:ext>
            </a:extLst>
          </p:cNvPr>
          <p:cNvSpPr>
            <a:spLocks xmlns:a="http://schemas.openxmlformats.org/drawingml/2006/main" noGrp="1"/>
          </p:cNvSpPr>
          <p:nvPr/>
        </p:nvSpPr>
        <p:spPr>
          <a:xfrm xmlns:a="http://schemas.openxmlformats.org/drawingml/2006/main">
            <a:off x="96012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확인한 영향과&#10;남은 한계">
            <a:extLst xmlns:a="http://schemas.openxmlformats.org/drawingml/2006/main">
              <a:ext uri="{FF2B5EF4-FFF2-40B4-BE49-F238E27FC236}">
                <a16:creationId xmlns:a16="http://schemas.microsoft.com/office/drawing/2014/main" id="{612F1208-CA5F-42B5-88EB-5F3467091BD7}"/>
              </a:ext>
            </a:extLst>
          </p:cNvPr>
          <p:cNvSpPr>
            <a:spLocks xmlns:a="http://schemas.openxmlformats.org/drawingml/2006/main" noGrp="1"/>
          </p:cNvSpPr>
          <p:nvPr/>
        </p:nvSpPr>
        <p:spPr>
          <a:xfrm xmlns:a="http://schemas.openxmlformats.org/drawingml/2006/main">
            <a:off x="96964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영향과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한계</a:t>
            </a:r>
          </a:p>
        </p:txBody>
      </p:sp>
      <p:sp>
        <p:nvSpPr>
          <p:cNvPr id="42" name="">
            <a:extLst xmlns:a="http://schemas.openxmlformats.org/drawingml/2006/main">
              <a:ext uri="{FF2B5EF4-FFF2-40B4-BE49-F238E27FC236}">
                <a16:creationId xmlns:a16="http://schemas.microsoft.com/office/drawing/2014/main" id="{CBE4252A-8AD6-40B5-BDF9-F00B2387E40D}"/>
              </a:ext>
            </a:extLst>
          </p:cNvPr>
          <p:cNvSpPr>
            <a:spLocks xmlns:a="http://schemas.openxmlformats.org/drawingml/2006/main" noGrp="1"/>
          </p:cNvSpPr>
          <p:nvPr/>
        </p:nvSpPr>
        <p:spPr>
          <a:xfrm xmlns:a="http://schemas.openxmlformats.org/drawingml/2006/main">
            <a:off x="10591800" y="5133975"/>
            <a:ext cx="0" cy="142875"/>
          </a:xfrm>
          <a:prstGeom xmlns:a="http://schemas.openxmlformats.org/drawingml/2006/main" prst="line">
            <a:avLst/>
          </a:prstGeom>
          <a:ln xmlns:a="http://schemas.openxmlformats.org/drawingml/2006/main" w="23813">
            <a:solidFill>
              <a:srgbClr val="0B6172"/>
            </a:solidFill>
          </a:ln>
        </p:spPr>
      </p:sp>
      <p:sp>
        <p:nvSpPr>
          <p:cNvPr id="43" name="">
            <a:extLst xmlns:a="http://schemas.openxmlformats.org/drawingml/2006/main">
              <a:ext uri="{FF2B5EF4-FFF2-40B4-BE49-F238E27FC236}">
                <a16:creationId xmlns:a16="http://schemas.microsoft.com/office/drawing/2014/main" id="{440563BC-0508-4DB0-A8A5-5E2949B52237}"/>
              </a:ext>
            </a:extLst>
          </p:cNvPr>
          <p:cNvSpPr>
            <a:spLocks xmlns:a="http://schemas.openxmlformats.org/drawingml/2006/main" noGrp="1"/>
          </p:cNvSpPr>
          <p:nvPr/>
        </p:nvSpPr>
        <p:spPr>
          <a:xfrm xmlns:a="http://schemas.openxmlformats.org/drawingml/2006/main">
            <a:off x="1600200" y="5276850"/>
            <a:ext cx="8991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4" name="">
            <a:extLst xmlns:a="http://schemas.openxmlformats.org/drawingml/2006/main">
              <a:ext uri="{FF2B5EF4-FFF2-40B4-BE49-F238E27FC236}">
                <a16:creationId xmlns:a16="http://schemas.microsoft.com/office/drawing/2014/main" id="{8035498D-58BA-4BEB-A6AA-1A66EA9CDCA6}"/>
              </a:ext>
            </a:extLst>
          </p:cNvPr>
          <p:cNvCxnSpPr/>
          <p:nvPr/>
        </p:nvCxnSpPr>
        <p:spPr>
          <a:xfrm xmlns:a="http://schemas.openxmlformats.org/drawingml/2006/main">
            <a:off x="1600200" y="5133975"/>
            <a:ext cx="0" cy="142875"/>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45" name="다음 작업에서도, 기록과 근거로 다시 확인">
            <a:extLst xmlns:a="http://schemas.openxmlformats.org/drawingml/2006/main">
              <a:ext uri="{FF2B5EF4-FFF2-40B4-BE49-F238E27FC236}">
                <a16:creationId xmlns:a16="http://schemas.microsoft.com/office/drawing/2014/main" id="{5859ED24-0CCF-477F-9A4E-DA7C6855AD34}"/>
              </a:ext>
            </a:extLst>
          </p:cNvPr>
          <p:cNvSpPr>
            <a:spLocks xmlns:a="http://schemas.openxmlformats.org/drawingml/2006/main" noGrp="1"/>
          </p:cNvSpPr>
          <p:nvPr/>
        </p:nvSpPr>
        <p:spPr>
          <a:xfrm xmlns:a="http://schemas.openxmlformats.org/drawingml/2006/main">
            <a:off x="609600" y="54006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작업에서도, 기록과 근거로 다시 확인</a:t>
            </a:r>
          </a:p>
        </p:txBody>
      </p:sp>
      <p:sp>
        <p:nvSpPr>
          <p:cNvPr id="46" name="Legacy module connection">
            <a:extLst xmlns:a="http://schemas.openxmlformats.org/drawingml/2006/main">
              <a:ext uri="{FF2B5EF4-FFF2-40B4-BE49-F238E27FC236}">
                <a16:creationId xmlns:a16="http://schemas.microsoft.com/office/drawing/2014/main" id="{4506270A-A3C2-42C8-8955-988D1C2E2D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852932334"/>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192145EF-6A21-463B-81EC-F680757A05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83">
            <a:extLst xmlns:a="http://schemas.openxmlformats.org/drawingml/2006/main">
              <a:ext uri="{FF2B5EF4-FFF2-40B4-BE49-F238E27FC236}">
                <a16:creationId xmlns:a16="http://schemas.microsoft.com/office/drawing/2014/main" id="{931B0CA5-BB3B-454B-9A13-9A5826E500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평가·보고 기준도 개선 대상이다">
            <a:extLst xmlns:a="http://schemas.openxmlformats.org/drawingml/2006/main">
              <a:ext uri="{FF2B5EF4-FFF2-40B4-BE49-F238E27FC236}">
                <a16:creationId xmlns:a16="http://schemas.microsoft.com/office/drawing/2014/main" id="{0850D989-F0D0-4086-96B7-BB572690CC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F12D8762-2A6D-49C6-962A-39A746F495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737365B-FBBD-445F-9CF1-578385B9ADF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B2076581-DB4A-4D6F-9BC1-3100529BDB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829058EC-53F3-4CAA-AC80-C452261921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7EAF464B-A351-4B22-965C-C729343E6805}"/>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1C30675D-0A3C-41BD-999E-C59D7A6B68AC}"/>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56F80E14-26B5-4AFA-BE92-D94CB0BB9378}"/>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4E9B1655-6D5D-4163-837C-040B4739C2EB}"/>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0677ABE1-24F3-45CA-BB73-4A5F8B493C7D}"/>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52797DE0-54A1-4442-8755-B3C928197F5F}"/>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EE54C14F-6978-415B-8EAD-3592705AE67B}"/>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FA158E08-F859-4082-84BD-01792365923A}"/>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4DFA542E-2790-4EC3-B6AD-D8C8FDD7ED93}"/>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EB0C697A-2E68-4F3A-A618-1085BC581F59}"/>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F2C84ECC-5919-4DAD-AEF7-0F1A45738C9E}"/>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A0DCA58A-2BF6-4B12-BBA7-24DD59C1A85F}"/>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8C491089-8CF9-447C-8214-537AD3A1081A}"/>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FE45F31B-7AC5-49A1-A0CB-297BF9DDBF12}"/>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9F77284A-8633-45DB-AD65-99AEC63150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72406571"/>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9114951F-78E1-445F-9E03-74D591CCFD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84">
            <a:extLst xmlns:a="http://schemas.openxmlformats.org/drawingml/2006/main">
              <a:ext uri="{FF2B5EF4-FFF2-40B4-BE49-F238E27FC236}">
                <a16:creationId xmlns:a16="http://schemas.microsoft.com/office/drawing/2014/main" id="{FF7443AF-AD87-4DCC-8121-B5CA0B2FFC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결과 확인과 원인 해석을 따로 기록한다">
            <a:extLst xmlns:a="http://schemas.openxmlformats.org/drawingml/2006/main">
              <a:ext uri="{FF2B5EF4-FFF2-40B4-BE49-F238E27FC236}">
                <a16:creationId xmlns:a16="http://schemas.microsoft.com/office/drawing/2014/main" id="{C1231B73-E581-423F-A932-1C283AE17E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1C47F3BD-356E-48E0-80BA-D8F60B7D7F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B14E297-3C4D-4172-83F6-373F9F6C4CA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C47D8EFD-012B-4ED1-B2B2-F8E8608D0D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686BD3EA-9B4C-4DFF-9A63-BF64265F17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9D6EFBFA-397E-4293-B774-AED8CCA36CDA}"/>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2245FB0C-4A84-4497-AB7D-3F247DCAF691}"/>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07FDC3B5-2860-4A56-A326-EA5260C3E381}"/>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892E3A15-C285-4ABD-904A-86874712D4FF}"/>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A50C44A6-9E75-4852-BC01-E90A2340703D}"/>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277CCB2E-ED00-411F-A52D-DF95AAC78FBA}"/>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D3C6B50F-BD63-43E8-80EC-5B7522175271}"/>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6B0ED3F5-E742-4941-955C-D5098F1B7882}"/>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6F928CE8-E3AE-4CFD-9943-2C455B782045}"/>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97015236-036E-4461-91BB-C52CEAC8908E}"/>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B4EEE6C4-BAA2-40CC-911B-EE630D6239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71613287"/>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E21CDF69-FE1F-4CF4-B1D1-3805ACEB6C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85">
            <a:extLst xmlns:a="http://schemas.openxmlformats.org/drawingml/2006/main">
              <a:ext uri="{FF2B5EF4-FFF2-40B4-BE49-F238E27FC236}">
                <a16:creationId xmlns:a16="http://schemas.microsoft.com/office/drawing/2014/main" id="{70D36177-6701-40BB-8522-268B45C36D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다음 조사에 남길 기록을 바꿨다">
            <a:extLst xmlns:a="http://schemas.openxmlformats.org/drawingml/2006/main">
              <a:ext uri="{FF2B5EF4-FFF2-40B4-BE49-F238E27FC236}">
                <a16:creationId xmlns:a16="http://schemas.microsoft.com/office/drawing/2014/main" id="{575F8DB3-E592-4982-8ED1-9CDA31E4B2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ECDDCB4A-6619-429B-8757-31A8A4F607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FF9E976-A17C-44B1-BA4F-953B02DCEBF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8E0CBEE2-FA52-44A4-AF35-55C85DE9D9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42AD94D1-F0EE-473E-93C1-C3915D1C37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BFD7A622-039C-4880-BA40-41031A1D4583}"/>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0F736942-38BF-42B4-94CA-F65B9CCEDFF9}"/>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15E480D7-6295-41AD-B19E-8D53415ED8A5}"/>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AEBC7D59-A79F-44B0-9D9F-5737AF67F23E}"/>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9C42EBAD-7E3B-43B9-98A8-8370C466BC0E}"/>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639CA96F-C7F6-4862-B46B-BEB1D7418C42}"/>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95C24A91-6633-4DF6-BCE6-739766EB0B5C}"/>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BD98EC8A-3FCC-48BC-95CC-36B562E757C3}"/>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AAED81F5-CE69-47C9-8E10-5AA2A663229E}"/>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54F8377F-AB1E-48B4-B634-BBFD0D533A8A}"/>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A043FED4-D886-4246-9EB6-050BE36BCFC1}"/>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9BA89864-EAED-46C0-B7D0-C405524C28EC}"/>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C65A5002-3521-49E3-BB3A-7ADC07B385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12851759"/>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5F1AC078-F434-4ECB-8C31-5B75067850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86">
            <a:extLst xmlns:a="http://schemas.openxmlformats.org/drawingml/2006/main">
              <a:ext uri="{FF2B5EF4-FFF2-40B4-BE49-F238E27FC236}">
                <a16:creationId xmlns:a16="http://schemas.microsoft.com/office/drawing/2014/main" id="{EE2144BA-2359-43CD-B94D-B8D3A8C1C6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후속 기록도 원문과 다시 대조했다">
            <a:extLst xmlns:a="http://schemas.openxmlformats.org/drawingml/2006/main">
              <a:ext uri="{FF2B5EF4-FFF2-40B4-BE49-F238E27FC236}">
                <a16:creationId xmlns:a16="http://schemas.microsoft.com/office/drawing/2014/main" id="{C2242B61-9E3B-439F-BE35-74CB64538E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60DA5C31-8ED8-448A-B6D2-C027791DEF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3111CCF-F3AF-4316-8290-BD1037848D8B}"/>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C22710A8-D11B-466B-B6D8-E3A36EC6B9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FDDAE570-D354-43CD-9970-EC993805F7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D7CAFAEC-B885-47E7-9CE9-2879A01502BC}"/>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0107C2A7-E3E5-4BE6-80C4-63A12106FF59}"/>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EE0CFC16-DADB-4D1D-86DC-916F38F2D5A9}"/>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DE052CD7-053A-46BD-BDCB-F8EEA031273C}"/>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D0F00733-173F-423C-8DF0-B56C97CE3CE6}"/>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153EF3F4-C674-4954-9E79-10010C639529}"/>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84A07367-9455-42F9-A1CF-DD1C6EDFE08B}"/>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FE6DB017-94AF-487B-A545-38C36DC11DC1}"/>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C57F3669-6321-4959-BB2C-023EB20AA783}"/>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F5D101B2-44EB-459F-8947-C9B8C7D01328}"/>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B7202FA7-DBBD-4EB0-BFF9-1F11893FCDFF}"/>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A58B9C2F-BB37-431A-9938-1E93BA6B14D7}"/>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A57B0045-47D3-4A1C-A94E-E102576994AD}"/>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6B10872C-1494-4847-A6FB-2620EC10DCB2}"/>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87257DB6-3578-480A-BD55-9CA2BC7DD6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2163940"/>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4 · 실제 제작 기록 / 운영 모델과의 대응">
            <a:extLst xmlns:a="http://schemas.openxmlformats.org/drawingml/2006/main">
              <a:ext uri="{FF2B5EF4-FFF2-40B4-BE49-F238E27FC236}">
                <a16:creationId xmlns:a16="http://schemas.microsoft.com/office/drawing/2014/main" id="{2C35EF3A-F499-4B82-BCFD-C423E66C53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운영 모델과의 대응</a:t>
            </a:r>
          </a:p>
        </p:txBody>
      </p:sp>
      <p:sp>
        <p:nvSpPr>
          <p:cNvPr id="2" name="S87">
            <a:extLst xmlns:a="http://schemas.openxmlformats.org/drawingml/2006/main">
              <a:ext uri="{FF2B5EF4-FFF2-40B4-BE49-F238E27FC236}">
                <a16:creationId xmlns:a16="http://schemas.microsoft.com/office/drawing/2014/main" id="{45A96715-4ED3-4F42-BD8A-D4122318B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실제 기록을 Loop의 단계에 대응하면">
            <a:extLst xmlns:a="http://schemas.openxmlformats.org/drawingml/2006/main">
              <a:ext uri="{FF2B5EF4-FFF2-40B4-BE49-F238E27FC236}">
                <a16:creationId xmlns:a16="http://schemas.microsoft.com/office/drawing/2014/main" id="{0D0CA99C-F75D-4F3A-B3B2-80B7079BDF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CCCCE339-9B32-4A3D-A8AF-4395F2AFB0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0C39C7A1-F220-49CB-93EC-14E8F3A2FA7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CCF24E46-6F42-497A-9E65-A26004D95C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대조는 부분적 확인 · 제품 코드·가상 Workflow 복구 아님 · 품질 향상은 미측정">
            <a:extLst xmlns:a="http://schemas.openxmlformats.org/drawingml/2006/main">
              <a:ext uri="{FF2B5EF4-FFF2-40B4-BE49-F238E27FC236}">
                <a16:creationId xmlns:a16="http://schemas.microsoft.com/office/drawing/2014/main" id="{61EB4696-22E1-40A0-946E-E341F91F0C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대조는 부분적 확인 · 제품 코드·가상 Workflow 복구 아님 · 품질 향상은 미측정</a:t>
            </a:r>
          </a:p>
        </p:txBody>
      </p:sp>
      <p:sp>
        <p:nvSpPr>
          <p:cNvPr id="8" name="성능 조사에서 얻은 관찰이 평가·보고 기준을 바꿨다">
            <a:extLst xmlns:a="http://schemas.openxmlformats.org/drawingml/2006/main">
              <a:ext uri="{FF2B5EF4-FFF2-40B4-BE49-F238E27FC236}">
                <a16:creationId xmlns:a16="http://schemas.microsoft.com/office/drawing/2014/main" id="{D9BEAE77-9E7E-47C1-8B39-6B390C0D7A8D}"/>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 조사에서 얻은 관찰이 평가·보고 기준을 바꿨다</a:t>
            </a:r>
          </a:p>
        </p:txBody>
      </p:sp>
      <p:sp>
        <p:nvSpPr>
          <p:cNvPr id="9" name="01">
            <a:extLst xmlns:a="http://schemas.openxmlformats.org/drawingml/2006/main">
              <a:ext uri="{FF2B5EF4-FFF2-40B4-BE49-F238E27FC236}">
                <a16:creationId xmlns:a16="http://schemas.microsoft.com/office/drawing/2014/main" id="{E81B52FD-4981-4FC0-8EBC-6BAB9F4DD971}"/>
              </a:ext>
            </a:extLst>
          </p:cNvPr>
          <p:cNvSpPr>
            <a:spLocks xmlns:a="http://schemas.openxmlformats.org/drawingml/2006/main" noGrp="1"/>
          </p:cNvSpPr>
          <p:nvPr/>
        </p:nvSpPr>
        <p:spPr>
          <a:xfrm xmlns:a="http://schemas.openxmlformats.org/drawingml/2006/main">
            <a:off x="6096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10" name="">
            <a:extLst xmlns:a="http://schemas.openxmlformats.org/drawingml/2006/main">
              <a:ext uri="{FF2B5EF4-FFF2-40B4-BE49-F238E27FC236}">
                <a16:creationId xmlns:a16="http://schemas.microsoft.com/office/drawing/2014/main" id="{D516BCAF-522B-4BC4-A326-DFF6E21BC08D}"/>
              </a:ext>
            </a:extLst>
          </p:cNvPr>
          <p:cNvSpPr>
            <a:spLocks xmlns:a="http://schemas.openxmlformats.org/drawingml/2006/main" noGrp="1"/>
          </p:cNvSpPr>
          <p:nvPr/>
        </p:nvSpPr>
        <p:spPr>
          <a:xfrm xmlns:a="http://schemas.openxmlformats.org/drawingml/2006/main">
            <a:off x="6096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CB27D5CF-070E-4435-A750-F2B6B7AAFE11}"/>
              </a:ext>
            </a:extLst>
          </p:cNvPr>
          <p:cNvSpPr>
            <a:spLocks xmlns:a="http://schemas.openxmlformats.org/drawingml/2006/main" noGrp="1"/>
          </p:cNvSpPr>
          <p:nvPr/>
        </p:nvSpPr>
        <p:spPr>
          <a:xfrm xmlns:a="http://schemas.openxmlformats.org/drawingml/2006/main">
            <a:off x="6096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2" name="Resize 성능&#10;조사">
            <a:extLst xmlns:a="http://schemas.openxmlformats.org/drawingml/2006/main">
              <a:ext uri="{FF2B5EF4-FFF2-40B4-BE49-F238E27FC236}">
                <a16:creationId xmlns:a16="http://schemas.microsoft.com/office/drawing/2014/main" id="{7B6FAE25-2C2A-462C-99FD-F97868BAC3B2}"/>
              </a:ext>
            </a:extLst>
          </p:cNvPr>
          <p:cNvSpPr>
            <a:spLocks xmlns:a="http://schemas.openxmlformats.org/drawingml/2006/main" noGrp="1"/>
          </p:cNvSpPr>
          <p:nvPr/>
        </p:nvSpPr>
        <p:spPr>
          <a:xfrm xmlns:a="http://schemas.openxmlformats.org/drawingml/2006/main">
            <a:off x="6096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3" name="">
            <a:extLst xmlns:a="http://schemas.openxmlformats.org/drawingml/2006/main">
              <a:ext uri="{FF2B5EF4-FFF2-40B4-BE49-F238E27FC236}">
                <a16:creationId xmlns:a16="http://schemas.microsoft.com/office/drawing/2014/main" id="{3B1EE7D6-F578-42AC-8441-8A730401AC69}"/>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02">
            <a:extLst xmlns:a="http://schemas.openxmlformats.org/drawingml/2006/main">
              <a:ext uri="{FF2B5EF4-FFF2-40B4-BE49-F238E27FC236}">
                <a16:creationId xmlns:a16="http://schemas.microsoft.com/office/drawing/2014/main" id="{21E6C4DD-0328-482F-8F49-0DA81461BB74}"/>
              </a:ext>
            </a:extLst>
          </p:cNvPr>
          <p:cNvSpPr>
            <a:spLocks xmlns:a="http://schemas.openxmlformats.org/drawingml/2006/main" noGrp="1"/>
          </p:cNvSpPr>
          <p:nvPr/>
        </p:nvSpPr>
        <p:spPr>
          <a:xfrm xmlns:a="http://schemas.openxmlformats.org/drawingml/2006/main">
            <a:off x="28575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5" name="">
            <a:extLst xmlns:a="http://schemas.openxmlformats.org/drawingml/2006/main">
              <a:ext uri="{FF2B5EF4-FFF2-40B4-BE49-F238E27FC236}">
                <a16:creationId xmlns:a16="http://schemas.microsoft.com/office/drawing/2014/main" id="{BA7DFA06-E66D-4B17-907A-317DDE87D857}"/>
              </a:ext>
            </a:extLst>
          </p:cNvPr>
          <p:cNvSpPr>
            <a:spLocks xmlns:a="http://schemas.openxmlformats.org/drawingml/2006/main" noGrp="1"/>
          </p:cNvSpPr>
          <p:nvPr/>
        </p:nvSpPr>
        <p:spPr>
          <a:xfrm xmlns:a="http://schemas.openxmlformats.org/drawingml/2006/main">
            <a:off x="28575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관찰">
            <a:extLst xmlns:a="http://schemas.openxmlformats.org/drawingml/2006/main">
              <a:ext uri="{FF2B5EF4-FFF2-40B4-BE49-F238E27FC236}">
                <a16:creationId xmlns:a16="http://schemas.microsoft.com/office/drawing/2014/main" id="{7E0E14AC-0628-4C6D-9ACB-AA933E9B631D}"/>
              </a:ext>
            </a:extLst>
          </p:cNvPr>
          <p:cNvSpPr>
            <a:spLocks xmlns:a="http://schemas.openxmlformats.org/drawingml/2006/main" noGrp="1"/>
          </p:cNvSpPr>
          <p:nvPr/>
        </p:nvSpPr>
        <p:spPr>
          <a:xfrm xmlns:a="http://schemas.openxmlformats.org/drawingml/2006/main">
            <a:off x="28575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7" name="전역 Skill과&#10;시작 경고">
            <a:extLst xmlns:a="http://schemas.openxmlformats.org/drawingml/2006/main">
              <a:ext uri="{FF2B5EF4-FFF2-40B4-BE49-F238E27FC236}">
                <a16:creationId xmlns:a16="http://schemas.microsoft.com/office/drawing/2014/main" id="{F90B4B66-F0BF-4D28-8F4D-33122A687DF4}"/>
              </a:ext>
            </a:extLst>
          </p:cNvPr>
          <p:cNvSpPr>
            <a:spLocks xmlns:a="http://schemas.openxmlformats.org/drawingml/2006/main" noGrp="1"/>
          </p:cNvSpPr>
          <p:nvPr/>
        </p:nvSpPr>
        <p:spPr>
          <a:xfrm xmlns:a="http://schemas.openxmlformats.org/drawingml/2006/main">
            <a:off x="28575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8" name="">
            <a:extLst xmlns:a="http://schemas.openxmlformats.org/drawingml/2006/main">
              <a:ext uri="{FF2B5EF4-FFF2-40B4-BE49-F238E27FC236}">
                <a16:creationId xmlns:a16="http://schemas.microsoft.com/office/drawing/2014/main" id="{7F5CC646-6F40-411F-BE1E-7A50B43417B0}"/>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03">
            <a:extLst xmlns:a="http://schemas.openxmlformats.org/drawingml/2006/main">
              <a:ext uri="{FF2B5EF4-FFF2-40B4-BE49-F238E27FC236}">
                <a16:creationId xmlns:a16="http://schemas.microsoft.com/office/drawing/2014/main" id="{37D9CB04-7CC0-4D53-9424-065C1366C713}"/>
              </a:ext>
            </a:extLst>
          </p:cNvPr>
          <p:cNvSpPr>
            <a:spLocks xmlns:a="http://schemas.openxmlformats.org/drawingml/2006/main" noGrp="1"/>
          </p:cNvSpPr>
          <p:nvPr/>
        </p:nvSpPr>
        <p:spPr>
          <a:xfrm xmlns:a="http://schemas.openxmlformats.org/drawingml/2006/main">
            <a:off x="51054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0" name="">
            <a:extLst xmlns:a="http://schemas.openxmlformats.org/drawingml/2006/main">
              <a:ext uri="{FF2B5EF4-FFF2-40B4-BE49-F238E27FC236}">
                <a16:creationId xmlns:a16="http://schemas.microsoft.com/office/drawing/2014/main" id="{4AF34B1F-DFA7-447B-B6F5-E4EA7B0D5C9A}"/>
              </a:ext>
            </a:extLst>
          </p:cNvPr>
          <p:cNvSpPr>
            <a:spLocks xmlns:a="http://schemas.openxmlformats.org/drawingml/2006/main" noGrp="1"/>
          </p:cNvSpPr>
          <p:nvPr/>
        </p:nvSpPr>
        <p:spPr>
          <a:xfrm xmlns:a="http://schemas.openxmlformats.org/drawingml/2006/main">
            <a:off x="51054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원인 판단">
            <a:extLst xmlns:a="http://schemas.openxmlformats.org/drawingml/2006/main">
              <a:ext uri="{FF2B5EF4-FFF2-40B4-BE49-F238E27FC236}">
                <a16:creationId xmlns:a16="http://schemas.microsoft.com/office/drawing/2014/main" id="{020F733C-7990-4F35-AF42-440C2F5487D6}"/>
              </a:ext>
            </a:extLst>
          </p:cNvPr>
          <p:cNvSpPr>
            <a:spLocks xmlns:a="http://schemas.openxmlformats.org/drawingml/2006/main" noGrp="1"/>
          </p:cNvSpPr>
          <p:nvPr/>
        </p:nvSpPr>
        <p:spPr>
          <a:xfrm xmlns:a="http://schemas.openxmlformats.org/drawingml/2006/main">
            <a:off x="51054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2" name="Prompt만의&#10;효과 분리 불가">
            <a:extLst xmlns:a="http://schemas.openxmlformats.org/drawingml/2006/main">
              <a:ext uri="{FF2B5EF4-FFF2-40B4-BE49-F238E27FC236}">
                <a16:creationId xmlns:a16="http://schemas.microsoft.com/office/drawing/2014/main" id="{1CB71BBD-AF2F-4F5D-B65D-2BE0CB74B4DF}"/>
              </a:ext>
            </a:extLst>
          </p:cNvPr>
          <p:cNvSpPr>
            <a:spLocks xmlns:a="http://schemas.openxmlformats.org/drawingml/2006/main" noGrp="1"/>
          </p:cNvSpPr>
          <p:nvPr/>
        </p:nvSpPr>
        <p:spPr>
          <a:xfrm xmlns:a="http://schemas.openxmlformats.org/drawingml/2006/main">
            <a:off x="51054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3" name="">
            <a:extLst xmlns:a="http://schemas.openxmlformats.org/drawingml/2006/main">
              <a:ext uri="{FF2B5EF4-FFF2-40B4-BE49-F238E27FC236}">
                <a16:creationId xmlns:a16="http://schemas.microsoft.com/office/drawing/2014/main" id="{86403CC2-D768-4DCA-BC62-644A10C5C034}"/>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04">
            <a:extLst xmlns:a="http://schemas.openxmlformats.org/drawingml/2006/main">
              <a:ext uri="{FF2B5EF4-FFF2-40B4-BE49-F238E27FC236}">
                <a16:creationId xmlns:a16="http://schemas.microsoft.com/office/drawing/2014/main" id="{811FDD4F-AC20-44F6-9BAE-EA2049C9E5DB}"/>
              </a:ext>
            </a:extLst>
          </p:cNvPr>
          <p:cNvSpPr>
            <a:spLocks xmlns:a="http://schemas.openxmlformats.org/drawingml/2006/main" noGrp="1"/>
          </p:cNvSpPr>
          <p:nvPr/>
        </p:nvSpPr>
        <p:spPr>
          <a:xfrm xmlns:a="http://schemas.openxmlformats.org/drawingml/2006/main">
            <a:off x="73533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0ADCE5AD-C4D6-41F8-8C58-1BF797F6FCD0}"/>
              </a:ext>
            </a:extLst>
          </p:cNvPr>
          <p:cNvSpPr>
            <a:spLocks xmlns:a="http://schemas.openxmlformats.org/drawingml/2006/main" noGrp="1"/>
          </p:cNvSpPr>
          <p:nvPr/>
        </p:nvSpPr>
        <p:spPr>
          <a:xfrm xmlns:a="http://schemas.openxmlformats.org/drawingml/2006/main">
            <a:off x="73533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6" name="시스템 변경">
            <a:extLst xmlns:a="http://schemas.openxmlformats.org/drawingml/2006/main">
              <a:ext uri="{FF2B5EF4-FFF2-40B4-BE49-F238E27FC236}">
                <a16:creationId xmlns:a16="http://schemas.microsoft.com/office/drawing/2014/main" id="{2EB932E3-4D85-46F1-A8F1-F528B8E1BB4A}"/>
              </a:ext>
            </a:extLst>
          </p:cNvPr>
          <p:cNvSpPr>
            <a:spLocks xmlns:a="http://schemas.openxmlformats.org/drawingml/2006/main" noGrp="1"/>
          </p:cNvSpPr>
          <p:nvPr/>
        </p:nvSpPr>
        <p:spPr>
          <a:xfrm xmlns:a="http://schemas.openxmlformats.org/drawingml/2006/main">
            <a:off x="73533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27" name="평가·보고&#10;기준 변경">
            <a:extLst xmlns:a="http://schemas.openxmlformats.org/drawingml/2006/main">
              <a:ext uri="{FF2B5EF4-FFF2-40B4-BE49-F238E27FC236}">
                <a16:creationId xmlns:a16="http://schemas.microsoft.com/office/drawing/2014/main" id="{36912EAC-DB8A-4718-9D1A-4F712E9E5A7D}"/>
              </a:ext>
            </a:extLst>
          </p:cNvPr>
          <p:cNvSpPr>
            <a:spLocks xmlns:a="http://schemas.openxmlformats.org/drawingml/2006/main" noGrp="1"/>
          </p:cNvSpPr>
          <p:nvPr/>
        </p:nvSpPr>
        <p:spPr>
          <a:xfrm xmlns:a="http://schemas.openxmlformats.org/drawingml/2006/main">
            <a:off x="73533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8" name="">
            <a:extLst xmlns:a="http://schemas.openxmlformats.org/drawingml/2006/main">
              <a:ext uri="{FF2B5EF4-FFF2-40B4-BE49-F238E27FC236}">
                <a16:creationId xmlns:a16="http://schemas.microsoft.com/office/drawing/2014/main" id="{1A78273C-8715-4667-91A7-A357AFD20C54}"/>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5">
            <a:extLst xmlns:a="http://schemas.openxmlformats.org/drawingml/2006/main">
              <a:ext uri="{FF2B5EF4-FFF2-40B4-BE49-F238E27FC236}">
                <a16:creationId xmlns:a16="http://schemas.microsoft.com/office/drawing/2014/main" id="{C501EF5A-0C94-4C84-A344-06EC6F2DD91A}"/>
              </a:ext>
            </a:extLst>
          </p:cNvPr>
          <p:cNvSpPr>
            <a:spLocks xmlns:a="http://schemas.openxmlformats.org/drawingml/2006/main" noGrp="1"/>
          </p:cNvSpPr>
          <p:nvPr/>
        </p:nvSpPr>
        <p:spPr>
          <a:xfrm xmlns:a="http://schemas.openxmlformats.org/drawingml/2006/main">
            <a:off x="96012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35D329FD-10C4-4A0A-B86F-095A50D36CB6}"/>
              </a:ext>
            </a:extLst>
          </p:cNvPr>
          <p:cNvSpPr>
            <a:spLocks xmlns:a="http://schemas.openxmlformats.org/drawingml/2006/main" noGrp="1"/>
          </p:cNvSpPr>
          <p:nvPr/>
        </p:nvSpPr>
        <p:spPr>
          <a:xfrm xmlns:a="http://schemas.openxmlformats.org/drawingml/2006/main">
            <a:off x="96012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재평가">
            <a:extLst xmlns:a="http://schemas.openxmlformats.org/drawingml/2006/main">
              <a:ext uri="{FF2B5EF4-FFF2-40B4-BE49-F238E27FC236}">
                <a16:creationId xmlns:a16="http://schemas.microsoft.com/office/drawing/2014/main" id="{A70C5991-2B22-47C6-85C5-53D2CFD368C8}"/>
              </a:ext>
            </a:extLst>
          </p:cNvPr>
          <p:cNvSpPr>
            <a:spLocks xmlns:a="http://schemas.openxmlformats.org/drawingml/2006/main" noGrp="1"/>
          </p:cNvSpPr>
          <p:nvPr/>
        </p:nvSpPr>
        <p:spPr>
          <a:xfrm xmlns:a="http://schemas.openxmlformats.org/drawingml/2006/main">
            <a:off x="96012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2" name="후속 기록 대조&#10;불일치도 남음">
            <a:extLst xmlns:a="http://schemas.openxmlformats.org/drawingml/2006/main">
              <a:ext uri="{FF2B5EF4-FFF2-40B4-BE49-F238E27FC236}">
                <a16:creationId xmlns:a16="http://schemas.microsoft.com/office/drawing/2014/main" id="{871E581A-C289-408E-BAA0-1F088B59BF2C}"/>
              </a:ext>
            </a:extLst>
          </p:cNvPr>
          <p:cNvSpPr>
            <a:spLocks xmlns:a="http://schemas.openxmlformats.org/drawingml/2006/main" noGrp="1"/>
          </p:cNvSpPr>
          <p:nvPr/>
        </p:nvSpPr>
        <p:spPr>
          <a:xfrm xmlns:a="http://schemas.openxmlformats.org/drawingml/2006/main">
            <a:off x="96012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후속 기록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3" name="바뀐 것: 평가·보고 기준">
            <a:extLst xmlns:a="http://schemas.openxmlformats.org/drawingml/2006/main">
              <a:ext uri="{FF2B5EF4-FFF2-40B4-BE49-F238E27FC236}">
                <a16:creationId xmlns:a16="http://schemas.microsoft.com/office/drawing/2014/main" id="{9524A82D-32B9-4AA8-BB82-F3F3A65F076E}"/>
              </a:ext>
            </a:extLst>
          </p:cNvPr>
          <p:cNvSpPr>
            <a:spLocks xmlns:a="http://schemas.openxmlformats.org/drawingml/2006/main" noGrp="1"/>
          </p:cNvSpPr>
          <p:nvPr/>
        </p:nvSpPr>
        <p:spPr>
          <a:xfrm xmlns:a="http://schemas.openxmlformats.org/drawingml/2006/main">
            <a:off x="609600" y="4829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바뀐 것: 평가·보고 기준</a:t>
            </a:r>
          </a:p>
        </p:txBody>
      </p:sp>
      <p:sp>
        <p:nvSpPr>
          <p:cNvPr id="34" name="미확인: 원인별 효과 · 환경 목록의 완전성 · Trial 품질 향상">
            <a:extLst xmlns:a="http://schemas.openxmlformats.org/drawingml/2006/main">
              <a:ext uri="{FF2B5EF4-FFF2-40B4-BE49-F238E27FC236}">
                <a16:creationId xmlns:a16="http://schemas.microsoft.com/office/drawing/2014/main" id="{62466515-3C75-4C1D-B2EE-5F75E6597A36}"/>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미확인: 원인별 효과 · 환경 목록의 완전성 · Trial 품질 향상</a:t>
            </a:r>
          </a:p>
        </p:txBody>
      </p:sp>
      <p:sp>
        <p:nvSpPr>
          <p:cNvPr id="35" name="Legacy module connection">
            <a:extLst xmlns:a="http://schemas.openxmlformats.org/drawingml/2006/main">
              <a:ext uri="{FF2B5EF4-FFF2-40B4-BE49-F238E27FC236}">
                <a16:creationId xmlns:a16="http://schemas.microsoft.com/office/drawing/2014/main" id="{B7778BC0-53C3-4084-B856-67F4AFC655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93798217"/>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3F8B823E-8E81-4C06-9C06-EBAD38A0493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8">
            <a:extLst xmlns:a="http://schemas.openxmlformats.org/drawingml/2006/main">
              <a:ext uri="{FF2B5EF4-FFF2-40B4-BE49-F238E27FC236}">
                <a16:creationId xmlns:a16="http://schemas.microsoft.com/office/drawing/2014/main" id="{4C24C304-7B92-440C-B055-A01F36042E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Project와 환경이 바뀌면&#10;검증도 다시 본다">
            <a:extLst xmlns:a="http://schemas.openxmlformats.org/drawingml/2006/main">
              <a:ext uri="{FF2B5EF4-FFF2-40B4-BE49-F238E27FC236}">
                <a16:creationId xmlns:a16="http://schemas.microsoft.com/office/drawing/2014/main" id="{E477D165-0E85-42E6-B966-152F7EF42A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9AFD4A67-7034-4FBB-A4A0-687F572157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F98B5E6E-EEF7-4B12-AEC2-024497FB7D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ED8649D7-850C-4C93-96B3-B883F0F96A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3E25E00F-512A-4B63-891C-FA26EF98EB24}"/>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DF86C44A-E530-4CAD-8880-B1E25C7D627B}"/>
              </a:ext>
            </a:extLst>
          </p:cNvPr>
          <p:cNvPicPr>
            <a:picLocks xmlns:a="http://schemas.openxmlformats.org/drawingml/2006/main" noChangeAspect="1"/>
          </p:cNvPicPr>
          <p:nvPr/>
        </p:nvPicPr>
        <p:blipFill>
          <a:blip xmlns:r="http://schemas.openxmlformats.org/officeDocument/2006/relationships" xmlns:a="http://schemas.openxmlformats.org/drawingml/2006/main" r:embed="R532e245d6442475e"/>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A71CCEB5-8A6D-4F0A-863E-A44D5749D7B1}"/>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2CE6950D-F885-49E7-9CEE-16D4333652AA}"/>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E915D489-73D7-426F-919D-34DF85CA80BF}"/>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0B76B462-4D08-43A3-B5EF-E6CF5BC1B63D}"/>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A4DF5767-7347-4987-90CB-9E7A48C6BACE}"/>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989FD210-B37F-4DAB-8643-7CA754F98DDC}"/>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F5B5694F-2620-49AC-BBB5-9D152704F9FB}"/>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5A17D06A-C393-41F6-9D69-FE881A1EBB4A}"/>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C99BEBB5-B187-49F0-BBE8-46ED60FD2787}"/>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F76D5909-B12E-4FE8-9A19-3CC554469275}"/>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AD77A233-D2B4-4CC5-BBFD-41028E04C6F9}"/>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21A7E6A9-6AAC-4F2D-AF9B-CF386B08D93C}"/>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CD7FF5DD-07AF-4AC1-AFE6-F6FF220705CD}"/>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9A194C3B-022C-4E70-9DDC-D373E2B1FDFD}"/>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근거를 확인한 뒤, 어떤 지침·검증 기준을 다시 볼까?</a:t>
            </a:r>
          </a:p>
        </p:txBody>
      </p:sp>
      <p:sp>
        <p:nvSpPr>
          <p:cNvPr id="23" name="Legacy module connection">
            <a:extLst xmlns:a="http://schemas.openxmlformats.org/drawingml/2006/main">
              <a:ext uri="{FF2B5EF4-FFF2-40B4-BE49-F238E27FC236}">
                <a16:creationId xmlns:a16="http://schemas.microsoft.com/office/drawing/2014/main" id="{C3700F85-1637-4DDB-AB3C-08A9C2653C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72302108"/>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3E349DDA-5A59-4449-8CD0-46D302FADD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9">
            <a:extLst xmlns:a="http://schemas.openxmlformats.org/drawingml/2006/main">
              <a:ext uri="{FF2B5EF4-FFF2-40B4-BE49-F238E27FC236}">
                <a16:creationId xmlns:a16="http://schemas.microsoft.com/office/drawing/2014/main" id="{B1984F7E-9F03-4A2F-A9AF-5640210EB6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문제에 맞춰, 일하는 방식을 넓혔다">
            <a:extLst xmlns:a="http://schemas.openxmlformats.org/drawingml/2006/main">
              <a:ext uri="{FF2B5EF4-FFF2-40B4-BE49-F238E27FC236}">
                <a16:creationId xmlns:a16="http://schemas.microsoft.com/office/drawing/2014/main" id="{3517691B-A0A6-481B-91BB-B3E26EC2DD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6956F5D7-D202-44EB-9A45-5C39DC4C6A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180994C7-F740-4330-8F5F-1B02FB6792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EE34DD9E-10E3-4EE1-81DB-1F14E69C37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3E8D4CA0-BB5C-4038-B10A-967CBBE8F92F}"/>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58B17230-89A4-43AD-909C-F566CF040226}"/>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2AA9A1AE-BB98-4CB2-BA53-CEAC6363C038}"/>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15F2D6BC-E06E-48F6-9388-C0B421F055A2}"/>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417591D1-86E7-44D4-BC02-F475CCBF6265}"/>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94283DA1-2DBF-4A58-89B4-0F47D1C69A88}"/>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745E9586-2BAE-41DB-8208-0B63362C0DA9}"/>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93E357FF-D988-4D10-BC95-52EA9658B4D4}"/>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EE790B82-6E98-4F77-93BD-3F0AB99A0294}"/>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E588670C-92FC-45E1-B4C9-900DA81329F0}"/>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125104BB-26BC-4644-807F-6FD1259ED855}"/>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858969DD-308F-40D6-9D80-6B23438E0679}"/>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25FB6855-502F-4122-8986-770CE3EAE24C}"/>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A2D7FF3B-B036-4BB3-873E-AEC8AE56C6E3}"/>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2AA3266E-880B-43E2-8097-19A3DD37314D}"/>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C074694B-F612-432B-A1A8-695E4F208374}"/>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2D7707B3-1FCC-492B-A6A9-62C17342BAE2}"/>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F1F5A08F-94E2-4980-8FDD-2033E31C1DB9}"/>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A5AD0103-3ED9-40BA-B82F-5ED57BF1FDD5}"/>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5B8CD80E-E3FE-4F59-B8A0-D6384B5D0C74}"/>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A3B5B99F-DC38-411E-A7C2-735726AEA67B}"/>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D4078750-18D5-463D-BE1C-56ACF8DE5B94}"/>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55F82BC8-B3E0-4315-839B-E301725238F5}"/>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D202CF0B-18C6-4810-9756-E640BDEF9900}"/>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D727ADF9-2233-4549-B5AB-2512F5A55FD0}"/>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54281AD6-94DB-445C-99B6-A98F7FDB60BC}"/>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C014033F-871F-44B7-A5C7-454F7D7CC1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798702027"/>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68D103AD-0BA7-4573-B763-C14F7A31DE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90">
            <a:extLst xmlns:a="http://schemas.openxmlformats.org/drawingml/2006/main">
              <a:ext uri="{FF2B5EF4-FFF2-40B4-BE49-F238E27FC236}">
                <a16:creationId xmlns:a16="http://schemas.microsoft.com/office/drawing/2014/main" id="{4347C427-F684-4EA1-B228-E37ECC28F7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실제 Demo는 문제에 맞춰 바뀌었다">
            <a:extLst xmlns:a="http://schemas.openxmlformats.org/drawingml/2006/main">
              <a:ext uri="{FF2B5EF4-FFF2-40B4-BE49-F238E27FC236}">
                <a16:creationId xmlns:a16="http://schemas.microsoft.com/office/drawing/2014/main" id="{F331BF73-774B-4AB5-88B4-901FF4BF8B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2A495101-2ED0-4FEB-ACB1-7FB42C997F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9BF33DA0-9674-4706-ABFC-FF7AF08EC8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680FAA2E-6A9F-493A-98B7-89D2345573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6FC07EAC-58FC-40E0-8142-4AB03939ABD6}"/>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F0DCE207-D739-44F3-84D9-E294162960A3}"/>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39D7AAED-3D08-4C90-84F1-8191ABD41B63}"/>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9F8BC901-8105-4528-B5B4-32AFED4E9753}"/>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2AB1F6B0-23E9-4BB2-853C-08C0C80592DF}"/>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CC92A738-2580-4B9C-BD0B-4D4BD5627E0E}"/>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6C14CB76-7986-454C-A467-DE003B7967E5}"/>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28AB0080-2DA7-4D57-A097-B00BAC5698BE}"/>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9413EE4F-EDDF-4603-A888-1931D26B17FC}"/>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9528E075-C70A-4975-9199-FDC954C0B6CE}"/>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4ACFBFBD-C405-4E77-A025-BEFDB221A7D3}"/>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7AA5C5AB-004E-4A78-9FFF-1AAC1AA00DA6}"/>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9AC42457-9547-4C96-9A29-C4601DA39E9D}"/>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F6598716-A83E-43E9-9F20-8429DA76FDA0}"/>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8E754141-45FA-4794-BB51-94CD2A95A871}"/>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0ACD3B7C-FBBC-4109-9372-1C42A2DFC1E9}"/>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678DC4F5-7B44-4513-9DC4-01EA8B52A7AA}"/>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BC00D8CD-69F1-460B-98A2-C6740B931C33}"/>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5D128A93-31E5-496E-9DA7-10D787351F79}"/>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F19B477A-280B-418C-B531-79D51611FC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58418574"/>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84ED6468-B63C-403B-A77F-06F749608B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91">
            <a:extLst xmlns:a="http://schemas.openxmlformats.org/drawingml/2006/main">
              <a:ext uri="{FF2B5EF4-FFF2-40B4-BE49-F238E27FC236}">
                <a16:creationId xmlns:a16="http://schemas.microsoft.com/office/drawing/2014/main" id="{0B61D792-83C5-4CB1-ADD0-52F97B6093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이번 문제에 필요한 구성만 선택했다">
            <a:extLst xmlns:a="http://schemas.openxmlformats.org/drawingml/2006/main">
              <a:ext uri="{FF2B5EF4-FFF2-40B4-BE49-F238E27FC236}">
                <a16:creationId xmlns:a16="http://schemas.microsoft.com/office/drawing/2014/main" id="{1788C619-90F9-48E8-83F9-3B25302352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47CE6AC7-50E1-401F-8BB2-0F13567747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7832F42C-664F-4341-B123-55667A5AF2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E588B233-12C8-48C7-821C-E14DCA7E6B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78B5E420-5AA6-49A0-917F-E69A67A54BD0}"/>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329AA670-7890-4D91-85E0-D43F3829448F}"/>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123977FD-F067-4F2E-A199-A3AC99E66751}"/>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5AB08A88-071D-452B-8B8E-9AE9E7B83216}"/>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D938D212-CC45-41DF-821B-DD287EE255FA}"/>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AE4D3206-E928-4A54-B59C-9B0E49A7546F}"/>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6BD10C56-E0B3-4982-9B60-E0C765A8688A}"/>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8A085D73-C0A2-4A86-AF25-F4CC2A46AFFA}"/>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293BA56A-77F4-4B55-96E4-43C6DB62E04B}"/>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B296965C-81CF-40C5-B26E-CD6496E663CA}"/>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CADD5BCF-4A4F-48A8-8DBB-FC5279A6F8ED}"/>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9ADAE934-1B83-40E9-9E45-071CBCBA40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701768597"/>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5EF941BD-0363-4089-96CE-B00E03118E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92">
            <a:extLst xmlns:a="http://schemas.openxmlformats.org/drawingml/2006/main">
              <a:ext uri="{FF2B5EF4-FFF2-40B4-BE49-F238E27FC236}">
                <a16:creationId xmlns:a16="http://schemas.microsoft.com/office/drawing/2014/main" id="{87B31DB3-D98F-40D1-91A6-AE64C5DFA1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결과를 수용할지는 사람이 판단한다">
            <a:extLst xmlns:a="http://schemas.openxmlformats.org/drawingml/2006/main">
              <a:ext uri="{FF2B5EF4-FFF2-40B4-BE49-F238E27FC236}">
                <a16:creationId xmlns:a16="http://schemas.microsoft.com/office/drawing/2014/main" id="{D45B84C0-EDAC-4C1C-8E41-77D134AD93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4792119B-4E5A-413A-B792-0AC74BAB23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F0D07405-EB26-4BCB-B947-C1170A40FF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D7C9EA59-D92C-4900-BA9D-EBD6ECD76F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5B3DC27E-4C45-4B31-82FC-EC862A6404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87B13AA6-DBE0-4AED-9EAC-BC05BAF51228}"/>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3405DE65-D179-4E7E-BF7E-65BF56A644E5}"/>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DA6EC70C-F82F-43ED-B243-8569F58023EA}"/>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EDEC3B09-23DE-4AF1-855C-A2F22F9462F9}"/>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1E1DEC4-90C1-4EED-A13E-6013380EEA6F}"/>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FBC6F364-6AE7-4BCA-86A4-8D4494DF4646}"/>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716CE831-3F7D-4A74-8259-CE1A90EDE943}"/>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29B5B626-EED5-4F3B-902D-3B51E845CD31}"/>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9C1435BD-811E-4EFD-9C31-828CEFA524D7}"/>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27C80071-D3FF-4A5F-B3AA-EB45422417D2}"/>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C90FD810-B796-48B3-B114-DAF7AF645498}"/>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B5510D42-4529-49CD-AE97-84BAF7464081}"/>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CCBA62CA-D28F-4E45-99ED-3C9CFAE8D593}"/>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E4CC0AF4-183D-41EE-9CA5-4C3CFDAF0866}"/>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4C90CA5E-8ADD-435A-ADC8-1114CBD5C34A}"/>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40B91CA1-23F1-4DA3-A9DB-CE7B5A53A3F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B6966EB4-A667-4669-B0F2-DA5906872281}"/>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0AB1891D-98F3-4194-8D87-0ABD4B2DDE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018783801"/>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27A59754-2496-41A9-B660-EA151D0B29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93">
            <a:extLst xmlns:a="http://schemas.openxmlformats.org/drawingml/2006/main">
              <a:ext uri="{FF2B5EF4-FFF2-40B4-BE49-F238E27FC236}">
                <a16:creationId xmlns:a16="http://schemas.microsoft.com/office/drawing/2014/main" id="{C64F1909-7E7B-47FE-8FB1-DD2041AA1C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AI가 일할 조건과 확인 경로를 설계한다">
            <a:extLst xmlns:a="http://schemas.openxmlformats.org/drawingml/2006/main">
              <a:ext uri="{FF2B5EF4-FFF2-40B4-BE49-F238E27FC236}">
                <a16:creationId xmlns:a16="http://schemas.microsoft.com/office/drawing/2014/main" id="{404041C4-1064-46CB-96BF-48E28D1C4B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389035E8-7338-4BED-8BDB-CB7AFCA8E4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7F1A2F50-149B-46B4-9ACA-A35CC9F9464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C0F2C36E-4F13-49D6-8F54-C9B492DF12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144B1110-31DB-43E1-A085-C6E588B0AC5F}"/>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3E7C642C-4622-4194-BA60-538CA5F5F402}"/>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4DDFD7CA-30FA-4030-BAE1-887A88D29A64}"/>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9AA70889-E9C8-4503-8D51-912134C83528}"/>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4698E07E-C6CC-4B95-A4BF-2B5213FB9C73}"/>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CE5CB557-3F41-40F6-8710-34847237016C}"/>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B81B4F11-A24D-4F17-8529-D50C4DEF33D9}"/>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FF247FC2-53F1-4CB3-8166-8B5F67051E26}"/>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A08B6794-04F1-4733-903C-0055ABA5D5CC}"/>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65F8F4CD-09A4-477D-84B9-968F8ABA7247}"/>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CC9AB63B-3564-433B-83E7-D73F894EA12F}"/>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7AFABC06-FAA0-40E6-AB5F-6F00E2CCDB67}"/>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914CDF31-C9AC-4CBD-84D6-06C582EC7044}"/>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0C36B55C-7E21-4A80-82E6-8AF381955762}"/>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CBF464AC-4298-4D3B-8C2F-38E13B42E689}"/>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E97357A2-322D-4BF9-AD83-B2B0E76AE5A8}"/>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2E290FE6-17A0-40E7-AF0F-18520B3246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07219299"/>
      </p:ext>
    </p:extLst>
  </p:cSld>
</p:sld>
</file>

<file path=ppt/slides/slide9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F4687219-BEAF-4E88-B1EC-4510CC776F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94">
            <a:extLst xmlns:a="http://schemas.openxmlformats.org/drawingml/2006/main">
              <a:ext uri="{FF2B5EF4-FFF2-40B4-BE49-F238E27FC236}">
                <a16:creationId xmlns:a16="http://schemas.microsoft.com/office/drawing/2014/main" id="{1F908211-DF45-421F-BCB8-F838E6EB0A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모델·플랫폼이 바뀌면 Harness도 다시 본다">
            <a:extLst xmlns:a="http://schemas.openxmlformats.org/drawingml/2006/main">
              <a:ext uri="{FF2B5EF4-FFF2-40B4-BE49-F238E27FC236}">
                <a16:creationId xmlns:a16="http://schemas.microsoft.com/office/drawing/2014/main" id="{8FD8E033-8988-44DB-819E-07CC691C10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46904501-ADE7-48D5-89FD-54DA404FB4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E0460C32-071E-4A50-A356-72CA7565BB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E4AF77D2-2EBA-4327-966E-CDAAB4A1A8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435FDDF7-5E67-4972-84C9-2F12D7E3F576}"/>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6D05DB6F-CA34-4515-A3CD-4EA0332F4D0C}"/>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FEDB658D-A591-4D3D-B818-B22BD29A071B}"/>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27F5CF3E-CDFE-4D18-8EDC-A808804EBA4A}"/>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DA568D72-22A9-4BA1-95E8-25BDB502AE24}"/>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16EF0E10-4815-41E2-BDD9-136688164681}"/>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D79F9C57-DA19-4DDB-9C0F-D6B4FFE58F81}"/>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F8E97606-E86F-4E66-8014-78D7E4371683}"/>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C526CB57-CC2B-4851-9729-FB5DEFEFE404}"/>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320E0B57-91F5-4FFA-9A22-A8FC0EB1DAF1}"/>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64C07122-BC0F-4572-9E39-37C652A3EE8B}"/>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4678BEEE-A06E-4568-AC6C-C981A9E560F7}"/>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A404401D-B638-4917-A45F-B25D7619D1DB}"/>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39F27BC-4534-4E98-8B90-BF19B7FF51DA}"/>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09FB32C6-E758-4E3E-888F-4F6627EBEC24}"/>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F1462CBC-0B46-4271-AD9B-77581DB99EFD}"/>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2B82A686-6760-4189-9A40-D42F77102A11}"/>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F2E70E54-C774-475D-BC5C-559163DA67F9}"/>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F474BE23-7481-4386-9C15-D32B956724DF}"/>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577CD39-6436-4FE9-B2D4-853209B5F9E7}"/>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C707CEB8-EA21-49E6-B472-C365CC7FFC34}"/>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DF532E24-2F8A-4014-A70B-C0AAE7F8BC3C}"/>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6BC931AD-FD83-4A89-9860-16716DA29FCA}"/>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C315503C-E542-42AC-B419-94443CEF5271}"/>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FA046050-ECBF-4E25-B20A-73CBFD192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42835098"/>
      </p:ext>
    </p:extLst>
  </p:cSld>
</p:sld>
</file>

<file path=ppt/slides/slide9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재평가 2/3 · 이 교육의 판단 기준">
            <a:extLst xmlns:a="http://schemas.openxmlformats.org/drawingml/2006/main">
              <a:ext uri="{FF2B5EF4-FFF2-40B4-BE49-F238E27FC236}">
                <a16:creationId xmlns:a16="http://schemas.microsoft.com/office/drawing/2014/main" id="{26398D7C-5E5A-4212-8E53-DBA33851E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95">
            <a:extLst xmlns:a="http://schemas.openxmlformats.org/drawingml/2006/main">
              <a:ext uri="{FF2B5EF4-FFF2-40B4-BE49-F238E27FC236}">
                <a16:creationId xmlns:a16="http://schemas.microsoft.com/office/drawing/2014/main" id="{85F0DCC8-A8AD-4B3C-8263-40C0510D53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무엇을 남기고, 무엇을 덜어낼까?">
            <a:extLst xmlns:a="http://schemas.openxmlformats.org/drawingml/2006/main">
              <a:ext uri="{FF2B5EF4-FFF2-40B4-BE49-F238E27FC236}">
                <a16:creationId xmlns:a16="http://schemas.microsoft.com/office/drawing/2014/main" id="{13654699-E1A9-4CC8-92E1-9F1447B24B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AE3B0042-DE86-438C-A199-F973BD9A14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2770DA65-A652-4487-AFAF-CB03C0695C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DF0821E1-3E73-4515-9343-E79B4AC7DF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3738E20C-265B-42FC-910B-0021ED7FE313}"/>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BCA65746-1F7A-4AD7-B0F9-448EA49C8242}"/>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EEE0AA14-E9F6-4A6E-892F-F93B92849ED2}"/>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E1DA3F35-1405-4A86-8FE7-9998716588AC}"/>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42706ED9-D5CA-43DE-8C03-8BA47D617EBC}"/>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2D9919DE-B1D4-45A7-9850-654E442DC243}"/>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10EFE469-608D-4D41-98B0-300EFE4917E6}"/>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6CD0E680-A5A3-4430-9886-29BBF8241932}"/>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C628996A-112A-4FB9-83F1-674099D51C1D}"/>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029CA5B7-96F8-40B4-BD8E-6568C770C19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3A14BBC9-4481-48DA-AF4B-FFD82BA39F14}"/>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A06E0600-9340-4C5F-9E79-B8797CA70091}"/>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03F9C9F4-3DB9-45B1-BCA4-7E709233E903}"/>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BD77F78D-93B6-4334-A63D-DDC8529477C9}"/>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Legacy module connection">
            <a:extLst xmlns:a="http://schemas.openxmlformats.org/drawingml/2006/main">
              <a:ext uri="{FF2B5EF4-FFF2-40B4-BE49-F238E27FC236}">
                <a16:creationId xmlns:a16="http://schemas.microsoft.com/office/drawing/2014/main" id="{EAAC2FFA-2E4E-46C1-8A6E-54DD754803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77640967"/>
      </p:ext>
    </p:extLst>
  </p:cSld>
</p:sld>
</file>

<file path=ppt/slides/slide9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5 · 재평가 3/3 · 평가 설계 / 실제 실행 결과 아님">
            <a:extLst xmlns:a="http://schemas.openxmlformats.org/drawingml/2006/main">
              <a:ext uri="{FF2B5EF4-FFF2-40B4-BE49-F238E27FC236}">
                <a16:creationId xmlns:a16="http://schemas.microsoft.com/office/drawing/2014/main" id="{D3FE05F9-CD21-429E-AB2B-4C62B457AC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96">
            <a:extLst xmlns:a="http://schemas.openxmlformats.org/drawingml/2006/main">
              <a:ext uri="{FF2B5EF4-FFF2-40B4-BE49-F238E27FC236}">
                <a16:creationId xmlns:a16="http://schemas.microsoft.com/office/drawing/2014/main" id="{23A04667-BBF9-4B11-A33D-575F871D45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덜어낸 뒤에도 필요한 일을 하는가?">
            <a:extLst xmlns:a="http://schemas.openxmlformats.org/drawingml/2006/main">
              <a:ext uri="{FF2B5EF4-FFF2-40B4-BE49-F238E27FC236}">
                <a16:creationId xmlns:a16="http://schemas.microsoft.com/office/drawing/2014/main" id="{B3D6CAEC-0614-4FB9-AF6E-D4D15F060A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0EDFBBE2-6B59-485C-9F55-7FA685F1C4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7172FEF4-E6FE-4C6B-BC49-6F400D41F9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50E754F0-0B70-4CDB-95F3-2188F7929B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4ECEF7CF-B41E-4CC1-8CCC-F58D3935D600}"/>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3AF56003-9F7B-494D-B59C-13C4A1EE3BED}"/>
              </a:ext>
            </a:extLst>
          </p:cNvPr>
          <p:cNvSpPr>
            <a:spLocks xmlns:a="http://schemas.openxmlformats.org/drawingml/2006/main" noGrp="1"/>
          </p:cNvSpPr>
          <p:nvPr/>
        </p:nvSpPr>
        <p:spPr>
          <a:xfrm xmlns:a="http://schemas.openxmlformats.org/drawingml/2006/main">
            <a:off x="609600" y="3381375"/>
            <a:ext cx="19240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3CBDCE25-5B80-46F5-8E81-32DE642F45A3}"/>
              </a:ext>
            </a:extLst>
          </p:cNvPr>
          <p:cNvSpPr>
            <a:spLocks xmlns:a="http://schemas.openxmlformats.org/drawingml/2006/main" noGrp="1"/>
          </p:cNvSpPr>
          <p:nvPr/>
        </p:nvSpPr>
        <p:spPr>
          <a:xfrm xmlns:a="http://schemas.openxmlformats.org/drawingml/2006/main">
            <a:off x="762000" y="3486150"/>
            <a:ext cx="1619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88567E51-896A-4D92-8E09-6DA3B76A8B24}"/>
              </a:ext>
            </a:extLst>
          </p:cNvPr>
          <p:cNvCxnSpPr/>
          <p:nvPr/>
        </p:nvCxnSpPr>
        <p:spPr>
          <a:xfrm xmlns:a="http://schemas.openxmlformats.org/drawingml/2006/main">
            <a:off x="2628900" y="38481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24C5B6D9-AC40-45D5-B891-363BD8CDE247}"/>
              </a:ext>
            </a:extLst>
          </p:cNvPr>
          <p:cNvCxnSpPr/>
          <p:nvPr/>
        </p:nvCxnSpPr>
        <p:spPr>
          <a:xfrm xmlns:a="http://schemas.openxmlformats.org/drawingml/2006/main">
            <a:off x="2895600"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4077C95D-B2DA-40DC-AC9C-FFE21A2CE449}"/>
              </a:ext>
            </a:extLst>
          </p:cNvPr>
          <p:cNvCxnSpPr/>
          <p:nvPr/>
        </p:nvCxnSpPr>
        <p:spPr>
          <a:xfrm xmlns:a="http://schemas.openxmlformats.org/drawingml/2006/main">
            <a:off x="7439025"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27E7A010-3CD2-486B-A915-6E5264127777}"/>
              </a:ext>
            </a:extLst>
          </p:cNvPr>
          <p:cNvCxnSpPr/>
          <p:nvPr/>
        </p:nvCxnSpPr>
        <p:spPr>
          <a:xfrm xmlns:a="http://schemas.openxmlformats.org/drawingml/2006/main">
            <a:off x="7439025" y="3829050"/>
            <a:ext cx="1143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1B80D41A-0262-461A-9FB1-8F82EB0D5720}"/>
              </a:ext>
            </a:extLst>
          </p:cNvPr>
          <p:cNvCxnSpPr/>
          <p:nvPr/>
        </p:nvCxnSpPr>
        <p:spPr>
          <a:xfrm xmlns:a="http://schemas.openxmlformats.org/drawingml/2006/main">
            <a:off x="2895600" y="31337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3AFD3F29-7DF1-44FE-AE78-A6A6BDAD23E3}"/>
              </a:ext>
            </a:extLst>
          </p:cNvPr>
          <p:cNvSpPr>
            <a:spLocks xmlns:a="http://schemas.openxmlformats.org/drawingml/2006/main" noGrp="1"/>
          </p:cNvSpPr>
          <p:nvPr/>
        </p:nvSpPr>
        <p:spPr>
          <a:xfrm xmlns:a="http://schemas.openxmlformats.org/drawingml/2006/main">
            <a:off x="3476625" y="2762250"/>
            <a:ext cx="3295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CB918B0D-EAF0-4F51-BFA2-F377ECFF66E2}"/>
              </a:ext>
            </a:extLst>
          </p:cNvPr>
          <p:cNvSpPr>
            <a:spLocks xmlns:a="http://schemas.openxmlformats.org/drawingml/2006/main" noGrp="1"/>
          </p:cNvSpPr>
          <p:nvPr/>
        </p:nvSpPr>
        <p:spPr>
          <a:xfrm xmlns:a="http://schemas.openxmlformats.org/drawingml/2006/main">
            <a:off x="3629025" y="28860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EE4D18DA-32FA-49D6-B1DD-E8827294774C}"/>
              </a:ext>
            </a:extLst>
          </p:cNvPr>
          <p:cNvCxnSpPr/>
          <p:nvPr/>
        </p:nvCxnSpPr>
        <p:spPr>
          <a:xfrm xmlns:a="http://schemas.openxmlformats.org/drawingml/2006/main">
            <a:off x="6858000" y="31337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6038A309-A408-4E39-AABC-21D1E1EEDAB1}"/>
              </a:ext>
            </a:extLst>
          </p:cNvPr>
          <p:cNvCxnSpPr/>
          <p:nvPr/>
        </p:nvCxnSpPr>
        <p:spPr>
          <a:xfrm xmlns:a="http://schemas.openxmlformats.org/drawingml/2006/main">
            <a:off x="2895600" y="45815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FF495241-2252-4716-9FF5-4E383BD3A436}"/>
              </a:ext>
            </a:extLst>
          </p:cNvPr>
          <p:cNvSpPr>
            <a:spLocks xmlns:a="http://schemas.openxmlformats.org/drawingml/2006/main" noGrp="1"/>
          </p:cNvSpPr>
          <p:nvPr/>
        </p:nvSpPr>
        <p:spPr>
          <a:xfrm xmlns:a="http://schemas.openxmlformats.org/drawingml/2006/main">
            <a:off x="3476625" y="4210050"/>
            <a:ext cx="329565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9424976A-8609-4DCE-AB4F-3EE7BD2697DA}"/>
              </a:ext>
            </a:extLst>
          </p:cNvPr>
          <p:cNvSpPr>
            <a:spLocks xmlns:a="http://schemas.openxmlformats.org/drawingml/2006/main" noGrp="1"/>
          </p:cNvSpPr>
          <p:nvPr/>
        </p:nvSpPr>
        <p:spPr>
          <a:xfrm xmlns:a="http://schemas.openxmlformats.org/drawingml/2006/main">
            <a:off x="3629025" y="43338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BFEFA0D5-10CD-4885-8EF9-55898A5959CB}"/>
              </a:ext>
            </a:extLst>
          </p:cNvPr>
          <p:cNvCxnSpPr/>
          <p:nvPr/>
        </p:nvCxnSpPr>
        <p:spPr>
          <a:xfrm xmlns:a="http://schemas.openxmlformats.org/drawingml/2006/main">
            <a:off x="6858000" y="45815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B75B7258-94E8-4FB6-82C8-4648003FFBE4}"/>
              </a:ext>
            </a:extLst>
          </p:cNvPr>
          <p:cNvSpPr>
            <a:spLocks xmlns:a="http://schemas.openxmlformats.org/drawingml/2006/main" noGrp="1"/>
          </p:cNvSpPr>
          <p:nvPr/>
        </p:nvSpPr>
        <p:spPr>
          <a:xfrm xmlns:a="http://schemas.openxmlformats.org/drawingml/2006/main">
            <a:off x="7648575" y="2590800"/>
            <a:ext cx="3933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2DACE5A6-F9B2-4F7F-8352-58D21BEFF305}"/>
              </a:ext>
            </a:extLst>
          </p:cNvPr>
          <p:cNvSpPr>
            <a:spLocks xmlns:a="http://schemas.openxmlformats.org/drawingml/2006/main" noGrp="1"/>
          </p:cNvSpPr>
          <p:nvPr/>
        </p:nvSpPr>
        <p:spPr>
          <a:xfrm xmlns:a="http://schemas.openxmlformats.org/drawingml/2006/main">
            <a:off x="7648575" y="31146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6C1B2D9-7591-4EC9-B00C-7EE308156914}"/>
              </a:ext>
            </a:extLst>
          </p:cNvPr>
          <p:cNvSpPr>
            <a:spLocks xmlns:a="http://schemas.openxmlformats.org/drawingml/2006/main" noGrp="1"/>
          </p:cNvSpPr>
          <p:nvPr/>
        </p:nvSpPr>
        <p:spPr>
          <a:xfrm xmlns:a="http://schemas.openxmlformats.org/drawingml/2006/main">
            <a:off x="7648575" y="31623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44ECCA39-542C-410D-B056-0CAF26AEB655}"/>
              </a:ext>
            </a:extLst>
          </p:cNvPr>
          <p:cNvSpPr>
            <a:spLocks xmlns:a="http://schemas.openxmlformats.org/drawingml/2006/main" noGrp="1"/>
          </p:cNvSpPr>
          <p:nvPr/>
        </p:nvSpPr>
        <p:spPr>
          <a:xfrm xmlns:a="http://schemas.openxmlformats.org/drawingml/2006/main">
            <a:off x="7648575" y="34671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ED52E2E4-3CF6-4D04-A04D-3445C4108884}"/>
              </a:ext>
            </a:extLst>
          </p:cNvPr>
          <p:cNvSpPr>
            <a:spLocks xmlns:a="http://schemas.openxmlformats.org/drawingml/2006/main" noGrp="1"/>
          </p:cNvSpPr>
          <p:nvPr/>
        </p:nvSpPr>
        <p:spPr>
          <a:xfrm xmlns:a="http://schemas.openxmlformats.org/drawingml/2006/main">
            <a:off x="7648575" y="378142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7907CECC-3383-4F00-A44D-DE1D96C7488E}"/>
              </a:ext>
            </a:extLst>
          </p:cNvPr>
          <p:cNvSpPr>
            <a:spLocks xmlns:a="http://schemas.openxmlformats.org/drawingml/2006/main" noGrp="1"/>
          </p:cNvSpPr>
          <p:nvPr/>
        </p:nvSpPr>
        <p:spPr>
          <a:xfrm xmlns:a="http://schemas.openxmlformats.org/drawingml/2006/main">
            <a:off x="7648575" y="38290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CA121FAB-E887-47BA-BAC8-50088B2E9594}"/>
              </a:ext>
            </a:extLst>
          </p:cNvPr>
          <p:cNvSpPr>
            <a:spLocks xmlns:a="http://schemas.openxmlformats.org/drawingml/2006/main" noGrp="1"/>
          </p:cNvSpPr>
          <p:nvPr/>
        </p:nvSpPr>
        <p:spPr>
          <a:xfrm xmlns:a="http://schemas.openxmlformats.org/drawingml/2006/main">
            <a:off x="7648575" y="41338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A82301D4-B035-4387-A36F-13F58315F563}"/>
              </a:ext>
            </a:extLst>
          </p:cNvPr>
          <p:cNvSpPr>
            <a:spLocks xmlns:a="http://schemas.openxmlformats.org/drawingml/2006/main" noGrp="1"/>
          </p:cNvSpPr>
          <p:nvPr/>
        </p:nvSpPr>
        <p:spPr>
          <a:xfrm xmlns:a="http://schemas.openxmlformats.org/drawingml/2006/main">
            <a:off x="7648575" y="44481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74A9D5B4-164F-4693-92E6-226D6D7E2668}"/>
              </a:ext>
            </a:extLst>
          </p:cNvPr>
          <p:cNvSpPr>
            <a:spLocks xmlns:a="http://schemas.openxmlformats.org/drawingml/2006/main" noGrp="1"/>
          </p:cNvSpPr>
          <p:nvPr/>
        </p:nvSpPr>
        <p:spPr>
          <a:xfrm xmlns:a="http://schemas.openxmlformats.org/drawingml/2006/main">
            <a:off x="7648575" y="44958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0BD25795-454C-481A-91F0-BE67875EC8A4}"/>
              </a:ext>
            </a:extLst>
          </p:cNvPr>
          <p:cNvSpPr>
            <a:spLocks xmlns:a="http://schemas.openxmlformats.org/drawingml/2006/main" noGrp="1"/>
          </p:cNvSpPr>
          <p:nvPr/>
        </p:nvSpPr>
        <p:spPr>
          <a:xfrm xmlns:a="http://schemas.openxmlformats.org/drawingml/2006/main">
            <a:off x="7648575" y="48006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B0FB227B-1BC0-4FF9-9073-79464FE7989C}"/>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10CF60F4-8179-48A3-9AE6-AC3426510670}"/>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Legacy module connection">
            <a:extLst xmlns:a="http://schemas.openxmlformats.org/drawingml/2006/main">
              <a:ext uri="{FF2B5EF4-FFF2-40B4-BE49-F238E27FC236}">
                <a16:creationId xmlns:a16="http://schemas.microsoft.com/office/drawing/2014/main" id="{06450822-60B5-48F3-B460-F27ED7FDD0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87975762"/>
      </p:ext>
    </p:extLst>
  </p:cSld>
</p:sld>
</file>

<file path=ppt/slides/slide9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1EA0D5E5-F0FB-400D-A5D8-003FA4F67F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97">
            <a:extLst xmlns:a="http://schemas.openxmlformats.org/drawingml/2006/main">
              <a:ext uri="{FF2B5EF4-FFF2-40B4-BE49-F238E27FC236}">
                <a16:creationId xmlns:a16="http://schemas.microsoft.com/office/drawing/2014/main" id="{3D4DF3A6-9D0E-41EC-956F-DC49ECE890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내 업무에서는 무엇이 반복해서 막힐까?">
            <a:extLst xmlns:a="http://schemas.openxmlformats.org/drawingml/2006/main">
              <a:ext uri="{FF2B5EF4-FFF2-40B4-BE49-F238E27FC236}">
                <a16:creationId xmlns:a16="http://schemas.microsoft.com/office/drawing/2014/main" id="{AE41BA4B-568F-49BC-98FF-1883B6A8C0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CCBAC610-B252-4984-898D-1C0D9EB9E5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ED95EE36-145B-431C-981F-0171A3F325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E71449F0-71AE-44DF-A000-3E3701E43C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580AB1EC-4D8D-4D64-B303-ADA2F9A445DA}"/>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D0D8581-F106-4688-B2D8-4ABBCA8CECC3}"/>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114ADC6-3196-4D31-B6FD-E98A0908806C}"/>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E13E0D86-C2F0-4D98-9A88-98741405F828}"/>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46BA94EA-A5EF-4007-B96F-2CD63352CF0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6C12B893-285B-4B9A-8E70-73B14A7AB75A}"/>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C01A6E0A-B298-4458-BE09-D35E3B2D7047}"/>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06B495E0-9817-4690-8421-9DC978AAE80C}"/>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BD0FA5A2-BB73-4158-9A07-BB58BA3E62E1}"/>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8E73BB77-B1ED-4798-B0A2-5F86856DCA3E}"/>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A1F30D7F-D7A2-4D32-80F7-9B3C2417C90C}"/>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E16C675B-BBE1-45AD-B07A-2D361785C651}"/>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09488BE-DCAA-4B0A-8D13-838D8E1D5C29}"/>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7BDC62E8-5FB5-47FC-B70B-2ACC1AF9F573}"/>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AF7F77BD-3333-42B8-B596-2A55C05D0277}"/>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85691DDF-1226-4F2F-81B0-12326E96B54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ABB57BFF-1730-4C10-BD0B-9D89B7A7CEE3}"/>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5B6E8AAF-F402-4E11-AB42-4970F50B39C9}"/>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DD4D1618-431E-4075-B021-FC6FE12A448F}"/>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8DB6E9AE-8BB0-4DBD-A19E-F0C681E20D52}"/>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7BF34B7E-EC38-4A21-9020-2F096BF04A6F}"/>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E8191144-7B84-48A0-8662-AFCB71906A05}"/>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C891C18A-1C00-4DAD-9B09-891D33D08E23}"/>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0F093A5A-8A96-42DC-BB05-08F838578F36}"/>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F51B618B-7DF8-4FEA-900F-742EA96BE29C}"/>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322CC4EF-35A3-4239-A761-E4F8C59AB81E}"/>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0F91883E-7845-4954-809F-1865550C72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98599339"/>
      </p:ext>
    </p:extLst>
  </p:cSld>
</p:sld>
</file>

<file path=ppt/slides/slide9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FD43A4C4-D051-4FDC-9F14-01C9EB6BC8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98">
            <a:extLst xmlns:a="http://schemas.openxmlformats.org/drawingml/2006/main">
              <a:ext uri="{FF2B5EF4-FFF2-40B4-BE49-F238E27FC236}">
                <a16:creationId xmlns:a16="http://schemas.microsoft.com/office/drawing/2014/main" id="{FFDD6687-2EAA-4E63-895C-5F55E975FF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고른 문제에서, 다음 행동 하나로">
            <a:extLst xmlns:a="http://schemas.openxmlformats.org/drawingml/2006/main">
              <a:ext uri="{FF2B5EF4-FFF2-40B4-BE49-F238E27FC236}">
                <a16:creationId xmlns:a16="http://schemas.microsoft.com/office/drawing/2014/main" id="{E3BF787A-5F80-4751-A090-812BCEF41F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5ADAA47D-77DA-4297-9237-F629C65717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2AE55CBB-ABF5-4427-9732-96C5A9EA84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B8B9925F-EE32-4480-9D0F-94891776C9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BD96078E-1C71-460C-BFFC-14D72764622D}"/>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B5C4FA35-3F03-4696-91D1-056E056AC840}"/>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64B1DA18-85FB-406B-85DE-6EAF15A597A0}"/>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B66BD60D-7121-44E5-A9E6-58480EA9124E}"/>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96963C7B-A0F4-46C1-AA1F-C1FB6E5E0D44}"/>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EC60E5BD-C15C-4D10-9767-D8BAAC295821}"/>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44342E9-D281-4E40-9174-574E7BA5B789}"/>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8CCB7C85-ADBC-4B75-B2B7-025B67CCF99F}"/>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0B53BCD8-C437-4181-B637-1E51EBBF1804}"/>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9D8EEC8B-F974-4E5B-9100-D859B0C69A26}"/>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DF57BE6-3833-4E3B-B4E3-1BED55D6C621}"/>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A96B1DA0-AB94-4E0B-A446-8630774359DF}"/>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984F2C55-0503-4EC9-B5EA-C536392A217D}"/>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02328ECB-B1C5-4FAB-909D-DF7FFACA79EA}"/>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1338AD9-C5F9-4ABA-B2C4-F0147DA1C2AB}"/>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979993F5-EDED-411C-B197-27E91A27C4D6}"/>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74493369-3B97-491E-9ADF-FFA4B7C36973}"/>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5F4C8E06-792F-4FF4-9506-E80B614DFE8F}"/>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A78F057-E4E2-4863-BEBB-7C4FB45FFA85}"/>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BD75041D-7305-4142-B987-DC6B27F6DA1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3CC1AF90-57C8-4EF0-835A-FD084F815AD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F147748A-A1EA-43D7-B2C7-76CE1527707C}"/>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50CB40EE-D1F7-4454-9162-A7373B0F3C23}"/>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822A7746-D316-4C5C-9E9B-30DFDF5A1DC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A5575323-FA61-4013-83C6-CC9DEDB711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728149641"/>
      </p:ext>
    </p:extLst>
  </p:cSld>
</p:sld>
</file>

<file path=ppt/slides/slide9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318A115D-18CC-438A-9755-D8D37241B5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99">
            <a:extLst xmlns:a="http://schemas.openxmlformats.org/drawingml/2006/main">
              <a:ext uri="{FF2B5EF4-FFF2-40B4-BE49-F238E27FC236}">
                <a16:creationId xmlns:a16="http://schemas.microsoft.com/office/drawing/2014/main" id="{56B98B35-B9A4-436A-917F-53F22CE57C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Q&amp;A와 교육 마무리">
            <a:extLst xmlns:a="http://schemas.openxmlformats.org/drawingml/2006/main">
              <a:ext uri="{FF2B5EF4-FFF2-40B4-BE49-F238E27FC236}">
                <a16:creationId xmlns:a16="http://schemas.microsoft.com/office/drawing/2014/main" id="{7A3F1C0B-5F26-434F-A4FB-E34D12E3CD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E8288F6C-E83E-438F-83D8-1B11EFEDE7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2DA8FC46-22B6-4F74-9819-50DF85B8C9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56512607-7B63-496A-8710-DC5A09EE07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EDC99BA-CA87-4E0A-8C16-3643D35EDDA3}"/>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AFFAD4DB-744B-4EDE-AE21-9EE83FB0D4D2}"/>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BDEDFAE0-18B9-444F-873E-94D9B9234834}"/>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266B7F22-6125-4220-A571-AD316B4F9D04}"/>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21A54FC5-30CA-4E8F-84E2-D5F01D52B2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788777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2026-10-25T01:52:48.0460000Z</dcterms:created>
  <dcterms:modified xsi:type="dcterms:W3CDTF">2026-10-25T01:52:48.0460000Z</dcterms:modified>
</coreProperties>
</file>