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1.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7d608f18b394e98" /><Relationship Type="http://schemas.openxmlformats.org/officeDocument/2006/relationships/extended-properties" Target="/docProps/app.xml" Id="R18641ce5727b4a0a" /><Relationship Type="http://schemas.openxmlformats.org/officeDocument/2006/relationships/officeDocument" Target="/ppt/presentation.xml" Id="R26d22ec7ebd14a88" /></Relationships>
</file>

<file path=ppt/presentation.xml><?xml version="1.0" encoding="utf-8"?>
<p:presentation xmlns:p="http://schemas.openxmlformats.org/presentationml/2006/main">
  <p:sldMasterIdLst>
    <p:sldMasterId xmlns:r="http://schemas.openxmlformats.org/officeDocument/2006/relationships" id="2147483648" r:id="R8c87e00503f74228"/>
  </p:sldMasterIdLst>
  <p:notesMasterIdLst>
    <p:notesMasterId xmlns:r="http://schemas.openxmlformats.org/officeDocument/2006/relationships" r:id="Rf5ac8be421344578"/>
  </p:notesMasterIdLst>
  <p:sldIdLst>
    <p:sldId xmlns:r="http://schemas.openxmlformats.org/officeDocument/2006/relationships" id="256" r:id="R9d627c5b9973430e"/>
    <p:sldId xmlns:r="http://schemas.openxmlformats.org/officeDocument/2006/relationships" id="257" r:id="R2d203008777740de"/>
    <p:sldId xmlns:r="http://schemas.openxmlformats.org/officeDocument/2006/relationships" id="258" r:id="R4ef60185a6ee47c6"/>
    <p:sldId xmlns:r="http://schemas.openxmlformats.org/officeDocument/2006/relationships" id="259" r:id="Rc24a1fb0392847b7"/>
    <p:sldId xmlns:r="http://schemas.openxmlformats.org/officeDocument/2006/relationships" id="260" r:id="R8f931bd9b3f048e8"/>
    <p:sldId xmlns:r="http://schemas.openxmlformats.org/officeDocument/2006/relationships" id="261" r:id="R1f00201cc8964d0a"/>
    <p:sldId xmlns:r="http://schemas.openxmlformats.org/officeDocument/2006/relationships" id="262" r:id="Rd2856f277eeb4f66"/>
    <p:sldId xmlns:r="http://schemas.openxmlformats.org/officeDocument/2006/relationships" id="263" r:id="R8903dcdf20434e2d"/>
    <p:sldId xmlns:r="http://schemas.openxmlformats.org/officeDocument/2006/relationships" id="264" r:id="R2762afbfc40c4e46"/>
    <p:sldId xmlns:r="http://schemas.openxmlformats.org/officeDocument/2006/relationships" id="265" r:id="R7bd734f6b32b4e85"/>
    <p:sldId xmlns:r="http://schemas.openxmlformats.org/officeDocument/2006/relationships" id="266" r:id="R6f0b0b40db4c40aa"/>
    <p:sldId xmlns:r="http://schemas.openxmlformats.org/officeDocument/2006/relationships" id="267" r:id="R72bf4fc0f98b4872"/>
    <p:sldId xmlns:r="http://schemas.openxmlformats.org/officeDocument/2006/relationships" id="268" r:id="R625ed4746919490b"/>
    <p:sldId xmlns:r="http://schemas.openxmlformats.org/officeDocument/2006/relationships" id="269" r:id="Rb3ee418957054e6a"/>
    <p:sldId xmlns:r="http://schemas.openxmlformats.org/officeDocument/2006/relationships" id="270" r:id="Rc218f67cd1214535"/>
    <p:sldId xmlns:r="http://schemas.openxmlformats.org/officeDocument/2006/relationships" id="271" r:id="Rb53ef0f29e8b4bbb"/>
    <p:sldId xmlns:r="http://schemas.openxmlformats.org/officeDocument/2006/relationships" id="272" r:id="R4262d07b489b4124"/>
    <p:sldId xmlns:r="http://schemas.openxmlformats.org/officeDocument/2006/relationships" id="273" r:id="R6874c2fb638146da"/>
    <p:sldId xmlns:r="http://schemas.openxmlformats.org/officeDocument/2006/relationships" id="274" r:id="Rff60cbe18eac4dc6"/>
    <p:sldId xmlns:r="http://schemas.openxmlformats.org/officeDocument/2006/relationships" id="275" r:id="R8a2e27d1426d40a0"/>
    <p:sldId xmlns:r="http://schemas.openxmlformats.org/officeDocument/2006/relationships" id="276" r:id="R079555692eae41ce"/>
    <p:sldId xmlns:r="http://schemas.openxmlformats.org/officeDocument/2006/relationships" id="277" r:id="R38c20f27382b48ae"/>
    <p:sldId xmlns:r="http://schemas.openxmlformats.org/officeDocument/2006/relationships" id="278" r:id="R5235c0df8691475f"/>
    <p:sldId xmlns:r="http://schemas.openxmlformats.org/officeDocument/2006/relationships" id="279" r:id="R1d88a29b57534d03"/>
    <p:sldId xmlns:r="http://schemas.openxmlformats.org/officeDocument/2006/relationships" id="280" r:id="Ra73c4643eb934959"/>
    <p:sldId xmlns:r="http://schemas.openxmlformats.org/officeDocument/2006/relationships" id="281" r:id="R91bf17018fca43cd"/>
    <p:sldId xmlns:r="http://schemas.openxmlformats.org/officeDocument/2006/relationships" id="282" r:id="R0f682dafc6334d19"/>
    <p:sldId xmlns:r="http://schemas.openxmlformats.org/officeDocument/2006/relationships" id="283" r:id="Rf3401ca74228495d"/>
    <p:sldId xmlns:r="http://schemas.openxmlformats.org/officeDocument/2006/relationships" id="284" r:id="Rcc18d0377c184502"/>
    <p:sldId xmlns:r="http://schemas.openxmlformats.org/officeDocument/2006/relationships" id="285" r:id="R4c2253660aae45da"/>
    <p:sldId xmlns:r="http://schemas.openxmlformats.org/officeDocument/2006/relationships" id="286" r:id="R4cea55c826404106"/>
    <p:sldId xmlns:r="http://schemas.openxmlformats.org/officeDocument/2006/relationships" id="287" r:id="Rfc8802bb1a344fac"/>
    <p:sldId xmlns:r="http://schemas.openxmlformats.org/officeDocument/2006/relationships" id="288" r:id="Rbfb85df1727449f7"/>
    <p:sldId xmlns:r="http://schemas.openxmlformats.org/officeDocument/2006/relationships" id="289" r:id="R0982324dac6c409b"/>
    <p:sldId xmlns:r="http://schemas.openxmlformats.org/officeDocument/2006/relationships" id="290" r:id="R8f47c5ebebf94756"/>
    <p:sldId xmlns:r="http://schemas.openxmlformats.org/officeDocument/2006/relationships" id="291" r:id="R02e0a6be78634dac"/>
    <p:sldId xmlns:r="http://schemas.openxmlformats.org/officeDocument/2006/relationships" id="292" r:id="R937609bdfbf24005"/>
    <p:sldId xmlns:r="http://schemas.openxmlformats.org/officeDocument/2006/relationships" id="293" r:id="R1363504acd0a4ff1"/>
    <p:sldId xmlns:r="http://schemas.openxmlformats.org/officeDocument/2006/relationships" id="294" r:id="R3fb8392e37fd4d05"/>
    <p:sldId xmlns:r="http://schemas.openxmlformats.org/officeDocument/2006/relationships" id="295" r:id="R01119e06f46e44e3"/>
    <p:sldId xmlns:r="http://schemas.openxmlformats.org/officeDocument/2006/relationships" id="296" r:id="Rc3d549e66924465a"/>
    <p:sldId xmlns:r="http://schemas.openxmlformats.org/officeDocument/2006/relationships" id="297" r:id="R91ce08321ebb4aed"/>
    <p:sldId xmlns:r="http://schemas.openxmlformats.org/officeDocument/2006/relationships" id="298" r:id="R2e4968a74300424c"/>
    <p:sldId xmlns:r="http://schemas.openxmlformats.org/officeDocument/2006/relationships" id="299" r:id="R88f1a70d44244416"/>
    <p:sldId xmlns:r="http://schemas.openxmlformats.org/officeDocument/2006/relationships" id="300" r:id="R7031dfec37594407"/>
    <p:sldId xmlns:r="http://schemas.openxmlformats.org/officeDocument/2006/relationships" id="301" r:id="Rf8cdfdb8ff66403f"/>
    <p:sldId xmlns:r="http://schemas.openxmlformats.org/officeDocument/2006/relationships" id="302" r:id="Rf1bf894be7144910"/>
    <p:sldId xmlns:r="http://schemas.openxmlformats.org/officeDocument/2006/relationships" id="303" r:id="R055e3e30227940bc"/>
    <p:sldId xmlns:r="http://schemas.openxmlformats.org/officeDocument/2006/relationships" id="304" r:id="R6d3469ba7e2441ec"/>
    <p:sldId xmlns:r="http://schemas.openxmlformats.org/officeDocument/2006/relationships" id="305" r:id="Rb26488d660e54e3d"/>
    <p:sldId xmlns:r="http://schemas.openxmlformats.org/officeDocument/2006/relationships" id="306" r:id="R24b202d346594e80"/>
    <p:sldId xmlns:r="http://schemas.openxmlformats.org/officeDocument/2006/relationships" id="307" r:id="Re7c35a3a56934456"/>
    <p:sldId xmlns:r="http://schemas.openxmlformats.org/officeDocument/2006/relationships" id="308" r:id="R39bb1ea26d9048ff"/>
    <p:sldId xmlns:r="http://schemas.openxmlformats.org/officeDocument/2006/relationships" id="309" r:id="R07b7a8fecdc94b6c"/>
    <p:sldId xmlns:r="http://schemas.openxmlformats.org/officeDocument/2006/relationships" id="310" r:id="Rb33ffb4a7f2e4b1d"/>
    <p:sldId xmlns:r="http://schemas.openxmlformats.org/officeDocument/2006/relationships" id="311" r:id="Raf43a204eaa94d04"/>
    <p:sldId xmlns:r="http://schemas.openxmlformats.org/officeDocument/2006/relationships" id="312" r:id="Rdf7464f8e2fa4d26"/>
    <p:sldId xmlns:r="http://schemas.openxmlformats.org/officeDocument/2006/relationships" id="313" r:id="R9224adb4c3ad44db"/>
    <p:sldId xmlns:r="http://schemas.openxmlformats.org/officeDocument/2006/relationships" id="314" r:id="R34261802ee16496f"/>
    <p:sldId xmlns:r="http://schemas.openxmlformats.org/officeDocument/2006/relationships" id="315" r:id="Rf5725877d1a543ea"/>
    <p:sldId xmlns:r="http://schemas.openxmlformats.org/officeDocument/2006/relationships" id="316" r:id="R1fff40aff7f74c42"/>
    <p:sldId xmlns:r="http://schemas.openxmlformats.org/officeDocument/2006/relationships" id="317" r:id="Ra2079251ef2845ee"/>
    <p:sldId xmlns:r="http://schemas.openxmlformats.org/officeDocument/2006/relationships" id="318" r:id="Ra8e35314a44047e9"/>
    <p:sldId xmlns:r="http://schemas.openxmlformats.org/officeDocument/2006/relationships" id="319" r:id="R462298eea18a4287"/>
    <p:sldId xmlns:r="http://schemas.openxmlformats.org/officeDocument/2006/relationships" id="320" r:id="Rd8a30750f62f4178"/>
    <p:sldId xmlns:r="http://schemas.openxmlformats.org/officeDocument/2006/relationships" id="321" r:id="Ra3608f5df39e4206"/>
    <p:sldId xmlns:r="http://schemas.openxmlformats.org/officeDocument/2006/relationships" id="322" r:id="R79fd3dad4cda4c5b"/>
    <p:sldId xmlns:r="http://schemas.openxmlformats.org/officeDocument/2006/relationships" id="323" r:id="R3616f2a3d671459f"/>
    <p:sldId xmlns:r="http://schemas.openxmlformats.org/officeDocument/2006/relationships" id="324" r:id="R3da83b5d8ef148be"/>
    <p:sldId xmlns:r="http://schemas.openxmlformats.org/officeDocument/2006/relationships" id="325" r:id="Rfbaefabc8fdb438d"/>
    <p:sldId xmlns:r="http://schemas.openxmlformats.org/officeDocument/2006/relationships" id="326" r:id="Rd0afc68bed464078"/>
    <p:sldId xmlns:r="http://schemas.openxmlformats.org/officeDocument/2006/relationships" id="327" r:id="Rfab27307e5c244bc"/>
    <p:sldId xmlns:r="http://schemas.openxmlformats.org/officeDocument/2006/relationships" id="328" r:id="Rb9e13c113c174e19"/>
    <p:sldId xmlns:r="http://schemas.openxmlformats.org/officeDocument/2006/relationships" id="329" r:id="Raf4df9ffcc3b4290"/>
    <p:sldId xmlns:r="http://schemas.openxmlformats.org/officeDocument/2006/relationships" id="330" r:id="R346cb57993ba47e3"/>
    <p:sldId xmlns:r="http://schemas.openxmlformats.org/officeDocument/2006/relationships" id="331" r:id="R8a1fcdd3df4f4d7c"/>
    <p:sldId xmlns:r="http://schemas.openxmlformats.org/officeDocument/2006/relationships" id="332" r:id="Rc4e7a77a0a8c420e"/>
    <p:sldId xmlns:r="http://schemas.openxmlformats.org/officeDocument/2006/relationships" id="333" r:id="R3c61fe3ce4ac4fbf"/>
    <p:sldId xmlns:r="http://schemas.openxmlformats.org/officeDocument/2006/relationships" id="334" r:id="Rdc70868ad8664868"/>
    <p:sldId xmlns:r="http://schemas.openxmlformats.org/officeDocument/2006/relationships" id="335" r:id="R83d759e20399457b"/>
    <p:sldId xmlns:r="http://schemas.openxmlformats.org/officeDocument/2006/relationships" id="336" r:id="R8b016424f5cc4dcd"/>
    <p:sldId xmlns:r="http://schemas.openxmlformats.org/officeDocument/2006/relationships" id="337" r:id="R90321211d9bb4f20"/>
    <p:sldId xmlns:r="http://schemas.openxmlformats.org/officeDocument/2006/relationships" id="338" r:id="R43cc72d2c0ef45c9"/>
    <p:sldId xmlns:r="http://schemas.openxmlformats.org/officeDocument/2006/relationships" id="339" r:id="R8034af49163a4edc"/>
    <p:sldId xmlns:r="http://schemas.openxmlformats.org/officeDocument/2006/relationships" id="340" r:id="R6e41c4e5a1e6432e"/>
    <p:sldId xmlns:r="http://schemas.openxmlformats.org/officeDocument/2006/relationships" id="341" r:id="R24a5e7decef64140"/>
    <p:sldId xmlns:r="http://schemas.openxmlformats.org/officeDocument/2006/relationships" id="342" r:id="Rcdb4c3dc6ef246f3"/>
    <p:sldId xmlns:r="http://schemas.openxmlformats.org/officeDocument/2006/relationships" id="343" r:id="R09de005957ff4aab"/>
    <p:sldId xmlns:r="http://schemas.openxmlformats.org/officeDocument/2006/relationships" id="344" r:id="R9bed5991877740b2"/>
    <p:sldId xmlns:r="http://schemas.openxmlformats.org/officeDocument/2006/relationships" id="345" r:id="Rd73d2a9824844f07"/>
    <p:sldId xmlns:r="http://schemas.openxmlformats.org/officeDocument/2006/relationships" id="346" r:id="R2a6fa6c64f884d3b"/>
    <p:sldId xmlns:r="http://schemas.openxmlformats.org/officeDocument/2006/relationships" id="347" r:id="Rcc8c5a0dc54443a3"/>
    <p:sldId xmlns:r="http://schemas.openxmlformats.org/officeDocument/2006/relationships" id="348" r:id="R2c63d8fe26d948f0"/>
    <p:sldId xmlns:r="http://schemas.openxmlformats.org/officeDocument/2006/relationships" id="349" r:id="R6250080d5eff4175"/>
    <p:sldId xmlns:r="http://schemas.openxmlformats.org/officeDocument/2006/relationships" id="350" r:id="R82901b4d48964e77"/>
    <p:sldId xmlns:r="http://schemas.openxmlformats.org/officeDocument/2006/relationships" id="351" r:id="R6f56be081b45439b"/>
    <p:sldId xmlns:r="http://schemas.openxmlformats.org/officeDocument/2006/relationships" id="352" r:id="R4fbf033ad8f64e07"/>
    <p:sldId xmlns:r="http://schemas.openxmlformats.org/officeDocument/2006/relationships" id="353" r:id="R655d0bfba3584b8c"/>
    <p:sldId xmlns:r="http://schemas.openxmlformats.org/officeDocument/2006/relationships" id="354" r:id="Rcfd7a09f980c4718"/>
    <p:sldId xmlns:r="http://schemas.openxmlformats.org/officeDocument/2006/relationships" id="355" r:id="Rc6aaa01744b84d9e"/>
    <p:sldId xmlns:r="http://schemas.openxmlformats.org/officeDocument/2006/relationships" id="356" r:id="R72315423cc6a4c03"/>
    <p:sldId xmlns:r="http://schemas.openxmlformats.org/officeDocument/2006/relationships" id="357" r:id="R597b107522ce40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bfadf5a7cf34b24" /><Relationship Type="http://schemas.openxmlformats.org/officeDocument/2006/relationships/slideMaster" Target="/ppt/slideMasters/slideMaster1.xml" Id="R8c87e00503f74228" /><Relationship Type="http://schemas.openxmlformats.org/officeDocument/2006/relationships/notesMaster" Target="/ppt/notesMasters/notesMaster1.xml" Id="Rf5ac8be421344578" /><Relationship Type="http://schemas.openxmlformats.org/officeDocument/2006/relationships/presProps" Target="/ppt/presProps.xml" Id="R6ed505f1e5a74dfc" /><Relationship Type="http://schemas.openxmlformats.org/officeDocument/2006/relationships/tableStyles" Target="/ppt/tableStyles.xml" Id="Re4c0c68f0dff42be" /><Relationship Type="http://schemas.openxmlformats.org/officeDocument/2006/relationships/slide" Target="/ppt/slides/slide1.xml" Id="R9d627c5b9973430e" /><Relationship Type="http://schemas.openxmlformats.org/officeDocument/2006/relationships/slide" Target="/ppt/slides/slide2.xml" Id="R2d203008777740de" /><Relationship Type="http://schemas.openxmlformats.org/officeDocument/2006/relationships/slide" Target="/ppt/slides/slide3.xml" Id="R4ef60185a6ee47c6" /><Relationship Type="http://schemas.openxmlformats.org/officeDocument/2006/relationships/slide" Target="/ppt/slides/slide4.xml" Id="Rc24a1fb0392847b7" /><Relationship Type="http://schemas.openxmlformats.org/officeDocument/2006/relationships/slide" Target="/ppt/slides/slide5.xml" Id="R8f931bd9b3f048e8" /><Relationship Type="http://schemas.openxmlformats.org/officeDocument/2006/relationships/slide" Target="/ppt/slides/slide6.xml" Id="R1f00201cc8964d0a" /><Relationship Type="http://schemas.openxmlformats.org/officeDocument/2006/relationships/slide" Target="/ppt/slides/slide7.xml" Id="Rd2856f277eeb4f66" /><Relationship Type="http://schemas.openxmlformats.org/officeDocument/2006/relationships/slide" Target="/ppt/slides/slide8.xml" Id="R8903dcdf20434e2d" /><Relationship Type="http://schemas.openxmlformats.org/officeDocument/2006/relationships/slide" Target="/ppt/slides/slide9.xml" Id="R2762afbfc40c4e46" /><Relationship Type="http://schemas.openxmlformats.org/officeDocument/2006/relationships/slide" Target="/ppt/slides/slide10.xml" Id="R7bd734f6b32b4e85" /><Relationship Type="http://schemas.openxmlformats.org/officeDocument/2006/relationships/slide" Target="/ppt/slides/slide11.xml" Id="R6f0b0b40db4c40aa" /><Relationship Type="http://schemas.openxmlformats.org/officeDocument/2006/relationships/slide" Target="/ppt/slides/slide12.xml" Id="R72bf4fc0f98b4872" /><Relationship Type="http://schemas.openxmlformats.org/officeDocument/2006/relationships/slide" Target="/ppt/slides/slide13.xml" Id="R625ed4746919490b" /><Relationship Type="http://schemas.openxmlformats.org/officeDocument/2006/relationships/slide" Target="/ppt/slides/slide14.xml" Id="Rb3ee418957054e6a" /><Relationship Type="http://schemas.openxmlformats.org/officeDocument/2006/relationships/slide" Target="/ppt/slides/slide15.xml" Id="Rc218f67cd1214535" /><Relationship Type="http://schemas.openxmlformats.org/officeDocument/2006/relationships/slide" Target="/ppt/slides/slide16.xml" Id="Rb53ef0f29e8b4bbb" /><Relationship Type="http://schemas.openxmlformats.org/officeDocument/2006/relationships/slide" Target="/ppt/slides/slide17.xml" Id="R4262d07b489b4124" /><Relationship Type="http://schemas.openxmlformats.org/officeDocument/2006/relationships/slide" Target="/ppt/slides/slide18.xml" Id="R6874c2fb638146da" /><Relationship Type="http://schemas.openxmlformats.org/officeDocument/2006/relationships/slide" Target="/ppt/slides/slide19.xml" Id="Rff60cbe18eac4dc6" /><Relationship Type="http://schemas.openxmlformats.org/officeDocument/2006/relationships/slide" Target="/ppt/slides/slide20.xml" Id="R8a2e27d1426d40a0" /><Relationship Type="http://schemas.openxmlformats.org/officeDocument/2006/relationships/slide" Target="/ppt/slides/slide21.xml" Id="R079555692eae41ce" /><Relationship Type="http://schemas.openxmlformats.org/officeDocument/2006/relationships/slide" Target="/ppt/slides/slide22.xml" Id="R38c20f27382b48ae" /><Relationship Type="http://schemas.openxmlformats.org/officeDocument/2006/relationships/slide" Target="/ppt/slides/slide23.xml" Id="R5235c0df8691475f" /><Relationship Type="http://schemas.openxmlformats.org/officeDocument/2006/relationships/slide" Target="/ppt/slides/slide24.xml" Id="R1d88a29b57534d03" /><Relationship Type="http://schemas.openxmlformats.org/officeDocument/2006/relationships/slide" Target="/ppt/slides/slide25.xml" Id="Ra73c4643eb934959" /><Relationship Type="http://schemas.openxmlformats.org/officeDocument/2006/relationships/slide" Target="/ppt/slides/slide26.xml" Id="R91bf17018fca43cd" /><Relationship Type="http://schemas.openxmlformats.org/officeDocument/2006/relationships/slide" Target="/ppt/slides/slide27.xml" Id="R0f682dafc6334d19" /><Relationship Type="http://schemas.openxmlformats.org/officeDocument/2006/relationships/slide" Target="/ppt/slides/slide28.xml" Id="Rf3401ca74228495d" /><Relationship Type="http://schemas.openxmlformats.org/officeDocument/2006/relationships/slide" Target="/ppt/slides/slide29.xml" Id="Rcc18d0377c184502" /><Relationship Type="http://schemas.openxmlformats.org/officeDocument/2006/relationships/slide" Target="/ppt/slides/slide30.xml" Id="R4c2253660aae45da" /><Relationship Type="http://schemas.openxmlformats.org/officeDocument/2006/relationships/slide" Target="/ppt/slides/slide31.xml" Id="R4cea55c826404106" /><Relationship Type="http://schemas.openxmlformats.org/officeDocument/2006/relationships/slide" Target="/ppt/slides/slide32.xml" Id="Rfc8802bb1a344fac" /><Relationship Type="http://schemas.openxmlformats.org/officeDocument/2006/relationships/slide" Target="/ppt/slides/slide33.xml" Id="Rbfb85df1727449f7" /><Relationship Type="http://schemas.openxmlformats.org/officeDocument/2006/relationships/slide" Target="/ppt/slides/slide34.xml" Id="R0982324dac6c409b" /><Relationship Type="http://schemas.openxmlformats.org/officeDocument/2006/relationships/slide" Target="/ppt/slides/slide35.xml" Id="R8f47c5ebebf94756" /><Relationship Type="http://schemas.openxmlformats.org/officeDocument/2006/relationships/slide" Target="/ppt/slides/slide36.xml" Id="R02e0a6be78634dac" /><Relationship Type="http://schemas.openxmlformats.org/officeDocument/2006/relationships/slide" Target="/ppt/slides/slide37.xml" Id="R937609bdfbf24005" /><Relationship Type="http://schemas.openxmlformats.org/officeDocument/2006/relationships/slide" Target="/ppt/slides/slide38.xml" Id="R1363504acd0a4ff1" /><Relationship Type="http://schemas.openxmlformats.org/officeDocument/2006/relationships/slide" Target="/ppt/slides/slide39.xml" Id="R3fb8392e37fd4d05" /><Relationship Type="http://schemas.openxmlformats.org/officeDocument/2006/relationships/slide" Target="/ppt/slides/slide40.xml" Id="R01119e06f46e44e3" /><Relationship Type="http://schemas.openxmlformats.org/officeDocument/2006/relationships/slide" Target="/ppt/slides/slide41.xml" Id="Rc3d549e66924465a" /><Relationship Type="http://schemas.openxmlformats.org/officeDocument/2006/relationships/slide" Target="/ppt/slides/slide42.xml" Id="R91ce08321ebb4aed" /><Relationship Type="http://schemas.openxmlformats.org/officeDocument/2006/relationships/slide" Target="/ppt/slides/slide43.xml" Id="R2e4968a74300424c" /><Relationship Type="http://schemas.openxmlformats.org/officeDocument/2006/relationships/slide" Target="/ppt/slides/slide44.xml" Id="R88f1a70d44244416" /><Relationship Type="http://schemas.openxmlformats.org/officeDocument/2006/relationships/slide" Target="/ppt/slides/slide45.xml" Id="R7031dfec37594407" /><Relationship Type="http://schemas.openxmlformats.org/officeDocument/2006/relationships/slide" Target="/ppt/slides/slide46.xml" Id="Rf8cdfdb8ff66403f" /><Relationship Type="http://schemas.openxmlformats.org/officeDocument/2006/relationships/slide" Target="/ppt/slides/slide47.xml" Id="Rf1bf894be7144910" /><Relationship Type="http://schemas.openxmlformats.org/officeDocument/2006/relationships/slide" Target="/ppt/slides/slide48.xml" Id="R055e3e30227940bc" /><Relationship Type="http://schemas.openxmlformats.org/officeDocument/2006/relationships/slide" Target="/ppt/slides/slide49.xml" Id="R6d3469ba7e2441ec" /><Relationship Type="http://schemas.openxmlformats.org/officeDocument/2006/relationships/slide" Target="/ppt/slides/slide50.xml" Id="Rb26488d660e54e3d" /><Relationship Type="http://schemas.openxmlformats.org/officeDocument/2006/relationships/slide" Target="/ppt/slides/slide51.xml" Id="R24b202d346594e80" /><Relationship Type="http://schemas.openxmlformats.org/officeDocument/2006/relationships/slide" Target="/ppt/slides/slide52.xml" Id="Re7c35a3a56934456" /><Relationship Type="http://schemas.openxmlformats.org/officeDocument/2006/relationships/slide" Target="/ppt/slides/slide53.xml" Id="R39bb1ea26d9048ff" /><Relationship Type="http://schemas.openxmlformats.org/officeDocument/2006/relationships/slide" Target="/ppt/slides/slide54.xml" Id="R07b7a8fecdc94b6c" /><Relationship Type="http://schemas.openxmlformats.org/officeDocument/2006/relationships/slide" Target="/ppt/slides/slide55.xml" Id="Rb33ffb4a7f2e4b1d" /><Relationship Type="http://schemas.openxmlformats.org/officeDocument/2006/relationships/slide" Target="/ppt/slides/slide56.xml" Id="Raf43a204eaa94d04" /><Relationship Type="http://schemas.openxmlformats.org/officeDocument/2006/relationships/slide" Target="/ppt/slides/slide57.xml" Id="Rdf7464f8e2fa4d26" /><Relationship Type="http://schemas.openxmlformats.org/officeDocument/2006/relationships/slide" Target="/ppt/slides/slide58.xml" Id="R9224adb4c3ad44db" /><Relationship Type="http://schemas.openxmlformats.org/officeDocument/2006/relationships/slide" Target="/ppt/slides/slide59.xml" Id="R34261802ee16496f" /><Relationship Type="http://schemas.openxmlformats.org/officeDocument/2006/relationships/slide" Target="/ppt/slides/slide60.xml" Id="Rf5725877d1a543ea" /><Relationship Type="http://schemas.openxmlformats.org/officeDocument/2006/relationships/slide" Target="/ppt/slides/slide61.xml" Id="R1fff40aff7f74c42" /><Relationship Type="http://schemas.openxmlformats.org/officeDocument/2006/relationships/slide" Target="/ppt/slides/slide62.xml" Id="Ra2079251ef2845ee" /><Relationship Type="http://schemas.openxmlformats.org/officeDocument/2006/relationships/slide" Target="/ppt/slides/slide63.xml" Id="Ra8e35314a44047e9" /><Relationship Type="http://schemas.openxmlformats.org/officeDocument/2006/relationships/slide" Target="/ppt/slides/slide64.xml" Id="R462298eea18a4287" /><Relationship Type="http://schemas.openxmlformats.org/officeDocument/2006/relationships/slide" Target="/ppt/slides/slide65.xml" Id="Rd8a30750f62f4178" /><Relationship Type="http://schemas.openxmlformats.org/officeDocument/2006/relationships/slide" Target="/ppt/slides/slide66.xml" Id="Ra3608f5df39e4206" /><Relationship Type="http://schemas.openxmlformats.org/officeDocument/2006/relationships/slide" Target="/ppt/slides/slide67.xml" Id="R79fd3dad4cda4c5b" /><Relationship Type="http://schemas.openxmlformats.org/officeDocument/2006/relationships/slide" Target="/ppt/slides/slide68.xml" Id="R3616f2a3d671459f" /><Relationship Type="http://schemas.openxmlformats.org/officeDocument/2006/relationships/slide" Target="/ppt/slides/slide69.xml" Id="R3da83b5d8ef148be" /><Relationship Type="http://schemas.openxmlformats.org/officeDocument/2006/relationships/slide" Target="/ppt/slides/slide70.xml" Id="Rfbaefabc8fdb438d" /><Relationship Type="http://schemas.openxmlformats.org/officeDocument/2006/relationships/slide" Target="/ppt/slides/slide71.xml" Id="Rd0afc68bed464078" /><Relationship Type="http://schemas.openxmlformats.org/officeDocument/2006/relationships/slide" Target="/ppt/slides/slide72.xml" Id="Rfab27307e5c244bc" /><Relationship Type="http://schemas.openxmlformats.org/officeDocument/2006/relationships/slide" Target="/ppt/slides/slide73.xml" Id="Rb9e13c113c174e19" /><Relationship Type="http://schemas.openxmlformats.org/officeDocument/2006/relationships/slide" Target="/ppt/slides/slide74.xml" Id="Raf4df9ffcc3b4290" /><Relationship Type="http://schemas.openxmlformats.org/officeDocument/2006/relationships/slide" Target="/ppt/slides/slide75.xml" Id="R346cb57993ba47e3" /><Relationship Type="http://schemas.openxmlformats.org/officeDocument/2006/relationships/slide" Target="/ppt/slides/slide76.xml" Id="R8a1fcdd3df4f4d7c" /><Relationship Type="http://schemas.openxmlformats.org/officeDocument/2006/relationships/slide" Target="/ppt/slides/slide77.xml" Id="Rc4e7a77a0a8c420e" /><Relationship Type="http://schemas.openxmlformats.org/officeDocument/2006/relationships/slide" Target="/ppt/slides/slide78.xml" Id="R3c61fe3ce4ac4fbf" /><Relationship Type="http://schemas.openxmlformats.org/officeDocument/2006/relationships/slide" Target="/ppt/slides/slide79.xml" Id="Rdc70868ad8664868" /><Relationship Type="http://schemas.openxmlformats.org/officeDocument/2006/relationships/slide" Target="/ppt/slides/slide80.xml" Id="R83d759e20399457b" /><Relationship Type="http://schemas.openxmlformats.org/officeDocument/2006/relationships/slide" Target="/ppt/slides/slide81.xml" Id="R8b016424f5cc4dcd" /><Relationship Type="http://schemas.openxmlformats.org/officeDocument/2006/relationships/slide" Target="/ppt/slides/slide82.xml" Id="R90321211d9bb4f20" /><Relationship Type="http://schemas.openxmlformats.org/officeDocument/2006/relationships/slide" Target="/ppt/slides/slide83.xml" Id="R43cc72d2c0ef45c9" /><Relationship Type="http://schemas.openxmlformats.org/officeDocument/2006/relationships/slide" Target="/ppt/slides/slide84.xml" Id="R8034af49163a4edc" /><Relationship Type="http://schemas.openxmlformats.org/officeDocument/2006/relationships/slide" Target="/ppt/slides/slide85.xml" Id="R6e41c4e5a1e6432e" /><Relationship Type="http://schemas.openxmlformats.org/officeDocument/2006/relationships/slide" Target="/ppt/slides/slide86.xml" Id="R24a5e7decef64140" /><Relationship Type="http://schemas.openxmlformats.org/officeDocument/2006/relationships/slide" Target="/ppt/slides/slide87.xml" Id="Rcdb4c3dc6ef246f3" /><Relationship Type="http://schemas.openxmlformats.org/officeDocument/2006/relationships/slide" Target="/ppt/slides/slide88.xml" Id="R09de005957ff4aab" /><Relationship Type="http://schemas.openxmlformats.org/officeDocument/2006/relationships/slide" Target="/ppt/slides/slide89.xml" Id="R9bed5991877740b2" /><Relationship Type="http://schemas.openxmlformats.org/officeDocument/2006/relationships/slide" Target="/ppt/slides/slide90.xml" Id="Rd73d2a9824844f07" /><Relationship Type="http://schemas.openxmlformats.org/officeDocument/2006/relationships/slide" Target="/ppt/slides/slide91.xml" Id="R2a6fa6c64f884d3b" /><Relationship Type="http://schemas.openxmlformats.org/officeDocument/2006/relationships/slide" Target="/ppt/slides/slide92.xml" Id="Rcc8c5a0dc54443a3" /><Relationship Type="http://schemas.openxmlformats.org/officeDocument/2006/relationships/slide" Target="/ppt/slides/slide93.xml" Id="R2c63d8fe26d948f0" /><Relationship Type="http://schemas.openxmlformats.org/officeDocument/2006/relationships/slide" Target="/ppt/slides/slide94.xml" Id="R6250080d5eff4175" /><Relationship Type="http://schemas.openxmlformats.org/officeDocument/2006/relationships/slide" Target="/ppt/slides/slide95.xml" Id="R82901b4d48964e77" /><Relationship Type="http://schemas.openxmlformats.org/officeDocument/2006/relationships/slide" Target="/ppt/slides/slide96.xml" Id="R6f56be081b45439b" /><Relationship Type="http://schemas.openxmlformats.org/officeDocument/2006/relationships/slide" Target="/ppt/slides/slide97.xml" Id="R4fbf033ad8f64e07" /><Relationship Type="http://schemas.openxmlformats.org/officeDocument/2006/relationships/slide" Target="/ppt/slides/slide98.xml" Id="R655d0bfba3584b8c" /><Relationship Type="http://schemas.openxmlformats.org/officeDocument/2006/relationships/slide" Target="/ppt/slides/slide99.xml" Id="Rcfd7a09f980c4718" /><Relationship Type="http://schemas.openxmlformats.org/officeDocument/2006/relationships/slide" Target="/ppt/slides/slide100.xml" Id="Rc6aaa01744b84d9e" /><Relationship Type="http://schemas.openxmlformats.org/officeDocument/2006/relationships/slide" Target="/ppt/slides/slide101.xml" Id="R72315423cc6a4c03" /><Relationship Type="http://schemas.openxmlformats.org/officeDocument/2006/relationships/slide" Target="/ppt/slides/slide102.xml" Id="R597b107522ce40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413b4c9d054a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720b44a3504423" /><Relationship Type="http://schemas.openxmlformats.org/officeDocument/2006/relationships/notesMaster" Target="/ppt/notesMasters/notesMaster1.xml" Id="Race210264e7843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203894a4284ffe" /><Relationship Type="http://schemas.openxmlformats.org/officeDocument/2006/relationships/notesMaster" Target="/ppt/notesMasters/notesMaster1.xml" Id="R602780dd92d345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7d2119543746f7" /><Relationship Type="http://schemas.openxmlformats.org/officeDocument/2006/relationships/notesMaster" Target="/ppt/notesMasters/notesMaster1.xml" Id="R8c470b5de63b42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872d62944577" /><Relationship Type="http://schemas.openxmlformats.org/officeDocument/2006/relationships/notesMaster" Target="/ppt/notesMasters/notesMaster1.xml" Id="Rbd9fad36b5f647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1a1e9427894729" /><Relationship Type="http://schemas.openxmlformats.org/officeDocument/2006/relationships/notesMaster" Target="/ppt/notesMasters/notesMaster1.xml" Id="R0098cf44b36547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e3c90e597e44c6e" /><Relationship Type="http://schemas.openxmlformats.org/officeDocument/2006/relationships/notesMaster" Target="/ppt/notesMasters/notesMaster1.xml" Id="R6bd1689d514942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7ddddac27c41bd" /><Relationship Type="http://schemas.openxmlformats.org/officeDocument/2006/relationships/notesMaster" Target="/ppt/notesMasters/notesMaster1.xml" Id="Rdc24e2d64d4648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b852ac30f6462e" /><Relationship Type="http://schemas.openxmlformats.org/officeDocument/2006/relationships/notesMaster" Target="/ppt/notesMasters/notesMaster1.xml" Id="R7644f4360c6246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a72650460a74e7c" /><Relationship Type="http://schemas.openxmlformats.org/officeDocument/2006/relationships/notesMaster" Target="/ppt/notesMasters/notesMaster1.xml" Id="Rf99d524fc0ce4b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1f86c55875a4b3e" /><Relationship Type="http://schemas.openxmlformats.org/officeDocument/2006/relationships/notesMaster" Target="/ppt/notesMasters/notesMaster1.xml" Id="R770fc755c23e43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820378d8534dea" /><Relationship Type="http://schemas.openxmlformats.org/officeDocument/2006/relationships/notesMaster" Target="/ppt/notesMasters/notesMaster1.xml" Id="Ra289ba9c90bb48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63e7f01d290473b" /><Relationship Type="http://schemas.openxmlformats.org/officeDocument/2006/relationships/notesMaster" Target="/ppt/notesMasters/notesMaster1.xml" Id="R15641cc26da2481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e4d5d837cf4b80" /><Relationship Type="http://schemas.openxmlformats.org/officeDocument/2006/relationships/notesMaster" Target="/ppt/notesMasters/notesMaster1.xml" Id="Rbc32733193434ec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81efa76842742c7" /><Relationship Type="http://schemas.openxmlformats.org/officeDocument/2006/relationships/notesMaster" Target="/ppt/notesMasters/notesMaster1.xml" Id="R5170f32e764c4a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ba99f9dc244bd6" /><Relationship Type="http://schemas.openxmlformats.org/officeDocument/2006/relationships/notesMaster" Target="/ppt/notesMasters/notesMaster1.xml" Id="R4bc8e25fbad6467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c08765664743ad" /><Relationship Type="http://schemas.openxmlformats.org/officeDocument/2006/relationships/notesMaster" Target="/ppt/notesMasters/notesMaster1.xml" Id="Rf412be51f0264f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9d8555bfcea4f38" /><Relationship Type="http://schemas.openxmlformats.org/officeDocument/2006/relationships/notesMaster" Target="/ppt/notesMasters/notesMaster1.xml" Id="Rd2cb6a835a30430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a667cc14ec411e" /><Relationship Type="http://schemas.openxmlformats.org/officeDocument/2006/relationships/notesMaster" Target="/ppt/notesMasters/notesMaster1.xml" Id="R6da09c49564a403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8da3719de714d86" /><Relationship Type="http://schemas.openxmlformats.org/officeDocument/2006/relationships/notesMaster" Target="/ppt/notesMasters/notesMaster1.xml" Id="R50cd6c42d90648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8b3a0e458124e0f" /><Relationship Type="http://schemas.openxmlformats.org/officeDocument/2006/relationships/notesMaster" Target="/ppt/notesMasters/notesMaster1.xml" Id="R4b9cffcb7f334ac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2598d20eed34e00" /><Relationship Type="http://schemas.openxmlformats.org/officeDocument/2006/relationships/notesMaster" Target="/ppt/notesMasters/notesMaster1.xml" Id="Ra6dfa694eda941e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d68e1dc59f848b8" /><Relationship Type="http://schemas.openxmlformats.org/officeDocument/2006/relationships/notesMaster" Target="/ppt/notesMasters/notesMaster1.xml" Id="Rc43a3bfe555645d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fd2122ba8b449e" /><Relationship Type="http://schemas.openxmlformats.org/officeDocument/2006/relationships/notesMaster" Target="/ppt/notesMasters/notesMaster1.xml" Id="R981d72e1ee804ab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73e1dde60bb40f7" /><Relationship Type="http://schemas.openxmlformats.org/officeDocument/2006/relationships/notesMaster" Target="/ppt/notesMasters/notesMaster1.xml" Id="Re32b25a503db480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d6a05964e904218" /><Relationship Type="http://schemas.openxmlformats.org/officeDocument/2006/relationships/notesMaster" Target="/ppt/notesMasters/notesMaster1.xml" Id="R4951a934b2b24b5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b857649a47b4045" /><Relationship Type="http://schemas.openxmlformats.org/officeDocument/2006/relationships/notesMaster" Target="/ppt/notesMasters/notesMaster1.xml" Id="Rfb681e23c51346c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a5889cc4d534b04" /><Relationship Type="http://schemas.openxmlformats.org/officeDocument/2006/relationships/notesMaster" Target="/ppt/notesMasters/notesMaster1.xml" Id="Rc79d7574b65049a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868c4ed830644fe" /><Relationship Type="http://schemas.openxmlformats.org/officeDocument/2006/relationships/notesMaster" Target="/ppt/notesMasters/notesMaster1.xml" Id="R2d6eaec819874fc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7ad52743b5a4118" /><Relationship Type="http://schemas.openxmlformats.org/officeDocument/2006/relationships/notesMaster" Target="/ppt/notesMasters/notesMaster1.xml" Id="R04a9a67e4d114ca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56509fa000c4ade" /><Relationship Type="http://schemas.openxmlformats.org/officeDocument/2006/relationships/notesMaster" Target="/ppt/notesMasters/notesMaster1.xml" Id="Re6c97aedbc60423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01c1840d8604bfe" /><Relationship Type="http://schemas.openxmlformats.org/officeDocument/2006/relationships/notesMaster" Target="/ppt/notesMasters/notesMaster1.xml" Id="Rb0d0e12ddbee43e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af43139635743a1" /><Relationship Type="http://schemas.openxmlformats.org/officeDocument/2006/relationships/notesMaster" Target="/ppt/notesMasters/notesMaster1.xml" Id="Rfe853dc96a2e468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020674781f44a6c" /><Relationship Type="http://schemas.openxmlformats.org/officeDocument/2006/relationships/notesMaster" Target="/ppt/notesMasters/notesMaster1.xml" Id="Rdbc67e3973fe494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ca1f34890744f9e" /><Relationship Type="http://schemas.openxmlformats.org/officeDocument/2006/relationships/notesMaster" Target="/ppt/notesMasters/notesMaster1.xml" Id="R5ba969ffd9384b4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26cf83168e945fb" /><Relationship Type="http://schemas.openxmlformats.org/officeDocument/2006/relationships/notesMaster" Target="/ppt/notesMasters/notesMaster1.xml" Id="R7d8a3de303364b5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b5889309a844219" /><Relationship Type="http://schemas.openxmlformats.org/officeDocument/2006/relationships/notesMaster" Target="/ppt/notesMasters/notesMaster1.xml" Id="Rbcdb8e492941404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cdd4202284f49bc" /><Relationship Type="http://schemas.openxmlformats.org/officeDocument/2006/relationships/notesMaster" Target="/ppt/notesMasters/notesMaster1.xml" Id="R2e05238f4b6b4c4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1e7504464c146b5" /><Relationship Type="http://schemas.openxmlformats.org/officeDocument/2006/relationships/notesMaster" Target="/ppt/notesMasters/notesMaster1.xml" Id="Re180bb12e07a492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e541454c7cc4fb9" /><Relationship Type="http://schemas.openxmlformats.org/officeDocument/2006/relationships/notesMaster" Target="/ppt/notesMasters/notesMaster1.xml" Id="Rfeb9e13628ca470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62ed960bb7a45d1" /><Relationship Type="http://schemas.openxmlformats.org/officeDocument/2006/relationships/notesMaster" Target="/ppt/notesMasters/notesMaster1.xml" Id="R54ff6ddd051b4ba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94c65af06594c96" /><Relationship Type="http://schemas.openxmlformats.org/officeDocument/2006/relationships/notesMaster" Target="/ppt/notesMasters/notesMaster1.xml" Id="R7de6bbcbf1d1405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ab43b162c914028" /><Relationship Type="http://schemas.openxmlformats.org/officeDocument/2006/relationships/notesMaster" Target="/ppt/notesMasters/notesMaster1.xml" Id="Rc4c3fde767444ae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c3ac310cb5c4da5" /><Relationship Type="http://schemas.openxmlformats.org/officeDocument/2006/relationships/notesMaster" Target="/ppt/notesMasters/notesMaster1.xml" Id="Reb3df12b0ac1473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9de1caa7d874fe5" /><Relationship Type="http://schemas.openxmlformats.org/officeDocument/2006/relationships/notesMaster" Target="/ppt/notesMasters/notesMaster1.xml" Id="R9cc159feb84942f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9da6378ebe94849" /><Relationship Type="http://schemas.openxmlformats.org/officeDocument/2006/relationships/notesMaster" Target="/ppt/notesMasters/notesMaster1.xml" Id="R3cb6b7900093446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e2485ce9aef426e" /><Relationship Type="http://schemas.openxmlformats.org/officeDocument/2006/relationships/notesMaster" Target="/ppt/notesMasters/notesMaster1.xml" Id="Rd6461b76e2fc418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e00b78199964e9a" /><Relationship Type="http://schemas.openxmlformats.org/officeDocument/2006/relationships/notesMaster" Target="/ppt/notesMasters/notesMaster1.xml" Id="R931401e494dd48d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18687c5eb6847a3" /><Relationship Type="http://schemas.openxmlformats.org/officeDocument/2006/relationships/notesMaster" Target="/ppt/notesMasters/notesMaster1.xml" Id="R21c78aadfacc4eb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22406b0fdb84249" /><Relationship Type="http://schemas.openxmlformats.org/officeDocument/2006/relationships/notesMaster" Target="/ppt/notesMasters/notesMaster1.xml" Id="Rae0e29c551e54a2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8edee463b234cd8" /><Relationship Type="http://schemas.openxmlformats.org/officeDocument/2006/relationships/notesMaster" Target="/ppt/notesMasters/notesMaster1.xml" Id="Rc63db51fd680441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6ee451126a04b69" /><Relationship Type="http://schemas.openxmlformats.org/officeDocument/2006/relationships/notesMaster" Target="/ppt/notesMasters/notesMaster1.xml" Id="R439d2d6b8dfd420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f8e578ed3d8414e" /><Relationship Type="http://schemas.openxmlformats.org/officeDocument/2006/relationships/notesMaster" Target="/ppt/notesMasters/notesMaster1.xml" Id="R62abf760f06545b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4082f70bc954a28" /><Relationship Type="http://schemas.openxmlformats.org/officeDocument/2006/relationships/notesMaster" Target="/ppt/notesMasters/notesMaster1.xml" Id="Rae8540570ed24c7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81a43f4c4834e50" /><Relationship Type="http://schemas.openxmlformats.org/officeDocument/2006/relationships/notesMaster" Target="/ppt/notesMasters/notesMaster1.xml" Id="R9487e9529771439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10e266354cb4d82" /><Relationship Type="http://schemas.openxmlformats.org/officeDocument/2006/relationships/notesMaster" Target="/ppt/notesMasters/notesMaster1.xml" Id="Rebe4941708b7492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34cee08779d4618" /><Relationship Type="http://schemas.openxmlformats.org/officeDocument/2006/relationships/notesMaster" Target="/ppt/notesMasters/notesMaster1.xml" Id="R858c02bbd069419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592e948cceb4448" /><Relationship Type="http://schemas.openxmlformats.org/officeDocument/2006/relationships/notesMaster" Target="/ppt/notesMasters/notesMaster1.xml" Id="R147d47277df84bc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a80bfaf93f9494c" /><Relationship Type="http://schemas.openxmlformats.org/officeDocument/2006/relationships/notesMaster" Target="/ppt/notesMasters/notesMaster1.xml" Id="R9e3cf127298243a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6dc77a6e8764c11" /><Relationship Type="http://schemas.openxmlformats.org/officeDocument/2006/relationships/notesMaster" Target="/ppt/notesMasters/notesMaster1.xml" Id="R62dc705ff48b48f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3a00a3c5e494267" /><Relationship Type="http://schemas.openxmlformats.org/officeDocument/2006/relationships/notesMaster" Target="/ppt/notesMasters/notesMaster1.xml" Id="R45463fd237a8498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c808bb638f34c52" /><Relationship Type="http://schemas.openxmlformats.org/officeDocument/2006/relationships/notesMaster" Target="/ppt/notesMasters/notesMaster1.xml" Id="R48834975c807431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d4024c5548046b5" /><Relationship Type="http://schemas.openxmlformats.org/officeDocument/2006/relationships/notesMaster" Target="/ppt/notesMasters/notesMaster1.xml" Id="Rd922391ccf4047e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8cf95b4cee34d2a" /><Relationship Type="http://schemas.openxmlformats.org/officeDocument/2006/relationships/notesMaster" Target="/ppt/notesMasters/notesMaster1.xml" Id="Ra1ab9c46c3514e2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a92b2f89b584cfa" /><Relationship Type="http://schemas.openxmlformats.org/officeDocument/2006/relationships/notesMaster" Target="/ppt/notesMasters/notesMaster1.xml" Id="R343c75e70ba748b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01992a7ff2f47b3" /><Relationship Type="http://schemas.openxmlformats.org/officeDocument/2006/relationships/notesMaster" Target="/ppt/notesMasters/notesMaster1.xml" Id="R515454af752e4fe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f6799fe42044c8c" /><Relationship Type="http://schemas.openxmlformats.org/officeDocument/2006/relationships/notesMaster" Target="/ppt/notesMasters/notesMaster1.xml" Id="Rd69ff0278c2747b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f0fc2eb9d03480f" /><Relationship Type="http://schemas.openxmlformats.org/officeDocument/2006/relationships/notesMaster" Target="/ppt/notesMasters/notesMaster1.xml" Id="Ra8af98aeb66d4a5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2e04585cab04b8c" /><Relationship Type="http://schemas.openxmlformats.org/officeDocument/2006/relationships/notesMaster" Target="/ppt/notesMasters/notesMaster1.xml" Id="R2d813485231a456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4c5d4ee43824af6" /><Relationship Type="http://schemas.openxmlformats.org/officeDocument/2006/relationships/notesMaster" Target="/ppt/notesMasters/notesMaster1.xml" Id="R88f85c8eddbb4d6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cf74f22c8944d96" /><Relationship Type="http://schemas.openxmlformats.org/officeDocument/2006/relationships/notesMaster" Target="/ppt/notesMasters/notesMaster1.xml" Id="R88ec35a06e03413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c2aa28151e54565" /><Relationship Type="http://schemas.openxmlformats.org/officeDocument/2006/relationships/notesMaster" Target="/ppt/notesMasters/notesMaster1.xml" Id="R8754f70d0b1841d9"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b40fff777fb4f4c" /><Relationship Type="http://schemas.openxmlformats.org/officeDocument/2006/relationships/notesMaster" Target="/ppt/notesMasters/notesMaster1.xml" Id="Ra27b82d98605426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54b10f6824240f9" /><Relationship Type="http://schemas.openxmlformats.org/officeDocument/2006/relationships/notesMaster" Target="/ppt/notesMasters/notesMaster1.xml" Id="R8582e4bb4f0043a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70e2015f2024f34" /><Relationship Type="http://schemas.openxmlformats.org/officeDocument/2006/relationships/notesMaster" Target="/ppt/notesMasters/notesMaster1.xml" Id="R4743736753de4cee"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3d7f8cb36d24856" /><Relationship Type="http://schemas.openxmlformats.org/officeDocument/2006/relationships/notesMaster" Target="/ppt/notesMasters/notesMaster1.xml" Id="R0fc0e9dbbe2c488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b0cb98bdd0548be" /><Relationship Type="http://schemas.openxmlformats.org/officeDocument/2006/relationships/notesMaster" Target="/ppt/notesMasters/notesMaster1.xml" Id="R22786de789ae4dd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b0ef99bb6ad4b1f" /><Relationship Type="http://schemas.openxmlformats.org/officeDocument/2006/relationships/notesMaster" Target="/ppt/notesMasters/notesMaster1.xml" Id="Rdb63bdaef1eb424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473a25b1b2e405d" /><Relationship Type="http://schemas.openxmlformats.org/officeDocument/2006/relationships/notesMaster" Target="/ppt/notesMasters/notesMaster1.xml" Id="R13ad700f4a42414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5eaa00a5d73140db" /><Relationship Type="http://schemas.openxmlformats.org/officeDocument/2006/relationships/notesMaster" Target="/ppt/notesMasters/notesMaster1.xml" Id="R6ff7506c2931406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3cc9fe63870849a6" /><Relationship Type="http://schemas.openxmlformats.org/officeDocument/2006/relationships/notesMaster" Target="/ppt/notesMasters/notesMaster1.xml" Id="R9228f5c71aa04a6d"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d77900847f64e81" /><Relationship Type="http://schemas.openxmlformats.org/officeDocument/2006/relationships/notesMaster" Target="/ppt/notesMasters/notesMaster1.xml" Id="R770fbe9edec0498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ac959aeb38a4c9e" /><Relationship Type="http://schemas.openxmlformats.org/officeDocument/2006/relationships/notesMaster" Target="/ppt/notesMasters/notesMaster1.xml" Id="Re3d423f9aef54de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c10bfc130494b29" /><Relationship Type="http://schemas.openxmlformats.org/officeDocument/2006/relationships/notesMaster" Target="/ppt/notesMasters/notesMaster1.xml" Id="R7b56f31d30594b6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72dfe7cacd942a3" /><Relationship Type="http://schemas.openxmlformats.org/officeDocument/2006/relationships/notesMaster" Target="/ppt/notesMasters/notesMaster1.xml" Id="R56d7f3a8be6f4db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494d06c25984fcf" /><Relationship Type="http://schemas.openxmlformats.org/officeDocument/2006/relationships/notesMaster" Target="/ppt/notesMasters/notesMaster1.xml" Id="Rf3e238d41bb047d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1f99ffff2544913" /><Relationship Type="http://schemas.openxmlformats.org/officeDocument/2006/relationships/notesMaster" Target="/ppt/notesMasters/notesMaster1.xml" Id="R248f504c2241474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bfab2ebb94b4618" /><Relationship Type="http://schemas.openxmlformats.org/officeDocument/2006/relationships/notesMaster" Target="/ppt/notesMasters/notesMaster1.xml" Id="Rf6256225b9ac436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a22722d55c134553" /><Relationship Type="http://schemas.openxmlformats.org/officeDocument/2006/relationships/notesMaster" Target="/ppt/notesMasters/notesMaster1.xml" Id="R9e1d4a54a90946bb"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74203ba0b7404e54" /><Relationship Type="http://schemas.openxmlformats.org/officeDocument/2006/relationships/notesMaster" Target="/ppt/notesMasters/notesMaster1.xml" Id="R749d637c3626478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340f70b3e5e4d24" /><Relationship Type="http://schemas.openxmlformats.org/officeDocument/2006/relationships/notesMaster" Target="/ppt/notesMasters/notesMaster1.xml" Id="R1702cc84c674447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6af9b4746f1746ab" /><Relationship Type="http://schemas.openxmlformats.org/officeDocument/2006/relationships/notesMaster" Target="/ppt/notesMasters/notesMaster1.xml" Id="Rc5a29af524b84fbe"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93c5f3edba5a47cd" /><Relationship Type="http://schemas.openxmlformats.org/officeDocument/2006/relationships/notesMaster" Target="/ppt/notesMasters/notesMaster1.xml" Id="R0c9653434de942e3"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eecf9e30f8b4749" /><Relationship Type="http://schemas.openxmlformats.org/officeDocument/2006/relationships/notesMaster" Target="/ppt/notesMasters/notesMaster1.xml" Id="R36919ce851934c5c"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d8e45088df5449b6" /><Relationship Type="http://schemas.openxmlformats.org/officeDocument/2006/relationships/notesMaster" Target="/ppt/notesMasters/notesMaster1.xml" Id="R2fe016937791412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eab988fe1104f14" /><Relationship Type="http://schemas.openxmlformats.org/officeDocument/2006/relationships/notesMaster" Target="/ppt/notesMasters/notesMaster1.xml" Id="R78646da1420d4c09"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819907096d904748" /><Relationship Type="http://schemas.openxmlformats.org/officeDocument/2006/relationships/notesMaster" Target="/ppt/notesMasters/notesMaster1.xml" Id="Rf6c1c0b255334b80"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e8e5ad6ef954b6a" /><Relationship Type="http://schemas.openxmlformats.org/officeDocument/2006/relationships/notesMaster" Target="/ppt/notesMasters/notesMaster1.xml" Id="R76ed1eed90354141"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92c934929da0410a" /><Relationship Type="http://schemas.openxmlformats.org/officeDocument/2006/relationships/notesMaster" Target="/ppt/notesMasters/notesMaster1.xml" Id="R06f73a8cda2f44b3"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01cbe384a6f74096" /><Relationship Type="http://schemas.openxmlformats.org/officeDocument/2006/relationships/notesMaster" Target="/ppt/notesMasters/notesMaster1.xml" Id="R6673101a5f314302"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bb3e69fcfb1d4c85" /><Relationship Type="http://schemas.openxmlformats.org/officeDocument/2006/relationships/notesMaster" Target="/ppt/notesMasters/notesMaster1.xml" Id="R0f787ed255ce4e4a"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0fa39320ab464e61" /><Relationship Type="http://schemas.openxmlformats.org/officeDocument/2006/relationships/notesMaster" Target="/ppt/notesMasters/notesMaster1.xml" Id="R29a9e2e540374fb6"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d621b341995340bd" /><Relationship Type="http://schemas.openxmlformats.org/officeDocument/2006/relationships/notesMaster" Target="/ppt/notesMasters/notesMaster1.xml" Id="R85215906aaf34d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요청·S12 연결 15초다. 이 장의1분은 보존한다. 현재 ACT0 42분·전체390분·Lecture154분이며 마지막 팁 찾아보기3분은 ACT5의 별도 배정이다.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S99–S101에서 팁 제목·현재 위치만 회수하고 S102의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S99의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실무 적용 팁 · 작업 환경과 기준</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S11, S45, S54, S64, S69다.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S11 Repository 작업은 Codex에서 시작한다 / S45 AGENTS.md에는 무엇을 남길까? / S54 테스트 명령을 언제 쓰고 무엇을 판단할까? / S64 이번 Context와 다시 쓸 지식 / S69 밝기 통계의 판단을 C++ 검사에 적용하기. 제목·위치만 짚고 본문을 다시 강의하지 않는다.</a:t>
            </a:r>
          </a:p>
          <a:p xmlns:a="http://schemas.openxmlformats.org/drawingml/2006/main">
            <a:r>
              <a:t>3. (0:45–1:00 / Lecture) S100로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S100으로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실무 적용 팁 · 요청 작성</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S25, S26, S27, S28, S29, S30, S31, S32다.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S25 지시와 참고 자료의 구분 / S26 입력과 기대 결과의 작은 예시 / S27 바로 검토할 수 있는 결과 형식 / S28 근거가 있는 설명과 미확인의 구분 / S29 결과를 바꾸는 결정에서 확인 질문 / S30 큰 작업을 검토할 결과물로 나누기 / S31 기준을 지정한 코드 리뷰 요청 / S32 구체적인 근거로 수정 방향 피드백. 제목·위치만 짚고 본문을 다시 강의하지 않는다.</a:t>
            </a:r>
          </a:p>
          <a:p xmlns:a="http://schemas.openxmlformats.org/drawingml/2006/main">
            <a:r>
              <a:t>3. (0:45–1:00 / Lecture) S101로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S101로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실무 적용 팁 · 검증과 개선</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S75, S79, S95, S96다.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S75 원인을 고르기 전에 확인할 기록 / S79 지침을 고친 뒤, 무엇을 다시 확인할까? / S95 무엇을 남기고, 무엇을 덜어낼까? / S96 덜어낸 뒤에도 필요한 일을 하는가?. 제목·위치만 짚고 본문을 다시 강의하지 않는다.</a:t>
            </a:r>
          </a:p>
          <a:p xmlns:a="http://schemas.openxmlformats.org/drawingml/2006/main">
            <a:r>
              <a:t>3. (0:45–1:00 / Lecture) S102로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Q&amp;A와 교육 마무리</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5d1fba48834f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07d7d599be946e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bd93c869e644e3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292a70a913456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45041f0c64840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98b6bb43d7d46d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ABD4C5-61BA-4917-AF20-B4AFD2BF3BD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0C3D7BC-CB54-41DC-A411-ACF12613383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B0A3E0-FE01-4651-A8C0-BF28241ECC7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A701DC-6709-4221-B8A9-9B76FA77AC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50E0016-DCA0-48C4-9A6B-DEF07B14F1E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004DD47-66B3-4644-8675-7C98A2D3BC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B49D01-FE94-4DD5-9AB4-BB2C9CB7261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C6BE8D-5BD3-4BF3-9325-4753F09455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F6FA3E-9076-4E47-95EB-5E8D9BF267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6700E-F80F-41E8-A30C-D3ECEA5CC4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1e511c1bba4987" /><Relationship Type="http://schemas.openxmlformats.org/officeDocument/2006/relationships/slideLayout" Target="/ppt/slideLayouts/slideLayout1.xml" Id="Rc22331736a574ac1" /><Relationship Type="http://schemas.openxmlformats.org/officeDocument/2006/relationships/slideLayout" Target="/ppt/slideLayouts/slideLayout2.xml" Id="R8d6eac618a514881" /><Relationship Type="http://schemas.openxmlformats.org/officeDocument/2006/relationships/slideLayout" Target="/ppt/slideLayouts/slideLayout3.xml" Id="Rc7f1bd763b554da1" /><Relationship Type="http://schemas.openxmlformats.org/officeDocument/2006/relationships/slideLayout" Target="/ppt/slideLayouts/slideLayout4.xml" Id="R3d15ee1e92a14031" /><Relationship Type="http://schemas.openxmlformats.org/officeDocument/2006/relationships/slideLayout" Target="/ppt/slideLayouts/slideLayout5.xml" Id="R03a4b511ff7845fb" /><Relationship Type="http://schemas.openxmlformats.org/officeDocument/2006/relationships/slideLayout" Target="/ppt/slideLayouts/slideLayout6.xml" Id="Ra3353efd986f4a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2331736a574ac1"/>
    <p:sldLayoutId xmlns:r="http://schemas.openxmlformats.org/officeDocument/2006/relationships" id="2147483650" r:id="R8d6eac618a514881"/>
    <p:sldLayoutId xmlns:r="http://schemas.openxmlformats.org/officeDocument/2006/relationships" id="2147483651" r:id="Rc7f1bd763b554da1"/>
    <p:sldLayoutId xmlns:r="http://schemas.openxmlformats.org/officeDocument/2006/relationships" id="2147483652" r:id="R3d15ee1e92a14031"/>
    <p:sldLayoutId xmlns:r="http://schemas.openxmlformats.org/officeDocument/2006/relationships" id="2147483653" r:id="R03a4b511ff7845fb"/>
    <p:sldLayoutId xmlns:r="http://schemas.openxmlformats.org/officeDocument/2006/relationships" id="2147483654" r:id="Ra3353efd986f4a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1777b74cfa949c4" /><Relationship Type="http://schemas.openxmlformats.org/officeDocument/2006/relationships/image" Target="/ppt/media/image.png" Id="Rb32fd8963d5c4348" /><Relationship Type="http://schemas.openxmlformats.org/officeDocument/2006/relationships/notesSlide" Target="/ppt/notesSlides/notesSlide1.xml" Id="R26ca493c58a147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62d1d8eb60a47d6" /><Relationship Type="http://schemas.openxmlformats.org/officeDocument/2006/relationships/notesSlide" Target="/ppt/notesSlides/notesSlide2.xml" Id="R5fbb5cac83ee43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3871d0414be4199" /><Relationship Type="http://schemas.openxmlformats.org/officeDocument/2006/relationships/notesSlide" Target="/ppt/notesSlides/notesSlide3.xml" Id="R02a93bfc94884e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17691069ff44a53" /><Relationship Type="http://schemas.openxmlformats.org/officeDocument/2006/relationships/image" Target="/ppt/media/image2.png" Id="R5a98ec1a035e476e" /><Relationship Type="http://schemas.openxmlformats.org/officeDocument/2006/relationships/notesSlide" Target="/ppt/notesSlides/notesSlide4.xml" Id="R0b5359191df949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823a6e8933c440a" /><Relationship Type="http://schemas.openxmlformats.org/officeDocument/2006/relationships/notesSlide" Target="/ppt/notesSlides/notesSlide5.xml" Id="R94c425f1754241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29308d0aac64a2b" /><Relationship Type="http://schemas.openxmlformats.org/officeDocument/2006/relationships/notesSlide" Target="/ppt/notesSlides/notesSlide6.xml" Id="R2b6527e7b9174d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9860902300e4022" /><Relationship Type="http://schemas.openxmlformats.org/officeDocument/2006/relationships/notesSlide" Target="/ppt/notesSlides/notesSlide7.xml" Id="R4fbe366597f949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84a54c8c1cc485a" /><Relationship Type="http://schemas.openxmlformats.org/officeDocument/2006/relationships/notesSlide" Target="/ppt/notesSlides/notesSlide8.xml" Id="R72e375ee86b94c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ca06cb7014f4ea4" /><Relationship Type="http://schemas.openxmlformats.org/officeDocument/2006/relationships/image" Target="/ppt/media/image3.png" Id="R7ed3be46650948e2" /><Relationship Type="http://schemas.openxmlformats.org/officeDocument/2006/relationships/notesSlide" Target="/ppt/notesSlides/notesSlide9.xml" Id="R14a40084b8ea44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1926dc839164066" /><Relationship Type="http://schemas.openxmlformats.org/officeDocument/2006/relationships/image" Target="/ppt/media/image4.png" Id="R934350d0b8c942c9" /><Relationship Type="http://schemas.openxmlformats.org/officeDocument/2006/relationships/notesSlide" Target="/ppt/notesSlides/notesSlide10.xml" Id="R9bb86ec4b63549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65df0180875449b" /><Relationship Type="http://schemas.openxmlformats.org/officeDocument/2006/relationships/notesSlide" Target="/ppt/notesSlides/notesSlide11.xml" Id="R7698ac11de43491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5d33be9207542fe" /><Relationship Type="http://schemas.openxmlformats.org/officeDocument/2006/relationships/image" Target="/ppt/media/image5.png" Id="R50851c54205b40c6" /><Relationship Type="http://schemas.openxmlformats.org/officeDocument/2006/relationships/image" Target="/ppt/media/image6.png" Id="R1dab33d6f5fb44ed" /><Relationship Type="http://schemas.openxmlformats.org/officeDocument/2006/relationships/image" Target="/ppt/media/image7.png" Id="R22dc5c1800324ae3" /><Relationship Type="http://schemas.openxmlformats.org/officeDocument/2006/relationships/notesSlide" Target="/ppt/notesSlides/notesSlide12.xml" Id="Rd2e7aafa8095456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c5aec4398c7479b" /><Relationship Type="http://schemas.openxmlformats.org/officeDocument/2006/relationships/notesSlide" Target="/ppt/notesSlides/notesSlide13.xml" Id="R750d523d4fef48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eb4f3de47a04d43" /><Relationship Type="http://schemas.openxmlformats.org/officeDocument/2006/relationships/image" Target="/ppt/media/image8.png" Id="R2d70b88368f34bbc" /><Relationship Type="http://schemas.openxmlformats.org/officeDocument/2006/relationships/image" Target="/ppt/media/image9.png" Id="R13752712a5c049b9" /><Relationship Type="http://schemas.openxmlformats.org/officeDocument/2006/relationships/image" Target="/ppt/media/image10.png" Id="R7ee952b3f72d4098" /><Relationship Type="http://schemas.openxmlformats.org/officeDocument/2006/relationships/notesSlide" Target="/ppt/notesSlides/notesSlide14.xml" Id="Rbb0e53f306e344c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1660355614b412c" /><Relationship Type="http://schemas.openxmlformats.org/officeDocument/2006/relationships/image" Target="/ppt/media/image11.png" Id="Rafd2a3bfe7114ae1" /><Relationship Type="http://schemas.openxmlformats.org/officeDocument/2006/relationships/notesSlide" Target="/ppt/notesSlides/notesSlide15.xml" Id="Rbae9c7c69f5a46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d6abbfe063245dc" /><Relationship Type="http://schemas.openxmlformats.org/officeDocument/2006/relationships/image" Target="/ppt/media/image12.png" Id="R5f0c90cc2fed4fa0" /><Relationship Type="http://schemas.openxmlformats.org/officeDocument/2006/relationships/notesSlide" Target="/ppt/notesSlides/notesSlide16.xml" Id="Rf1f8e8ef40354e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5f405fe0c7d48a5" /><Relationship Type="http://schemas.openxmlformats.org/officeDocument/2006/relationships/notesSlide" Target="/ppt/notesSlides/notesSlide17.xml" Id="R9e5243bf1de046c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74a08cd2865449c" /><Relationship Type="http://schemas.openxmlformats.org/officeDocument/2006/relationships/notesSlide" Target="/ppt/notesSlides/notesSlide18.xml" Id="Rb1e1abab7061411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d4207e1dbd54658" /><Relationship Type="http://schemas.openxmlformats.org/officeDocument/2006/relationships/notesSlide" Target="/ppt/notesSlides/notesSlide19.xml" Id="Rcdbf4fc536bd46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d93bad6d52a4b49" /><Relationship Type="http://schemas.openxmlformats.org/officeDocument/2006/relationships/notesSlide" Target="/ppt/notesSlides/notesSlide20.xml" Id="Rf520478fb9f0444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40c2176c686451c" /><Relationship Type="http://schemas.openxmlformats.org/officeDocument/2006/relationships/notesSlide" Target="/ppt/notesSlides/notesSlide21.xml" Id="R991575c34552465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0cb5ef7aee143b6" /><Relationship Type="http://schemas.openxmlformats.org/officeDocument/2006/relationships/notesSlide" Target="/ppt/notesSlides/notesSlide22.xml" Id="R7219a393010f4be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196d4ad82a24e24" /><Relationship Type="http://schemas.openxmlformats.org/officeDocument/2006/relationships/notesSlide" Target="/ppt/notesSlides/notesSlide23.xml" Id="R2a909d4768f14df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48f8b3eb17d4732" /><Relationship Type="http://schemas.openxmlformats.org/officeDocument/2006/relationships/notesSlide" Target="/ppt/notesSlides/notesSlide24.xml" Id="Rc386736a49464ec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6613f96f56d4c98" /><Relationship Type="http://schemas.openxmlformats.org/officeDocument/2006/relationships/notesSlide" Target="/ppt/notesSlides/notesSlide25.xml" Id="Rcb29962083c740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10c6d5973134401" /><Relationship Type="http://schemas.openxmlformats.org/officeDocument/2006/relationships/notesSlide" Target="/ppt/notesSlides/notesSlide26.xml" Id="Rf50eec2afdde401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5ce1ad80ae40c6" /><Relationship Type="http://schemas.openxmlformats.org/officeDocument/2006/relationships/notesSlide" Target="/ppt/notesSlides/notesSlide27.xml" Id="Rf8bdedd94570444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1c32777e14a44cb" /><Relationship Type="http://schemas.openxmlformats.org/officeDocument/2006/relationships/notesSlide" Target="/ppt/notesSlides/notesSlide28.xml" Id="R049ed22dc41c481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96987225e5e477a" /><Relationship Type="http://schemas.openxmlformats.org/officeDocument/2006/relationships/notesSlide" Target="/ppt/notesSlides/notesSlide29.xml" Id="R4e0fb48522a643f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a5a77bb1be541da" /><Relationship Type="http://schemas.openxmlformats.org/officeDocument/2006/relationships/notesSlide" Target="/ppt/notesSlides/notesSlide30.xml" Id="R4644c3b72cd3412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bc4404af69e4c07" /><Relationship Type="http://schemas.openxmlformats.org/officeDocument/2006/relationships/notesSlide" Target="/ppt/notesSlides/notesSlide31.xml" Id="Rccf118da15f2465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9b62e7f5c004a15" /><Relationship Type="http://schemas.openxmlformats.org/officeDocument/2006/relationships/notesSlide" Target="/ppt/notesSlides/notesSlide32.xml" Id="R384bce1cb131462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a0e7abb0e96426c" /><Relationship Type="http://schemas.openxmlformats.org/officeDocument/2006/relationships/notesSlide" Target="/ppt/notesSlides/notesSlide33.xml" Id="R312083c9d9ca481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eb6356fcc704997" /><Relationship Type="http://schemas.openxmlformats.org/officeDocument/2006/relationships/notesSlide" Target="/ppt/notesSlides/notesSlide34.xml" Id="R0be3a6b8119549e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2d27a5ba15f455f" /><Relationship Type="http://schemas.openxmlformats.org/officeDocument/2006/relationships/notesSlide" Target="/ppt/notesSlides/notesSlide35.xml" Id="R0ab0c3e7624648e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882ae64566b4d2a" /><Relationship Type="http://schemas.openxmlformats.org/officeDocument/2006/relationships/notesSlide" Target="/ppt/notesSlides/notesSlide36.xml" Id="R9266ab3ee4ed4f2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b09cfe643184f21" /><Relationship Type="http://schemas.openxmlformats.org/officeDocument/2006/relationships/notesSlide" Target="/ppt/notesSlides/notesSlide37.xml" Id="R01d7688eb36f4da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43425dd10e944d6" /><Relationship Type="http://schemas.openxmlformats.org/officeDocument/2006/relationships/image" Target="/ppt/media/image13.png" Id="R64ae59ecf6744d21" /><Relationship Type="http://schemas.openxmlformats.org/officeDocument/2006/relationships/image" Target="/ppt/media/image14.png" Id="R2ed517bd68bf4655" /><Relationship Type="http://schemas.openxmlformats.org/officeDocument/2006/relationships/notesSlide" Target="/ppt/notesSlides/notesSlide38.xml" Id="R67c7121ed6e5424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8fef690760a4d96" /><Relationship Type="http://schemas.openxmlformats.org/officeDocument/2006/relationships/image" Target="/ppt/media/image15.png" Id="R2d6ddac2a93b4f40" /><Relationship Type="http://schemas.openxmlformats.org/officeDocument/2006/relationships/notesSlide" Target="/ppt/notesSlides/notesSlide39.xml" Id="R2eeb3aea998e4fc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3faa5cdccd14a4b" /><Relationship Type="http://schemas.openxmlformats.org/officeDocument/2006/relationships/notesSlide" Target="/ppt/notesSlides/notesSlide40.xml" Id="R0630dce43f27407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b8894eecac14409" /><Relationship Type="http://schemas.openxmlformats.org/officeDocument/2006/relationships/notesSlide" Target="/ppt/notesSlides/notesSlide41.xml" Id="Rc4c026bfa4ee44d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92a64a360604f12" /><Relationship Type="http://schemas.openxmlformats.org/officeDocument/2006/relationships/notesSlide" Target="/ppt/notesSlides/notesSlide42.xml" Id="Rd10785c0b4434b6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e0eb2bf5e7744fa" /><Relationship Type="http://schemas.openxmlformats.org/officeDocument/2006/relationships/notesSlide" Target="/ppt/notesSlides/notesSlide43.xml" Id="Rde0db0637b574ef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93c9a4ad6544000" /><Relationship Type="http://schemas.openxmlformats.org/officeDocument/2006/relationships/notesSlide" Target="/ppt/notesSlides/notesSlide44.xml" Id="R05ab862c69b4498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499a9fd3dfb42c9" /><Relationship Type="http://schemas.openxmlformats.org/officeDocument/2006/relationships/notesSlide" Target="/ppt/notesSlides/notesSlide45.xml" Id="Re4ae55f38d2a402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125bfe74b904f02" /><Relationship Type="http://schemas.openxmlformats.org/officeDocument/2006/relationships/notesSlide" Target="/ppt/notesSlides/notesSlide46.xml" Id="Rebf759552f53420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4601c96988a413a" /><Relationship Type="http://schemas.openxmlformats.org/officeDocument/2006/relationships/notesSlide" Target="/ppt/notesSlides/notesSlide47.xml" Id="R99a9896e4dc244f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d7bd34094b043ae" /><Relationship Type="http://schemas.openxmlformats.org/officeDocument/2006/relationships/notesSlide" Target="/ppt/notesSlides/notesSlide48.xml" Id="Re71fbb090305488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eb7b39a6a03492a" /><Relationship Type="http://schemas.openxmlformats.org/officeDocument/2006/relationships/notesSlide" Target="/ppt/notesSlides/notesSlide49.xml" Id="Rbfe8e5f4a28a46a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3810baa6c604573" /><Relationship Type="http://schemas.openxmlformats.org/officeDocument/2006/relationships/notesSlide" Target="/ppt/notesSlides/notesSlide50.xml" Id="Rb9eeaa353ead412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7452d1ff6bdf4ee6" /><Relationship Type="http://schemas.openxmlformats.org/officeDocument/2006/relationships/notesSlide" Target="/ppt/notesSlides/notesSlide51.xml" Id="R42a52ee3aec0419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fc11bb9d446410c" /><Relationship Type="http://schemas.openxmlformats.org/officeDocument/2006/relationships/notesSlide" Target="/ppt/notesSlides/notesSlide52.xml" Id="R1a2d641698014ff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049cf44142e474d" /><Relationship Type="http://schemas.openxmlformats.org/officeDocument/2006/relationships/image" Target="/ppt/media/image16.png" Id="R53b7f80ffcb84461" /><Relationship Type="http://schemas.openxmlformats.org/officeDocument/2006/relationships/image" Target="/ppt/media/image17.png" Id="R6f172f945d134219" /><Relationship Type="http://schemas.openxmlformats.org/officeDocument/2006/relationships/notesSlide" Target="/ppt/notesSlides/notesSlide53.xml" Id="R0b24caefd8b54b1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c4a9bf5488446fd" /><Relationship Type="http://schemas.openxmlformats.org/officeDocument/2006/relationships/notesSlide" Target="/ppt/notesSlides/notesSlide54.xml" Id="R97de97b18b3245c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8da9adb0ad542bc" /><Relationship Type="http://schemas.openxmlformats.org/officeDocument/2006/relationships/notesSlide" Target="/ppt/notesSlides/notesSlide55.xml" Id="Rfba15fc3edec4b1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02c9165c4364ef4" /><Relationship Type="http://schemas.openxmlformats.org/officeDocument/2006/relationships/notesSlide" Target="/ppt/notesSlides/notesSlide56.xml" Id="R93bd2f20122f469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8a6f290b5d4f4c09" /><Relationship Type="http://schemas.openxmlformats.org/officeDocument/2006/relationships/notesSlide" Target="/ppt/notesSlides/notesSlide57.xml" Id="Re560a38b0b9544b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28f9a2e009a4794" /><Relationship Type="http://schemas.openxmlformats.org/officeDocument/2006/relationships/notesSlide" Target="/ppt/notesSlides/notesSlide58.xml" Id="R92b5972c1ff246c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244a39d6c06f49fe" /><Relationship Type="http://schemas.openxmlformats.org/officeDocument/2006/relationships/notesSlide" Target="/ppt/notesSlides/notesSlide59.xml" Id="R89057085dbc8402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0cf6abc5de541fe" /><Relationship Type="http://schemas.openxmlformats.org/officeDocument/2006/relationships/notesSlide" Target="/ppt/notesSlides/notesSlide60.xml" Id="R77ef64b521ad468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202a16075374a32" /><Relationship Type="http://schemas.openxmlformats.org/officeDocument/2006/relationships/chart" Target="/ppt/slides/charts/chart1.xml" Id="R1fc4e84dfe9a4723" /><Relationship Type="http://schemas.openxmlformats.org/officeDocument/2006/relationships/notesSlide" Target="/ppt/notesSlides/notesSlide61.xml" Id="R581030994b6c408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f7d2531b1c534da6" /><Relationship Type="http://schemas.openxmlformats.org/officeDocument/2006/relationships/notesSlide" Target="/ppt/notesSlides/notesSlide62.xml" Id="R2197c3f08545401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4aa59d5e7ba4bab" /><Relationship Type="http://schemas.openxmlformats.org/officeDocument/2006/relationships/notesSlide" Target="/ppt/notesSlides/notesSlide63.xml" Id="R93c2d607bb424a5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12b7c0d3835415a" /><Relationship Type="http://schemas.openxmlformats.org/officeDocument/2006/relationships/notesSlide" Target="/ppt/notesSlides/notesSlide64.xml" Id="R151020b04b804d7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f24bcb275f34c3e" /><Relationship Type="http://schemas.openxmlformats.org/officeDocument/2006/relationships/notesSlide" Target="/ppt/notesSlides/notesSlide65.xml" Id="Rd25a6d3f90de4c1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838e5c80b1de4b39" /><Relationship Type="http://schemas.openxmlformats.org/officeDocument/2006/relationships/notesSlide" Target="/ppt/notesSlides/notesSlide66.xml" Id="Ra30b9173068f466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54185a3ea53446c4" /><Relationship Type="http://schemas.openxmlformats.org/officeDocument/2006/relationships/notesSlide" Target="/ppt/notesSlides/notesSlide67.xml" Id="R59fa66f05e8c463d"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2c19f8c227e48df" /><Relationship Type="http://schemas.openxmlformats.org/officeDocument/2006/relationships/notesSlide" Target="/ppt/notesSlides/notesSlide68.xml" Id="R98ad72951d18405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e8534d08bf5646ee" /><Relationship Type="http://schemas.openxmlformats.org/officeDocument/2006/relationships/image" Target="/ppt/media/image18.png" Id="R8dc618cba5424191" /><Relationship Type="http://schemas.openxmlformats.org/officeDocument/2006/relationships/notesSlide" Target="/ppt/notesSlides/notesSlide69.xml" Id="R8059cd3d3aa441e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32d36fe983241c4" /><Relationship Type="http://schemas.openxmlformats.org/officeDocument/2006/relationships/notesSlide" Target="/ppt/notesSlides/notesSlide70.xml" Id="R572fc1f299784b1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75b3242d4d2b4097" /><Relationship Type="http://schemas.openxmlformats.org/officeDocument/2006/relationships/notesSlide" Target="/ppt/notesSlides/notesSlide71.xml" Id="R17bc8c94c3a7421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a125f82a1cfe43b4" /><Relationship Type="http://schemas.openxmlformats.org/officeDocument/2006/relationships/notesSlide" Target="/ppt/notesSlides/notesSlide72.xml" Id="Rc3ea3094a151414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51e9ae26629461e" /><Relationship Type="http://schemas.openxmlformats.org/officeDocument/2006/relationships/notesSlide" Target="/ppt/notesSlides/notesSlide73.xml" Id="Ra875af382ca54b0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694a22e59d44a46" /><Relationship Type="http://schemas.openxmlformats.org/officeDocument/2006/relationships/notesSlide" Target="/ppt/notesSlides/notesSlide74.xml" Id="R7dd82fe6bdd1467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ee21b1a4184e4afe" /><Relationship Type="http://schemas.openxmlformats.org/officeDocument/2006/relationships/notesSlide" Target="/ppt/notesSlides/notesSlide75.xml" Id="R040234f8366e401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486cd74e10774f48" /><Relationship Type="http://schemas.openxmlformats.org/officeDocument/2006/relationships/notesSlide" Target="/ppt/notesSlides/notesSlide76.xml" Id="Re53f50b7d7f84f4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62711420a904dfe" /><Relationship Type="http://schemas.openxmlformats.org/officeDocument/2006/relationships/notesSlide" Target="/ppt/notesSlides/notesSlide77.xml" Id="R2a13f81043a6443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3e61fc363ca4edb" /><Relationship Type="http://schemas.openxmlformats.org/officeDocument/2006/relationships/notesSlide" Target="/ppt/notesSlides/notesSlide78.xml" Id="R8b6ed540a60f448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403bd98fde24d79" /><Relationship Type="http://schemas.openxmlformats.org/officeDocument/2006/relationships/notesSlide" Target="/ppt/notesSlides/notesSlide79.xml" Id="Rc6b28dd98cca462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1fcb1059ab04dd7" /><Relationship Type="http://schemas.openxmlformats.org/officeDocument/2006/relationships/notesSlide" Target="/ppt/notesSlides/notesSlide80.xml" Id="R28835c8fb0cd460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f908008d0fd455a" /><Relationship Type="http://schemas.openxmlformats.org/officeDocument/2006/relationships/notesSlide" Target="/ppt/notesSlides/notesSlide81.xml" Id="Rf3558363bd2f4b7e"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bb6526fcfe694930" /><Relationship Type="http://schemas.openxmlformats.org/officeDocument/2006/relationships/notesSlide" Target="/ppt/notesSlides/notesSlide82.xml" Id="R40c2e0b13b4f4a9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4611e61017e54097" /><Relationship Type="http://schemas.openxmlformats.org/officeDocument/2006/relationships/notesSlide" Target="/ppt/notesSlides/notesSlide83.xml" Id="R8c9e27f8cf3e4f6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e7ad338d3b1f4bcd" /><Relationship Type="http://schemas.openxmlformats.org/officeDocument/2006/relationships/notesSlide" Target="/ppt/notesSlides/notesSlide84.xml" Id="R4a863d9e82c54fd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64801f4434754a47" /><Relationship Type="http://schemas.openxmlformats.org/officeDocument/2006/relationships/notesSlide" Target="/ppt/notesSlides/notesSlide85.xml" Id="R29edd24d4e814ff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39a2a39a37b4ab1" /><Relationship Type="http://schemas.openxmlformats.org/officeDocument/2006/relationships/notesSlide" Target="/ppt/notesSlides/notesSlide86.xml" Id="Rfaa9b12a0d394ff9"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37ecb22585b94da9" /><Relationship Type="http://schemas.openxmlformats.org/officeDocument/2006/relationships/notesSlide" Target="/ppt/notesSlides/notesSlide87.xml" Id="R67525504d25e4f7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8637cb88c4384581" /><Relationship Type="http://schemas.openxmlformats.org/officeDocument/2006/relationships/image" Target="/ppt/media/image19.png" Id="R69db50b1333e4d74" /><Relationship Type="http://schemas.openxmlformats.org/officeDocument/2006/relationships/notesSlide" Target="/ppt/notesSlides/notesSlide88.xml" Id="R6bbf25a3ee4c436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cd3da8ce7aee42fa" /><Relationship Type="http://schemas.openxmlformats.org/officeDocument/2006/relationships/notesSlide" Target="/ppt/notesSlides/notesSlide89.xml" Id="R9d2360dcca8747a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d23841fc0d9e4a9f" /><Relationship Type="http://schemas.openxmlformats.org/officeDocument/2006/relationships/notesSlide" Target="/ppt/notesSlides/notesSlide90.xml" Id="R65ed757db7f34b3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6907c22bc1b7441b" /><Relationship Type="http://schemas.openxmlformats.org/officeDocument/2006/relationships/notesSlide" Target="/ppt/notesSlides/notesSlide91.xml" Id="Re9aac3a6446f4d5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3b9445dd255741d6" /><Relationship Type="http://schemas.openxmlformats.org/officeDocument/2006/relationships/notesSlide" Target="/ppt/notesSlides/notesSlide92.xml" Id="R78905bd20ea54fc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5586f2549ec442d5" /><Relationship Type="http://schemas.openxmlformats.org/officeDocument/2006/relationships/notesSlide" Target="/ppt/notesSlides/notesSlide93.xml" Id="R9c9fcff83bf84855"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9d9a01b2a1a44196" /><Relationship Type="http://schemas.openxmlformats.org/officeDocument/2006/relationships/notesSlide" Target="/ppt/notesSlides/notesSlide94.xml" Id="R040560018a374c4e"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df9e750345024b6e" /><Relationship Type="http://schemas.openxmlformats.org/officeDocument/2006/relationships/notesSlide" Target="/ppt/notesSlides/notesSlide95.xml" Id="R4670713ffc5c4b63"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fcfbc68117a94f27" /><Relationship Type="http://schemas.openxmlformats.org/officeDocument/2006/relationships/notesSlide" Target="/ppt/notesSlides/notesSlide96.xml" Id="R57f1e039256748e4"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17664544758142ba" /><Relationship Type="http://schemas.openxmlformats.org/officeDocument/2006/relationships/notesSlide" Target="/ppt/notesSlides/notesSlide97.xml" Id="R200d66b78b5b492c"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1877e6b8776b461a" /><Relationship Type="http://schemas.openxmlformats.org/officeDocument/2006/relationships/notesSlide" Target="/ppt/notesSlides/notesSlide98.xml" Id="Re5bb057393984ee5"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bcb8e7509d27473d" /><Relationship Type="http://schemas.openxmlformats.org/officeDocument/2006/relationships/notesSlide" Target="/ppt/notesSlides/notesSlide99.xml" Id="R557b519b19864a78"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1b2ffd181eb04952" /><Relationship Type="http://schemas.openxmlformats.org/officeDocument/2006/relationships/notesSlide" Target="/ppt/notesSlides/notesSlide100.xml" Id="Rb683a2c7f121444d"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5965392933bb45d6" /><Relationship Type="http://schemas.openxmlformats.org/officeDocument/2006/relationships/notesSlide" Target="/ppt/notesSlides/notesSlide101.xml" Id="R26dbc9c951434760"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9f1f7bff8fcb4e84" /><Relationship Type="http://schemas.openxmlformats.org/officeDocument/2006/relationships/notesSlide" Target="/ppt/notesSlides/notesSlide102.xml" Id="Re6f84f1e9a364d0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1D78D77-156C-4C01-B667-5C08D89C3F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F53FF91-36E8-48D1-9495-2DB619FCE6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4A7E9E54-4569-49EC-B4D4-117B7C40BC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123A4FB9-D717-434B-B6AB-C5F1E66734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F78FD351-721C-4EA9-B105-45654F0958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DA43B117-01D2-4F3C-816B-F04E1011D2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F33620C-FA33-4AFF-B615-A4A6C8E6F4D1}"/>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F41B8DEB-2D0D-4911-9668-62DBAC9A8443}"/>
              </a:ext>
            </a:extLst>
          </p:cNvPr>
          <p:cNvPicPr>
            <a:picLocks xmlns:a="http://schemas.openxmlformats.org/drawingml/2006/main" noChangeAspect="1"/>
          </p:cNvPicPr>
          <p:nvPr/>
        </p:nvPicPr>
        <p:blipFill>
          <a:blip xmlns:r="http://schemas.openxmlformats.org/officeDocument/2006/relationships" xmlns:a="http://schemas.openxmlformats.org/drawingml/2006/main" r:embed="Rb32fd8963d5c4348"/>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7D732288-A1A3-4A87-8180-CCD2EFF75A0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EC5DB00-61C0-42FB-A38C-EF96C31B67D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651AC724-535B-4AC6-9D1C-4C186A85B53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122D342C-24CD-4CA4-9DBC-BAD682B435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511361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6FDCA71A-D02A-44FC-A44A-29E938B274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E612534-D570-420D-B743-DABFB7440F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2D1B1FED-C8EF-4C53-BC67-55A7A06F6E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554F861-4393-40AB-ABFD-CC39D6482E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4D0FDFFC-1F35-4FF6-A3E5-D34586027C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210F8DD-FA14-4B77-8493-0EEC93139F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2ADB887B-9301-4280-B3DE-208E2842937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F2FCDBE-4B41-48A2-93E0-55A4F665CB02}"/>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7740C7C-E40A-4071-83CB-03656F393552}"/>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BD4E6A1-E6E2-4C9C-8700-7DBB12FC88B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42A3CA-3923-407B-9BD3-9A4EB93E2F4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1C729665-9608-49B8-840F-1B9CDDAE222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385C368-5632-4D09-8C84-F49C7887F61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3136EDBA-7A56-4896-891E-73728013BB5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03D257A-34C8-435E-908D-FF4DC79B287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D441A597-91C1-4FD8-B4A5-ABAE2928648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D16B48F-B942-4A28-BDBD-761D9E9059FE}"/>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01544E72-86A9-46AE-8360-0A8036113D6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183ACC1-F9EB-4458-A0E1-BE061D0805A0}"/>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B2443D2B-0E31-4E06-89B6-2E13F729EDDB}"/>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B6C43C2-B154-4E2F-A090-DAFB4A85C09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31BBC546-96BD-4113-BB95-E073D5DF3D0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A32755B-5CCC-4054-937A-CD0C15B3476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AD2ABDDD-15FD-4D78-915C-05A6BA308919}"/>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64488DD-4BD1-45CB-B78E-CFE89D5409D7}"/>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A7AACD6C-A7DC-48C5-A027-4DF13BC3EB07}"/>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9D15951-250D-4D77-A70D-3F3EC449E47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B8CFF4B-8FB5-402D-B7CA-C4FF9FC23BB6}"/>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31B279F4-A419-41B8-A789-5F4585A0A9A0}"/>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2431DE9D-4F32-48B4-BA82-4CBC6335814A}"/>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624D0C62-A402-4F98-A617-2BFED33053B9}"/>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BE99FCE-5DCD-46DF-9AA3-9FD49C7B0E21}"/>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42EBFFB7-C4BB-413A-BC0C-8DF845BCFE24}"/>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068ADE9F-6C5D-4808-9A0F-DE61E1400922}"/>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2539F849-9097-4CB7-A984-909B25B7BCF7}"/>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2899134-7CA1-4BB5-88B1-4968CD11563F}"/>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3FC37B01-224C-47EF-8723-BFEFA347E53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FD53F602-5818-4FAC-8305-54E7EAD551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1393176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FEC62EEE-34DE-471A-BFDC-59B6134BB5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003992A-33B2-4BE4-8433-45A841CE5B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18DB30A-EDC9-43B4-BD3D-F05407A6BA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E84C5C9-5DC9-4DE8-A5B5-307E8668A0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9A74B8E-E57D-430E-85E5-A968081DDF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8AA54856-D7F9-4CCE-8D4E-59F93F9567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38E946D5-610F-4CC9-BBF4-9D1FD3B61BE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A14296C9-B5D5-439D-9B53-E9A2A18C5C4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A9F0DB8-7CC5-4FC2-BE9C-A7E22599C9A4}"/>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E813DD4D-4950-4466-B068-5209D7D97E64}"/>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0F31B039-DF9D-45C9-B10A-B2831874A97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1785902D-E89F-4953-A7A7-C708331F11F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9136603-AA9A-4696-9725-FB1DE9C87E48}"/>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C079602-3A7D-42BE-82EF-B42B8A20D57C}"/>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603180FE-31F2-416E-9874-A74DF5BF90E5}"/>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D1AFEC65-3835-472F-BFDB-976737BDE886}"/>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5FBB697-4526-4003-A781-A1C1EDB97F4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10D53D8F-A134-4356-BF07-97D48A68F381}"/>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0BD3D90-BEC0-47D1-8750-F907DBD81813}"/>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B6747A4-0151-4BA3-9C23-8BFC287C3556}"/>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A6542D7-B37B-4734-B7CD-508CD1FEF834}"/>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711F8AD-E16F-49A9-978A-BDED094AD00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17B37BF4-0A76-4F3A-AC45-D6F1B0F0B591}"/>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05297838-3455-4220-81C4-74BCCDDE91F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9454410-C99E-4FE9-A3CA-83B5864F703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A185567B-FC3C-4FD6-BCE1-E2549A9C61B6}"/>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CD7E064A-9478-4E86-BD83-93A10906E17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C9F0BA0-3A16-4D10-B34E-DC3CDE489463}"/>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2DBCDCA-B501-4ACD-9282-D2455C0B707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41E8371D-DC83-4898-A210-B7860CFF75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8C71C5DB-9924-4BB0-B976-B538CC3BFD6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91A2C370-6C31-49A4-9470-09F8B0BCD58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1FA7523-5BE4-45B4-82CC-250A47C81A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72734973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4750E95F-7DBD-40C0-BC5B-A43EA3E3BD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DF5EC7AE-228A-44BB-82B7-7375DC4DD9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83CFA02-90B8-402E-BC77-FCF6FD789C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0D7A632-54DE-4B06-A2CE-4F8B90259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C6EC7DB2-92EC-41B1-B16B-BD9E0F1994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26DF3EEA-32C2-4821-9559-6054E674FB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10BDF36C-8DF0-403D-B538-B3BFE60938F9}"/>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4B78DBA0-E8AC-4DDB-A441-1DF3E15816D1}"/>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9555B55-80C7-43F8-A645-2403DE1FBDF0}"/>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0DE384D-90F7-4BDA-8AE1-2DCE3D5F879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C150422C-3128-460E-BC3E-E308337DAD5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7F9F3E25-D991-4F2F-91A2-CFC883260282}"/>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FBD6CA8-A69C-4AB6-AE5A-ED259E37E74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5341970B-41F1-4030-8E00-543F2A4B9D2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C4BC8FA-C2C7-4D58-9D39-A1365E1A3F62}"/>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6660A9F-B7E5-440B-B8A7-50F99BF61F4C}"/>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CF60D73-90BD-48A7-968E-4A0A65D43B07}"/>
              </a:ext>
            </a:extLst>
          </p:cNvPr>
          <p:cNvPicPr>
            <a:picLocks xmlns:a="http://schemas.openxmlformats.org/drawingml/2006/main" noChangeAspect="1"/>
          </p:cNvPicPr>
          <p:nvPr/>
        </p:nvPicPr>
        <p:blipFill>
          <a:blip xmlns:r="http://schemas.openxmlformats.org/officeDocument/2006/relationships" xmlns:a="http://schemas.openxmlformats.org/drawingml/2006/main" r:embed="R5a98ec1a035e476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000AD6F-C10B-42F7-B88E-0442EFB86AA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E6455B76-0D5A-4CFE-9BDD-6B757C4AF2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0475226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B806A6DB-2D2B-4C09-B95C-BB220D44BD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F58E724C-AEC8-45A3-9F0B-AE7496EA37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C41E2CEB-5D96-4AFE-A04C-A949EDE41A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C65C443A-31F2-450B-82DA-C3A8B12252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672A5C36-5F15-4AB1-85C8-CD234EA4C8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F078794D-5DD4-433D-9E86-A35E0C0E07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DC793C53-AF83-4F74-8153-2580D8CEB52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4990DF32-1321-43F3-82F4-DEC4848D0AFB}"/>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426B35DA-2F0C-4EA0-A4EF-391343A3277A}"/>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D8FA0FB4-1EE7-4610-AB19-2CA646F14D64}"/>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598B52A1-387B-4902-A8B8-9610335C5876}"/>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5EB3B9E5-CF41-4718-B0AF-0AC6504E05AB}"/>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C20214AD-90CE-4AD9-BF26-F3ED7838127D}"/>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9E934CE2-723F-4DDE-9AF3-919B4D70FB47}"/>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D6E3BF5A-1A86-4FA5-A27F-29EA3CFF80AA}"/>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53A1370D-2240-4FF8-B49D-436E0667631C}"/>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8B498A90-FA10-4AEC-832F-FE6E5AF18DA8}"/>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72CAAF88-3954-445D-AABF-55E1D310903B}"/>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38BF3E3D-AAE0-4EE9-A0A7-EC3BF61F60DB}"/>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7ED91CE0-32E3-4E09-8B09-6B871F759DDA}"/>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E3DADAEF-3E7F-475C-86CB-6909565AC90D}"/>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F8FF45B-9B10-4611-ACC3-A89E31491272}"/>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4AB852A2-7AC8-4C10-BF99-0C4DE359D530}"/>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375F8F20-9AC6-4C33-9F76-83FA792CD7B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91A476D-8284-4400-96C3-79E785B1E27A}"/>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CA63A1AE-6233-4A68-9501-81B1CAA02BB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ACDDFFB-39A8-4650-8CC5-8A5C0AE535CC}"/>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97B6EA4E-1F59-4815-800B-D35AD8BDC091}"/>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1CDBEFE8-478C-4DD9-859B-19F9A7E845F2}"/>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B32F032E-14ED-4DB0-8D91-1886835DEF70}"/>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0B7E0716-C7B4-43F5-BA3A-756C270B5173}"/>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4B9CF8A-5BF0-460B-9D7C-9EC966B4EC6F}"/>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B1F3E330-4063-46BE-9DC3-ADBFD0B87A1A}"/>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093DE263-8BE4-41BF-81E7-2BCC2D220F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5054273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DCE96BBA-B0B7-4092-8E9E-A032D963BF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88A29521-0244-49DC-BA5C-BFC0AB25D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8ADDACCB-A29C-47F5-A6DE-71E6531B53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EFC9FF3-CED2-46B5-BAA6-7437E4A498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3BC599EE-81DE-4576-9FE0-61A815EFBC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CC297823-4420-4628-A014-AD6DD0E238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21CD6CF7-4B82-4C71-A124-3F58C13559FF}"/>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371E3A7A-46F1-4181-BF3E-E5E016397517}"/>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0B7900E6-DCF1-40CF-B8A0-8B55033DEA54}"/>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E7E6C15F-2EEF-4922-B8EB-BE151BBC7208}"/>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7D821F8-B820-4BB6-9E88-E153BC38B6B4}"/>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F14E2B8D-8651-4CD0-A1DE-668A3C845C45}"/>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59288E09-DAFC-49C8-BFE2-7672CA1F2C8C}"/>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7CB06F5A-7C00-4495-B29C-5A6655589612}"/>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2BDECE71-7F25-4BF8-9FCC-51A949177584}"/>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390A935C-E9CC-4605-A9EA-51D04ABDCC53}"/>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F20E75B3-618A-43B5-8449-D8E6D422DD04}"/>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FE074D-66E1-4F2C-9E5E-13FFD18B99D0}"/>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5E47E361-FFFF-4B19-B5C1-63879D45ADF8}"/>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FD71A09F-E6F4-4034-88A2-AD7C37F8FEA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33D5EF0E-9CAD-4046-B6C7-3922EB5D6B8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A36D2F65-792C-45C9-80EE-C318117DF3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9064004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5D97EA89-B412-4A02-AA68-00FAF684AF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ED9F8AD3-CD88-404E-B8D7-6225C41FA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0424429-D70E-4970-857A-E6DFD15865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0E57F90-EDD2-42CA-B013-32B2D4F2ED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4DCF719C-33C3-4399-9B56-0FFD797FAE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E9A19473-A5EF-4536-B626-48D8A7DDEF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95923E0C-C189-47B8-9CF3-351B7668E6E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15F16778-CCA1-448E-A6EF-3A6A6B2A771B}"/>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D4823504-A9F7-497D-BFB6-DA40F106FD2E}"/>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29C517F0-495D-44D3-8FC7-E918EBFEB7C2}"/>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2CEF5140-AEA4-4F18-8380-6907D32B866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66046DF0-79E0-4DCA-A313-87B729B2EF44}"/>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089A810F-124E-482C-96B6-3BBFD988B745}"/>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31069BC1-C4FD-4EAA-AFA4-E8733A75293D}"/>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0178A0D0-B081-439D-A921-F5D2200F1D23}"/>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99ED759-3EB9-4EB1-B608-3364862498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F6A9AF78-1D26-4AE2-8849-A9AD6B98513D}"/>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D2904CB-2C62-4086-8A01-C4AC6E304A40}"/>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97519C3E-46A7-410F-B85F-6A92E47D498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6DC09D42-3FE5-40F0-AD34-0C8C97D10E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33203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8E252045-01BB-4EB1-98D3-55F97AA7A7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44AAA88E-96DC-4D5E-8A72-811880063C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1507D960-F367-4FCF-B9C2-42EAC22C45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F27F9D64-DD84-4DA1-BF05-17CC3A44DE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2EB80D9B-DFED-4C52-BFF4-982B8B1583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44FFF125-A989-4735-AD83-E4239615D3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96EB5160-5404-47F0-9CDA-412EE80C093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D112448C-04B1-40C2-BDDF-9678F16C56F3}"/>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EFEF7C21-82D4-43DB-A07F-5FB421A97B9F}"/>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2C32A31E-3FBC-427E-9F86-FB6CEF9815EF}"/>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00FCF1EE-1DA0-4956-96FA-3ED81E93BFD0}"/>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959E32A7-A7ED-4092-B787-2AD7D56055A9}"/>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AD9140B0-CF8A-4E4F-91FF-E37E48FB54AF}"/>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760E0FED-F247-443E-B1E9-6B7693CE5C01}"/>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11438FB1-E693-492A-89A4-B514AAE679B2}"/>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884C4676-1F53-4ADF-99FD-9B0F59FF8564}"/>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C4AEC8C7-671F-4D28-8582-85EDFCD2107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E4E0D72C-931B-4DB0-8E2E-095FE33E7EAB}"/>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450F0F2C-2066-4275-AEF6-98D7C683056D}"/>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CBBE9B7-F7C8-4282-81D5-E6CC36C12E53}"/>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5314F5C-7737-43E7-9AEF-D39F8BCF972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08EE025D-6B5D-4DA4-99B4-9C64FBE268BB}"/>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AABAA95D-9B7D-468B-B311-DE7278C67E6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2D5A6ED6-0961-46CC-B7D4-15B0F7C91751}"/>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3C8407B6-D954-45D9-925F-EB946F8DC9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644271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341AFAF1-74EE-4A40-AC24-D7FFCC25EE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1AC38269-B695-40AE-A7DE-8942CBF87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40E88600-2EB6-44D6-ADE7-763DE28CAE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3EFBED6A-5318-4EEF-A1D7-9FD11E7632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F6FC8C18-6A71-4600-AEDA-A3E116A4C5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5441D1E3-D6E1-4BDE-89AD-3BDC6D3954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7030D6B4-F5AC-4846-93BE-328CF89D224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2022F7F-ABED-47E2-B714-19706BC2CB4A}"/>
              </a:ext>
            </a:extLst>
          </p:cNvPr>
          <p:cNvPicPr>
            <a:picLocks xmlns:a="http://schemas.openxmlformats.org/drawingml/2006/main" noChangeAspect="1"/>
          </p:cNvPicPr>
          <p:nvPr/>
        </p:nvPicPr>
        <p:blipFill>
          <a:blip xmlns:r="http://schemas.openxmlformats.org/officeDocument/2006/relationships" xmlns:a="http://schemas.openxmlformats.org/drawingml/2006/main" r:embed="R7ed3be46650948e2"/>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07DBA222-3D4C-4925-A3C4-6C843C222A72}"/>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6EAA2FC3-D14E-4902-BD18-377B7304D019}"/>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6F16CFFA-A8F2-428A-AA1F-B8C53420998C}"/>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5614A6EB-1FD6-4A46-97D2-89533E585D6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4183D8DC-99A8-4D25-A631-E790BFCB88A7}"/>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6311BD94-08F8-40CC-B026-D8120B47752C}"/>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DB7B286F-8C36-4FFD-9922-2AA4CC614AD0}"/>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2504078-3C74-4316-8789-1AB347116187}"/>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16ED428C-1644-4521-8B53-3506995C1CCF}"/>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044C36E3-A1FD-4C59-9AA5-C47FB71E206F}"/>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34549BD3-FF6C-403D-AAE7-8B26EA6E3A18}"/>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BBC80975-2483-4372-8BD7-067C78913C8D}"/>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90F2771-226E-4227-8AAC-610372D23FC0}"/>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5111F17-F064-4102-AE3D-838D6037F001}"/>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CED1F85A-3112-4FEF-8BA1-404DEDC66E2D}"/>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22BB593C-D52A-4A7D-8753-24008DDC6C7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AB0172FC-E01B-47BB-A8B4-B9AF8CB51884}"/>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2E48B6C3-B88C-494C-98C1-9EC8B2D85AA4}"/>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4B856DB3-F21C-49DC-9488-5247B515AFB8}"/>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15D4173-FC89-46E8-9E62-B22A02F87DDB}"/>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BCB2F0F4-2D11-41CA-921E-FCC255D9BE30}"/>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94AA903-CEA5-45E8-B481-0B7A2CD0F8C0}"/>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7D57A2B1-4149-4BCE-97A7-BE9B5EEF2EB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6A2519F8-CA88-4EF4-83E3-37897D7C1C8F}"/>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3BBA5DB5-EEA6-4611-A6FC-480259D9508E}"/>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9BBBAFDE-7698-4ECB-B592-A0B08E533AC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75592E8C-0E27-48D1-9EC1-0B7CA7070D2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E3600A23-ECE9-41D0-8279-AD4A0FA3C1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3969706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511F4E33-2FA5-4720-9C48-D0D1F9A2C3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BBF75C9C-342E-46CA-A079-7009378497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DEFEAF71-85AF-4C55-AEF1-DD5BEF88DB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5D64B05C-2D44-4A29-9F3D-93F855C890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D9B0D074-E358-467E-AFE9-56DEC53951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A70AAC69-570F-47E8-A2BB-92EFE5E0B8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CE94E50C-BAB0-4160-83A9-D45E73748AF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5F72037C-E56B-4145-8799-34F689B823F4}"/>
              </a:ext>
            </a:extLst>
          </p:cNvPr>
          <p:cNvPicPr>
            <a:picLocks xmlns:a="http://schemas.openxmlformats.org/drawingml/2006/main" noChangeAspect="1"/>
          </p:cNvPicPr>
          <p:nvPr/>
        </p:nvPicPr>
        <p:blipFill>
          <a:blip xmlns:r="http://schemas.openxmlformats.org/officeDocument/2006/relationships" xmlns:a="http://schemas.openxmlformats.org/drawingml/2006/main" r:embed="R934350d0b8c942c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620D8884-D9E5-4726-8C8E-2D080D7FE82D}"/>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9174308D-C47D-406B-9A33-CC09FE5D29CC}"/>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2FCFAB18-760F-41E8-963E-21A960DA75EB}"/>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00206BA9-36DD-49C2-B6CC-C3BEDBFD656D}"/>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80680286-414B-4231-8306-4CE05BEF96C0}"/>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857FC9EE-90CD-4E60-B66C-54182F45684F}"/>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848A583D-B0C5-418C-AA44-F6360361A93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9208C0D-F7E7-44B1-9334-54B0335F4265}"/>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A16DE711-8602-4C3C-BE19-DF379244266F}"/>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0BA9841A-A86E-4054-A617-42DABCE93D08}"/>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8A635C0D-7E1C-4A20-B251-800EAA7293D2}"/>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99A3A28-5F7A-456B-804A-CE2C1EF94D41}"/>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2EE8185F-28A3-4BDD-8A6F-A78BD637F6C0}"/>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CFFCF5F7-7562-4E4D-A447-FC22A6CE944D}"/>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9D6AB57-42EA-4C7C-B883-27A827E7C838}"/>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7D68785-E081-48FC-9FAD-F0AC989F57C0}"/>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52595EDC-611C-4963-A669-A6270B376ACA}"/>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425A297-68D4-437F-9670-77EC2A6F156B}"/>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C5116B9E-D9D1-439F-8001-F32DB8C2CD47}"/>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C5BEFF53-1F32-4918-BC30-2CD40FB71642}"/>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572E1F77-D580-4071-AEE5-3FA2C6539554}"/>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ADC307C5-B785-43E7-B5E1-092B22C012A6}"/>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C8A63BD3-E384-46A8-81FE-DB8822638EA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C7AC1BAE-5DF9-406C-9FA3-1CBD00F3034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492081A2-5ED4-4497-9EB9-C7BBC8FE1AB5}"/>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BAAAB981-7F71-42BF-BC6D-A3FE9C15477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3CEBCF53-68D3-465A-80A1-6BD6B042CC23}"/>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2A09E299-E63C-46C6-9370-D16F8230B1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372829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AF67C64D-9960-4A2B-9B80-6A7AC75553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DA776DEE-B5BF-4411-A304-C60E1A2C9B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384086CB-1154-4654-AFF8-5A2FC8D8D4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8B72D8B-B972-4ECA-85CC-1B5EB1EF60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3522665-75FD-476C-91E9-15F80A1BC7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9B1C22E7-83CD-43D4-AB2D-D73473ADEC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D6463ED-F17F-4775-955F-814ADED7B29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83A9922-A4BA-40B7-B3AB-A987A284027E}"/>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B86DF213-E3F3-4B9D-84E0-71A095BA800C}"/>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C539733-AF13-46A4-824E-79ABD7968B16}"/>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D1511E7-8270-4DF1-BBBF-53EB5D5BFE78}"/>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F205ECC-18B7-468E-846F-7FF6E04D244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F07546A8-BA65-41DF-8F01-ACF70FD2926D}"/>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C71C5EDF-50C2-41F1-AA71-A9CD013906D8}"/>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21C62481-FBFC-4AD9-9760-904C624D6BD9}"/>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086244F8-17EE-4485-9FDC-8B7A723447CE}"/>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BAC08E3-40FD-4C7D-ACA1-3E588F17DF2C}"/>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CBFC370-63B0-430F-B135-49515D1EA1A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53AF4B3D-6DC9-43A1-A518-B216E643A196}"/>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71B57108-DC96-4DAA-BC38-D951078A05D2}"/>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2730C5D6-CAD0-4E4B-90A7-37DA1D226B2E}"/>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4777EFE-BA1D-4C16-A45E-285FE0855448}"/>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BA124103-51C8-4ECC-9860-8C23F9725C19}"/>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80635865-5C0F-46AD-88BB-2E8669CC9789}"/>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A97FBA3-23BF-4D22-B39D-10916AA7FF67}"/>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CD79A8EA-D766-434E-A140-FFD1C6D6B0C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77F6D81E-0438-43A0-948E-D40D5A15A9AF}"/>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87C02FF8-9C91-45CD-967F-CE850B8005C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A423604E-024B-451A-923B-8B2AB8ACA23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BF2D063-8E98-485C-8DB2-8B10E7E604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5130577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8B25CB35-C51A-4249-BF31-22BBE2CE95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ECAE74C7-3B10-4255-95C2-EA0319211C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3D3D1468-77CB-4228-BDF4-4AB9B8FDA3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88D9B65F-EBE8-4514-AC1F-607C823995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6756BD3C-FB9E-4979-8F68-C0AAF50573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9254875-3836-45F1-A3C0-68DAD497B7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50F91074-CE6B-495A-9703-45DD6B4AAE6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D3DD9039-3F25-4961-A523-03535CCCB4DF}"/>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B6DF9CE-3A0E-42F5-B73B-000C1535D955}"/>
              </a:ext>
            </a:extLst>
          </p:cNvPr>
          <p:cNvPicPr>
            <a:picLocks xmlns:a="http://schemas.openxmlformats.org/drawingml/2006/main" noChangeAspect="1"/>
          </p:cNvPicPr>
          <p:nvPr/>
        </p:nvPicPr>
        <p:blipFill>
          <a:blip xmlns:r="http://schemas.openxmlformats.org/officeDocument/2006/relationships" xmlns:a="http://schemas.openxmlformats.org/drawingml/2006/main" r:embed="R50851c54205b40c6"/>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38259F78-A430-407F-8D17-0AF6619A916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168821F-427D-48CA-B6C0-554340CBA4B8}"/>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058D747D-5F57-41B1-95CA-C933DE63E750}"/>
              </a:ext>
            </a:extLst>
          </p:cNvPr>
          <p:cNvPicPr>
            <a:picLocks xmlns:a="http://schemas.openxmlformats.org/drawingml/2006/main" noChangeAspect="1"/>
          </p:cNvPicPr>
          <p:nvPr/>
        </p:nvPicPr>
        <p:blipFill>
          <a:blip xmlns:r="http://schemas.openxmlformats.org/officeDocument/2006/relationships" xmlns:a="http://schemas.openxmlformats.org/drawingml/2006/main" r:embed="R1dab33d6f5fb44ed"/>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5F719A2-7AF9-4989-B3CA-8B77A180CFBB}"/>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E2902C3B-B631-4665-8CE3-C71F18D0DED3}"/>
              </a:ext>
            </a:extLst>
          </p:cNvPr>
          <p:cNvPicPr>
            <a:picLocks xmlns:a="http://schemas.openxmlformats.org/drawingml/2006/main" noChangeAspect="1"/>
          </p:cNvPicPr>
          <p:nvPr/>
        </p:nvPicPr>
        <p:blipFill>
          <a:blip xmlns:r="http://schemas.openxmlformats.org/officeDocument/2006/relationships" xmlns:a="http://schemas.openxmlformats.org/drawingml/2006/main" r:embed="R22dc5c1800324ae3"/>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FF4B78C-23F2-4AFC-A542-1AFB772C1F74}"/>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347E08F5-EA34-4234-8D3C-9A26CD1F6A06}"/>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04E16119-61F7-45F8-BD74-26A944EA53E3}"/>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34AFFDA-4FC2-4F9B-AB8C-5C7A82DA3C8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248D1C01-654E-4DC5-B4C9-6D54B257864D}"/>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FE489F76-B4F9-4B27-B7D3-458CD53839B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83D2F44F-6E3A-40CF-9143-BD3E3DF5616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F4BF4103-BA50-45B3-8949-1DB7E97FC1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0365844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DBD38949-19B6-4D47-8669-0D56B297F0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52EE01DF-914C-4C85-B427-EA92BE0590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A73DA6B4-8E1A-499A-9747-363ED69833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0A457F2-C54E-4799-A98F-9B95142FFD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B1D3647E-0734-4EFF-8375-21C9FC20A8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66713C5-369A-4BC5-9295-B06E710C11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EEFD202-D96A-4F9E-8196-6E60451F19B3}"/>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1B733EFF-E399-41DB-87D2-03726D66E95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9A651332-13FF-4F80-BD1B-9711A482455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23293CD9-8E4D-48B3-A543-C1A14F7E155A}"/>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6897B5A-B64F-458F-AC5E-69F64754621D}"/>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56035E8F-02CF-4B1F-9948-EB6B23989091}"/>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E3E2491-D4B9-405C-9AFB-090F737D8394}"/>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F484BFC-2720-4289-B977-290E27B6FDBD}"/>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E87067D4-0B9B-47AD-9324-AB2D900343E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42680CDB-12D9-4395-BBFC-4B6AE0EFDE7E}"/>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8C04182-7788-4CFD-AD99-F27745C6A33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FEA8C54-AFC9-4EB5-B920-C877EA802BD6}"/>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63D9561-24FD-4DF0-B5A6-6D8D9C78106C}"/>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5526D33A-DCB8-4FFE-BCF4-0C76906B9AAA}"/>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E1E1EFA-7CE8-4844-B1FE-5BA1D78E2853}"/>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3A72FF4-9DC2-4081-9803-FA7A5F41AB33}"/>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CD1204F-78E5-4162-9191-79DA2768F3E6}"/>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7CA6168-1E1F-427E-94A3-56F28291CE9D}"/>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337A2FEB-A601-4FDA-977A-48B7D1AFABC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EFF6D54-E0AB-453B-8307-BD8D670AF430}"/>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0AD43FF6-3EE3-4C96-B292-A0C6C3759640}"/>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F045BBF3-8F71-4FFA-A5E8-F2CD33B34DD4}"/>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1EF37B7-9835-40CC-AD9D-D12D8FB5AD50}"/>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16404519-B7B9-4E01-A9ED-7BFD98217CBD}"/>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5592BB0E-ED1A-48A1-9FC1-3C442CA7AD6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2996024-7007-4160-8026-3DE26AE9FE5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69E63C59-3550-439F-A920-D39EE91828E7}"/>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C9A3129-9916-443C-9BD8-3E5827F4A3A0}"/>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452F3386-93FC-4653-AF44-73AC010BC006}"/>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55F193E8-878D-4AB1-8396-51D78CDB6C8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5ADD9139-2969-4F33-B53B-34BB15177BF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E924CF5-747B-4DA6-9E59-E24E9217D267}"/>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0AF95DA-410C-4859-B5A5-4F2F3D0E6A3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BE0A108-65A4-417E-ADD8-BE4734FC332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26FB260C-9E19-4E3D-AE29-DD056EEC3C4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CEA9B08-DBC7-45CB-A715-76096383498B}"/>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C96728D8-5AE2-408F-B20D-3C0CBC6C1A8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3BD68C5-4FE6-4A5F-8EE1-F4A050A73C4D}"/>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513E5FF-687D-46CC-82E6-C01DA6E01EF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9626735-19DC-47BC-90C5-1086BA8CFB2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2DE88FE-BE18-434F-8F3F-106CD114286A}"/>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CBD61AF-5E7A-433A-BE39-4CD926165710}"/>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C6A8111C-DF3F-44C1-A70A-20151E6B543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8363B105-05C9-46C2-B315-30E6285E671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45ABF6F3-CF08-41AB-A519-D853721E1CA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70C68006-D92A-4138-94B8-365E64BC9F96}"/>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F17A70D-7EBD-4254-995A-B66B9666953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CAB8AF4-18B1-4625-B761-37A37D8CD06E}"/>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CB283CA0-CF00-4359-9395-8AB5369B8290}"/>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D2761D2B-3008-4007-B5D2-0C38EBC6438B}"/>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0AFC703-3B44-4045-9AD7-AD6B8552398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E0E0E75-76ED-40B5-AD13-D3A4B7B26FD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615C047B-8614-4479-AFD4-2AA1AB5B8EA2}"/>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3967DBD3-6D7F-4BB4-9781-8FAEE19701D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33A5945-C12C-4662-AA2A-2FBDEF1A3F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1262542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C72FDC2-A3DB-461E-AFD5-347DC2E5DF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4C414064-255A-4524-B6B1-B44AD60DF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7D477807-B740-46E6-8330-D9D1D0A540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503E47C-2EAE-4813-959F-3C26EEEF35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AB145B1C-17C7-4822-8AA4-83C5539B18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869CC60D-BF31-4314-B2F1-F88FEF7AB4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493549D8-AF58-4C86-B102-9AFEA074E05B}"/>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8F6A3450-7AA0-4B91-B730-A458BA15DA19}"/>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7A257CF-1835-41D6-993E-4CD4D21258DF}"/>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056112A-81EF-455B-B738-0DA12D6329D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8D0EBFB1-1814-4715-B6A8-799E277989AD}"/>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A372D51-9A2C-4303-85F6-2125D967DCCC}"/>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B278D3D-D9FD-4CE0-82F6-35A300B176B6}"/>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A63AE72-5F1F-4845-BAD1-90392A56FDBA}"/>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E4DE42B-F75D-4692-A4CE-AAEF5348CDA9}"/>
              </a:ext>
            </a:extLst>
          </p:cNvPr>
          <p:cNvPicPr>
            <a:picLocks xmlns:a="http://schemas.openxmlformats.org/drawingml/2006/main" noChangeAspect="1"/>
          </p:cNvPicPr>
          <p:nvPr/>
        </p:nvPicPr>
        <p:blipFill>
          <a:blip xmlns:r="http://schemas.openxmlformats.org/officeDocument/2006/relationships" xmlns:a="http://schemas.openxmlformats.org/drawingml/2006/main" r:embed="R2d70b88368f34bbc"/>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4680638-5935-47F8-A2A5-00A80C44AE8A}"/>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677C2CC-8263-4198-897A-7B586E0D43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431CB7F0-5B08-407D-A1DD-606DBAD0AEF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ADF6FDCB-EF13-4050-BDCA-D3D215028F9C}"/>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6EF0158-139C-429D-AAF1-692F288A378F}"/>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5ED65084-5208-4FBD-BA15-C7ABD303E1A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508BB45-1966-4B64-BFE4-49BE5E3DEA1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1AF33532-8FCC-43FD-8439-9C3975A0BA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9193E60B-E8B0-4423-9533-F57A85E6CAD8}"/>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7A67CF0-A15E-40A4-AC69-D14E14191CC8}"/>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0AAA75A2-CE0A-4E36-B8E8-BEFD3739642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B4134514-2B88-4316-BDF0-0F5835A05768}"/>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0565AC1-881B-4861-AE24-BC310C1A7684}"/>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9DB0C623-6DE7-4312-B36E-C7F203222E5B}"/>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17D7CDA-652E-4457-87E9-B621ED7AFE37}"/>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38D63CD5-2F7E-4AA9-AC4A-FE4977F4F0BC}"/>
              </a:ext>
            </a:extLst>
          </p:cNvPr>
          <p:cNvPicPr>
            <a:picLocks xmlns:a="http://schemas.openxmlformats.org/drawingml/2006/main" noChangeAspect="1"/>
          </p:cNvPicPr>
          <p:nvPr/>
        </p:nvPicPr>
        <p:blipFill>
          <a:blip xmlns:r="http://schemas.openxmlformats.org/officeDocument/2006/relationships" xmlns:a="http://schemas.openxmlformats.org/drawingml/2006/main" r:embed="R13752712a5c049b9"/>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FAA151D-9C48-4F55-A932-826DEC5B5CAE}"/>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853DC1C3-EBB6-4736-B4FE-06DB292CB8DB}"/>
              </a:ext>
            </a:extLst>
          </p:cNvPr>
          <p:cNvPicPr>
            <a:picLocks xmlns:a="http://schemas.openxmlformats.org/drawingml/2006/main" noChangeAspect="1"/>
          </p:cNvPicPr>
          <p:nvPr/>
        </p:nvPicPr>
        <p:blipFill>
          <a:blip xmlns:r="http://schemas.openxmlformats.org/officeDocument/2006/relationships" xmlns:a="http://schemas.openxmlformats.org/drawingml/2006/main" r:embed="R7ee952b3f72d4098"/>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E21BB3BB-2EE4-4E81-8B7D-273ACAEBF8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81536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79DE8550-69BF-4D8E-B21D-D8A4AFFE2A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5FCD65CB-81E8-405B-95A2-3462FCAFE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F89A23EC-39D7-4BE3-ACFA-028A607A80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8B35F7D0-E1C4-49D6-B872-BA881A08D0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845991E0-F911-47EE-ADB7-D9B4A7BD72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AB5E0A00-91A6-4AE3-866E-E38ED0735B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FFBF18C9-CEA7-4746-9496-FEE13408D9C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1AAEE181-1DC8-479E-872F-A659023C5E0B}"/>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C5D0EB9-2453-424B-97E5-5BE52189A4DE}"/>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CD2AD72-E8B9-4992-A779-FEF7064969C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75BD150E-2765-48E7-BB29-F608D541E90E}"/>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578034C-2481-49FE-AEC8-73F2782AD748}"/>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177C142-A09B-4969-8DD0-18E1718F75A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DF141FB-FA86-453A-BC9D-B4D42D2868C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0D8D13B-7074-47A8-A8E8-C63C5AC0AAA2}"/>
              </a:ext>
            </a:extLst>
          </p:cNvPr>
          <p:cNvPicPr>
            <a:picLocks xmlns:a="http://schemas.openxmlformats.org/drawingml/2006/main" noChangeAspect="1"/>
          </p:cNvPicPr>
          <p:nvPr/>
        </p:nvPicPr>
        <p:blipFill>
          <a:blip xmlns:r="http://schemas.openxmlformats.org/officeDocument/2006/relationships" xmlns:a="http://schemas.openxmlformats.org/drawingml/2006/main" r:embed="Rafd2a3bfe7114ae1"/>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32AAE9BE-74F7-4A03-B7AE-9B5FDE0E558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29C3C461-B491-4817-816E-E6C4A8BA5DA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5D22EB70-76E3-4D51-8983-C692B5B1856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44BF029B-908A-4EA8-978A-603955385566}"/>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038D8A90-C200-4E7D-AAC1-51A8E4AEE9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B164F3E-3264-418F-B9BA-E6DD72C13D39}"/>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DE5D165-88D1-4474-B60D-367360E5822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95031349-AF91-47AE-A68B-2EA6EE7C5D4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15D78F61-72EC-46C8-AE91-FDD450398A0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AD92E54-9B74-4561-99C4-FA72DC013EC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EB2FD437-5412-4DFC-9414-D12DDD8A718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715FEE86-1171-4A26-B2D0-8C995787277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18D58172-E374-4221-B5AD-8D29858FE2FA}"/>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43069DF0-8D9E-4B23-9FAA-6307506ED33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5B6A34B1-44AC-4453-BB08-1612F447541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D89BB46F-0F85-4BF2-B6AC-115476551BE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6A7FF40-D6C5-4B2A-AC93-CE831A7A4C0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8A4E2F9B-943D-4D7C-B96F-C8D169E3107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559383F-4467-4EE3-A8E2-29CAC9C4361D}"/>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03BE12BF-BBA7-4F6B-B781-5C632AAFD00B}"/>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4BC9006-7113-407C-8424-A7D452185E84}"/>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106326F3-E76C-4BA8-90C5-3C63CD2547FB}"/>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C45DF09D-C299-4935-8180-B83073FDA76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6A7AE99-CE52-4493-95B4-3191C12B3273}"/>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FA470F5F-3648-4440-962F-3CB283575F1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6F5FF4D5-3DA3-4541-8142-70AB35AFD9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3894017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48A06938-9443-40B7-B79A-5BA8E35F65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4AA8C9D3-36EE-4C4D-B162-192AAE7DB0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5DDEC41D-D89F-48FC-BDC3-83FCE7F142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221117A-31F3-4174-A39E-1E2BB1C18A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FA5F7141-A561-4EC0-810A-CE5D9C4B4F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D51AB1BA-9BEC-4204-B483-A1440A565E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38117C3-333C-47E8-8497-8E5376111335}"/>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83EF37CB-5739-4F06-87F1-56E953D4FC0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2911582-6DDF-4EC4-AF64-64C8E267A3AF}"/>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DBACE170-0C40-4FE9-A542-F62140620EEF}"/>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E50047DE-A5E7-4B22-8146-2592D2E1835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17AE3BEA-640D-4300-876A-AB9163F788AC}"/>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43EF05D3-C590-43BC-950B-BDAFD6FC50CA}"/>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F9C4CD62-7073-4A49-B4DF-EE98EDEBA760}"/>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8335BC57-716B-4574-B7AC-F32FA7A8F6E2}"/>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CF7E5EE1-CD02-4D25-B7B3-99209DD7521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CFFED9F3-2ED3-400A-963C-CB1A4A556EB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C9D35BF0-07E8-4403-B634-219924A655DD}"/>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30939EE-B375-4BE7-B464-244DB1C82B9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73BDA020-7A7E-400C-9F79-1B7D067B1F58}"/>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EC6F00EB-4F1C-4F43-85C9-24F2EF726ABA}"/>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58233BA3-FB48-4D20-9BD1-B596C62A7083}"/>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2396C5-3CBD-4C40-9DCB-F07874C56845}"/>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4E13B6EF-9FFB-4474-938E-3E1D0B5A90EC}"/>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C6DDDDC5-0DD3-4A69-A5B4-7847E835FB0C}"/>
              </a:ext>
            </a:extLst>
          </p:cNvPr>
          <p:cNvPicPr>
            <a:picLocks xmlns:a="http://schemas.openxmlformats.org/drawingml/2006/main" noChangeAspect="1"/>
          </p:cNvPicPr>
          <p:nvPr/>
        </p:nvPicPr>
        <p:blipFill>
          <a:blip xmlns:r="http://schemas.openxmlformats.org/officeDocument/2006/relationships" xmlns:a="http://schemas.openxmlformats.org/drawingml/2006/main" r:embed="R5f0c90cc2fed4fa0"/>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9429C6E2-FCB7-48E9-A9D8-1C101510F07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75A211B-EACF-4436-BA6B-F412EBD9F25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89A4EC79-3E0D-4107-83A2-2F1AE0AFC09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E749A9B2-0DBA-4D08-A50C-56502B44642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0A75D373-2BE1-47E3-923A-092C54B0192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63BF127F-B6CB-489F-9AFC-72F1BE28B15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067CDC00-B440-4BBC-B3E3-1F913675C2ED}"/>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2C5C1C0B-F927-4EC0-B9BF-8C43B48DBA1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0BBE2EA8-8E40-4221-A459-6B3135C3C65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38D1F1BA-2D35-4F2F-8B84-3FF3DA05FF54}"/>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2BAE06F-CF0A-464C-9B70-5319D90A3536}"/>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E10F60C-E9FE-42DF-943F-86A15170B747}"/>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4E859D80-057C-4E71-85B0-DC056D04EE9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C94874B-1AE9-4BDC-A9D7-16C3002B7969}"/>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87B12196-9447-4A66-9A46-FD8E2E076202}"/>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1514C937-DF2A-4A11-AD96-CCDBBF5F3E8E}"/>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E7F0C37A-A7D7-4A11-BAEE-C03397984A19}"/>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E21B16A-9D8C-4D6E-A382-E99EFBF10CF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AF9208AB-0C6A-4F7B-875A-3FCE98127CB0}"/>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A2B85A5-B7D5-4F6A-BDDC-8EE84CFBCC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968914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145B34E-5876-4536-A66C-1067E8F8D2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80625557-C23C-4CD3-A2BD-D9EBC8B28E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2DACF1B6-5380-4A85-8127-EC1C0892FB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8717EBD-9C9C-480D-8F23-F4E1A8AFE1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10538546-7B8E-42BD-BB44-D2409C73F5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2069608-4E3F-4410-9536-B996A1EDFF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5C648906-2184-4AC4-96C2-EA2ADCD6B1D2}"/>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9B61566-7CDF-41FB-BEDC-619C76C36588}"/>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67F171A-D40F-437E-B03B-DD282D52560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B52EC66-4AB3-4401-A604-ECB3EC9FBE80}"/>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5F27CA8A-DEBF-4E28-8DFC-E3FDC15E21E9}"/>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68A3261-173F-406C-8A12-2C92AF4CDBE6}"/>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E99D355-3545-4FDA-8A39-65A30614834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09153EF0-89F1-4612-BA5B-BD061DEA0F5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E18F52A4-0433-431F-9EEA-6FF16CF5625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FED7287-23EC-447E-87A1-6638366A535F}"/>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E086C4A-3206-4DE3-9264-62DB9DF3CF4E}"/>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42EC690D-EDF9-475A-AC32-8FC3B9CCBF0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3CFE1B6-E845-4F25-9E55-AA264379880B}"/>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DA31AA92-113B-43AD-9EAB-3B617A69F00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01C9CF29-B6BE-4122-B4E5-48F3B363FA2D}"/>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0C92AB32-D0E1-4E9A-B263-AC7DBECB676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43695E33-D91C-4B8C-A829-03D47ECEDD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36519425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D6E725F-CC68-4735-B8FA-A32A715CA8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2E0993FC-D702-49C7-A18C-DCA37F9F7D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ED58D308-3C49-4191-8801-12941664A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3E629249-4C9B-42BE-9C89-7CA52A221A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F0E896A2-4A18-4CB8-BD30-83D066056B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2EADD09-B39D-4B63-9080-3EE77FBD11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85ACBE69-0BCC-4D3C-BAA8-D89F0D8E70D8}"/>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7F53E79E-2FD8-45CF-8E22-8210C35C0A5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A649746-CCED-43FF-BAE0-77BEF55A3267}"/>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B80EA17C-4F2A-4823-9102-5A3E41B10332}"/>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2B2AED7-5228-4015-A8D6-59FDB2033A1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1AD8FF7B-3F39-4B95-B62A-EEABABF849C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BCB1E38E-F15E-42CD-9693-41FC1669D17A}"/>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CB44DF83-3297-4132-99BC-2E11B1086331}"/>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3968DA16-6D47-46C9-8D1A-9BB2015689F9}"/>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37B5845E-A112-4897-9BC4-B6D7740AD7DF}"/>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396305E-8B67-4199-91B5-D2A10FADA401}"/>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A133C726-54EC-4475-A2BC-10379DDC1C34}"/>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C5CE4D7D-C226-49D1-B6D2-AD3F5FC49290}"/>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E1B9EDB-A577-49B4-87CE-4D91C2BFEF57}"/>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FF78C648-5F00-4027-83AC-00D50AFA3A1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CF3AB79D-2A5B-4119-9D52-58042152DB5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05BC014-923F-4365-B8B8-35B445A0F42F}"/>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41E22AE6-8D86-44F5-AF2A-F89F9A122828}"/>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710EC230-CC41-432D-80A9-E3A6A51A1E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82459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13D01955-FAB9-4875-8320-7AD614038A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C743EFE3-1772-4E0E-B491-9A5F8A9F69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B57A3319-B206-4293-90E4-1C63E15E82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5BC64C18-EF2D-4895-BE98-51302A14D9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55AAE5E8-69C1-4D09-AA1D-8DB12CB745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C5659CE-F0FA-40A0-B177-40929CB425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F00BCBA3-6C9E-426B-B02A-C83DC1C54D5A}"/>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11B3D70B-AEC6-4206-AE2D-8FBC1D3811AA}"/>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BB91C67-567B-4B83-A6F8-EC5CCF312D4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E348FB6F-E44C-419C-85C9-2EAE9EA7E7F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7CEA4D9-CAEF-4E11-9FC7-092B4655C65F}"/>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757B3283-8AF4-4F9B-A270-AABDF049729E}"/>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9711965-AFEF-4A93-88C6-A997E6CCFAAB}"/>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66EC09AB-537A-4AB5-AB95-2C0FFD5E8A76}"/>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4454F81-6853-48C5-B6D6-78138834AB5A}"/>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D9DC9528-C448-46AA-AB6C-FDBF5484F08A}"/>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9F4AC53A-AAB8-4B9C-BA56-3C8CB008410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276BD51F-E02B-469A-9B33-552FBD06F19E}"/>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C371B95A-79F7-49C0-B98F-AEA48B0FAA9B}"/>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AAA83C16-C9CF-4613-B060-881998B809F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9363023B-AB0C-437B-A24D-26C1939396B4}"/>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4D114544-0A01-4EC3-93A0-6B9DDF5A7F9E}"/>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C11D2113-4B8A-4C0C-9F17-7ED37884010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7A3F6CE0-F597-45B4-9758-7EA24378E318}"/>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A57CC1F-FED6-4997-B4DF-E21FA8FB4FDD}"/>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1985551-E210-49C4-A792-D8D2CA7EE75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9284B70-F2A5-4E22-BB91-6B3F37DC0E4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4AAAB6E7-14A5-4EB2-9637-CD45BD510A6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C33973D4-23FF-4E81-AAD0-9ABDEA0BDE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3033503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0EFFABAE-8D3E-4AD7-A1F2-E644608FF6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2D38455C-6CAD-4879-8BC0-CD8F86CC4F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D2FF5D4D-74A3-4F8D-92DE-F0EAF02670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64CD0DAC-7426-460C-9FEE-8F7C31E7A4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D67A0995-FFCC-43E9-9ABD-ADD3507A13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1AA48AE5-2B21-4831-938E-1BBF837B82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E089E212-5688-49F2-A99C-C2ED869B4344}"/>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F550693C-72FB-48DA-BF1D-5387467FF9C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25E055BB-F10D-4BEE-B343-995E730A3B3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BDC90B4-C212-491F-9F4F-10F3562A495B}"/>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E5D6A7CF-BDF3-4387-A44E-607C138539EA}"/>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1D475FDA-3FE1-4051-A9AA-A07142A1E56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0807682B-406E-47EF-8ECB-F0BEEFB82A6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BD0ACF17-C41C-4FA7-8AB4-BA63FCD3444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7218DF7-E6F7-416B-AF0D-FCC9558DB836}"/>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D8B8BABF-E415-4A0B-909C-30723E9729D4}"/>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B5C2FF0-FD2D-41A3-9B0B-494AA89A028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13871093-48D0-48AC-9414-80C78C775E7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2DFB41A0-9A1B-4AF1-A3C7-4931CC5B153C}"/>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D4DA3C57-863D-4CD1-A2A6-E76119A112B5}"/>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7C932E-2820-427D-AC11-884EA16915D0}"/>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F69E998-6C5B-47D3-8EC9-3725AE6B14AD}"/>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4009A0CD-5530-486A-ACCE-C6E8C367DAFA}"/>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5EF2E74C-D176-48B4-9EA5-7B6C5968FE21}"/>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4561A2AE-72DE-4E53-A235-2E282C483B1B}"/>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084C329-783E-4019-BDC7-6BE60EDE891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2FC7CD84-C4D7-47CA-9090-ECB73D7C201C}"/>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42EF076-60A6-4E74-8C4A-23426E73DDC1}"/>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90B08F2A-80D9-45EC-8F0A-E48EC0041FC6}"/>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60AA90C1-BFF1-42BD-AB85-F769333B012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3E2D93AC-DB50-4EE4-9DE0-BEE50703ED8C}"/>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93E1DF4D-F4BE-4FDF-B224-294592310B0B}"/>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BF49D773-B79F-4D23-AFFB-24BA1AF1C023}"/>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3503FBD6-F51B-4CA9-9A08-CC218B61E2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3227094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66C29412-09A7-4BD3-B4A7-713AFB72F8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4E56A221-CAC5-4DDE-8F25-31EBE74AB4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E9E469E2-830F-4B8E-BBD5-E22F32F56A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76C1241-4CB8-4E5C-9D5A-6815443E4E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580D88F7-6CC4-4308-ACF5-B17A4DC42A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47E98315-3933-4421-9F94-B1F04CF777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B6A50CF9-6890-4B31-A0C6-84414E41490B}"/>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46D26938-1CBA-4365-8556-5D758807E77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241426F0-8FAF-4BA1-A05B-B22766C1FA3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2135A2E-1CAC-44B2-8B18-0FF250E039F7}"/>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C22602AD-17EB-4357-9753-335D6684B97F}"/>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21EB11D-7E7F-404D-9D2A-482125B43A5E}"/>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26EA7639-663C-467E-A5F1-EBC8B3AF89BD}"/>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1585BD3-1464-4B03-8FDB-228271138C2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086CD00D-2FE7-4A3A-990F-16FED1F79478}"/>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9073E8A8-6893-4865-924C-DD773BF84BE1}"/>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02D3D6F6-C331-4128-81C1-7BC15343AC25}"/>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C0A9427-8479-4EF8-8453-1EDDE969337C}"/>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5D93D556-B439-4B99-AF22-A1E90EFD7A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10718"/>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CCBC0BFB-BBBB-458C-ACCF-D8A6DF9C1E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A18E35DE-4CF5-478B-8BE9-F9751B80BC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BCFA29CE-4F4F-4648-83F1-1AFD473F3B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9CA924E-2AD9-433D-87CF-E7E79823A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5D41AF7-C1AE-4D15-8846-252FA32F0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707934A-6491-4BE4-9710-9983F84B2B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66328998-DF5C-47AF-A042-C6BC6DA03FA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445B55C6-917D-4C33-B8BC-F1B1BEC1ACC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1C2BC178-E82A-46C4-B232-1A6A02947C58}"/>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645CBB25-E683-4E2A-A4D6-3E237DFF1A6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4ED1057E-B4CF-4358-8F38-00AAA1D0F51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21F22917-4952-4BCC-AC09-E77EA1BCC0C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F2CF137F-3B4C-4967-94B6-68D2D269201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2980B057-0F4C-4DC6-9554-D6D6ED9A8226}"/>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0C0DE4A0-8AE2-41DE-A6AE-06F41F68FB08}"/>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39A72AAD-A030-4831-9F0E-067AF71C408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F128B3FF-6D63-4D08-951B-B8C576A463E1}"/>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60BEEBD-D2E8-4F00-86B7-F51F41A17BA2}"/>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8D8EE803-D989-4D5A-B643-5A351186432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D6646D79-A138-486F-833F-3BA1590A7858}"/>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B299A5D8-316D-4C3C-AE35-57BCD659C2C1}"/>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93415EBE-6669-4755-80DF-8E6E55AAECFE}"/>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1E7F1045-C2C7-4CF1-B87E-C6EED50CD9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4523969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CB3DF9BC-4FDA-4478-8411-E150915E34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69879590-37CE-4E88-85E6-3ACA46EDC3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D20E9134-D27E-4182-A921-90FFBC06F4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9ABBC6A2-E31E-43B9-A390-364F4881C9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D58AFCE1-8082-483A-98A5-4D0157CC54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03C7BF0C-FE18-45FB-AA87-DCC92D8CB0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96A45AC-B347-44E2-ACF3-C1A2CA4DFAC4}"/>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F15D8CE5-A42C-40BA-ABED-2017EE0B13B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6D457F94-AD8D-478B-8CE1-E5C91D49807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5C4B6D41-E4FE-484C-AE96-636D50A3810E}"/>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7D605CD-25A3-4F53-96F9-278C34B6976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0F8D9ED9-7FD4-4E86-B5E5-91513351E069}"/>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1014404-AC3B-4894-BCEE-669B1F23DCB4}"/>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42A1121-3A91-409F-B2B9-3016C5F1B62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D0B8C49-F369-4B87-B9F1-D196EC24707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E37E9622-18B8-4BDB-A685-179A4A2EDC79}"/>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DE50F514-2774-4EE0-BB2E-000369F4D4E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9AC47CE1-0A47-4189-8DC3-E8AA67B1F51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3A321FBB-0121-4C32-A3C1-293F26D1575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E9FE2161-159C-473B-819C-F9C448A8108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79FD33A-CD7D-4C1A-A27B-BC8552772A2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C48B54DF-412D-43F6-AE45-F95868328A1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1507B13-530D-41F3-993B-1490DB1F7D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63107725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556CE466-50D7-41ED-AA30-1CEAF423E8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DEBF33BD-13FE-4EEA-AA93-3970AE00E5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C0721224-2065-462E-8D67-CBD5CB84CC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918536FC-BB8A-48FB-9F7B-EB79114176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1AC744D6-979E-41D2-A941-52762FDB7B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B045D6FE-333D-4A75-BC6F-B7646303AB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BC83B227-27FD-481E-966D-E34FC10377E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3263F02-F68F-4A23-A9B0-9697C22C4AED}"/>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EB604D8D-E5B9-4A9F-98D7-FA932A8AD5EF}"/>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1DCE1FB-4BC0-45AB-AB84-8EADC0363E64}"/>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BC14524-E7CC-439B-A6E3-98FF4A04347A}"/>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9384E423-FDCE-4075-B0A5-AC48A238B2CD}"/>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A1AD419-4D08-48A7-9627-1445E021435D}"/>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8123F67-0279-441E-9B3F-4A4A00307424}"/>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4120D3BC-8698-4320-9D23-7F79C81A3731}"/>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36DD727E-148D-47AC-AC3B-100980B96486}"/>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F42C85B-BD1B-43CB-A815-B48FAC4C004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B7EE107A-DEE7-42B5-8E11-AFA24EBA634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5FEB0E5A-6ABE-4088-AE4F-46AC0A3D90D6}"/>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0DBD56F6-68DF-436C-8C98-FF2D4719193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4BAAB206-B2B1-4D71-94E4-137A4D95BC24}"/>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6ED199A3-A037-4C87-8E6E-6381C6262BDF}"/>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DD081CE9-A37A-4007-A165-5925EE729BE9}"/>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8559048E-4814-426C-9D6D-6B2635C8B6FA}"/>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0807B995-FCBB-489B-86B4-823C840DFFA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EDC340F5-7108-483D-A6DA-EE2EDC0E8ADA}"/>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3D3A8DB2-5058-4396-9CD1-50DAF9790B8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6EBB2159-EDF0-4033-8C53-F99DCDB0AC9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E23D3EA0-62D9-4851-B75B-D811098F03D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A54DCCCA-A352-428D-AD55-692915D82E6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DBD93B2-A399-432D-9819-84DCDAABA21D}"/>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206A35CF-F589-4E1F-B43F-9240F26CA7C3}"/>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BE6B1D3D-20ED-46A2-B331-1A637629D2B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455F31EF-BC34-4C26-A8BE-C600FD5081E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6FE1987-702B-4730-8576-75380B2CA032}"/>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6398A4E5-65BC-479B-B34A-E5923F13EBA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D29934E-AB61-4454-8D01-CD0C03298E9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D9202845-52B9-4CDC-BFC2-E4FAE7548FA5}"/>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359289AC-2E0C-4F53-ABAF-71355171D3C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462EBDC7-3310-448F-BE09-DAEBAE0BD47C}"/>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4B250BA-01FA-4BC5-896D-A17D6B124AD7}"/>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5A77041A-556C-4A98-ACA5-490AD9930E02}"/>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B1BE658B-8373-41E6-A906-64AEC63BE90D}"/>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2893E485-5B90-499C-955C-732C120D8D05}"/>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9B761E28-8395-41AB-BA7F-560A075598D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C7518A75-798F-4406-9C60-D3555D6FA2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12591645"/>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B8CF8C1-1B06-40BA-A4BB-29EC911776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AD5E02F1-0A1A-4715-85E7-43731CCA05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4A9911B5-0E7D-43F2-BE81-7E9C2DA7CB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5F3B1EC0-085D-437E-8E93-650C1ACB0A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8F9430E-2F87-4A96-826F-8836B727D3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2403AA5C-92BA-4697-B830-A69DA8F425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2E57270B-52B9-4192-A2EE-628CEB7DD75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C5D1D6D-99C6-4840-AF11-FBA1143BE6C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A7552504-BA26-4F3D-819B-BD3FEBE6D18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E8636C7E-529E-4DC9-B490-7B075957F89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F7E2472-7348-4CA0-A3E6-1DDA66FD041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01607C5-51BD-4868-BA8D-67AA6FBD28D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5360A4C-8DEF-4654-8CA6-4F7DA7E0A76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6E8471C8-49F6-448E-8412-932C929C5BF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DCB5679-B7C7-415E-942A-6924F20BC61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FAD33EC3-CA95-44C6-9B51-580CB17AC09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89763BC5-5E5C-4BE9-95E8-29A30BB6FB0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ACE850BF-E577-4AC6-AF0E-D9C24A92D31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B74CEF8C-1186-4695-823D-AA0AEC1A267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5C3E2AE6-E33A-4C49-9C65-777C8712E1D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AADAF9AE-1EBB-4E57-BD41-CBF6F9CB6EF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07DA331-05B3-43E9-8659-EAACE117972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5A02C76-EC2D-4792-8E5D-1C83682130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2765140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AE17295-ACFF-4DB2-A65D-3A864E3459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AC3B89B7-6EF9-4878-A3D0-0A2AEEFFFC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68A81DAA-01D8-4D56-B322-412D417A85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9B954F6D-4D4E-471A-9035-85B3921C7A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1E06E0C7-C7F4-4875-B922-48FA964E69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02F715F8-6436-47D5-B2EC-E835D4F588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AB05F1F-6B24-4296-B117-1641CE1D4B9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2FF90E8-CC55-4E9F-922C-A7CEC39C12B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24F69BD1-3128-4B7F-8A27-685F0F098D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01428DAB-D532-48FA-87AF-DD3E968727D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96B75D9-223D-428B-97A6-C4C9D1FD46B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1E20F24-59F0-4604-99B3-E26EFEF9B0F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EE384472-7521-4BCD-8066-84B8038C536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1201B64D-CEC4-413A-92FC-EFFF6F6AA2C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9A4D32ED-FB83-4D95-8F6A-4F3CDD00B0B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E3FAB1D1-3E7D-4233-A244-08EE4051E76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FCC3915B-D606-4A77-8DDE-D8834A42D43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63AC97E1-D031-42D7-B13E-3291FB716F5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3589A193-2179-4EB7-959E-F61F47D1045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8C8019A-7C38-4CE2-804F-BD3ECD150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D22A621A-45FB-4552-9D12-5A552511A69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E55F0B7-E497-4B2F-B4AE-B0BDF82CB21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5DD0B17-D716-4701-AD94-867DC9D9E4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936558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E16CF8D3-6171-42C2-B522-6051758B00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9D620340-80CA-45E4-8A44-7DEB83D2F7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73AE557C-F8A6-4BE3-B37C-7B50B9E373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445B3EBF-8893-4C6D-8E6A-2969473C00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642EA4CC-CBA8-44A2-8492-72C6DEFA27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A58C3E88-7E2E-476F-B34A-36C58E41D6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138854E-0383-4678-9BC6-29EA0DFE283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D332DEA-D347-463F-A11D-71DC260A3C8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983E0290-9392-4830-BB68-ED942E8144A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7505330D-FF75-48BE-834A-97B80C8FDA3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BABAC67-F5CB-46E4-804A-06A775928F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F48418C-C774-4012-B65A-5474867CAEE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E9109BDD-9FD2-4397-BDAE-08978AA42FE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C7F86F4-6170-4931-8051-BB3459C229A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1F1B250-BD02-4578-A3B7-8C8C16C2E23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438C5792-DC7C-453E-8745-D057A2480A5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F47DD32-DA48-4D63-9FF8-4EF894C7FD8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76229E22-F1FE-4A4F-9A78-A90905CFE39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C025BDF2-E0C7-49AD-8DED-20561546A50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8280DBC7-DA27-4996-BB31-2EE960F2074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4E379C89-B6F6-49A1-B3B8-8A51CFB5C14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4A79734-0E50-4037-A06A-B96F8741BE8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B550E03-2AF4-4F27-891F-A1BFDF5E49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450085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F4060711-1504-40F9-A277-A43C4EB0B2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4DB392C8-3ADE-4230-8ED8-8D7FB17EB6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E2BEFD6C-5C49-449B-B145-7D5860AED9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AC1C8620-02AD-4B94-B97E-11364BACDA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D288974E-867C-410E-96DF-E882AE597C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A9DFF87-B0CE-4358-9438-635375F2D9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52DA4B0F-0ABE-486D-B45E-6E392E53901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04CFFCF-9FCD-4CF2-9935-08B4C1F3468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AE32EBF8-5632-4030-95CB-30F045D1BC9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05E482E7-EE01-4B96-BD1F-5DF7A57901D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A8B75D5-1B4E-4B38-8254-F8CB33A6F0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A9F7C2D-3D9D-4114-8DCA-1374D88DC27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8A84342-E034-4504-BF27-5055F993943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DA91B81D-6687-4A59-8174-FC250E96CEE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AC7BB49-D1B5-4276-8E0D-AE98ACB20CF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1B63D49C-A885-4BC1-9DD3-B0270F1DA52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03845BDC-B238-41B8-BFB9-E76EDA0A276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F31B046E-407A-4011-BA3D-8AFA9B31356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1BF0A51D-96F3-4F6C-ABF7-B685612749A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4CA1CE4-E18A-4BE3-8A86-D6B8495AB84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66C5DB23-7B53-4A03-BE2A-5C19995B9C4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07106C7-1860-46D2-9713-7D966FF44C8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99A83A3-DA7F-47E1-95DB-39B47BFC25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154450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99EAB68D-B152-403B-9865-C413608B0E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45596E97-3AB1-4AED-9634-215CEB4B75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F4E603C4-ABE9-439B-B4C2-14385FE6D8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57F31914-5101-4A60-99EF-CA1E8CA2BE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09D3691-2BDE-45C3-BBAA-ADC6E49B72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DC268344-1777-43C9-9338-C3BD48E347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82784424-8D9F-41CE-B2BE-8650BC1F919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F819F56-457D-4637-B7D2-9CB2B678808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C7C3785C-C2C7-4FAA-9939-47EB5EA0CC2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E26CBFA-3DE0-43D4-AF81-639C6246FE6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70F23D9-ABB3-43E8-9F9A-C52223CA9E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B58DD32-992C-40A9-AB3D-2BDCC0EAF44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E939B424-1CE2-48F8-9708-2A9ADBDB874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015F28B2-2E54-407A-AFDC-EA2C6D36A35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F67867B7-11D3-40CC-BC84-6F8AAB33753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9A286D67-D7E5-45C4-889A-8DD0C1E68E0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8660A08-D314-4B72-9585-629F943C0A9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0D086F4F-FACF-422C-9347-AACFCADA77A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5454C0BD-D3A5-4286-A307-08EA4AC4E45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42177A90-C704-4A15-9C04-800C88F3E27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13DB8F2A-452F-4363-8F90-9353460693C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81A91CF-F6D8-44BA-9456-1704A10FC97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9B304C0-043F-4EA1-9AD6-AD9C49C180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52382182"/>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7D4D917A-45EA-4BE0-B357-A9E142D99B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63A7CF64-22BF-45E4-A4C3-EE5895C249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6CBFEFD9-26A9-4106-9697-47DBFEFCB3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BD216989-2A73-4E31-A5BC-7B5E91C095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EDB39D00-643D-4619-923B-86623D1DE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AE8EBF6A-91E3-4720-A89B-02D019421E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401E9DC-B24F-4C05-A30B-8EB881E90FB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190A6B2-DE0D-4586-94E7-C3042CF36FE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1B9C4C04-9BB4-4C2C-B705-6F1D2D19327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D1F72C7A-FDAD-425B-ACAE-D5079C48BC1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3573B0A-01AE-4318-A6DC-71CEC45083E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4FDF72F-C879-40A1-A7C3-A2ACC7EE484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198BD5F-BC7C-44BB-87E4-F6194971135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FEE7C48-A0DC-4D73-B71B-DC826E8207F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51026C47-3AF3-4134-834C-FDA3736A35B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B0B4189B-9B2B-4155-9A8B-AD173A9ED47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6B6580AE-EC4F-455B-808C-F231AC88B1D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DCFB752-5CE0-496E-88B7-E4F9D8B886C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83917B90-B3E8-4BC8-858F-01D0EA0B30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3105E73D-8010-4962-A8BF-E8D8A1EB91B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31793CD7-978A-4BA3-AAB0-6CF4E399D99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B6F87EE-F449-47A4-A97C-CFDB8B6CC14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060FFF2-C1D3-4547-BAB7-4401ED214D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92501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7E4FA309-36DB-42EE-90C7-2878ABB5B2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4986E696-92AA-4A5D-ADE8-35EBB1586C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5C019BD6-54F7-4D16-8A0C-48ABA008A2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25E99586-46DD-4ECF-AB6E-E9EF74D529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C917AA1-6B16-4043-9213-C1349A9A7E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418D3CD-C321-446F-A620-741AB56EBB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5810BF5F-5CB2-4E70-9D1D-0659D1ECD66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FC58AB8-D9C9-46FC-ACCC-FD0FF770887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E5CB3C7-CED3-49C8-977D-54A1A6DC7AB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950EB5B8-B596-4FB8-9F88-A866FDC5BAB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B63403B-FF3E-4DFF-ADC3-2AFF6B76D14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5E23816-8A9B-43E3-A11A-36C762AD306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CAE73053-A4B3-4417-8E47-A04538A3292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8D3DC920-FD1B-4090-9CD3-2E41E358667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CE0BF645-13C7-4093-AE30-49DCB2F7744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28C2A9E-4B9E-4600-9D17-DE6E6B0DD14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3B125F6-8D7D-4D82-B064-953B008AFC5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6A76B1CA-9732-4B50-AFCB-AC9A31977EC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84E8097B-CB1D-42EB-B2AD-3FA7E55837F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36FF200-8A25-411B-A952-6D7EA64C869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D98CABCE-D731-4577-8445-4B95E0D5970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4CB7D8C-DA7D-412F-99BC-FD1614B93F2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8591B095-CCD4-48A2-88AE-F8654C6DA2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845123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7A84078E-7FA2-4B52-AD88-B0D1C9CE88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15F251F4-6E9A-4DCF-8AC5-245C57AF15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97168FC0-ECE3-4396-8D58-0F48039624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0E2B1E24-0ACE-4011-A807-478677ACD9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45EA4703-7FB5-4180-9091-E615EE90DF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75FB146-38A1-41BE-BCEB-E5136DE908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BC5C1500-102C-40DD-938A-8BE51864104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8723483-C6DB-44C2-8F7B-5B8EA0DC368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BA8352E6-1232-461C-8DEE-0F37262C119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ABDC155D-925A-42C0-BA37-3A82D158648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2493B5C-DD84-451E-A8BA-A5D23B20B65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3A0CA96-78D2-49B6-B11B-56E4DB2526F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8D51FC6-91C0-462B-A981-E6F0155056E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0C13C86-82C8-4368-B750-341B0C4256D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213BBEB0-2862-4FBC-9E10-4F02A4E5EEB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F133D22C-AFB0-4EA2-99DC-4BCA6B2A35B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B4F67CBB-E409-464B-AD64-6B0A40345BF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C767F320-FD40-4B69-8C68-26E4AC08C9F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1F73B0EE-2DFC-4C6B-82BB-C2AF20D788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4D70876D-C929-40A3-BBB9-842094FBA26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0BE9122B-E3F7-4623-B25A-017081472DA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A804C5E-98CE-49BA-9806-1EF21DC557C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76B1ECA-05B6-4482-AD57-8BD8AECECF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937461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ECD84004-D406-42F3-8380-5FCE36E223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9323D478-A657-4F13-990A-791758D7A1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4FD7ADB0-9A9A-452B-ADFC-D260CC47D36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4C30490-BD4A-4302-99F1-2A74667FBA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A79C9AA2-D716-4EF1-8A04-997F9A48C5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6D221F96-959B-4607-B206-4FC66813AD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3A6B7A97-32E7-4A75-A24C-E417BA4974FF}"/>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91822AB9-AC1E-4BA2-A0EB-1E059FA9555C}"/>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83C2BA5-3CFE-4B50-A9C7-1D49BC6C015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F730977-2188-43B6-BBC2-5C69140A8321}"/>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3D47053-8E23-4362-9DEF-73DB7B309667}"/>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C556A513-AD4D-46AC-BABE-469E769CE64E}"/>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E20363FB-152D-43AE-AF32-16A3D8AF4B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671327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FA029928-4EBB-49C9-8726-220C5C671E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CF2FB379-C2F5-41BC-B4DA-F854C58D1A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8D1803E7-922C-461D-B020-9D7388E4A1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BD1B521A-18A6-4723-AEC1-60DFDFEFFB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3AF300F3-9522-4017-BA08-A8B56B4F2F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411877A8-B688-4B4B-B114-1DA5D4B88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CEE43E25-31AD-4ABA-8E47-791578835B7A}"/>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8D94FFF-A640-495D-9435-EDB79016A808}"/>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96E6DAEE-D987-49AE-B800-C6862E3F60F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D614F949-5FC3-4775-A8C5-EA709124A71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0335CB3-8D40-47A0-8DC1-5169D5A67EC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80C76CA-E919-4E17-A7CA-7087CF811263}"/>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B219913-9F3E-4B63-A384-FD4555C270A9}"/>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11B392F-2052-4A60-BFE1-5071EAAB742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60ED8B69-92A4-4051-A3E8-6D05FA13F31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D378FB56-F0C3-4495-AFA8-114F586F5D8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082DB3B9-EA51-4DE9-ADC7-2B99C7DABD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745397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9DD37049-776A-482C-8B22-009A39D8CE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CE242357-EDCD-4E82-8E3E-21E035895B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DA34FB84-5956-42C7-9E1B-0F34EA7C91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F4543F34-C3C1-42DC-9E98-A7E137FFC9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612C149C-8C1D-4EA3-A320-B93921EC7C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AD426FA-FE91-44DE-B032-EA758C37E3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0404D357-F77E-4E00-B072-1F493643202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2C82D58-B812-4AD2-BA81-7248C5E81226}"/>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E666673-CD67-43B5-8617-AD903D044C9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E529D0F-D01F-4684-93C2-DDD65AC2608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CF8678-F18B-4F03-9AC0-AC39EF755595}"/>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53E7DC9-E4B6-49B7-8362-0D1D8C8F0A6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BAA37D5-C107-4431-A8C3-EBDC0594E70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7F7247A4-2BBF-4FD9-A121-6FDCB1B83604}"/>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9E3AF20-EF26-4E91-A4AF-2D081022270F}"/>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407BA21-C829-4226-B5FC-93B2275286CF}"/>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86E01BE-E6B9-454D-BC6B-C218D9EBFFD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4CE16DE-FAEC-4271-B377-CE811239E77A}"/>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8FAFBAE3-2C2A-4642-A06F-9BD42B33EBE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DF67110-FDFD-4880-99A5-42DA236A3DB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F447537-8870-4D07-B0BB-8CBB23C63F7B}"/>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CBF4154-C8FA-4D65-8FAE-0AD0493291C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84EF73C-7289-42ED-8814-F814595B6B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166297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3A2BFB8-F62B-4634-AF5C-0FD200359C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D614CC93-99B4-47B6-85A6-788321591D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EFABE65D-6E35-48DD-84C7-DE4C65BF9D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C84636E0-5CF0-4800-9597-ACF9163513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60274492-310B-4218-80C0-C90AA6E062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3FE1245-2035-4491-BE03-B7B13FBA52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65684037-0714-4650-9791-B4453FF26A9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AD3A806-A4B0-459F-A4AE-4509716CD9A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ED022FF-AC3B-413F-9D9F-6FABDAEA49E6}"/>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9527B50A-D697-46B9-B92A-BC90A92B5B46}"/>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DF974BE-27BA-4F7A-8B2A-C76581078A73}"/>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26242157-1836-4824-A327-E768D0C5B68E}"/>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C84918B-B5CC-444F-991E-A759A299844D}"/>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5A75EFCD-9F62-40AC-B001-5CB0E26FF64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889CE36-5A78-40C5-A7B8-DA7BFBBDCAF8}"/>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3FA5FCB-E0E9-4E7A-88EC-2D40FBFC5670}"/>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80E70A3-1E7C-4F6E-BD00-19CE8B8C6243}"/>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0E96EA4A-39C2-438C-83BE-E3499DCCF08A}"/>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CAC7700-F2CE-4203-A975-17EF1406653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B937CF99-D2D6-4712-ADF0-4F6C1E530E90}"/>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FAF0032B-D5EF-4795-884A-2DD8BA107AB4}"/>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F07FF7DD-74C2-4DB9-893C-AE72C4CE85E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7FD5BB1-DEAA-4DE0-B4A2-50A9C48B6ACC}"/>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7FBE755-69A3-47CF-8AC9-EFD3CB7B94D9}"/>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5B0C7BC-ABB2-4B55-825D-32A40A01D10A}"/>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AA7F8375-D5BF-4264-B3CD-F8095F0F4E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967244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CFB7F5AF-6B0D-4DA7-BC80-773703C0B8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2FF5344A-2060-4DA4-8853-D5D03057E6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1D21CD46-8CBC-4F7B-99B1-C6831293C0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52C5060-3E16-455C-A42A-B1E86EF7C1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BF8D3762-3A30-40E6-85A3-DAC26ED4EC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7EE81029-04B0-436A-AF37-DA3E32F436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CE07FED4-06DC-4E48-9223-9C0B68A1285F}"/>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CDACD00-42EA-49FE-A4E5-C4C37B2D581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30FBFF15-011C-4EAA-A118-09727A797E5C}"/>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4236317-8196-4A92-9AF1-6590B03ED876}"/>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32FE30E-1F62-4653-BD5C-4627AC4CD349}"/>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2F811847-06F0-44AD-A02C-658C6F415348}"/>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42F3DFDA-6674-4E8B-96AB-C0CFD14B9DDD}"/>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9731A802-9482-4859-A7A6-140A84375974}"/>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05409538-D231-4EB5-B1E5-8AE09EA1E386}"/>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FA1B0376-F3B2-4574-9123-5D4881302E3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906436C8-0A67-4906-B689-6B5536C50C1F}"/>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0D70B3D4-D3B1-4389-B307-306EF357536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92FEC87-D526-43F0-99DD-0A32AFEDF161}"/>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09ED140-D9E8-42A3-97F7-FA9026CEB076}"/>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167D8107-C1EF-4639-B009-75712280420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D26273A2-B44D-481B-90D7-B0772BCC8DC7}"/>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31AC854-0616-4FD4-ACC3-49AFA6FF3DEA}"/>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57545717-2C22-4582-916D-8FDE5E33322B}"/>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413AFC1A-1A15-4AC2-8845-78A01857799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7B695CF5-394A-4CCC-97D3-D4A41DFC375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7B6F02C4-82F8-4039-89C6-104F1981B87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F485F45-5705-440E-AFD7-421BA81709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24072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C7B6641-9266-413F-BBD0-7DF0F372D8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7309860C-FB86-4739-8A1F-FFBA7B018C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FE22AB26-83AE-4560-B5B6-EE9C47F826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1F8B477-AA00-4735-95F0-CFAD31562D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C2CDD04-BFAE-447A-A0CD-8638C242F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EA68406B-F13E-4E94-94CA-1F866A2C26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37DB4C49-46AB-47BB-81D6-BEB84A45868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AA9015A-D601-4798-87EB-3D5543439A7E}"/>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34C1997F-31B1-4159-A36D-82DBA608E7D0}"/>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589AD8F-36F9-451A-907E-60D50467DA84}"/>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58A94046-C9B1-48EA-A323-F13E12CF34F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F355D359-5B7F-4BF9-99D6-71C97D1FEF42}"/>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264510C4-4B82-4827-A2D2-07A357743533}"/>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DBDCCDD2-2874-4440-B1D4-FA74EEFF7EB1}"/>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7EB7799-45CE-44ED-B38B-4D5178A02D1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8800C516-6F30-4C30-A157-7230AB13F74C}"/>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E91C02D6-CF0B-459F-ABB6-34CA130B424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3D979D4-155A-4272-A04D-3DC184701EFD}"/>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F85DE566-BB9A-4673-B1E8-04740F1E4DEC}"/>
              </a:ext>
            </a:extLst>
          </p:cNvPr>
          <p:cNvPicPr>
            <a:picLocks xmlns:a="http://schemas.openxmlformats.org/drawingml/2006/main" noChangeAspect="1"/>
          </p:cNvPicPr>
          <p:nvPr/>
        </p:nvPicPr>
        <p:blipFill>
          <a:blip xmlns:r="http://schemas.openxmlformats.org/officeDocument/2006/relationships" xmlns:a="http://schemas.openxmlformats.org/drawingml/2006/main" r:embed="R64ae59ecf6744d2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432FD9B3-FF20-45A1-BFBC-C0CE127856C1}"/>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E0C324D-C2EE-4E15-9B78-5683B6CCF5A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EEEF13E-8540-463D-B4F3-66A9C80FB919}"/>
              </a:ext>
            </a:extLst>
          </p:cNvPr>
          <p:cNvPicPr>
            <a:picLocks xmlns:a="http://schemas.openxmlformats.org/drawingml/2006/main" noChangeAspect="1"/>
          </p:cNvPicPr>
          <p:nvPr/>
        </p:nvPicPr>
        <p:blipFill>
          <a:blip xmlns:r="http://schemas.openxmlformats.org/officeDocument/2006/relationships" xmlns:a="http://schemas.openxmlformats.org/drawingml/2006/main" r:embed="R2ed517bd68bf465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81CDE4E-6B08-4A94-9D2C-D422D23A1290}"/>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C716BB04-83CC-4F3D-89AF-43F6C47115E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E0FE632-8C47-4092-927D-7FAD38A7B465}"/>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5749A64-F100-4E02-B706-B54131A6F101}"/>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2E36E72B-F895-402B-B011-4184AF9567A9}"/>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0C98008B-2F8C-4710-870A-095D49B0F7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99634727"/>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2962413-36B2-4126-8FE9-BEAA0CEFBD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3DF25919-3AB8-4F92-929B-F8292B36AD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07E09BD9-C0D3-493A-9943-584B928EC1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1152C0C8-AC3F-4E81-842D-23E7AB6253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68B219B9-BF45-411F-BE9B-944A99A0BC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3269ACE0-4323-442D-AF71-44300D436D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90B6534-73E6-4AF9-8985-22CC5BABA69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4933F6BA-8904-47A2-A237-3A2F8F78766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1F78C3E-9E17-44D2-908C-747F4C3F195B}"/>
              </a:ext>
            </a:extLst>
          </p:cNvPr>
          <p:cNvPicPr>
            <a:picLocks xmlns:a="http://schemas.openxmlformats.org/drawingml/2006/main" noChangeAspect="1"/>
          </p:cNvPicPr>
          <p:nvPr/>
        </p:nvPicPr>
        <p:blipFill>
          <a:blip xmlns:r="http://schemas.openxmlformats.org/officeDocument/2006/relationships" xmlns:a="http://schemas.openxmlformats.org/drawingml/2006/main" r:embed="R2d6ddac2a93b4f40"/>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B65CCC2D-7A9C-40D8-9196-10B878170CF2}"/>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B3376FD0-1029-4BEB-A1A2-9FE8D97E4F57}"/>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907CC79-1C48-43CF-A056-D920C5045F80}"/>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ECB12D64-7F05-49F2-979A-ED69326DFAE3}"/>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0BBC4684-5719-4CB4-8A95-E230D4FDDB4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6AB987F-18F1-49BF-96C2-FA5FDE72DFF3}"/>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D7065988-9C96-4813-AB89-AF7D021BD648}"/>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64EB01A-94BA-41F0-A8DB-077B406ACD5C}"/>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033AD271-C701-477D-928A-DA17D741EB39}"/>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57C2849-3F62-4085-B051-DFF3FA2C5A94}"/>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8916C66-6E24-4589-BC21-912CA2FC5EB3}"/>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36B9445B-C265-43F6-BAF3-6D6336E68F6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B466EAA-9F13-4AB9-8561-65F45966EBCD}"/>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B2552EC-D282-4A4E-A620-33B3A8762F55}"/>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04A75AA9-1FAF-45F5-AA84-D69B394D2F41}"/>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6893528-F496-4D7B-91EA-BD15C15B288B}"/>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6A2FE7E-7A64-4542-8784-E18E82978A3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287F2C3-950B-4AF0-953C-529DF0138A9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228C02-3F97-4138-921C-DB8A6EABD627}"/>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8B923F61-61C8-48C0-A2D6-DF882CDA25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9859948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ABFDEC61-7736-4641-A6DF-02E8C32DF6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138242C4-1574-40FA-A0B8-B0CCB39371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26AB7C9B-550F-44C5-AACB-1972704A1F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38A03639-F90E-4158-B1DD-4A68872730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F5FC6C89-F0B4-4231-A570-6CCA03E88E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F963C319-852C-4A21-B5D0-E9958B161E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5F5EF943-6ADC-403C-961B-5184FEFBA771}"/>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DCA04AB-CBC8-46DE-B58C-E7D136007658}"/>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348699E9-646E-49A1-8ECE-841FB037BC02}"/>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EAD7ABAF-3310-4E80-A98E-CA466D961490}"/>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C1753A02-A1EE-420A-B5DF-451D0EADA82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A041900E-DE8D-4FDF-9971-8A5FA7B9473B}"/>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68EF0ECA-D79D-448B-821D-25BD1E062512}"/>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25A35ED-87A2-48E6-8BF8-B2500DC7F23C}"/>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B51FEE67-BDB6-41A9-AEAF-617C6AED4D4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F02CA6F-3C1D-433B-83DA-7FE26CF281D9}"/>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1E14B56F-AC78-40FA-8837-593A9B32187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F52ED556-4797-4A7B-9D53-B55E0AE718A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3A6C5619-FF19-49B2-8AC1-BDAB1E1B0037}"/>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E6365E59-4E50-40F0-923F-EA6E0D70E5EE}"/>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CBA039E3-F548-4241-8A16-9D6C5F11FB5B}"/>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693CB30-958B-4CB5-9AE9-7507CB80359F}"/>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4417CDA-44AC-4503-B7D0-73E7F49DD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301311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47973A93-28BB-4BF6-9613-DE627AAB47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87B1F455-749A-47D6-9222-52CD7956E8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C342E0E7-485C-492D-A238-C5F08B12B1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EFCBC77-1E8F-4BB6-8BF5-32124A234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0BE463BE-5253-4521-A8E7-CC9F819D92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33CEF99E-8F6D-4254-91C4-B7EDADD85B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1DC235E7-3857-4ACC-B37A-30DA400F47C4}"/>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9784C0C-010E-438A-9A70-FA03B8F6492B}"/>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F0E170D5-64A3-4543-8E21-BC85F7EBDA9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52C7682D-EEB1-4D20-988B-C41E119ED353}"/>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84A6FDAF-8C53-4E5F-982E-D7B7E2691B30}"/>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7A2C8FBA-DAAC-4083-AFEC-7DC7B54411DA}"/>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57C42927-B352-469E-880D-49BF11E9BFA9}"/>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73AA46DD-171D-4D8F-A17D-A35CD05D7DDF}"/>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A6C98F72-C21C-48CC-BEE8-03CC23943CA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0B03AB73-5A91-494C-AC78-778C0D0DFA9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EF7D8934-4F41-4539-9248-C4A85A539148}"/>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439F843-5C94-4064-B602-432E7F332E07}"/>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60618C73-1681-4C9B-A449-76BD54FC542E}"/>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BEC250E-B411-408D-98B7-B47909AB696D}"/>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C44F7B6-52A9-49AD-B828-11799FEA846E}"/>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BB6EA661-FD32-4265-98BA-14B6C3E9424C}"/>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E5526FE1-C900-4411-968E-1632AF924E39}"/>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31F787E4-6D5E-481A-AF93-010E913EC0DE}"/>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69348235-DA26-44D1-8B5D-F1BB3DC3B843}"/>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0C1477D2-E545-4CDC-931D-3660500BDC91}"/>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01964549-FDF9-40D9-BBB5-D58D79CCE563}"/>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62F1B903-0468-45AA-A5CD-231D8286C359}"/>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1A7FCC7-C241-4075-BEA6-71380FE69237}"/>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1D30CADC-D061-4850-AF34-FABFA273B7C0}"/>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E2CEDC38-B0A5-4F6F-9C31-3626B105173B}"/>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05614AC6-E832-4F03-83FA-D46552FAE00F}"/>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39077A32-53EF-4560-A9C6-AAC8ECAE9B68}"/>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FC6B01B4-37CE-468C-94A0-1775F7F8A57D}"/>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CE26C99A-AFF9-48CA-8788-42700C448D1C}"/>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70D8D5E-7F65-4E58-A2FE-491CD904F8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387219F7-06C3-4678-97B6-80E68AA23008}"/>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EE75F3E1-3759-443A-A41D-76C23D200ECB}"/>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9D427221-2AB9-4218-8151-DE0043790473}"/>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05920D25-7AF8-4193-8248-944B42A2EB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185021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34CC9328-D518-4E59-BAE1-1464EC6D71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A5FD3C54-99F8-4F9D-8975-D809517BF5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9619D2DE-F72C-4850-BDCC-6863296822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A76E9352-2101-4432-BCB2-22AA38AD8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866C935C-0EC8-4C6A-958E-2764976A70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3DA281BB-A9A3-4E89-908B-93F03ED65C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4998DC59-B2DA-4C1D-8076-E48661671273}"/>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6DB6CBF2-B9E7-433D-A85B-F1B446A793B3}"/>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3209F8D8-3395-45EA-AF1F-D66ACD1CE772}"/>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70196676-57A8-46C6-940E-5BB044534384}"/>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C722CEEE-21CF-4BB8-9BCE-CC8B5EA17900}"/>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A707C9D-18CB-49A2-BF07-2FED0C154736}"/>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DDD4A6EF-7048-4246-AF60-F91435F959D2}"/>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C1CAA71-5182-4191-9B6B-9A1A39C9B5F9}"/>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E21187A-B0E9-4C96-B063-F40FADC3A249}"/>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D02D8847-D5B3-4BA6-91ED-7B8066A21FA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EF235C3D-C226-4DEA-A17E-92E99C34E33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3CCC595-9E64-4747-8574-C236E9AC2A6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4FCB7E6-E0F6-4B3B-AD06-0671C3051185}"/>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C0E9B367-E47B-4B56-BADA-B7B8D054E19C}"/>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1B909BF9-7B23-4903-8A56-260A90BE818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725890B-5BAC-4D39-87C2-A651D263A0E2}"/>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9629D954-F675-4562-AA88-E06D593725B7}"/>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0C2A51C-7BE3-4752-A749-51489A605479}"/>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BEF8BEC-9F56-462C-9431-C7F353788AF6}"/>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BBBCD86-A3F9-4B50-A257-69D82936F736}"/>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39D1ABB-833F-4BCE-BE35-CEA72223FC6F}"/>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0558BDE5-3DC0-4C0A-A98E-FB6D9B33EB78}"/>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F5F20B5D-F2C2-4D7C-AA22-86EE4030CDC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074C0CE4-2FE2-4144-9CB5-7141F344F25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2D2943D9-1FB3-4BCB-816A-7628083A3728}"/>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1002EC5E-5720-4BC5-9D47-86FC3D5FC7B6}"/>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5B7DDA3-63FE-478D-BD7F-E55B5B9B6702}"/>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C1108C17-33C7-4C7F-8E51-E066B37E113D}"/>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DFC8C511-491B-447A-8F14-3C9558FE78F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8E7FBD94-1211-4058-8364-D022B6840C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8687241"/>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28304C1A-CA68-444E-91F1-E4B8251C02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873F576C-79EB-4088-9B8C-0F88AA2E94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82E317D7-2B5C-4C64-80E8-E59033002F5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F6EAE16B-64E5-4F36-A875-26AE636990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3482D52F-B2D4-40B3-B33E-59D51C9E1C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C8FCC16B-64EC-4F80-A384-478A473795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B4086EAA-4785-4FF8-84CA-4AFAC34A96F8}"/>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327AD127-2080-4545-BE90-0BD254FB6A1B}"/>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FE2A4E27-B96F-4F9C-8693-4A204BB74463}"/>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9BA9671E-EF1C-4A0E-8088-8BCDA54B1834}"/>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A958444-B0E2-4810-A38F-8097A30731C8}"/>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AFFDC7-B8A4-4AC3-8BEE-803934BC9E20}"/>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A2E1F81B-5F4B-4333-B04D-78ACF47B750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60997CB7-5986-4700-9A6F-02756D38768C}"/>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5FF9EFF-A884-4E07-87BC-C0F3D60820F7}"/>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3BE3617D-C6DA-4FDC-8BAE-EF4D5A953B8F}"/>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7F0F4FE0-7026-40A9-8132-8FA1DEB3CE93}"/>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AA77571D-8759-4CB8-BA58-0C4F2D34EFC3}"/>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EAEB30FC-CE38-4948-98D4-32BA558E1435}"/>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52AE508-4839-44B6-8CAC-768536A593B0}"/>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BF427D68-995E-4748-8BB3-3723E0FF7C3A}"/>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7B61AB6-7E54-49DB-8484-EEDF83B5B8B8}"/>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0673DFD3-7862-4CD8-9403-8CD76138FF85}"/>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FEAB489E-40D4-452B-A15E-B94414A34A50}"/>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0406FC3-EEE5-40C9-BED9-4DAAA2EC5F4E}"/>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840A3879-6C8B-44AD-A94E-30FAF2D9F68B}"/>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B0DFC47D-14F0-4873-99A8-5FC277924F3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8C7CF02-22FF-4CF1-83B8-1AB12BE79616}"/>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5F436B5B-EB7B-4D16-AE0C-991F8475326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BE9F3265-737C-4C24-9651-BD98C2C2DD05}"/>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C0983D09-3A30-4639-AB55-6CA3D7A042DF}"/>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C5AF025B-E37C-4E19-953E-BE032F7EB6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0133446"/>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B515C41-58DD-494F-8E72-29756FEECA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8DADF445-EB5D-48FF-9E53-FF62B50EE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0CF9ED32-576D-45AC-8552-D1E640D3C2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2144160A-862E-4405-8361-ADBF5D9780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33408DA-D098-4872-A06A-8544A20773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F8225A5-E78A-42A4-95FE-8E7F94A12A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A58709F9-8CEF-495A-96C0-57C5DA18025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4E724C86-D85E-4E2C-B8CA-BFCB1A2D3CA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01B1B9C4-438B-436B-8539-CCDC5F66301F}"/>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77630420-4F22-433F-8EFC-6D22B2AEF363}"/>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28049F4F-5383-4430-8EF8-9B49D24362A9}"/>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D474CDF6-0D3B-4247-8130-32974448DDAC}"/>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0F643450-7FD8-427E-BECC-D1F8D6159BC8}"/>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F4B0838-024D-42A3-8C12-3C23A5AB94F4}"/>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30AFA1F3-B440-48F7-87B3-BE1D85544E7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79BC80A6-2900-458D-8BD6-EDDAA328EB19}"/>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E0FF52EC-CBB3-4E02-A78B-AF12FBCD5AA7}"/>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0FF53FFE-4C90-4D39-A9C5-9531093B112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69BAA0C8-8DE3-4B39-87F1-F73A5FBF3E3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B4C7650A-A58D-4734-8ABE-3FC2E356D73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8E355AA-6B6B-44EE-9524-5C6537654CB1}"/>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3531BCD-CD98-495A-B978-B2C3D70F1996}"/>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C82059AF-46A2-4847-902F-F1AE63198995}"/>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B7827C79-A954-42B3-8AF1-5D4896441056}"/>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31E590C9-55E8-4788-BD3C-78D4C7A3AA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184353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81FF5AD5-E84C-47B1-BA2A-E1D478DF19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8A258824-21CD-4EDB-8318-604E2EA891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9F9F9A9B-F5D6-41B9-8D5B-4D87C0063C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26374B26-D23A-4065-BC46-9D04A5289C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A02D14D-44B2-44BC-BCDC-7DAF13C263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3B6FF77A-202E-4A17-87DC-3FA734700E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44E19B3E-B817-409E-8916-95D73B1ECF1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B8C91ABA-EFC4-47A6-8669-FCCDC3960D70}"/>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0760886C-4283-4557-871B-CF4C097B127F}"/>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3B939665-1E86-4F0E-9B34-6621922B6D9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0B12B4D-E599-4E01-B3F9-15CF0E2FA74A}"/>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E9AC7627-C9C9-4E46-8F1D-D05B6DD405A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F1EFC2F7-930C-4BDD-B635-4840114447D9}"/>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D39FF97E-8CFA-4582-8625-76BF6F8D8B12}"/>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F836838F-2632-4FD9-8D65-3CC6F1423F72}"/>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24E2B32E-DC7D-45BF-BA52-82B966284A4B}"/>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4AD5CF1-FE69-48F5-884B-FD1B43901C60}"/>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98F13381-889F-4B44-8370-7F803874F6A9}"/>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4BCA7A5A-D51C-4C61-84F4-AC66E3A6DB2D}"/>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BF9A0D0D-14E5-49F5-907F-D3CAEF5CDC5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7335B9B-3089-4671-8D7A-FC32F79135ED}"/>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E746DA50-B205-4E3F-8EEA-E835EB035DC5}"/>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2AA6380C-0DA0-4911-90A8-D4D6F06A015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822F95D4-EFB2-4362-A67A-1BF41E6F50D3}"/>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BCDC506E-13B7-4AB9-8BF3-9EA87553C60E}"/>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22309ECA-8E56-4B22-A2EB-97541144B570}"/>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55D9B6E6-4501-4A2F-B764-9CBCD3D56EAC}"/>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99C47A45-5D1C-4130-8DED-65F430972321}"/>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1925FCD-029E-438B-B329-D9DE4EE4C8B8}"/>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CE600BC0-0F5C-4B3C-A7A6-5992514FB43C}"/>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69E6CD4B-1A84-4646-8B67-E76D357153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8A8EF683-6EC9-485D-8600-66155B9B644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88FEA81-005D-4B8F-B40F-4D47E08F76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611984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16E30C50-E64E-43FA-915B-4377539D24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65B65DEB-534F-4FAD-AF13-12ECC5CCD4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9539ABA9-B239-4862-BBB5-C603440BBE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2D2FADB-6DC3-46BC-A49F-49AFA87F57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811C312E-F488-4EC4-9820-56FA7C83E4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29C7FE58-6552-419F-91A0-FECCE6A215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6F3C9FB5-395F-4C1B-9054-1DC21FA8D54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40CA38B2-E312-476C-BDF6-C3CE210A8B9B}"/>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9D345A3F-07C9-4409-BC0F-0FEA096E5131}"/>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9D5CAC43-80F7-4FBB-AC97-E5176A42EE4B}"/>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387ECDF3-7781-411F-86F4-5D26BF1AF661}"/>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AD87B5DA-C695-4E08-B7B4-FB7FBFAE5C43}"/>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82ADB29D-B449-4A1E-93AC-8253483953FB}"/>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E48F53A5-AB63-4F1E-9AD7-29E8F9C7EB9B}"/>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4AEB4578-A530-45B2-99ED-515A2165715B}"/>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1B5F9E39-CB2C-4ED3-BDB6-D63CBA0E4C26}"/>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5B2221E-4137-4FAF-84D1-FA2DBAAE2EA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BEC5651-F48A-4099-9890-304F05665417}"/>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4BFDE561-63E6-4738-91DA-D933EB56DEE8}"/>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708F7C5-27E4-4B23-AED8-DD970E7BE82F}"/>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93A4491-8065-4229-86CE-2987659E4B99}"/>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A1ED3DA-E699-489D-A4C7-C12900D40CE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B780D280-2023-4AD6-B73F-8124D2BB3CB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B78DADFF-B068-47A7-9A29-891849C9992E}"/>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A1FF10A7-2021-48D8-8395-BEAF3A027314}"/>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F8A67854-BC65-415C-8A51-2D8C00A2991E}"/>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AB9E32D8-E9D7-4B78-B089-C9D938BF6DFE}"/>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F4FBB73-0161-4CD0-BD23-1F41C3388D81}"/>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79D34E8-8A69-4E9E-BA70-7882F65ADAB0}"/>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B9DC0B5C-E276-460E-A3A4-47E3DD4831F1}"/>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EF34797-44F1-4B64-AFAF-699DECEEDDB5}"/>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D344B2B3-B0AA-4AE1-A124-2BC9A9C6F10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E40E256-35E0-44B0-B61B-B71B09EFC541}"/>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9BDCD35-EF25-4AF6-914A-34410422175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E43D6DF8-38D7-48A5-9CDA-465CA635C633}"/>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1FE8FED-25FB-4DDD-AB2D-2A3CF834C5E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63CE87C-AF89-4B8E-B3FF-8780E3E53C7F}"/>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4040C2BC-F87F-447C-A394-05C78BFF08B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5A0C6B37-06D7-4057-8D35-60D580F2C649}"/>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2F37B04-4414-4833-8A84-FF8A271CBFF6}"/>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49A9C938-B833-46E7-93C1-4C75D1219A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633177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1748C5D6-63E1-47E6-8FDF-810403901D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4FA7CDA6-8052-4141-87D1-BD5AE00F38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31E1C6D2-15E6-4EB9-8A0A-DA27D6BD52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24A81A2-49F8-4012-BDC6-71AB1E8609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3C35E2F-BAE8-47DF-AA3E-15AAEFAB51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FC0F502B-714D-4DB1-8C0B-911A9C00D0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A1B9A56F-FE31-41CC-B5BC-18128E1F95D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659EF219-05BB-44BC-A50D-CC277BBEB52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7A15B602-934E-47FA-BD18-0B92EC555E7C}"/>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C944AB4C-881E-4C45-B475-C40AE15CEB7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CEC13E5B-9EF6-4F33-B5AE-30767DC9A9F0}"/>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3E330C34-5408-45CE-ADF7-9C7EDE45866C}"/>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0AEAC44F-C193-4518-A15D-5643242B512A}"/>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AF1BEAB-0676-4C9A-B79E-2E53FCC1259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3095374-7A6C-46DF-B8A9-FACD4C0541E7}"/>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35220E1-E30D-440F-8A83-3391D6C9BD39}"/>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9EA432F3-06A6-4199-A2A3-2C4CE2E52AE1}"/>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784AFC00-1AB2-4885-AECD-6F4A7EEB5BB6}"/>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BC55BA0C-3E93-4B1C-85E9-3F56D71B2D5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EBCDBA75-7CE9-417C-81D5-19F9F3F3D825}"/>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A839884-1010-4A61-8325-6689A6965D5E}"/>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7149750E-B1EB-4DB7-97BD-F005B235B280}"/>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CB1FA5BE-6417-4756-919C-57A62088D567}"/>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262B714F-39DF-4321-89F4-65BA2CFCC8A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B33A31B-E18B-4AFB-BCF4-E17C7540913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3CBBE585-FE39-4293-AA3C-D6F030312E2A}"/>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74A4FD-C3C3-4A8F-ABB2-39A135655FD9}"/>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9E8E98D2-6B4B-4396-A36E-3490CA25DBE0}"/>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93F0D51C-040B-41CA-89CF-9108F59C7E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860322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B331BF1-6311-452E-820E-B28AED5680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AA9640BE-8190-425E-8EDB-64C32C5304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88B6CAE4-4D4B-4040-8C1D-7000E74C35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DB2D100-2D52-4F59-A876-009ED92EE6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0429D388-6C1C-4E8E-89C7-46E9EA0133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05D06322-333A-4937-ACF6-B0CC06849A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C34BA021-CAE0-4517-8CDD-43AC71011EC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A97F6C1A-0DD7-4647-9E7E-CB810324C30F}"/>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1CD02662-9EDE-4DDF-ADD0-45D13F9DD325}"/>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5C0D66C9-F699-4F0E-9DE9-5A8936C87E6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681EC6D0-D392-40A9-8FB3-7D6E8171A707}"/>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EB7BCC35-BE4E-4E80-8419-60FEEB9A5A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031E165-C834-4135-9002-29859E7D255C}"/>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52472E42-7924-41B3-85E1-FF0B59FEE1D7}"/>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4CD669B3-3B05-48D0-91ED-1D7B963B3F1B}"/>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280D6B54-A6D1-4AB5-AA37-DAAD6641D359}"/>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471797E1-3F8A-4BD1-9D9D-0D0329EB8289}"/>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C96C3874-F385-4C84-8C66-7E5A3C65224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E7EF862-D5F7-47F7-9F32-4821F346AC9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760466B8-8D0C-4FE2-A9F5-7938CA043511}"/>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9D8CED4E-03A7-4EA4-8F20-71BF9C54D2D5}"/>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D2D9E152-BCB3-4D5A-940B-5909D0D70FE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4FB50820-EA35-4D89-BDA5-EAF560603DFF}"/>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C223495C-8535-400D-8ECA-FBB87A5B42C3}"/>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A3CF630-5C2B-4361-8108-A5744D29783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FA17CD7A-C398-46E4-A316-B9682CC9DA7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0AB90F6F-754A-4A35-9E66-840C9C7B2766}"/>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F053C1E8-1A22-43FF-B232-1BE4C5F8CD52}"/>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96FC609-8A29-45BB-AD89-5BA4AAA51D7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0EE1F13C-622F-4368-A245-2D21DE8B963A}"/>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CE6A5273-C8D8-4EB5-8B2B-4F5A1ED71C58}"/>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55B49D9F-4A2D-492C-A732-6C27DA831254}"/>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0C35C38B-10E2-4E79-8D32-4418D882EF3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C09F96C0-0C27-4263-A37F-6EAB2F7CBCE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9CC38D3-6DE3-482F-B18A-656C979FAA33}"/>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3A0B2CA-01F3-4F04-B26E-A3E063211E6F}"/>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425BE359-16CF-4D13-899E-50437944F7A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4704DBE-1A2C-4AD4-9DD9-4B683DB57F8C}"/>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841882D7-C8B2-45F7-8327-53E8554CF4B2}"/>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CB5D68FC-5FAF-4715-8DCC-5BA678AAFEA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6C64DF-15B8-46D9-84D5-5982C16790D4}"/>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C7791D5A-97DA-40AA-A9C6-0B08F245790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3F9A6776-7495-427C-94DD-81DF242522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7730619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E9D911E-78AF-47C0-87DE-2016FE4FAA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961B3A4E-C21C-477B-B564-9F7850939D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D93359E5-DD07-40A9-B2B9-9A337FCDF4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B9137F8-EE3B-4729-852A-3C6AF91E40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E822D788-7B6A-4DB8-828E-B827AB03C3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EF4EBE8-9A5F-41DD-A2DE-5E90C8F9B5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28BA7370-6D8F-49CC-A15B-4295753417E6}"/>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7B2ED3BA-3358-4456-848D-DEDE073806DD}"/>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7FBBB640-05AC-4F81-8A2B-A841B875E73F}"/>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1876AE4F-346B-4BE9-9BEF-BFB5E97707C2}"/>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822C9886-45D2-4D52-88A7-195A8E3BC758}"/>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01665B52-5E24-4078-9D3E-8B056BE74B0E}"/>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0126F205-5D8D-4F14-B345-A8593411E6AA}"/>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19A12EF7-7CEB-4916-943A-35412A64B8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0D6F40C2-6CDB-4BC7-96F7-B3B7723A08DF}"/>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5A2087C6-3625-4759-9E6B-F7D936CD5364}"/>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395CD94E-EB68-474B-B70B-83542EBEA43B}"/>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356B761-4F12-4A5E-B649-96311C8B3373}"/>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311E7D27-4956-4095-AACC-908F67F43414}"/>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A35844E5-32B1-44C8-8378-D2F8E57FA17D}"/>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41ED284C-0BF8-40C9-8AB8-7B1FD68D23B4}"/>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B7B34346-6391-4544-B505-B80BB078EA69}"/>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E292B9DE-B3E6-4A21-A083-F086B505291A}"/>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1EAE8D78-9BF9-4170-A608-60FF58152769}"/>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2775079D-6566-4A43-BECB-925B749FB4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502617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C0E86311-DC0A-48CD-89CD-D509C0704F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715AF2D6-9810-444E-B059-BB59EDA165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A1556080-1370-40A2-AB77-4D1F97FF69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BBEDBA7D-683F-47D3-8BAB-550163FA23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8752BFC8-A110-4AF2-B157-8CC0DD61F3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8F9C9C59-F47D-47CA-AE57-AD20C46B0E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7595CB41-8472-4D46-827E-A77BE41D73C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09D45819-65D2-4BB8-9313-663D40BC8214}"/>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DC4A3DCD-1213-48CA-A9C9-3824876446C0}"/>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B0DA62F8-903D-4C8A-B0C0-C0ED6AF6BB3B}"/>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0EC9470B-82B3-4082-87E0-F0F32E7D30B4}"/>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FB0050B-DB29-4A5A-9DD4-DBC52D538E16}"/>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7FB991AA-E9C3-414E-86FD-7C325D4E9A82}"/>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60FC50D2-5AEF-46D8-AF12-D3821E236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585378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2AA46ECC-387C-4FCD-82C2-9632AE129A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FFA5CF5D-E637-4FA9-97EB-D85720E8F3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BD6CAAF1-30FC-4443-BA6B-856442E4B0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5EE0092D-5B2C-4EE6-B360-2333F5E824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34A2C90B-A46B-4A10-B79A-5FEDFCD797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D777557C-31B2-441D-82D1-21AB2A1478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0290EF61-2B7A-4D2A-A5D0-D24F9924D3B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830F642-C785-42D6-BCE3-3A4C7C2C667D}"/>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3C6D5B72-A75F-401E-B4A5-EA7523B404D9}"/>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80EC2C43-84BA-4E5B-BAE4-1D5066BA9765}"/>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598E346C-49B5-4527-8006-1109ACF645B4}"/>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3C78B0F8-8187-4B22-B86A-014980ADE779}"/>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138FB823-1406-4F42-A5DE-6122448F6E21}"/>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0ED1E-0FB6-4D6E-8982-0E450CF38CCA}"/>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AB5726A9-B1B0-4F38-8421-A957117DEE46}"/>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5CA829E6-CD2B-4FC7-B9CE-90EA931F320E}"/>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6D073A3-7360-42FD-ABF6-32E8A4F756A3}"/>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AFB0F6FD-0B55-4A01-83F9-D206CCB29073}"/>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9BE3F336-B0EA-4152-A26D-715B0944FE78}"/>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FB4529D0-5875-40F8-8912-35064901F444}"/>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C916D534-4BBD-45B0-895F-6D278ECEFDB3}"/>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D2EF8E62-ADEB-4582-BE2F-7878ACB5DF5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7007B41B-E652-457F-A853-82DF54D1DFF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BF627992-E207-4950-AA25-B090A4A20998}"/>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04336DEA-38AC-42CA-A6FE-D80DDC9A5032}"/>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B47FEB98-B662-494D-8826-AE4A058457C2}"/>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9BA0B73-8345-4183-B2E3-B155ADC1E867}"/>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46BBCD2E-10CF-4A29-8445-A74C43D37E2B}"/>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11DF2E96-770A-405F-8925-12E57BBC30B2}"/>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AB88AE-8A8A-45C0-B6A9-61E70316956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C543ED38-275D-4A85-ABC1-1A5F44F9BAB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8ACEE7F1-02B4-472D-A7D9-AB11B9C93E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191466"/>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72FF602-AEEC-41C4-A83D-9D1B0BAC76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91E285D3-7551-42BF-B59A-2DBA9570C9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179578C3-2513-48D1-84A1-C4ED77699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F9AC25C-C971-458C-A208-040C4872AB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8C3171A4-C1B8-465A-AC44-3D6A753E8A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7A5C4346-19D9-40FD-9CBE-75DBB2D95D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D59D503-7DB5-48D8-B8ED-3BBD74E0288B}"/>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34EBC0C-AC97-4956-9CBD-61697450D6E0}"/>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8F1C72AA-A7CE-4AC2-97F9-19F16EC1616E}"/>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0112E3DC-8D74-458E-91BC-A95F9FF40681}"/>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8CEB780A-2FC2-482B-BC0A-27CB7F27C4EE}"/>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818C0F95-7EC7-4C99-9E55-D8F23DF63462}"/>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F349DA20-4AF8-413F-9165-F95742A3FE86}"/>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0F26D656-DA05-4AD5-B964-6024318054C8}"/>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8F0EAE4E-7140-41DB-A692-6772A0CDF425}"/>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61926007-39E5-48AD-8507-891752E2E9DB}"/>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ED22A526-2E69-43DF-A1C7-6ADAE4685314}"/>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F6199C62-75CD-49D1-A667-532A8A51E38B}"/>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93BEAE29-D101-456D-A860-A74CA714CB26}"/>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9F092E2-B605-46F2-905A-753B12E00DED}"/>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76E96B82-40C6-4753-9728-3E2C36CB36F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557C5A43-F406-44D7-92FF-DE21453D1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4747131"/>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B6C4B4A-7AD0-45EF-B9C7-C43B72120A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34D231B5-77E9-4CD9-8C50-D484F1A576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B591217F-5D21-4460-BA27-35C82F0643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AC789F40-BAF2-4C7F-9514-27DC248164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055D0EC-AF1D-4B8B-A279-F9F1631956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98C58A0A-7F89-4C18-9CB5-4795E172F7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792951AB-7FD4-48E5-8DC0-877F70C57961}"/>
              </a:ext>
            </a:extLst>
          </p:cNvPr>
          <p:cNvPicPr>
            <a:picLocks xmlns:a="http://schemas.openxmlformats.org/drawingml/2006/main" noChangeAspect="1"/>
          </p:cNvPicPr>
          <p:nvPr/>
        </p:nvPicPr>
        <p:blipFill>
          <a:blip xmlns:r="http://schemas.openxmlformats.org/officeDocument/2006/relationships" xmlns:a="http://schemas.openxmlformats.org/drawingml/2006/main" r:embed="R53b7f80ffcb8446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69D4E04-684F-4C1B-A68B-C4482CDF53E4}"/>
              </a:ext>
            </a:extLst>
          </p:cNvPr>
          <p:cNvPicPr>
            <a:picLocks xmlns:a="http://schemas.openxmlformats.org/drawingml/2006/main" noChangeAspect="1"/>
          </p:cNvPicPr>
          <p:nvPr/>
        </p:nvPicPr>
        <p:blipFill>
          <a:blip xmlns:r="http://schemas.openxmlformats.org/officeDocument/2006/relationships" xmlns:a="http://schemas.openxmlformats.org/drawingml/2006/main" r:embed="R6f172f945d134219"/>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396D403E-F6FF-4561-BC19-49A958A5B325}"/>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DE6769F1-A439-47F0-A3AD-F0AC8B23029C}"/>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7C9331C-F3FA-48E9-9FBB-DE15F934D623}"/>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212C83CD-4C9E-44C2-AB09-EEC676CEBA6C}"/>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07988D02-6281-4382-B623-F54ABD138A2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AFF77ED-F621-48B5-B0D7-77F06D856628}"/>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081B5B87-D964-4C96-A529-DE959850484D}"/>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CA18FD5-931B-4B7F-9726-7E3B7C40199B}"/>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78798B9F-B6E1-4244-85EF-92C1E74607A9}"/>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7CB2A2B-88A0-4FA2-A193-52C950CE9E7B}"/>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6D722C9C-8903-4BC6-B919-DD158AE98023}"/>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C7797C8B-5932-4FE9-925D-7DBD7337087D}"/>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D672ED20-1AA8-4967-A576-2B3F5C7B10A7}"/>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DCE8480E-8F9F-406B-B4DB-028830734FF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53D3B1A0-00CA-4740-B634-B4BD5C630EB3}"/>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BCB25928-8497-4774-BC36-5D8C465D7FA7}"/>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7ACE4025-FD58-4562-90A0-85A97B06996E}"/>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24EC9A9-E164-4D73-98B2-FDFC0D1FBB3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DFB1745E-C240-4BEB-B9AF-A7AFC6126D6C}"/>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94490FA8-1BD7-43EC-8FDE-FC051025AC78}"/>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A8368488-E63A-47E2-A84A-FF8725476EB8}"/>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B3595F36-6495-4B65-8BE6-ADC92FA8D661}"/>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95435F31-FB97-4894-A096-5A1B927B5F79}"/>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1F78E38B-F1E7-4E57-821B-F3DF522E126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1624096-190A-41E7-AF22-C6AC6D6BAC61}"/>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C24DD00D-2B41-478F-BD4E-0A9F5E0A8D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52019858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F66A227E-3BED-4303-A7F6-4C3EE1AB48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D136CF09-34D1-49B0-83AD-678EFC9B7D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8089F9A9-C04A-48F8-B669-FCC9EA3394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5EBEEDE-E260-4FC9-B9E8-89F7A316B4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A6064AA-554C-4F68-8E39-6F26D699DF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844FC52-D30B-4E5F-AF37-5771B74EE1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4A6DE15-16B9-4359-814A-4C53C0A61A4F}"/>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C76BA7F1-B9DF-45AD-B0C4-6A065CB9D371}"/>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EFDEECA7-9293-48AE-ABD0-4F21DC65A8D4}"/>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006524C0-212B-4207-B9D1-D36E3989EFE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7A9EEA59-F927-4804-A682-CA4ED7EA5C8C}"/>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0EDE75B9-4F9C-4A4A-9AFE-FF4D403864F8}"/>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134DB502-C298-4860-9A38-D7B50D1BCDDE}"/>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3DA8E026-98B5-415A-9F3F-8AB3AD886504}"/>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8258609A-BE66-40D5-8973-AE1EFD45631A}"/>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4EE7FD3B-E140-4F4B-B1AF-060753944728}"/>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98522EB-1C34-49DC-B957-D8DA580B21F4}"/>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A0E394F-C0C5-4DB2-B406-3715BBAAB90F}"/>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B53417C8-5AB4-4C10-987C-6C878B7291AA}"/>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87855CE-56CD-4D0F-AE76-0A060B324277}"/>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69F6F8D-F4EB-4E55-B1E9-17C9CBB22E3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C9224FA4-90BA-48C6-8584-A2EFF8B35B6C}"/>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983B72D-939C-467F-8A6E-899F681F9B5D}"/>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599F8560-A939-4969-AC91-D8EA0F4B980E}"/>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58C99DFB-C0FA-49A6-92E8-5DEF72B63C59}"/>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852AC0DE-0CFB-4122-B87D-B26FD54A1EE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8474704-BE98-4613-A93F-F03E20467AE0}"/>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836ECE0-559A-49E0-8F51-934815DE4457}"/>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EED797C-FC78-4CDE-AE5D-36E50084311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C5752DDF-78FC-4AA2-BC79-CBD26BB4061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C4BDBAD0-96B5-4F8C-858A-40E7B4F629F1}"/>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769ED5CB-1CFA-4D44-8539-D9F8854AD225}"/>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7D76B78F-29F3-4CA4-97C3-CF06B3926BF3}"/>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B7C836D9-C437-4E7F-80FE-FA2B70197AD8}"/>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0B02FF6E-6AE2-47DD-AB57-8FE0888B50BE}"/>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7FC853D-E461-46FD-B27D-7A41AA32F744}"/>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48071A45-CEE2-4FD6-BE20-CEB602F90A53}"/>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A663F02B-EF7C-493D-9BFE-9EFB05BE07E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DF344ADC-4611-476C-8F2F-9C1BCF1E1376}"/>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B232DCEE-F49C-4AC0-9DC0-D4698ED760F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124B8CA2-921C-4705-A3EB-D3440804828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DA42EEA8-25CA-43F1-B1F5-7B57671757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235999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E62731F1-B6BE-4543-BEE1-3F9E9AE6C7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8AD74076-3B13-406A-9786-5EEDB4B8AA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752F0CDC-2219-4B7B-959B-A23DA73318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21A6B2F7-61C9-48FE-8671-8AD55B36F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5BFDA86E-1A9A-4DF8-B578-3083C53B78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2EC2F640-9BDE-43BB-A195-740C976D21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135B3795-2040-4EC7-A58B-FA7016F794A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E98A18ED-A04A-4606-9F37-C8E22BB2D7C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CA67C624-233A-404D-818A-AE64C611A611}"/>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2722CCB0-723E-4C45-8372-C8936B28BA38}"/>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8F40EF-E94E-4D02-8C99-8406492CF628}"/>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F8FF0772-0195-45A1-B953-AC4943BFE81E}"/>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D0D0A786-E2E3-4D0F-A075-43235F16F92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4E564774-E59C-40B3-BC36-44593370B5C5}"/>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1C55FEEC-6D50-4624-A3B8-F0398AAA3DE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F61E71E9-9472-4A59-B643-BA8F1D33502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8A744387-BAE2-4C3D-A4BE-F5B0B7865CE3}"/>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97DE6CFC-9629-499F-99CE-5D5F3B80BDDA}"/>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13874E05-7BF0-4608-A023-0E6C66E8DEB1}"/>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2C9C6F56-954D-43CF-9E2E-6B6284CD4E89}"/>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6F22D84-714B-45F3-AF20-3500A6688EE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2BA1F1B8-42C8-49AA-8677-76D563146045}"/>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48367D0F-DD15-4EF3-9E86-8AD6F3F49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7320662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2D8D590-BA2A-486D-A91A-AFE722148D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B78EF38F-DE3E-4DF8-99CB-094E46ACFE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F57D33E6-5149-4D30-8B9F-FB124CB67B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CCB48701-7A6F-481F-826C-BE8F6132F3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6B0A7AB2-4BE5-4774-BDCB-4DBD351F92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868A806-358D-4D27-B9C9-B5199164E3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224CCDC2-5871-4E3D-A4EC-9AFFD83CEF4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778BA2FF-90AF-4E2B-8403-D1DC609D01A2}"/>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7D9ECA5-4509-4DC5-8695-A5620ACEE74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D50D0DA1-5DEC-46B7-B697-3C934A8B91C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B63C051-E0FC-46F9-A43C-01A4F8247F62}"/>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6293D283-FDB8-49C4-BADB-65B449096BED}"/>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E3080A33-8652-4AE5-9045-9A36825FAFCC}"/>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CD42CF60-E7D4-4C6A-8D43-DBD5B1B0499C}"/>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23463E9-350A-45B4-8256-CB2A873D4571}"/>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D5921A6-6D3F-46C1-85AB-B988250881FE}"/>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C647E753-C265-4EAC-BDA3-18908B2E85A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447ECAE-55A3-4562-90E4-B424FD4E1B1E}"/>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1F14AA38-6839-4C47-BF03-5B454A63D380}"/>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98F569C-9BB0-438F-AEFA-49AB4E73AC91}"/>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848D4694-9D40-40C3-AA80-B6E0BD29C9D8}"/>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44D52036-C6B5-4660-88DE-AE60DCF9BFB7}"/>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C328C816-68B0-4A0F-A94E-BF483B70603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1049873-F42D-45C5-9B7B-77B92255E0F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06FCCCA1-FCBF-45B1-BCED-E12AE793B7CA}"/>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C1A49A69-4E66-4157-B15F-5253724D914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7F3EB739-478F-41D6-AAB4-22697AA9D8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951385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7ACDA710-4C4F-4396-9182-D79BD579AC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19A3096F-B329-419C-B0CC-49470119D8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833292EA-9360-4CC3-B474-9D02015191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ACA3154E-98C2-472B-B6FF-3944CF58E1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E615DF96-D86F-4F8E-9086-5CE007966E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9104F52C-930B-4D83-8F79-E2CC181B0C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4D577478-C933-4B36-BC54-09096A91CADA}"/>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C76B3E7-B6C3-4C44-B58E-6D395E57DEC1}"/>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4D08D7A3-2F32-4505-A930-A562D080DDB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25C74BCB-C8EF-455F-A6F5-ACBCA90AE463}"/>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8938505-B0AF-4D6A-8EA0-ED1B4B36E820}"/>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49104265-9327-4EC9-B84C-C0FDBCCF09C9}"/>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D5199934-0ADB-48C9-8DBC-F2F308F3E6BA}"/>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EA4391F9-D695-44AB-BCDC-1703F58FC90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678B42BF-1F13-44EB-BAE7-1ECB0B166EC1}"/>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A9F9A8C1-7ABD-41D0-8D15-7D70F10DDCC9}"/>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D98576C9-05C9-4A00-B821-4758B5EE458A}"/>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4961BE6B-18DA-4775-B788-59074E955D6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12BB89D0-A78C-46BB-BCA6-A8E60341C00A}"/>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48B2AF0-B6C2-46E5-A72C-D05435BA87D2}"/>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85717CA3-DC10-4870-AD33-0491020CCF0A}"/>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8E63FA6-8F45-4CDB-871E-EB8786AD4F7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657D591A-7403-467E-AD47-DE587D5D20C3}"/>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9A3677F2-80CA-41D9-88FB-18D4DE00E7F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46F5D24A-F1BA-4D71-A420-B6233CF82CBF}"/>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CF07149-4908-4825-9E6C-E8325194F468}"/>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6460AF9A-B816-4803-9685-108376447B7C}"/>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70823D88-E13D-4E75-943B-3B15D8305A3C}"/>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F57C2F11-B2B4-4629-8D24-FC5312B2701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05877AF4-61F0-4BCA-A02A-CD3F5ACEB0ED}"/>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3E16B8B8-DA5D-4532-B603-E6257B2B00FE}"/>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752D41E9-6370-4E2C-9EB3-BBCA248D310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20A134FB-A8ED-4A48-A399-E43824B981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159414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E229B66C-45E7-40C9-8924-EF77ADBF7A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4C620912-EFBF-43CE-AE4C-231B7BDE46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B91993A0-9ED2-4491-BDA8-54B5607E5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A027A119-288E-45E4-A937-372B7B54EF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C09473C1-8E4A-4248-BBE2-EF480293D0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A3D3DFD8-59C0-474D-9E6C-52F39BD5E1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CA15E12B-04BF-4E0D-9954-99029C28F189}"/>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7A9E974B-A33E-43B6-B8C8-66441DE162E6}"/>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8C21338C-D42E-4CB4-A6A6-333946E40E19}"/>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C5FD07E-802C-461E-BF1B-3D69E9E0DE1C}"/>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3A69529-E8E0-4902-8DF1-72B8B5A6EF2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F9A4D87F-D0C6-4369-A2B4-220241F6297C}"/>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24A838B8-FB0E-4BEF-ADE9-57B6544BCC62}"/>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FAFA2F37-9084-4B6A-9C51-3E50084B88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6662456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67DFE3F4-5B45-483D-99B5-7B4C9A9121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F6867DB6-DEA0-4B78-A9AB-EABD6CB76B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9FA11453-4FC0-48F1-920F-386A850478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B5C5434D-DF8F-4A8D-A405-A7B2AC171E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B7FBE202-BE9D-47E9-A80F-598F3A68DF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253C695A-4A44-4EF5-9E0F-EF30CA9A60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A2EE2F79-DD2F-4961-A0CD-BE2D7B0919A3}"/>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99EF5A80-45DC-484F-8B54-B0497174AB65}"/>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49CEAB48-8649-4C39-9A74-EAEE0009C972}"/>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0FC8EED8-A329-46E5-97D1-F967B44E436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5AEAEF2F-AF4F-46AE-8BF3-7345FC0C7F5B}"/>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0E664744-7FF1-4168-89DB-8363C9E372A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AE45B01C-D869-4DBF-99BA-9F2F72406635}"/>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80AC1E60-210C-429A-BB59-CBA015840D21}"/>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5B7089F3-2632-49B8-8654-1BBFBED15B50}"/>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6A3428B2-81EA-4880-BEF6-64AED1475C3F}"/>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5866DC-8535-4FAB-8AAC-1066448D859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20B41658-FF2E-4E88-A764-7C482021CE8D}"/>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99C72DA3-CA23-487E-97EB-77092D202698}"/>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AFA3AF16-52D1-4167-8626-7A0190CB4CA1}"/>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6CE4DF67-FA21-417F-9209-0D577087AEE0}"/>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5F8354F5-3530-4FD7-9BE0-1BA4251EDBEB}"/>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2B761796-B6A2-4C7E-A09E-2F8B2AFD8D64}"/>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0A0264C7-3F66-4968-AFB5-A61DBFF9F1B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74A2B561-8188-46AC-A126-1FC73B5FFA05}"/>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26C7BC9B-0845-4C04-A78A-0B82EEBECCDE}"/>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0F04EB9A-88C2-482C-862E-81284B96462B}"/>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D880A151-1D39-4B14-A135-0BCCA742490D}"/>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8FAE87D9-F3FA-4788-AA8D-9C86E2E584FF}"/>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81D5A486-2B51-4FA4-AA80-183D507D2E9A}"/>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FC80D4A5-E224-4FD0-9720-D23E6EB96E50}"/>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CF71A4BF-378E-40E2-96CD-92FBFF65B2D1}"/>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B33B468-E931-4DE9-BEA9-1186251B3C8E}"/>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F11D7171-9267-410E-BBA7-802F49CB9B2D}"/>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55A45511-FA38-45D2-8380-0DA804BD544F}"/>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47596251-15A2-4D57-AEBE-116DB495894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6D581E25-E823-4AA9-A3C5-EF275429D088}"/>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B5DD0FAE-ABA2-4646-B854-9F899CA844AF}"/>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4B6104AC-EE1E-4F3F-A1EA-84CBA5655A6A}"/>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7D7AE63-E1E7-4981-A320-D4F5E26E0C75}"/>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91215B91-CE29-4952-9CFB-0D0ED0ADD45E}"/>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41ECF24-E5D1-4FA7-8F6C-A8BAFBFA8A93}"/>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2E77EFBF-2B7C-4417-9C9F-55922B0C72D4}"/>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814FACEA-3035-43B6-8B20-803071A11B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32840825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C932820D-9692-4FFC-A5E7-65C62068D7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B591D73E-5677-4B6C-A53E-860522DCC9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7F2A5202-F0C2-4712-9448-CBA26D3BF4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1D614FDE-8A84-4488-AB11-909B397AF6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681EED7D-BF68-4464-B1D1-2EEEC57127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976B3571-E4B5-4CAD-B183-F829DF8CE0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330F5764-9D8A-49CD-8D1F-BAE58F4DB72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0BA8BCCA-4A03-44A4-9113-6569D5481AC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3D1409E-39FB-4DE2-857E-8BFBB9E0495D}"/>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AD61941C-165A-4FF4-B714-2070A85A4727}"/>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F7C11FF7-9584-4EFC-8B75-225D9C923FE4}"/>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85F1C8C-01AD-412C-9E1E-17623FF928F4}"/>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C85971B-61D2-44D8-BD76-84AED8453C9F}"/>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52F38F55-A0C8-4C28-9276-ECAEC6423FFB}"/>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B6B9BC92-D8C9-4E78-A547-A0FBE854406F}"/>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6AA5B29-65E7-4690-8DBA-4F8077D4FA36}"/>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9A45327E-88E3-4D48-A058-B5FFB71264EA}"/>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1A496501-38D6-4F06-845A-956304D83EDE}"/>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DD4F3A5D-BA1F-4E2E-AE67-4A1927E43A2F}"/>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10C15D0-3A77-49DF-8B34-82CFC91AF59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919078A7-E855-49BA-A591-EDEAD595DAC4}"/>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71DA918-C17B-46A1-A2D4-2EA629BD5BB9}"/>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823030B9-B0CA-4DA1-A7F2-9402CD8837C5}"/>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EC225A88-B01F-4567-829B-E879FDD92132}"/>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AD4CD31F-648E-4F56-B3B3-B2D43E334921}"/>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34DD5825-389D-4759-85DD-BC2BF73D4601}"/>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F1A5A775-FC8A-4B44-9FBC-1E787842492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17FBA72-9BC5-4712-9148-04DC582CA424}"/>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0B9302A0-B77D-4AAA-8365-34583B106E3D}"/>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8FFE317-3AA0-4D3E-BBF1-4484BBE3BC0F}"/>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CCB163B-E2D2-43A1-A366-5DCD2F1FA15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E03DF13F-5E03-4A9F-9B25-77F461552DA9}"/>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08861841-5BDF-4144-9C44-B23F81923ABD}"/>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6BE5C254-ED27-473B-9F8A-11E010A0D589}"/>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241F4B34-3A9B-4350-AFBF-2444B1192AF2}"/>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A227B11-029D-4A01-AC48-724A23C49C8E}"/>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D50C1FC9-DAA3-48D3-981B-0F63457ADBD9}"/>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DB76B916-824A-449D-B1A0-A837B18B00E6}"/>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BCE3E2B5-84A8-40B1-8251-B95DB9E8E70F}"/>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43AA3293-5754-4B82-AD3C-3E21C1D19CFC}"/>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B09E40BD-8276-4290-9F62-E7AD333AF4CA}"/>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729CAA22-DC9C-4E27-94F6-B8805FF2A6C1}"/>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BC699F77-013B-4AAB-83FE-277C94D8A1AC}"/>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2636A4EF-37B6-40EA-933B-377E9AED3EED}"/>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B2564B13-7D2A-4989-A0A6-346DC6689005}"/>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C774BD7C-E08C-4427-81BA-0C7B673DED6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511ACDAD-E843-4832-BC4E-932441A3567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AF3E4FFB-EF5A-47BC-A727-8888467569A5}"/>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DB7D5CE8-2003-41E3-8877-4FE33AF3DC54}"/>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ABA70E0D-7C62-4C72-A349-0737A4731B7D}"/>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C16EF24-C67F-4D29-BEF5-28EB3A3F172D}"/>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6E2E4ACC-4544-4091-ACF9-1261091ECDD4}"/>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91F7730-A5F9-4905-B9DA-241096DE51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67F1C450-62B8-4351-BD96-A973D2BF3CBB}"/>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288055DB-1E2C-407E-BE04-1333371A762A}"/>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6F0BBA84-37A9-444C-9B99-595E5DDA0CE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56235E9A-F463-4CCF-A4C9-9CFE39324D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966747686"/>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6040844E-09CA-4FFB-BC7F-CBC93C9FB4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6D0FDF63-858F-4195-BCC1-26C9BB6992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59590DC9-05E4-4BB7-8857-BCE44509D3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670EF864-EF53-4C1F-9106-7D73975782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4BBC89E-D133-4B54-99D8-92AF6FCFF5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38D846F-19CA-42BC-A08E-702880DF3D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DA9A89F5-4F16-4978-831B-D12417BE7BA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7151CCBA-7430-4E17-910F-FBE594945CE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CBE430-F7BD-4EB5-A6A9-011125616844}"/>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FA2BAAF1-7FA0-4D81-B93B-129BE135BAC7}"/>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5013E1CD-4FC9-46B7-96BC-54C7FD9F09A9}"/>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960A817-D0C2-4C79-B9C0-9DF74DCBC1BE}"/>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6DFF0E5D-20C8-487D-A106-21083A905CE5}"/>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0A8208BE-1CAF-48BB-98F5-115B966EB027}"/>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fc4e84dfe9a4723"/>
          </a:graphicData>
        </a:graphic>
      </p:graphicFrame>
      <p:sp>
        <p:nvSpPr>
          <p:cNvPr id="15" name="Python 할당 피크">
            <a:extLst xmlns:a="http://schemas.openxmlformats.org/drawingml/2006/main">
              <a:ext uri="{FF2B5EF4-FFF2-40B4-BE49-F238E27FC236}">
                <a16:creationId xmlns:a16="http://schemas.microsoft.com/office/drawing/2014/main" id="{E6DD6880-DA7B-498B-9DB8-26446BB21E9E}"/>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A5922538-371E-415D-88D2-083D4342A7B4}"/>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9C3560B-CB50-41CC-A69B-2A2772AFC1B1}"/>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77E785C3-4893-4A92-BC03-873CCC4CDF91}"/>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D6266FDF-2562-448E-8B13-788F48DC1B47}"/>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E11E4F7D-4028-4321-B5C5-3C8FB00554FD}"/>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1073D8D2-9B9E-4B9B-8D5A-19CEF8E05B2C}"/>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01922C4B-420C-4C33-96AE-85A3F201582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4E3946B7-DE16-4353-8CDA-EA67C71EA905}"/>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D02412CE-833A-4F24-B878-A8A850AD4992}"/>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2F2D1D3D-E207-4EA2-A802-8DADE85398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379151855"/>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9BEF2E82-E5D9-4F23-B96B-4DAC566272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577890DE-7B2B-49BC-A822-F648C05AF7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B98FAC56-120A-44FF-8289-EC5473A268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6CBDEA9A-8619-45A3-88FE-04C238972E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681A429C-3C7E-40BB-91CE-FD343081C5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1B18EADC-917F-4E78-8A34-9EF7593FC8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D19285A7-31B4-47F8-B127-6A1BEFB471A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4C1F9421-A3C2-46D4-8BEF-91D130075B1A}"/>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F178BB5-F68E-4064-81C0-FD7C969C0E71}"/>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F591CF86-769C-42DC-8A8A-45A2EABD412E}"/>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864C300-26B4-46E5-B15B-ACCB2B7A6AF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C3209C53-C039-4AE1-B5AB-FF0D57B91A78}"/>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2AABCE7D-38F2-4B4F-A0CD-624D78A814E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3683ACD5-B31A-4403-A011-AE601AD6A826}"/>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9ABA1ADC-DFDC-436A-A6B3-33B463A5154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D1216998-5DB8-45D8-BD3F-64EED842E26F}"/>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140B73-E19F-4970-B23F-F48F65092DEC}"/>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AE84B2C-3CB9-470E-A7C8-038A0D6BE431}"/>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CD814A99-99B7-4607-ABB7-C85097E72A2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2CEF5A6-72D3-47EA-80EF-26618F04E007}"/>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6B5F458-ED05-4304-A6B2-438FD6F0004C}"/>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5AF6113D-BA7B-40B5-A7BD-85D8E716536B}"/>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3C3FBB92-EAE1-4FE7-8CB5-FB88DB5661EA}"/>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894DB257-4218-4384-8F08-CD0A8BF56CBD}"/>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3B0F6C5-7F90-417F-A792-D31FA3D93073}"/>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1B28B982-6F8F-46A2-96A4-6D41195C219D}"/>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4F07CAD2-F7EB-4C18-AEF2-7509F0582856}"/>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671E808-E3D3-4CE2-83F9-FA3DFD162F4E}"/>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72F1EC46-AA1D-40E8-B994-04621A8FD101}"/>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9229EAB-829D-460D-99AB-B643C3709349}"/>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31A2E756-E17E-48F6-89B7-F448BB972C4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C1E85FB1-9230-4CB4-BEF7-E7317C1F82BD}"/>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F0A5829C-3AAE-4D42-97FD-53588ECC84DF}"/>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FC431F49-CBDE-4B3D-A677-7FC0885521DD}"/>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DC1B5024-42A9-42B5-B8DF-7AEEAA6C683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B33FC60-A123-491B-9522-1252784DD11A}"/>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8A4E5869-AAE5-48CD-B507-8B7AF71B5B8B}"/>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940C0AE4-C9B8-4686-8BDF-68F0D309F3C2}"/>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E654ABA7-DDF1-41C0-8ADC-9D55E95187C7}"/>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F3BE31B7-6CD6-4261-8B64-790F8F53D907}"/>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74A1C8C9-ABB4-401E-A161-590E2CADBF3C}"/>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EB17E4EB-3B0E-41E3-84E2-4AA6DC28C12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192183B1-3571-439E-BFEF-FD578EBFC6E3}"/>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929862B2-3D9B-490B-892B-EC2D6CA075FB}"/>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7B1D2D5C-7DF6-48F8-B6A1-C4FFF7957F5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40CCAC6C-742A-4C65-BDD1-48740C6CD838}"/>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D07DA84A-44EA-4CAA-9685-7323F532C98C}"/>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E7CFD56-1C4D-41B6-80AD-69CB8B0FA22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DB3A8186-5070-460C-AFD4-560DA44AE6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35007927"/>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62683D3-0D03-4A41-BD9B-B4B0FDD6FC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6E5D92BA-97BC-496D-9BA6-ED232BEF08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63243EBF-D1D8-44B5-84CD-73AF1BDB07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B80CB69-EA2C-4F89-BAF5-279D55B611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234A539F-F691-4D2C-843D-D688C60F7B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C3DCE592-4EFE-4261-B60C-844AB60EA9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BA93AD3E-3909-4177-8D49-89118D45C2F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C4B3E0CE-4610-4138-81A4-F1FB0744B958}"/>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02E9DC1D-5422-4D53-96A9-DDA1FB49B870}"/>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DFCE13F3-4EA2-4D4F-8869-5511E3C8898F}"/>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C990FCFA-CA2B-4444-8E69-03FE501BB6A6}"/>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0CFC6CAD-AD7E-4867-9E65-D41DF42CA22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913335C8-DB0E-4AD5-9FC1-13E3B1A24794}"/>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E95A0443-29B6-4618-9CE8-693CE3A4BA2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A2180220-0AD8-4CBC-AE10-88E2B6B7466B}"/>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7BE66B2-E44E-4AE9-A493-C7A9382A5207}"/>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FD61396F-3A6F-4BFF-982F-BCE132F92516}"/>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3FDCB168-8F00-42EC-A7AA-80D6DE946105}"/>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F0F9B7D3-6FCB-4484-A582-AE496FDACDE8}"/>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C4F2674D-9082-469A-BBF1-02B68431441B}"/>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1600839B-6AF4-49F9-A7DB-D873A7284DEE}"/>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EACF9FE7-5C62-4F89-B28B-BD21AD1F52FA}"/>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67FF9345-B99D-4324-A894-1FE60DAB31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210062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1815AE91-9449-4974-8339-DF5DB37D0A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C2708078-FC1F-4438-AC0B-0E5B7A5A73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BB585FCA-5DC8-4B92-8909-B1546BB422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D635A3FC-2C81-45C3-9447-C7AFD90998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EB217D23-D295-4927-B5F2-0CFD3AA726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FA1B59F4-1AFB-4D98-93A0-32A387F1BF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D10E0B50-E541-4669-9542-6E1A4F0810B7}"/>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0461B91A-60E3-4349-ACED-ED17C99E3A04}"/>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B9A365CE-3886-4DC8-8CF4-677F1A90A0D6}"/>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3027571D-39A5-4C96-9E9E-A21F8F50A693}"/>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D7834A97-6764-46E2-9853-3B894682D322}"/>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599EBDAA-FBC3-4575-8616-F22F0C43454E}"/>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C8626346-E9B8-42AC-BDDA-C44A918DBC4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10A1F0-10F8-4556-9392-F613615A2453}"/>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43B2BB81-368B-44E5-A838-334EB8BB2D1D}"/>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45DC2109-D77A-41FE-91B1-8B8E8478D642}"/>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5A7D6E60-5D94-46DE-8D2F-08FF7B10D811}"/>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A448522-EFC3-4480-A801-7119C63CDEEE}"/>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A7712BA5-843A-4227-BFC6-6B240DE35E8C}"/>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48BFE892-16E2-4364-86D6-FA47640BDDA4}"/>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1AEE96D0-6D20-4D33-881E-BAC3D8130CE2}"/>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9627E803-3A0A-4745-A672-02166BAEE621}"/>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FA2CE57-CD8E-4CE7-B329-54A50966DF3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BC8352D-2D94-49F1-8AC3-5F2F90A2E83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4241951C-A817-4F10-B4EF-F3F1F3E73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868959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C3745972-AC3B-4905-A12F-6F95FBFBA4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175291F4-3919-4826-A0FA-31CAE98F77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4234283B-8632-4771-ABFD-648F2BA5CC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2CB092C3-7B94-4F9D-B8B5-2E7738F314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FC9B374A-AF2D-435E-B8C0-CA2EE0BFCC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B7EEC086-D8AA-4484-B5E7-669E64D428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09668C0-E0FA-4455-BE1E-4A4293FC2ED1}"/>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BEB8FD6E-84A1-414B-B781-60ED02B440CA}"/>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7878EE85-CE99-4131-9334-6B0D76B2C758}"/>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E6EFCDE5-030B-4674-A25E-E221F2D60A7C}"/>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CEE0901-8B1C-492B-8540-97706CFC1B3C}"/>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381CEBEA-DC8A-41BF-A527-4F0F6A235D35}"/>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46C30347-3E59-4080-AD14-50DF2E658FB2}"/>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FC7C4C51-BB14-4E6A-8C43-432504E1E14A}"/>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CE6E5D4A-21A1-4152-B2D4-C72895937A89}"/>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9FA9B8D0-3C9D-4095-B33F-720DD3ABCEB5}"/>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0ACB0DEC-3475-47FD-BEB2-F1D28866D39C}"/>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DE067E0-45B3-487A-846B-8459B9892F8A}"/>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42B301F7-5F6A-4B81-986C-70C9E44261CB}"/>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6AC9B93-CB66-4A64-AAD4-E053BF4FF0B3}"/>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DB6A1266-B6FF-4D90-967F-3EE2D81306E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F3709D11-8664-4D33-B9C7-A0491C1A280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1332F977-4000-4FCE-8152-CA1D14320284}"/>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E601886E-60FE-4168-8B15-6E153FBA3970}"/>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314605CA-588C-4438-A9E2-2A9446498FE9}"/>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25746FF4-E12B-4CE5-A75E-E1DC6F012FB5}"/>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A97DEB1D-A4E7-4AF6-AD6B-03BEA2ED4038}"/>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FC1031F7-D4F4-44F0-8911-A1FD6549EDF2}"/>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08DF43FE-55E5-4462-B514-2EF8F72FDF75}"/>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D4968F9D-6CF7-433E-8E13-CBB40DF26CB6}"/>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10D2AF1E-0977-49A9-8D83-9F4BA061F558}"/>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FD20FF7-E746-4BDB-A5FA-09DF07412D0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F0F89B87-B8F2-43E2-BA90-1F8C8C3AB6EA}"/>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49076AAE-9E8E-425E-A4D0-D85CCD61BD4E}"/>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D81DCCB5-A83B-4ED9-918D-9C3A90C9E2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962563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D3F02F37-ABE1-4523-8443-559A4EBF10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5EEFEE20-8219-403F-9D42-32C2D10A95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249A5A24-A087-4331-ADAB-4DD3DC4B20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2B423985-AFD9-48BA-A4AC-8CD7AA5D83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0FD4CF0-182B-456B-A9A3-178CC35AF7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852A6C3-F4DC-44E9-9F23-7299AEEB3F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091798E4-F067-463C-AC9A-8CCC0900046C}"/>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78C0F59A-3B7D-4E84-A422-64FC584F2B93}"/>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6978706F-89B1-4D8E-8BA2-FAFE1F752A13}"/>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913DB08B-8E6D-4CAD-9E1F-2A6E54EC50A0}"/>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B1D3931F-AC9C-4ED0-923F-488B7E8FB786}"/>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324F2B60-1557-4BD9-92DE-AB63BA8FC5B4}"/>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70E49226-8EB7-4B57-80F6-81558481967E}"/>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F3F2D51-C429-424C-8480-AE7F46C68063}"/>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F8C3FD5F-088A-45AE-98FA-9A6AFBE0BADF}"/>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FD131CCC-F90A-4B4F-989D-319A6AD82108}"/>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8002CDCA-CF95-449B-8A47-1DE879143457}"/>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3E819CAD-84DA-4717-A7A9-D98EB4963F8E}"/>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EF7AA3B6-78B6-41C2-B7E5-B5B3A98D8F3D}"/>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71684615-4560-48A7-BA59-02DCDEBDC1BB}"/>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3FCC2AC9-3033-459E-B5E0-1D762426DF20}"/>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9973BCCE-8F31-4C94-A19B-3381AACFE38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A92F95E3-683E-408A-A5DB-557F6B51644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91969130-BD89-4E21-B700-1296D2F86A87}"/>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0D95DF9E-407D-4D6B-B258-208CEA941745}"/>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76850EA4-AD18-499A-B3A9-BC6B1763FF3B}"/>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83453BEF-5A45-41E9-983A-132DD276C9C0}"/>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3154BD8-627F-4EE2-AD0A-805188A4435F}"/>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F4C336B6-73EE-41EE-A599-9233E7ED1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041072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2676F2A-C981-43F3-A796-456A43634B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00DCB834-C11D-4771-866B-78FA639BA2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E9F03BFA-9963-4AA9-AD58-8C35050529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4240BC1C-A7B3-47C7-9E64-3977879167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7D4355FB-EF9C-46F4-8FA0-D3876F936A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C10D292-CA54-4078-B413-E24813EC46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232ABD1D-E04D-45E4-BF6E-4F1609C4F924}"/>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DF4299DD-B8FF-4984-A2EF-E67F4287E1A2}"/>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92EB592B-4613-4153-8B37-9034A2664874}"/>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A1229B7-46BA-4913-AB2E-AFD42DEC83CB}"/>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CEAFF64F-24C8-4777-ABB2-FB8FE9286C3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4C79534E-F303-4F7B-82BA-4849440E82D8}"/>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26DC019-312A-4EE4-85D9-32CF8695B164}"/>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48C13107-EF52-4A75-A11E-F944BEBDDB8A}"/>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99FF8C42-59D8-4001-BB9F-ABC6BBC2104F}"/>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BC2A9751-7EE2-496F-B8D4-639C8CC5E00C}"/>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A30F0366-3CA3-4F02-80FA-C0D66E27F06F}"/>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D2F275B2-096D-4078-A345-51155596CBA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C14A681D-714B-4F08-B402-08A04ACB0E1A}"/>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E23F3B82-A1FE-4A23-8371-202E039483F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76D27000-063F-415F-B54C-0EEFAF641792}"/>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FF53DA80-7A19-45ED-8561-3C098DB4AA11}"/>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2E13AC56-A007-43EC-BB96-8E4DD97248FB}"/>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0F80BBE-FF97-4644-9DFF-5B56F2AC5EB0}"/>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E9162892-1B8D-4E1C-8692-CBC07F7E49EA}"/>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577D54B-36E0-40DA-AC5C-DD6330BD5745}"/>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69989D9E-D829-41AE-BC1F-CF07F10A318A}"/>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5950C56-04D8-472F-A669-6FECB4D4B715}"/>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F7214096-8141-472F-9512-FFF8C2722FEE}"/>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A4186101-7E18-4EE8-A312-55D5A0B1EFB0}"/>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356BB0A4-49EE-4FD9-89AE-167B883870C9}"/>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0DB1A92C-BF1B-4A29-9293-B312800D9E6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B0D0EED-D85B-4373-9FD4-7F9ADC5763B1}"/>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2D12DD1E-707B-4BDF-BA89-D644CAA392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BF6555BF-0663-45A1-84F9-67F66C7A2F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442662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232691F0-159E-4D77-A6F1-8D9E7ACF62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8912751E-B9C7-44F0-AA0C-B8ACAE11D4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E1A1D7BD-515C-42A2-A04E-E05EA34FA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CB3C78CF-0B96-40D1-88ED-CCEFC5531C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20E543A-4D69-490A-B83A-ECF86490616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74AFD785-D38B-4EC5-85AB-807AE09149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47F62E6F-7D04-426D-8087-B0DFF983C8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52DED2B1-DE06-4945-B709-F6CF7713FEE0}"/>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B46189D9-5B9B-48C8-A521-3C801E66BA7D}"/>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5CE5658F-F6C2-461F-9453-1ABC1D333066}"/>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4E6C283D-B151-46EF-82C1-4F209D4CDB5E}"/>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74E2932B-DE42-4116-9D18-C59B73FCB940}"/>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1C17984E-2079-49BD-8A32-0247042F3155}"/>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458F949C-E96B-4E6E-9A66-E8EB2D581D10}"/>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A20954B3-4174-4FED-A90B-5AA6E158C822}"/>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6898D50B-30D6-4D70-886B-8FA98E84B93C}"/>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8114AE82-3054-4A15-AE0C-8F6CE347DB75}"/>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604D8928-D19B-4927-A5B4-A5EA617C82D4}"/>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A5AFFE21-EFE1-4860-9AF5-228F04E63889}"/>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C7D07A13-1766-48DF-B9C2-1B41F278F16A}"/>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7987A48A-DA7B-42F3-B8E7-438EF348DF7A}"/>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7F1B87FA-FB38-4797-95F5-A9CAAEFCF89B}"/>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1EB0CCA5-3064-4D9F-B990-E8447F43DE77}"/>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F80107F5-1889-4BCA-B1BD-6FDFA6F5B54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A476B0D9-14AE-47F9-92CA-2296EAA11C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736794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7FA4021B-5516-4184-A5DC-25B796319A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8ED99EEE-7D9D-4A8D-B603-11EA05BC12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C165890A-70FA-4737-BA73-336FDCBEDC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1AA90192-E653-4569-A9AE-C832F94EFD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24F6E1C6-28CB-4910-95B9-63471ABD86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7B33E878-9F3E-436F-8FF0-DD9A3DE454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3E014F87-208B-403E-AA82-DBB5D407D595}"/>
              </a:ext>
            </a:extLst>
          </p:cNvPr>
          <p:cNvPicPr>
            <a:picLocks xmlns:a="http://schemas.openxmlformats.org/drawingml/2006/main" noChangeAspect="1"/>
          </p:cNvPicPr>
          <p:nvPr/>
        </p:nvPicPr>
        <p:blipFill>
          <a:blip xmlns:r="http://schemas.openxmlformats.org/officeDocument/2006/relationships" xmlns:a="http://schemas.openxmlformats.org/drawingml/2006/main" r:embed="R8dc618cba5424191"/>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732A3C56-B057-491F-96C7-55F6FF6B463C}"/>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8A48048E-A7CE-4B74-9FC6-FE1DDD12E7B2}"/>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70BA86E7-B758-491C-8C03-7F2A8B90EC6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FEC47A07-54F6-41F7-AB9F-BB8CDE95BBA1}"/>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B10A6671-2D10-4ADF-ABC7-0FB7D646AE0A}"/>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6140B0E5-A1E4-4A8E-AC3E-875BE75F1C86}"/>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1901EEDB-F7E4-41DE-8FF2-BC2A9FB3EC9A}"/>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E1ED8E22-C0A7-4888-8D75-205AB694C190}"/>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DCA53B4D-C9AE-4FB8-B237-3199AF54E1CE}"/>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688FFE31-0E1F-480A-9422-31354E286C3B}"/>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1DAF57FD-6E88-4363-8E9D-1B6758325B35}"/>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51469F6C-2A42-434F-A41E-DF6B8E45EBE1}"/>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BD2AB8E5-6B25-49FB-B9EA-70EBFEAA3E2A}"/>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A370373C-5968-4A0D-A8C0-AB890A1F94AE}"/>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07925017-C178-4BD8-BDC5-03120E8B195E}"/>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C31F9243-FF83-48F3-B546-EBEBBD3B4037}"/>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3C8CB929-22E3-4D18-AEAC-0D1A8E0E7F3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38A24102-1A00-4E66-B179-DCDB3F14DDF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B55F5519-5D9E-4C16-8B80-5F6590A6CF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1804833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960CF5A4-7749-41BE-9D82-6E16121074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16810BDD-995A-4023-9002-6055ACBB32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42FA48C9-3D20-438D-AB8D-F420FF30E5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C18ACB80-969E-45D0-950E-B865C27C9D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C0B91BF6-66F5-41A9-8814-637DC64EB2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26873372-FF5F-4618-8020-ED3071805E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870869DC-0BDF-484E-8B31-EA510E7FB811}"/>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A879EB9A-33CA-4396-9A8F-2223E5A59EF8}"/>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BD8F23DC-64FD-4E9A-8B8D-BFEFF10DA629}"/>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69BB0CF6-EEA5-475B-AC60-407BA66CD1E0}"/>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CEB5E7E3-7D00-4CE9-ACA8-349DCB6800C2}"/>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F9D21ACC-DE66-4AE6-85ED-F989C834270C}"/>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B272B79F-02BB-42AB-889F-81B1992C086F}"/>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F9DDBF5E-5E9C-4082-95B8-E677407D779C}"/>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782EE2A3-37EE-46E5-AC41-4CAF9E9CA2A4}"/>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CBB4FCFD-EBDD-4274-8EE2-016E84597288}"/>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94BE8F50-990F-4F83-8523-110AC49573F7}"/>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EABDD24D-5C40-4978-A3D1-8D59589CBB7A}"/>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13E1358C-1693-49C6-A2D2-2C0A3A407E8E}"/>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3D3CCBB9-928F-4A0B-9E50-F9FD17B59C04}"/>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5C3FD6F-D215-4612-A1B5-CD49418683FF}"/>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C53B7596-D03E-4394-975B-1488FBD05073}"/>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BF822193-F28C-44CB-8046-FA3C9D93A590}"/>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C936C713-835A-491F-A748-75B6B1C217EA}"/>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7147AC1D-458A-432C-8D60-70E0E0588640}"/>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7B71185A-2222-49A5-BA25-169B1CBCDBA5}"/>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34AF4932-C16F-4D98-8145-60F25EF1BEDB}"/>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CE26DDAA-80E7-4AD3-BB32-C4EA4DFB0552}"/>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D1202063-74C4-4E8B-B231-2BE028C0AE42}"/>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2642198F-E73E-4664-ACC8-0BDBD7463917}"/>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507DECEF-94DB-41D3-A4AA-89677B06D12C}"/>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84E75DFE-FBA7-4752-A2FD-698CB3B253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66278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5B4778BE-B346-4065-870B-EE7536236D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CB6E682B-1E6F-44C5-BD7E-CFFD29D68D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B6C31746-B3CC-4691-868A-4E775DB9B2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63530C96-B6F9-4210-A984-63181CAEC4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C05F7076-18F9-4B07-B625-048364ADD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45D92646-1ACE-428C-8F9D-61BDD856C0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A651AAB6-43E2-4CA8-A93D-EC2436676460}"/>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3D368FD6-DBD9-4925-B37E-B1776440BF06}"/>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FF789545-19B4-4F39-A127-B18C7988237D}"/>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4E9E65EB-2075-445D-B3E9-B11EA564F0E3}"/>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F9A567E5-F3A6-4DE3-B3CA-D4F2F8DCA8FA}"/>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9474DC26-715F-434E-9EC0-543D3602ADF2}"/>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270B82C9-9449-4195-9A0F-566040670CFA}"/>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5A356F18-C0F4-4EFC-9F7D-16D207C969E4}"/>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C3A9D564-1B07-439F-9007-F7243FF369FE}"/>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82E18092-E34C-4F64-B3B8-47DDEC9301B7}"/>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DC7F7F5A-7AF3-4619-8C95-243AD63E34BF}"/>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E136AE8E-746B-4F19-8956-EFE980F55A04}"/>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74ECAD3F-66DD-401E-91BB-F54B4D4B6266}"/>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89C8C5C7-8E2F-4CCB-9F09-9FAF079264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9336584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6F729262-1E91-4EB6-A135-F4B9448775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FA3926B8-FE71-4C61-9F2D-4D06327E55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BF72F031-1E75-448B-A8E3-A5C9388BFD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0D3173B9-E307-4211-8ADC-C65259C033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EE4E9D02-D821-4C6B-B185-857B48A9DF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89CC451E-46B3-4E4E-80BD-8FD89BC9EB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25F2652E-D121-42B9-9E57-6062A2BFC985}"/>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ABF58653-8260-40B8-A616-D34B03299CB9}"/>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60B721F9-E6BC-475F-95FC-B38A11F6446D}"/>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E7A22052-E4A4-4555-8223-3F723E95090C}"/>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9C2BE7EE-AD1B-4D0F-84A9-7ADF6A420FA3}"/>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D75D1527-FC02-45C9-A093-AB653759E661}"/>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F4051536-1369-47DC-852F-8DE1ACE5F40E}"/>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279630BE-A55D-4915-8C5D-A604AF6B850E}"/>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D5B156E1-BE16-4956-B62B-0285C2AC3245}"/>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828E43FD-AB23-4593-A84B-928ADC327658}"/>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23AFBF9D-6804-4FCE-8DE9-8D9A3351D70B}"/>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6C5C9007-8002-486A-B347-A4E222B769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245440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70D36EC3-04D4-4D07-9B28-353504F81B6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A7AF7828-BEFE-4F04-813E-B2607A0CF4C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33FCAF2B-48EA-4DC7-9F90-38017EAF61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39859979-7E56-4B34-987E-6F0AC27C596F}"/>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9BE5F1A3-3D92-4173-B5C8-891CEDFE443D}"/>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B46D7EA8-2249-45E3-BEEB-4DD134E96545}"/>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1304C0F-9F79-4C51-A347-C421CB144F84}"/>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B78A871E-448B-4D72-B4B5-BCEA894A9DD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45A72CB0-DDE2-425F-8196-DC7F2B9E459B}"/>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627C751A-6BAA-4B04-8D50-4A418BB74C4D}"/>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FE9FD5C8-8EAA-46D1-8F11-7DBDB10FE4B6}"/>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1ADAB2F5-F460-4033-B51F-CAE7A640C0D2}"/>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AD9B1B5-60DA-459B-9FC0-5D56B072D86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7E908EFD-9049-4484-97A5-D08224EFE5B0}"/>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0072CEAD-604A-40FE-BABF-C3CAE9BD68E6}"/>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3CFD98E5-6576-4620-9710-DA267298777F}"/>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E5A15AE-78A7-4A46-8B8A-467EE1B42752}"/>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D375AA0F-1238-4793-9B20-4D7E022DE5F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B8D6D056-9987-4B7B-BCD9-F313C8C52979}"/>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281C3D38-B986-4442-BE27-51500DA8B9E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0D8713D9-EB06-4CA4-8DD8-D387CB343614}"/>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0210AD8A-4C23-441B-877C-1B7A08A2553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BBE3432-2C4A-4C7D-B85E-5EC2FC40C4A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3540CE8-DC63-467B-869A-735D77FDE44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950A570B-A08D-4AAC-ACA6-E270E2EAD44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4CDDAF8C-A4D1-47FD-9EB0-D1A96A940A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C723710A-8343-4F89-A5E1-FE1B8FD989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C25020BB-A3A7-4C0F-BFA4-4094081CE0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BDE5985-3EE9-4B84-B8D3-0AD4FCC14A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0851197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BDAA1BF5-0D3F-4595-AF54-680E2FFD57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02978F86-2BE6-4B72-8684-3B7FB0C039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34B793CB-F125-4ADD-9F8F-ED61A679A9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C2642D0D-B859-4364-8F11-91CB235ED3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F818A3EA-9EB0-4848-B2A1-6C4DF0AF63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776AB95B-1672-44F9-922D-EB4092786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9E803A1A-22FE-4880-94D3-D2D007DE9CF4}"/>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53BD373D-1D5C-4D1B-BF06-D2319AB69C20}"/>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E91801EE-C24E-4A80-8288-C49ABC8ADAFE}"/>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9649D796-F2E8-471C-8CAE-060881426AEF}"/>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CEA984BB-F7B3-4673-A643-0E5FB9D89844}"/>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67A8BBAB-945A-49AA-905A-1000D0F43155}"/>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F11604F6-1F60-421A-9133-DCC6BE54C2BF}"/>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06CC78DB-3FD1-41F9-B9C1-C95C1C913B0D}"/>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526F250C-2819-4917-9FE9-AE1CD802EBB1}"/>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B81DA3D8-7F3E-45A1-805C-574984EC976B}"/>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F0505D78-E0B3-4E8B-A5A6-484F8D6205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2385107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60EB694A-909D-4B6B-A398-62850D5BFD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CAC1D5F4-DDCA-4342-84D6-0AE6112426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618EE58D-86BC-43DE-A7D5-7482AAD624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64E800BD-58A3-4119-A422-6D7F231B61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DF0EA0F3-D2CB-4EA4-8BFE-16E92B293D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82D7C1D4-D725-439E-975A-2802AC4440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420B5995-FBDF-40F1-8D4B-AD33F24232FA}"/>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B7CEDC72-E504-49AF-BD1F-E8E1E197ADAB}"/>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2F8E12E9-DC8E-44ED-8A2F-F35A8E029AFC}"/>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2D25C869-CE5C-4B7A-8DE1-A440E16ADF4E}"/>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95586E1E-1058-4BBD-8CC2-4D63E9FB2E96}"/>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E66D2CE5-2FA4-436D-8D18-A176203B207F}"/>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E194CFB5-E061-426B-A496-938CAD44A4B4}"/>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C9E17311-54B4-44A4-B01F-5547B742B1F2}"/>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735A2C23-D517-42F3-994D-F3A6E1A43FE7}"/>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0EA63553-246E-4D4A-BD3C-2F623467BBD6}"/>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FD92E8D1-BCC6-41A5-8540-AFBE3CC7ED04}"/>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5E6B522D-D9BF-4EAF-A09F-2B24B6297B7C}"/>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41B9DD2B-4191-490D-AE05-95A44180A71A}"/>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AFE75F5E-6B1E-43AE-A598-E00048C237A7}"/>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F365D542-ADF5-479C-BDDD-F00E6DAEBEB8}"/>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EA9BD4C6-914F-4491-8908-E811D2D5B8D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9250EF1A-18EC-41E9-AB05-876CBE13CEA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6BE17724-C9C7-431B-842E-3EB5764499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68683662"/>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870D055D-EB04-4BAE-9255-4183737B91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995FF6FD-301A-41F3-BE2B-00E7DAD237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44803530-F718-4014-865A-61DADA1FB5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CB09D387-19A5-41CA-93A1-9DF1A281CA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5C8CA2E1-7DF2-43CF-BC0F-D08D889CFF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D3F5AA80-AF8D-4F6C-B5A8-ECE7DD3C12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4FB7B4E4-70A8-497B-B5F3-030D6920C127}"/>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997ACF75-447F-464D-8C07-A762CBADBEB8}"/>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77EB376D-1E47-45A7-B61E-9E4800F043C7}"/>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6B0A828-E172-4FCC-8AE5-C76D37F5B8EA}"/>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19FBD8C0-81D4-42DA-846E-9D3F414FB7D5}"/>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934BC386-827E-41C9-B8BE-52934ABDBEA1}"/>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9E128590-AE06-491A-88CA-0C4A51DA7B94}"/>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007211C8-05C4-4ED5-AA50-8BF1B17FCC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13862543"/>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2A507FCB-838A-4724-BB53-43A2422FD0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3C359F76-CCD3-4F60-A705-F0DB7A1F6F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1B41B604-FD62-47CA-BD70-A19246212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953124E2-E19E-467D-8F60-DA8F20F3AE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23D48985-AE58-4C2F-BAA4-77C37927AB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24A06CED-45A5-48A1-8E6C-FE9296EEF6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933028CC-D2F8-410D-9FAF-C339FD7C72C7}"/>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C16FC2CD-3A14-46EB-9FAC-E94197150F6A}"/>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545D1240-E5AD-4D11-B326-E97A560BEFA6}"/>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38CF9D2A-6FE0-4A5F-91D9-E19FEB2847ED}"/>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AFF383A3-FE0A-4615-9374-0EF1F2A9EEAD}"/>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0913116-2E7A-4A86-91C6-2CD5C025B15E}"/>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CBCC7120-C8A6-4001-A2CC-D51A864E970E}"/>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9DF93949-C93E-44A3-B6AE-7CAF32372E19}"/>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F44A68-16C4-42C0-8DAB-EE4D44CACCB2}"/>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A2B0B087-0156-42AB-A27B-C751462E76DF}"/>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85598335-229D-4CC4-AB73-5C473E579D26}"/>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33ABB1DA-84AC-4700-AF1C-238E095F572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F53B87B3-82E7-42AB-B593-2D31FE3783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001984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9684F8F6-1EF9-4DF1-99B6-2D0950596D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87DB367C-F164-4CFB-A3C7-F53F72622F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66861035-5A68-408B-9B01-17A24A7F69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E078D4F4-9D0B-4C18-92E5-CA4D07638E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A062CD30-35DB-4B65-8C91-CD45725A79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9C57675E-1B9B-40ED-A8BF-31E22D0582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3B55E907-DCBC-450D-B90D-CA78F5A2C7D4}"/>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3726A5B6-38F5-4CB1-9ABA-A823C1FE273F}"/>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CDF42F1F-BA84-4B52-ABBF-4A309F15D873}"/>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2E9F407F-EFE7-410A-A599-3DCAB416C6BD}"/>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1342AF9A-D705-4920-88FF-C4085C866E1F}"/>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679E7E1F-4324-46BB-9FF7-C30840E6064C}"/>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A578D6D3-CB04-418E-8832-D9B5C8180B55}"/>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D74F2B72-39F8-459C-A673-BB5F8F02115E}"/>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18E4808D-DA2A-421A-B6CA-BCCA7CDAC811}"/>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3FED0D8E-02BA-4696-B54A-81086569C01B}"/>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7027701E-F832-44D6-87D7-91F1C115FC02}"/>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CDB97077-E924-48DB-A98C-5BADA49C6831}"/>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10FE9A6F-2C0F-4259-99F8-606B0D8B4C0A}"/>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67E75A81-2C06-4F95-AC84-465113B9D874}"/>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9F2646F9-3297-420C-9E8B-B3D4FE3A8CC1}"/>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18FD8DC4-44BD-4230-9561-5F96C34B58AB}"/>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EB9FFC85-1FA6-4017-A414-195F43F3D48D}"/>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CB6F05CF-5FF5-4A02-A7DC-8C7B31BCBAC5}"/>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358F9168-A2AB-4670-A86D-E8379955C4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9238602"/>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4362F5A0-2732-46DE-9E3E-469A03C53A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BBBD5051-F677-46CA-81A8-5145FD4316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EEEED95A-77E7-4E25-843C-F3BEA1C815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EEF4F2B5-59F6-42BA-A7EC-4FAA192459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66CB5AF8-9FB6-4605-8720-C8184095DE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AE0CC08A-2180-44FC-A6AC-630AA789F7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B4ECE298-332B-44F1-8D70-E2B051F1A56A}"/>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F3DCF93F-F2BA-42AE-9C8D-883D7BEE572E}"/>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7CE95547-1BAB-4B7A-9420-F86B608D2D97}"/>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B6C8CD53-E8D3-46BA-98E0-B23A12855018}"/>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4466BB0C-3143-4151-85D5-DC84199C4217}"/>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54C2CD4A-9951-4AB8-9884-886B5A9B0628}"/>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0C9944F9-8C99-49E0-8A46-A59E10616069}"/>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4E6E783D-10A5-4EA2-A559-6D4BA0F0D09A}"/>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D38C00B5-EB8C-4E28-AE1B-AEDCA90E39E6}"/>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DB0A9DC5-927B-4BD6-A5EB-9316A7A396DA}"/>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BC88525D-6EA9-45FF-84F0-C833B5B901F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D64C490C-87EF-4DC1-8262-032DFE679C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E039CA17-E1C2-4E68-BD6A-D96753BA4A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27615508"/>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2297F069-D7C2-43B3-B74F-A2096B51F9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258B8CD7-1CED-4AB0-B554-BC141B1701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D2D860A7-631E-46CE-B5FA-50C050ED3A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35C920F5-2AEB-49D9-963A-1CD84BE423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EEFC948D-C969-4FA5-8B18-5C255EA52F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94CE123C-CFF0-45B4-8CA7-2ECDA70582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D5259725-0DB9-4932-8399-A5AFDB8CFD66}"/>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2C50C7F9-6B2C-482B-BCA4-B0B3BD0A467A}"/>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F5643301-B80A-47B9-96F3-925F380A02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8535454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B95BA3B1-0E8E-45F1-A99C-9E52EA5419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06247F77-F0B0-4C96-9E07-43B791B223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2D3162D8-25F3-4BA9-A31E-9C8C205C13D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25C4B423-CA1A-470F-95F1-C4479B6BC7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D5C2C24B-9C8B-4699-8807-A0D988E508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082CA828-654E-450D-9583-942F8E2433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6EACBC59-4451-4252-8568-F10F5868AB07}"/>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31243CDA-45A8-44B7-B5A0-5EE51ABF9EBD}"/>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0810BD2D-050A-4E13-8197-A8605C6F1EBD}"/>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C89F6C54-4022-46CC-A2D3-BF366E3E8F5D}"/>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BFAA53CE-DDD0-4E6C-B1D5-1DBCBCCF4438}"/>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2FFB2653-A572-4B30-9922-30FACF6D75DA}"/>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F3F966B9-8B88-4338-9A7B-5E85F50C17F6}"/>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33806C58-5937-470C-B484-316B3B474DA6}"/>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59548BA5-8D68-44D4-AF61-AF07095BEE18}"/>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15663D38-0A30-42ED-AE40-C4331C871C1F}"/>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671F2186-2BCB-42D9-BDB3-468EB68B4FC8}"/>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6E4E9D2B-ACD3-420E-ACC3-F5889A6336A0}"/>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74734FEE-7134-45D6-A4ED-728A54DEA93C}"/>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C8C57C5E-953A-479D-9659-6128D1194F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2952317"/>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E3062B0D-9F50-46E2-B940-D715F4BE8D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22C74046-EA1F-4B6D-B9D4-BB94585998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7805F8AB-8D5C-4B31-9B50-823355073E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F9D98DEF-C22D-49F5-BEAA-04EF78458A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691854D6-E6E5-4B82-9E47-62B1E26E7A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D5609F61-25FA-409A-8E79-D010478DDF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D0B3F485-EA36-4AA6-ABD8-F1EC7E7F3A4D}"/>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D4BEAD7B-9056-4D44-8205-C7F37C7415B8}"/>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A05C3B2B-5FFB-48EB-8E9D-2B7B31EEF8F9}"/>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26EDB778-6DF3-4626-A0D1-0DF18D672125}"/>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90EF3A2C-B8D3-4537-8DB2-886AED8E6D51}"/>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0D9BA0B0-CF01-45AA-B34F-1941F9A1E69B}"/>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910CEEE3-7CF7-414D-98C3-01C110403B7A}"/>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8052D76C-AAE6-4F38-A606-C2266167B5A1}"/>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CAD6D4BA-A39C-47B4-AC54-1DE59DDFCE0F}"/>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0D5CFCF7-B1B7-4CE1-B5CA-DA073864B320}"/>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0448D841-669B-4D66-860A-27A14B0B73AA}"/>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05CD7E99-6FA8-4D61-90A9-441EF8A2CD93}"/>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4D323004-235A-4D5C-B0E2-9E1DC79D2D54}"/>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8CDC0C42-E9E4-4567-B6C4-085D9A9CAE74}"/>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816CA4C1-533C-4D46-AEFF-D6630B39564E}"/>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4E7EC4C0-5E68-4CF6-9101-9DE93C72015F}"/>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C253BB50-26AA-401D-BA4D-40B7D7BDE2EE}"/>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C90D4206-0AEF-48D8-8141-B4927BD49C44}"/>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4468D332-B8C4-4E10-961E-642324E9BF7A}"/>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2381C7EE-9316-4568-8728-3C5E37463BAA}"/>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E2AEE4C1-6811-4EF6-901A-3768ACCF9E95}"/>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1FD6B619-A0AA-4C34-A22F-A35615A9C6B8}"/>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C029D765-A90B-4948-9899-F7AB06D216E0}"/>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BA954E8B-B938-4D7B-AAC3-C73E4F811B91}"/>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4B205859-2835-4BB3-A232-A84B43DDBC75}"/>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B0F8CB76-8113-438A-855F-B205561B44D9}"/>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8FB82232-BDCC-473A-A647-84FA3703F521}"/>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1073A94D-EB70-4849-B75C-BE6C0C16AA11}"/>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F57B0C8C-A101-4351-8681-0089B2E5D5EC}"/>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BE099D17-0488-49E8-96AB-B85A5579DFC7}"/>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BA501BE-28AC-44CA-92F6-CDFD701E8C20}"/>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1B61B4B2-DFF0-4896-899B-9B286D64F1E8}"/>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77863D6F-2486-45DB-9D4B-3C44EB51835D}"/>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735EA16F-A1B1-4394-BCC2-CF8981ED0740}"/>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E8D56FBD-1874-48C2-80FE-FAA6C52A6AEF}"/>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CEA7F63A-7BAE-4646-8874-94024D383DEF}"/>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AE2B0F9A-7D5B-4D87-9F19-E2BE6D3E5E18}"/>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E49BB0D5-A192-4E49-990B-DE5C3565EAEB}"/>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179108BB-5654-4F39-8697-5E4F6DCF8D89}"/>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CF434D5A-10BA-46DF-B470-C2CD34ED14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7783650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9CBB55CD-0733-4077-AF0D-BDCA2DBB5A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B838C0BF-53A5-403B-9146-87C81ADD5C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498BD5B8-6909-4B0C-A8CD-AE766866C0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05FFD162-DDF2-4447-95A5-CCCF9E79A9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28799D6-5E90-4F55-8506-9018809029C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C1F7748C-296E-4EE4-91C6-74E6DF25A0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CE1BD5E9-F0B5-4ADA-B2FF-9B51F26505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790019E8-2B3D-4706-AC15-F138EC056446}"/>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84EEA6BB-2E97-4A8A-905E-4308A477925D}"/>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95510553-1086-4607-8875-778F977A5D78}"/>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12F10E66-5208-419E-9360-499BAFA37656}"/>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5F5572C8-15F9-4898-A510-F74DC2869D38}"/>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06F4D5E9-9C90-428E-A527-A69FF5C0C47E}"/>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82C57265-13C9-4525-908E-270B98FD53F2}"/>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70AB6C25-5116-4DA9-8DC9-3C3D1FD829C0}"/>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FFA8C424-CD7E-42AE-A975-D26722F8C904}"/>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CE34636F-40AB-46F1-9843-C3B132BC36C2}"/>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7E6B0AA7-0F78-4557-8F46-8E6CD96BA4C2}"/>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331F14B3-F152-421B-9CB0-EE4DA27BB728}"/>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60D67D61-A4D3-4AAA-AB1E-EBA2D0518E63}"/>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0291BDA1-E58B-4127-A7ED-6F1C48A8F0E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A0E91CC8-C27F-4529-BCA1-8ABED98910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6800705"/>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855F13EB-83C6-414C-88AF-9AA91C794D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DB7213DE-CBDD-47CE-9305-DD2A354B26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954972EE-664B-4134-A388-247A366376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0B6A1A95-DA90-4917-82B8-918236562D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66AF519-B279-4126-ABBA-2096D62BA1E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36801CD2-404E-49DA-97CB-315B49E6A8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D85B0592-4E56-4821-A803-4B499B5DDB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209844CA-F30B-4EA7-BC9A-2EB64E86EFA9}"/>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23183273-8EF5-4B15-8BD4-023A66B833E0}"/>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ABE44E41-C2FF-46FF-ABD0-6C59787DBB64}"/>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C981165E-7093-4655-B90B-DBE046CB4B6D}"/>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391605F4-5209-4A69-B98D-4AC0C0598EC0}"/>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EA0108A7-2BD7-4277-9647-296FA9887E1E}"/>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A10D5E4C-ABBE-40E9-80A3-7E717AA39F9D}"/>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7CCD4566-A802-48EA-8C36-36E789EF6AC9}"/>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BF73B6CF-E7E5-449B-9D6F-317F676BA8ED}"/>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A3CF6CB3-81A3-43CE-8D70-B654C6CD59F0}"/>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CDBFDA2B-C3F1-4A83-B1BF-E69BF8A714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957695"/>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1AACF967-6F58-415C-A308-6D4B3E4518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230F9A58-8D98-4529-8490-D8310530E8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9B9CBAC5-4BE2-4E9D-9FA0-B0167E393F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96BF495D-39A1-4A71-A043-695A563E50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96C7DBA-28DE-41A3-A764-99102A40B30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4664C1F6-4EBB-4716-BA30-DB027FF907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878AA4D6-01CE-4922-9B69-FD7E86C334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C9A3F82C-9AB5-401C-AC82-877DAEAEBFA4}"/>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A1A15391-32EB-4ABB-B020-A40C894F7E67}"/>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AFFFC6F6-366E-4B7F-B1BA-08F61D32D10C}"/>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91FDA3F8-C218-46BB-8A10-BD9BBE1106AA}"/>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249A246D-00C9-425F-A854-CDFBC2C2DA1C}"/>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2FA76FCB-C2A8-474C-AF50-9DDF9F309742}"/>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09DEF55A-A07B-49FC-935C-699743BB824A}"/>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FD021F5B-7F89-4EF3-A0C7-99B6607EE044}"/>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C3B04380-C403-41B2-A607-DCC4EBF06E4A}"/>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9829D367-E29E-4338-AF8D-EA2E773F26E5}"/>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46C606A1-5B16-486C-A499-4A83DFE1D50F}"/>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996EBADE-6CBD-4F06-8B13-24297C9CD1D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F309CF1D-FE73-4934-BD3E-0C218B5C0C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536916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FA4E5CDD-DB19-4DFD-9AFB-2E5403C542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620866FF-C931-4051-9396-9849EC69B9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9AFFCBF4-9C4A-43C0-960A-5FB25CEE4E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876F8034-B48C-46B3-A608-2EB82CC47E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318A531-1045-4172-92CB-901F9FEF1D8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FD13E351-67B2-4DE1-843C-1F28CD0575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6092F734-02FE-45A3-8B1A-FBCEC51D05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6D4B1A76-6316-4882-A68A-F7D8CC245579}"/>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317120B3-A83D-4A07-A47C-5FE951FF47A6}"/>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FE60B8AE-2F0A-4AD1-96F9-F9A7BBCC387D}"/>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245EC7C1-2348-48DE-BE8D-242A88CEB3F2}"/>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E8FDC26A-973F-47EB-BB41-6029F87BB75F}"/>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6DD4214-0A67-497D-922B-1D785B6D4E53}"/>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B05624AA-4280-4F1B-8909-F15883474CF0}"/>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A8D989CA-7C12-43ED-AB5C-DE4B9BF0722D}"/>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49F78284-C1BC-433A-9FE8-E2842C22F88A}"/>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58755E68-7E39-4D1D-BFB5-C5705AE277DA}"/>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E3A15413-1C4B-422F-90F4-D7834538E055}"/>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48115883-4B61-4172-AAB0-05E4B9E70025}"/>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59737D92-846F-4370-AAE7-A5303EDA60C4}"/>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03021104-9D3B-4B7E-AA29-19743FFF82C8}"/>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C57B960B-A752-441B-8912-5F8BE1D801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7818304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F330E3B3-E7A2-4731-A0A1-622E3AAD4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D14A700A-05EC-4AEA-A41D-3E43171980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0D4F7DC4-5122-48C5-8617-82E96049BE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C37D3D5F-F42C-4CF1-985E-251E0378F9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7069113-A88B-49EA-B289-D271ABE646A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A414CFE2-3D99-40B3-B339-17798586D1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F6E2C806-B045-46D9-A3BF-2A516C58DC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9884A5C9-8F19-446E-8E01-8FDEF3CFFA83}"/>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92B8FBB2-CFF9-487C-9EBB-ED16E13276CA}"/>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B3BA2946-BAA1-4077-9E73-0A475C531C9A}"/>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647FD029-9B59-4258-AB83-B5669D96FB6F}"/>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D3585256-DA41-48A8-A283-6585E163925C}"/>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FE82C166-55F6-4913-BCF9-817062D9336B}"/>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AE1F754C-E3C3-42B6-9D3C-108DC7B0E947}"/>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FBE231A7-BCD7-4086-989E-57EF47780F88}"/>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6C933097-EC11-4F77-A504-9F8F40269052}"/>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C4C3D3A4-C7AC-4B69-AB88-90E3944CBE14}"/>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A615440A-DEA6-4146-B36B-A852F87E4EB6}"/>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613E3313-6678-44A3-A7D4-9094E213F959}"/>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F7846F31-F93A-446A-A4F2-0CC7FF646C77}"/>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8732A5D6-5A43-4D31-9C84-F3DB875FF533}"/>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ADE35861-6CB9-4EAF-A59E-21DB751F2F1E}"/>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0BF834CF-BCE9-47D4-A092-F298A8DB9A01}"/>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B295F57F-2C2D-45E9-81A4-176B5898AC61}"/>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B5935EDD-77B3-4AE2-A417-0E35A41AC6D0}"/>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EB5546E9-C93A-4D6C-BE8E-B85B77DBCCA2}"/>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12F94956-735F-4D70-BF2E-02C8EF65C040}"/>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8BE5B7CE-50DC-4FFE-852B-12F93ABFEA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D062CA61-A59D-493B-AF12-8E29166CBFAB}"/>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C599487F-83D6-416F-B085-EE186A71A28D}"/>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47626BC4-FFA9-4767-831D-C4BF699EDBD1}"/>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40E2B404-771A-45A2-9912-5631024B3F12}"/>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161780A4-A2BE-425E-8644-495FEAEA9625}"/>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C0A14AA6-11A9-44D0-BA05-260E1B144FCC}"/>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71FBBC3E-9724-44B1-B7B3-A7019D705C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6690970"/>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57EC95F1-6DB7-4414-B4C8-49E97C637B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3FAF396D-A90C-487E-9772-CE9F87F1E8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9CDA8C0B-EB20-40D6-AE88-2FD49A99AF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021B216F-7C92-4068-8B98-CB5B6FBB6C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E1899BA1-6FCB-4B70-9BDD-CBD8975F9D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3675AE8B-2529-4889-9B0C-0A7AFA7C0B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9048CE2E-5A46-4815-8B3A-87E981CA9207}"/>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2688CECE-823A-4646-BE06-A7F700BBB433}"/>
              </a:ext>
            </a:extLst>
          </p:cNvPr>
          <p:cNvPicPr>
            <a:picLocks xmlns:a="http://schemas.openxmlformats.org/drawingml/2006/main" noChangeAspect="1"/>
          </p:cNvPicPr>
          <p:nvPr/>
        </p:nvPicPr>
        <p:blipFill>
          <a:blip xmlns:r="http://schemas.openxmlformats.org/officeDocument/2006/relationships" xmlns:a="http://schemas.openxmlformats.org/drawingml/2006/main" r:embed="R69db50b1333e4d74"/>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5E96A86D-18D2-47C8-B21C-3484E9926F3A}"/>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9933A1A6-DA8A-4E59-A589-5FD63769A3C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FA02D268-81FA-453A-8CB4-2A6B01022FFA}"/>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DBA12090-F90B-4DFB-80A8-89C47D674CE3}"/>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209045C-2F70-4BD4-9CC1-160C43BA235D}"/>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6EB8CA30-E5F9-4C11-BDC8-1A03B2CC1DF7}"/>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9D17C419-7F88-4A3C-A582-926E21678EC5}"/>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91DBB7A4-0EBD-4B2A-85B5-25E59E76C1F1}"/>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402A9885-6AF9-4A5F-8C03-58901C27A138}"/>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3FB7D8EF-0CA9-426A-8E9D-86ED5244C01E}"/>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AC347F84-52F2-445C-A632-A4A500C9086C}"/>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92730A26-6FEF-4991-81D4-D8E0BC3D60B6}"/>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FE26466F-6DBE-4F9B-8F67-D463D592C376}"/>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D54CAA37-30CF-4D59-8D7E-59EF3B56C13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259A2E77-EA1C-40BA-84A0-C41CCE3847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63951861"/>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22ED3900-3477-4434-B923-EC9ADC67BD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E82E4FBA-4EC8-4B12-8C34-E12F1831DB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2141D5F6-7C82-453E-80A1-0B222363FA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57BB68BD-0507-49C7-A82F-D07AC6ABAA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6CF28037-B8F0-4F40-B744-BFC8874FF9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1376D5A8-5D34-4276-8C02-02F4F3F7AC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F0B40924-5CBF-43C7-84A8-E74C56FEA9F6}"/>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CAD7CE3B-283E-4D9A-9A48-C0013F49CEDE}"/>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1DFA3E00-4E7A-4461-BF3C-955D4152C196}"/>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58393CB-62AF-4B9A-A5A3-DC5086DBF784}"/>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F1B0B5E7-7915-463B-9DF8-5853CDBECEC8}"/>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EB745FC8-0984-4FF1-BA67-2C934A6C0430}"/>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0D61C8D4-94B5-4259-882A-CB16F1C9BF19}"/>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23805883-B936-4E21-B11E-93A817AF893C}"/>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4E12948F-8795-4189-8DB2-46ED2AE38DA3}"/>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DCCD818-47AC-4F3B-B9CA-CDE3E4F10D5D}"/>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0CB7E2D4-7A4E-4AFA-AE6E-72096B699341}"/>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A300AE3C-CC98-4659-91B0-F86AFB855D0F}"/>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227579F2-9613-4BBD-9697-E761CA0F254B}"/>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79DFB99-925E-4926-B67E-B3AE1A34CB09}"/>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C2D18ED-C7C0-4202-931B-D366F69FF2F7}"/>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99B8182F-CEEA-4387-935E-431F89F0738C}"/>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3808874E-0241-44EE-9874-1BF60E959A05}"/>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F092BE4B-620F-4302-B50B-A91A6BE5BC82}"/>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4EC77B71-452B-4A44-98F6-A6AB0F82862C}"/>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45570293-5FA6-4404-8FB2-E65B7306ED36}"/>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C1FA5637-1C19-4CB5-B17A-D137A7C9A82F}"/>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CD1ECBF8-2FDB-4215-9004-7EAAF145E131}"/>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E8463B22-4638-4F4A-A1FA-FD0F4BC35922}"/>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3B18C8CA-ACAF-4604-BF56-6C6F5172ABCA}"/>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36E96B5D-55CA-4566-8E2F-65AEF09A3BC8}"/>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EC0DD0EF-8F29-4F02-BF99-9BF0F066E3D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743C31E5-1351-424E-B8A4-473373404E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66707829"/>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F5B444AC-BC92-44F7-8729-BF35EEC831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A5152A3E-85B5-4B8D-9A27-A37837169D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A11FC36A-12C9-480F-AAD2-08F15AF243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92238655-8981-4480-80A0-0F8374C834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EE7E8C97-C728-4DD0-8F33-D3F7B935AC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9563ABEF-DDAE-41AE-9A00-E84DB58307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EA70F6B6-65BB-41C2-A8BF-71FD6C629C6C}"/>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672F2EDE-5B77-46CC-A72B-4654FFBC6DB6}"/>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ECE75A0F-81D4-4082-8FF3-B6C4336F185E}"/>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B623A6D6-6897-4CDF-81AC-1E54703C2379}"/>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9D0CA8BA-0208-43F6-907D-8AD40D0C2361}"/>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8F25B37C-3873-420F-B0BD-FE4ACF0BB490}"/>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F5A8BAFC-633E-4974-9661-4E8B830E06B7}"/>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574CF78A-D4D7-4A70-B537-0E77B3619267}"/>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CA269CEA-BF89-4D6B-9852-96C03BB55182}"/>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61FFEE12-21F0-4266-AFC3-897EED3221A2}"/>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B010372A-1923-4A0E-9DE4-9E65EC0AC706}"/>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9D710A52-D526-415F-8D60-30978CF17C10}"/>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80F0696E-5552-42F9-B41B-690C2A2E0C05}"/>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9F57C88C-BE29-48A6-ADD8-CA1B422BDAB1}"/>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D108FFEC-9990-4F6F-9BB9-6457B7A88626}"/>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6A7CC9BA-97FB-44DA-9290-30357CD211F6}"/>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74C59D45-6344-4357-BFC5-CE7EBDA522C5}"/>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94BC8F63-0DE4-4F8B-8130-83863586EBAE}"/>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A03F5A66-184D-4D63-BDD5-56A99D095A5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1B53810C-5405-4015-9EA5-C5FF501CD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8597318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AEB1E7E8-1A35-4616-B9A2-C1263CC856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B04A7D94-27DA-46F1-B556-43D993885B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1E338782-9CE0-4E2F-8ED8-2DA68227CE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ED3B7F72-1177-4149-AB92-216AF7AE56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37FF959D-DFE7-4B76-A1E2-76255E42E1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7ABB2B0D-8990-43B8-A777-E591E4DE08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4AFCB483-DF8A-4380-8E6B-BE9F4EE02D43}"/>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25F70DD8-F9DC-41FD-A868-144389BDCCC1}"/>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046F51BB-F22A-4A2B-8ADA-D6DB92D114E9}"/>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FDF9DEE6-8D22-4160-84CA-24409243DC2D}"/>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150B36C3-B1E8-41F0-9808-94214842372C}"/>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1C4D1F84-C241-41EB-A1BF-D2B45DB00233}"/>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E5D291FE-89DE-442A-B4EA-355AF575A5BD}"/>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2E2E1E60-0207-4EDA-AF11-DF859A12A9D3}"/>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EABA2BDE-09C9-4668-97C7-DB1AAAE702BA}"/>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D6B07C66-4597-42FE-99D3-DA34772C9125}"/>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63E54313-206C-4639-94BE-A56FE14390C3}"/>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3F563783-F852-4D49-BB11-7F18D87B5D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682438353"/>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442D8209-49C6-4426-A380-1ED5F641DE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CE3C7260-0F1B-45B1-94CE-E93B14B993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2C55D866-9A89-4296-8836-45F1F2E91C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22FAFF12-1272-4706-B255-BE0060099B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0CCBC529-F3E4-47AF-A412-339DCB2687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BCB3E0F0-94C6-44D2-804A-2B75109F61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48946EFA-45E3-4575-AADC-85E621015F89}"/>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327B074C-DC2D-4341-B1D7-DA56EB08A2D5}"/>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46483FB8-14A3-41C2-81CA-6DC9131107F7}"/>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57E48BFA-F9A6-4CC6-8935-DFC486EE4412}"/>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9CA844B8-A447-4A4F-82F4-46AB9B2295A7}"/>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448D22BF-55D9-491F-AFA0-BD5D1F198838}"/>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3F92AC9B-ED3E-4774-83FB-025997B49D31}"/>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9FDA23B0-2ECD-4A81-A3B2-EBBC1362E577}"/>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7A93E95A-F2EF-44D0-8839-6273E311A17D}"/>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B1B9D7B8-1D94-4F3E-BAAF-366980902FEC}"/>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C37E610E-2EF1-4D9E-887E-A2AF80FF260F}"/>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571060E2-F607-44FF-BC4F-910A39CF32DC}"/>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FCB04C2D-5CAB-4779-BE54-40669EAB05E3}"/>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00BB1902-3879-4F80-AF16-36171B64615D}"/>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E71011E-1A39-4F81-A87E-65B9DF84E373}"/>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4FC3A9A4-8379-4180-8174-A88CEBB9E719}"/>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37D5EEEC-D499-490F-A0A6-F187C82A1CEA}"/>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D232C1D3-C879-4DF3-9E22-72626EF67E14}"/>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0198CFF5-5C82-4AA0-A9BC-B8F3FEADDC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150366197"/>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7DBB1CCD-EF25-4C82-ADB7-42F5D6AB1A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C2CB62E3-DD48-4382-AF88-DF15AFDFBB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DC924A58-71C7-4E3B-A151-D4E336BCB7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05ABAF0-E62C-410B-8B94-50D5455287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3F13A0A6-9D3A-4CD2-817A-86CD3D53BF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42CB437-7917-48A7-A09C-4DCCF3C911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824D7E6E-F792-4CFF-BDC6-394D2788E99A}"/>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9D1937A7-7F58-481B-B6EC-4C90D83157D9}"/>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9234246-9E2E-450E-B95B-17DB87FCD248}"/>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C1960A6F-36B1-4956-B2DD-CE8243156574}"/>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2765B3D6-B1D3-44DF-A060-AF336D53A5CD}"/>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EE2FD55B-C924-48EC-A959-38BA0CC1631E}"/>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70BC15D8-AEDD-49B2-AFEE-7E8EC42F4641}"/>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E9D153A2-72CA-46BF-9F08-7DDA01D31186}"/>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5DC97B8E-6B68-4C56-AC06-4177332A904B}"/>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7325CD95-CB6A-4F6E-A53F-9EE12EACB297}"/>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362861E3-FE57-49BF-9ACD-B137801F1595}"/>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AD7A00C0-FD35-4F1F-AE02-201F7D8378B5}"/>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C467572F-B2D5-4F9E-8A71-2E8F038134D8}"/>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62F578DE-70BC-4C4F-94BA-619A0C526031}"/>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7BCF7527-AEDA-442C-83D7-24B4A23DBA28}"/>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CAAB0F87-E471-4AA2-8061-A33D8B67CE48}"/>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C17A47E8-A2B2-4044-9CE3-4A0871AB3C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8157255"/>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B5A4C9D5-5887-4C6A-9589-9AF5CCF7C9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8C6AF72B-C789-45D4-BD8E-083C7C8F65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E1B803D2-84F7-446F-BE23-5AD7735E1D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7191204A-ED7E-4362-AEDE-50EF54EC21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8C058B10-F10B-43C3-B6AB-1E0D183EB5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F689EE12-0961-4E76-AA90-CED3317984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E8DCA949-9BEB-494D-8D79-49C89E3365D3}"/>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F0DF8368-53E4-4698-8398-A24E06E848A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ABE6BAD-D84D-4C97-B374-F2C5AA8BCB18}"/>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CA4B6A56-924F-4DDE-B771-C2842095D654}"/>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65A6717-B7BF-4CB9-937E-20050F3657E0}"/>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DC2861EB-D4E0-4731-A071-5A776387CC19}"/>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63ACA104-676D-4452-89BC-1D9EC5065C79}"/>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CEA22491-6CD5-4966-9AD3-38B5ECC83FA0}"/>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D424AC4-0651-4833-9319-1C9C5B5D2764}"/>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E16DAD87-46C8-4B77-A787-FEC4B994F883}"/>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3C19FB4C-5DF5-43A3-A0A0-24E8EA476C20}"/>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F3B2A710-41C8-444C-A584-A0E16355EC85}"/>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65176734-E36A-4B6F-80CA-972FE63549EB}"/>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3AC642A-BF07-445B-9798-8C9AD22DB7FF}"/>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7A99F670-6674-4F2B-9EC4-F9D27F48C3D1}"/>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B75A5B7-7BC4-48C3-B9F3-AD55C7C4E2A2}"/>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AA23DBFB-4751-4510-BA40-6A27A46913AA}"/>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C0639A35-B412-4419-955D-AAE7ADD0A8B8}"/>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FC46ED0-24B6-4BF5-972B-796AD4DAF10F}"/>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EC8F24E4-01CE-43ED-92A0-54AD41FB3D62}"/>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73103B5-D934-4AB9-B2F6-79CB1F975BC4}"/>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CED3703E-79AA-4C4A-989C-B7A40AE4BC87}"/>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7797F7E9-5024-4BCF-A4E4-C2CE146B967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86E84C90-E464-4AC1-9517-F5AFCB4D4F34}"/>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B297CD42-EAF0-43EC-949D-26FB8F69CB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97121395"/>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4150C8AF-A159-4EA0-892A-AF99B61AFF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8B8347A6-6883-445B-A60C-E226944810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DF83EA50-5B5A-4621-AB0C-FCAA205D2E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656DF52-6401-4160-83D6-39F881DC33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1F75CFCE-570A-4E64-8587-F61CA991AE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5D12CF71-1CAA-4268-B189-FE6C2102BD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EDA8D77E-906B-47AB-B7D8-8EF2378A0C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59FBD855-5594-4477-9009-702242A1FE33}"/>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A91E43DA-51F8-4C70-BF97-8CD4FF4F3E83}"/>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A11290F7-F3F0-45B5-9FB4-EED226E654E1}"/>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5B415544-4160-4789-9BF2-90C774D30E4E}"/>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A472027F-B1F2-4ABC-A655-337527412164}"/>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609F78B2-DE82-48DD-9525-AFF960B54405}"/>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F0EF3347-C7C6-43AE-A034-B5E10AB2C5F5}"/>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E809A910-2F0E-4BE2-85F7-8746E9E23063}"/>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3C9A54DB-049F-4241-BCCE-39D525CE1AE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BDC6DD72-18A0-44E0-BCB6-3C3257ADBB8E}"/>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9FD1700D-BB64-4705-B739-F758CFEB12FE}"/>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FB4FDA40-C996-4121-87A9-3871D58D357B}"/>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C12020F9-A244-407D-9A22-6D1715093D1E}"/>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613252BF-59B5-405C-994E-75879329091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674C3EA-458D-467E-B955-59F752CA060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C48EFBE1-6749-43A8-9BC8-34490F5E0A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3658165"/>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5A47C134-01CC-461A-88EA-72A24D2A57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C6BA7782-B5DC-4001-8695-D24F159CB9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E6E7AB5C-36F5-4226-AA7D-84A8115185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92B4A769-71F3-4012-AE1B-3FEBC14A91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1D2F42EC-0B72-4CDD-902A-3478DF375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B8744662-21A9-4C1D-A257-9BD79C50C8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9C3EA399-2A69-4F35-8B89-D7EB904E084C}"/>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E05A3B4C-BA0A-4F4F-9A60-774C3800386A}"/>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AB45C546-D2EA-40E5-BB69-2617278549E4}"/>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4F4BF0-295E-445A-88DE-6DCFD1B6BB07}"/>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EEF063D7-775D-4C60-AE4D-A48FAE2AD844}"/>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0433FFBF-2823-4A8B-A5D3-DDF0C1AD5384}"/>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CFB73E2D-4DD1-4DD4-8EA9-016B61F2E473}"/>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EF44A1D-6D55-4CA8-AC53-A3F58FA562DA}"/>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2C492CF-16A9-4BB3-8083-E4BBC03B2A80}"/>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5136B95-6185-4AAD-A5DB-CF5235219268}"/>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9B01D909-ADB8-4466-AEDA-BBC338EA0B00}"/>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ED81DEA6-1AEF-4BE4-8047-9465A65C3BBF}"/>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81CBBF48-817C-4607-A95D-88A15B74B61C}"/>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48AE942A-782A-410F-A5BB-231131739863}"/>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E8CC2A27-8167-474E-A901-778B80634EBD}"/>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FF6DAC06-ED82-405B-98ED-E5271D916F60}"/>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26EA856E-1B58-4E5C-9FAA-22E0CBB463B5}"/>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1ACA6264-8D10-4C48-B621-F9131DAE083D}"/>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13FA362F-76A0-4E6B-A4B5-B2970AE67415}"/>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A99DD85-2A6E-4C9C-A4A7-F088E2D247BD}"/>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CEFF5A71-AAB1-43E8-B74D-2C566BD16826}"/>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91893A2-7569-4711-812B-E62C28598D52}"/>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8844164B-BD63-4899-9136-A7C8405CE194}"/>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C843112A-F58E-403D-97C0-56BC86FD2214}"/>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53F19D3F-351C-41CC-AABD-E70A57D5AE09}"/>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5B7BB3F-C64A-491D-B459-1830709A5BCB}"/>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C8FFC977-6C09-4EC0-A575-F185B24D233A}"/>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29127ED1-3207-42EF-BAFC-117E42C9B4F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4F1C420D-F08C-4CD7-96E1-9381D0FFA7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7FE8E8E6-2FB6-4D34-85C8-C67D6B4B9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0387669"/>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70F5BD14-F5BB-4F5B-9977-9371307DF8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F0B43A0A-79A4-4437-A64E-88DF5BF7F7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F28D22F9-24C7-42C5-B65D-FCF688C2C6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023290D-7142-46D6-A83C-592F02F5D4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B8A4B89-9ACD-45AE-B7CD-B96566C30A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22FFF0E6-3CDF-4D4B-8939-85B2AC6AAE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CA97E4CC-3744-4912-9D94-59FE7A6D10A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0EE48955-02E1-4C10-A8BD-BE6CF798647B}"/>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D938DF8-DB0B-470A-A6A3-08B7B8394377}"/>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DF897383-4AE8-4232-B901-460A38CAF41E}"/>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2A1205B-509D-4B89-8C93-BD124C21AEF1}"/>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64BD6500-ACEE-41D5-BF80-5326A4667DC0}"/>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A6129E1-7816-47F8-992C-C88279C5D8A3}"/>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3E52B70-FD6E-4EB1-993F-77652FE673CA}"/>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20E81CA7-48E2-4A85-92D3-C4AF997AAA33}"/>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C576AEA3-5C6E-4B92-ACBD-0AC4B9E17B85}"/>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D131CC6E-394D-43AC-BA16-1045049EF944}"/>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66004B2-7EFF-4876-9208-F98A2A44E14F}"/>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25C98F4-C271-46B9-977D-0063C437DEDB}"/>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D652CE19-3E40-4028-8B12-0BF6C10C6055}"/>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3A01CC6F-07E7-4756-AD42-213FA2210116}"/>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6F26482-7477-4E28-879B-B53A51675FD4}"/>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CD6BC18B-C0DD-4925-8251-0145526D0EB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8F5BE29-0D40-478F-8A17-F00E294A840C}"/>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788FB42-30D4-4693-98E2-74FA97C06606}"/>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4AAE139E-08AB-4594-825B-CC81F2568763}"/>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4584C7D0-F4CB-4F23-8EB9-4B2BA0CF3F3B}"/>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79182ED1-3FCF-4DB9-8A39-C96FE12D6DE7}"/>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1DA087C-F761-46CA-A861-F06E0C2EF7E6}"/>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7A2F330-87C1-40ED-97BD-E17AEE1D3BA4}"/>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BF0AF054-BC20-4D43-9BD2-CF05F38E1C0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EF780470-E2B5-44D2-ACB8-6F1B853D6B7C}"/>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F55186F-5834-4CFD-8396-1D8DE940B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70465414"/>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FECBF894-E640-4CA9-949F-B03A5F5B10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9BFCE90F-CA3B-413F-A223-6EA73EA466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D144D88A-0249-4F04-9CEA-2AA8F494C5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BE5DC1-9DEF-4E3F-A7DB-2C9A03D598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C462F546-6343-4D78-AD36-AE3E59D85C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AD17FC9C-3ED7-450F-BBF6-9C233C921E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ADEA1523-330A-4E48-A1A8-F514DC1953D5}"/>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5A45D590-DC7C-4FF3-87A7-B40D47B15D1B}"/>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28A3F33-A89F-45F6-B64B-C2FF0FA901E0}"/>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E1FF01A-ABCD-4311-8534-C0BC79228071}"/>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D4D54C75-DE7E-413E-BE84-89838FCC7C48}"/>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7334AF3C-FB15-4A36-BD5C-9EB260CE663D}"/>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BE8FE51B-F3E5-4639-B2DA-42D47435A5F5}"/>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16313196-3CCE-4110-A674-942F6E5427C3}"/>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754B4530-0D6D-47BF-91D5-15949351C216}"/>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8EFE05D5-BC76-4330-B9F7-A956AD89C846}"/>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7800FD8-7B7B-4C2B-8C67-246257DD6FF0}"/>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EBB9DFB0-704A-4F83-BF4C-952700CB476A}"/>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E0209E97-FEC1-4BE6-8D3C-AAD26E84224D}"/>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C09BF19E-053A-4CA2-94C1-8E8CF0C7FD61}"/>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0EFDB4D-05FF-4FB9-AA93-02BA0FF102F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DC9F3C78-CCCE-4678-BED2-ED6786796B0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1B34D98F-ACC3-4282-A18D-7394AB27A470}"/>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6C26CB0C-2FF9-46C0-AEA3-52512C8C12A2}"/>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5247E39-E140-452B-B0F0-3B548FCDEFC4}"/>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E708415D-67ED-4E81-8BE5-6AA311D5293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7CA97EA2-D93D-45E0-B146-53CEE163A6DA}"/>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747EEED7-B924-4600-A42D-F1D9FE03FB39}"/>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F9D0715-1634-4907-A073-E5F5AC7FC853}"/>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B829E1F5-0599-4855-A548-08B206D8B7B7}"/>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CEEC928C-0020-4ABA-A43E-4107644879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174495431"/>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28A719B3-7437-4F00-8CC3-DA48A4D7B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99">
            <a:extLst xmlns:a="http://schemas.openxmlformats.org/drawingml/2006/main">
              <a:ext uri="{FF2B5EF4-FFF2-40B4-BE49-F238E27FC236}">
                <a16:creationId xmlns:a16="http://schemas.microsoft.com/office/drawing/2014/main" id="{BDADB763-CF9F-4021-BA0A-5B96178744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무 적용 팁 · 작업 환경과 기준">
            <a:extLst xmlns:a="http://schemas.openxmlformats.org/drawingml/2006/main">
              <a:ext uri="{FF2B5EF4-FFF2-40B4-BE49-F238E27FC236}">
                <a16:creationId xmlns:a16="http://schemas.microsoft.com/office/drawing/2014/main" id="{9AA5FCBC-AE81-460D-BB9C-BE3EBCF7AF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4AF01675-0154-400D-B8D9-0C9D9EC9C1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74DE3D8-E6B7-4B0B-BF8C-8FE75889F1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2DFDE37-0FAA-418F-855D-378B3412FB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91A4920A-1F16-4A03-B013-39B268C27D4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7D493281-491D-4BF5-ABF9-DEEF25A6C32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D5B5F767-EF56-412D-B0DD-338505868C6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E6913178-D932-4946-AF76-D7A61702190E}"/>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E72CFEF-FEBB-4E8E-B9B0-9FF604D2EBF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1">
            <a:extLst xmlns:a="http://schemas.openxmlformats.org/drawingml/2006/main">
              <a:ext uri="{FF2B5EF4-FFF2-40B4-BE49-F238E27FC236}">
                <a16:creationId xmlns:a16="http://schemas.microsoft.com/office/drawing/2014/main" id="{ADF23681-231E-435E-B948-54D4E8A842B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a:t>
            </a:r>
          </a:p>
        </p:txBody>
      </p:sp>
      <p:sp>
        <p:nvSpPr>
          <p:cNvPr id="13" name="Repository 작업은 Codex에서 시작한다">
            <a:extLst xmlns:a="http://schemas.openxmlformats.org/drawingml/2006/main">
              <a:ext uri="{FF2B5EF4-FFF2-40B4-BE49-F238E27FC236}">
                <a16:creationId xmlns:a16="http://schemas.microsoft.com/office/drawing/2014/main" id="{1C277835-ED6C-4B5B-AA13-B14B2EF2BEE7}"/>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0C4E1A82-B6E4-44DB-B207-209EB3564DA3}"/>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22A7DDD-1984-4812-97EA-F80114A19446}"/>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5">
            <a:extLst xmlns:a="http://schemas.openxmlformats.org/drawingml/2006/main">
              <a:ext uri="{FF2B5EF4-FFF2-40B4-BE49-F238E27FC236}">
                <a16:creationId xmlns:a16="http://schemas.microsoft.com/office/drawing/2014/main" id="{E94A516C-5816-445F-9B8F-1088B53A77D8}"/>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S45</a:t>
            </a:r>
          </a:p>
        </p:txBody>
      </p:sp>
      <p:sp>
        <p:nvSpPr>
          <p:cNvPr id="17" name="AGENTS.md에는 무엇을 남길까?">
            <a:extLst xmlns:a="http://schemas.openxmlformats.org/drawingml/2006/main">
              <a:ext uri="{FF2B5EF4-FFF2-40B4-BE49-F238E27FC236}">
                <a16:creationId xmlns:a16="http://schemas.microsoft.com/office/drawing/2014/main" id="{34D44AD2-7326-4566-98CF-E318D7E90C15}"/>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69AB8900-9406-48E7-9997-B748C8022634}"/>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0A37131-A8CB-40C1-BA70-D9473AF0D24A}"/>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4">
            <a:extLst xmlns:a="http://schemas.openxmlformats.org/drawingml/2006/main">
              <a:ext uri="{FF2B5EF4-FFF2-40B4-BE49-F238E27FC236}">
                <a16:creationId xmlns:a16="http://schemas.microsoft.com/office/drawing/2014/main" id="{5707C1A6-B5D5-4F1A-A5F7-FD6DA5B05A96}"/>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S54</a:t>
            </a:r>
          </a:p>
        </p:txBody>
      </p:sp>
      <p:sp>
        <p:nvSpPr>
          <p:cNvPr id="21" name="테스트 명령을 언제 쓰고 무엇을 판단할까?">
            <a:extLst xmlns:a="http://schemas.openxmlformats.org/drawingml/2006/main">
              <a:ext uri="{FF2B5EF4-FFF2-40B4-BE49-F238E27FC236}">
                <a16:creationId xmlns:a16="http://schemas.microsoft.com/office/drawing/2014/main" id="{7DE78181-C508-4EF2-A399-01C3184A7CF6}"/>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C348C014-E366-4047-8763-EB6292909285}"/>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31AF266-536D-4694-A2A1-BA6847BBE72C}"/>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4">
            <a:extLst xmlns:a="http://schemas.openxmlformats.org/drawingml/2006/main">
              <a:ext uri="{FF2B5EF4-FFF2-40B4-BE49-F238E27FC236}">
                <a16:creationId xmlns:a16="http://schemas.microsoft.com/office/drawing/2014/main" id="{C4346C38-2117-429B-A91C-C4CFE6E0A03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이번 Context와 다시 쓸 지식">
            <a:extLst xmlns:a="http://schemas.openxmlformats.org/drawingml/2006/main">
              <a:ext uri="{FF2B5EF4-FFF2-40B4-BE49-F238E27FC236}">
                <a16:creationId xmlns:a16="http://schemas.microsoft.com/office/drawing/2014/main" id="{E33440CA-8278-48F4-A099-6EDB7B6D3822}"/>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FE2CBDCF-18BB-41C4-84D7-66D02304CA3C}"/>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30A378B-42D6-4DAE-9B7C-4C6346DE0F81}"/>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9">
            <a:extLst xmlns:a="http://schemas.openxmlformats.org/drawingml/2006/main">
              <a:ext uri="{FF2B5EF4-FFF2-40B4-BE49-F238E27FC236}">
                <a16:creationId xmlns:a16="http://schemas.microsoft.com/office/drawing/2014/main" id="{5E975DF0-7D98-4B69-9475-818D28C385A7}"/>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밝기 통계의 판단을 C++ 검사에 적용하기">
            <a:extLst xmlns:a="http://schemas.openxmlformats.org/drawingml/2006/main">
              <a:ext uri="{FF2B5EF4-FFF2-40B4-BE49-F238E27FC236}">
                <a16:creationId xmlns:a16="http://schemas.microsoft.com/office/drawing/2014/main" id="{4A8C7BCB-1413-43F7-9726-BB6816FB8FF3}"/>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밝기 통계의 판단을 C++ 검사에 적용하기</a:t>
            </a:r>
          </a:p>
        </p:txBody>
      </p:sp>
      <p:sp>
        <p:nvSpPr>
          <p:cNvPr id="30" name="Legacy module connection">
            <a:extLst xmlns:a="http://schemas.openxmlformats.org/drawingml/2006/main">
              <a:ext uri="{FF2B5EF4-FFF2-40B4-BE49-F238E27FC236}">
                <a16:creationId xmlns:a16="http://schemas.microsoft.com/office/drawing/2014/main" id="{7A6EBF2E-A04D-46BA-A826-EAD9220BB4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403495567"/>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893FFD21-E643-4783-B15C-A849C85E39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00">
            <a:extLst xmlns:a="http://schemas.openxmlformats.org/drawingml/2006/main">
              <a:ext uri="{FF2B5EF4-FFF2-40B4-BE49-F238E27FC236}">
                <a16:creationId xmlns:a16="http://schemas.microsoft.com/office/drawing/2014/main" id="{9864F720-C990-4035-A989-3D75563459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실무 적용 팁 · 요청 작성">
            <a:extLst xmlns:a="http://schemas.openxmlformats.org/drawingml/2006/main">
              <a:ext uri="{FF2B5EF4-FFF2-40B4-BE49-F238E27FC236}">
                <a16:creationId xmlns:a16="http://schemas.microsoft.com/office/drawing/2014/main" id="{EC111921-F557-4453-BAE4-D59EDC8CCD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16945413-8E9C-489B-80BF-C030E8D661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8FA79A9-6467-4CA8-B14E-D520A44457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58051EFB-0150-4D9B-910E-4AE4B434FD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EC1E21AF-15B4-4D4A-9383-0038C444402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D149854B-67B0-4AEE-BAC9-ACC397CA81F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D52C6623-4FD0-4F19-8761-85510B46FCF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0B64EC9-73D6-4AAA-B736-08845743AB75}"/>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960EB43-20FC-4DE0-B1DE-619C2ECB41E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5">
            <a:extLst xmlns:a="http://schemas.openxmlformats.org/drawingml/2006/main">
              <a:ext uri="{FF2B5EF4-FFF2-40B4-BE49-F238E27FC236}">
                <a16:creationId xmlns:a16="http://schemas.microsoft.com/office/drawing/2014/main" id="{6441D1F2-B813-46CC-89CF-E94E7B1698B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S25</a:t>
            </a:r>
          </a:p>
        </p:txBody>
      </p:sp>
      <p:sp>
        <p:nvSpPr>
          <p:cNvPr id="13" name="지시와 참고 자료의 구분">
            <a:extLst xmlns:a="http://schemas.openxmlformats.org/drawingml/2006/main">
              <a:ext uri="{FF2B5EF4-FFF2-40B4-BE49-F238E27FC236}">
                <a16:creationId xmlns:a16="http://schemas.microsoft.com/office/drawing/2014/main" id="{85693B53-2CB8-48F6-A7C8-DEAFA13E0911}"/>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CC47C87C-E08F-4B86-B2A5-BFEA6F3EFF1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265FEA5-96C7-4AAE-BD3C-62761F7EF4A6}"/>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6">
            <a:extLst xmlns:a="http://schemas.openxmlformats.org/drawingml/2006/main">
              <a:ext uri="{FF2B5EF4-FFF2-40B4-BE49-F238E27FC236}">
                <a16:creationId xmlns:a16="http://schemas.microsoft.com/office/drawing/2014/main" id="{F88D8D63-F10B-420A-A028-396E7E7C10D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S26</a:t>
            </a:r>
          </a:p>
        </p:txBody>
      </p:sp>
      <p:sp>
        <p:nvSpPr>
          <p:cNvPr id="17" name="입력과 기대 결과의 작은 예시">
            <a:extLst xmlns:a="http://schemas.openxmlformats.org/drawingml/2006/main">
              <a:ext uri="{FF2B5EF4-FFF2-40B4-BE49-F238E27FC236}">
                <a16:creationId xmlns:a16="http://schemas.microsoft.com/office/drawing/2014/main" id="{2CD0FCEC-6C75-445D-B435-6750DE02C68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BEB6B62A-41F8-4CD4-8756-0558DF52BB5C}"/>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C7952BF-9994-4FC4-A7B2-B763DEAE2D7B}"/>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7">
            <a:extLst xmlns:a="http://schemas.openxmlformats.org/drawingml/2006/main">
              <a:ext uri="{FF2B5EF4-FFF2-40B4-BE49-F238E27FC236}">
                <a16:creationId xmlns:a16="http://schemas.microsoft.com/office/drawing/2014/main" id="{913B22A3-CF40-4006-A3B1-BDF9DC24EEA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21" name="바로 검토할 수 있는 결과 형식">
            <a:extLst xmlns:a="http://schemas.openxmlformats.org/drawingml/2006/main">
              <a:ext uri="{FF2B5EF4-FFF2-40B4-BE49-F238E27FC236}">
                <a16:creationId xmlns:a16="http://schemas.microsoft.com/office/drawing/2014/main" id="{DAD474B2-6C16-4385-A793-2F0B0BDD6D23}"/>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F1146066-290B-4610-B20D-4882235DB2DD}"/>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A7BFF020-6033-4A15-B78E-FD4BADD6921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28">
            <a:extLst xmlns:a="http://schemas.openxmlformats.org/drawingml/2006/main">
              <a:ext uri="{FF2B5EF4-FFF2-40B4-BE49-F238E27FC236}">
                <a16:creationId xmlns:a16="http://schemas.microsoft.com/office/drawing/2014/main" id="{55F4206E-48D0-493A-92E2-EC4E6835AA8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25" name="근거가 있는 설명과 미확인의 구분">
            <a:extLst xmlns:a="http://schemas.openxmlformats.org/drawingml/2006/main">
              <a:ext uri="{FF2B5EF4-FFF2-40B4-BE49-F238E27FC236}">
                <a16:creationId xmlns:a16="http://schemas.microsoft.com/office/drawing/2014/main" id="{D90852A9-18B0-46E4-BD48-DFB0B2F79304}"/>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FCEF2269-CC4E-4520-9047-6C48D240A34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32798AD-12D2-4C75-98F3-4FB16A7B52D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29">
            <a:extLst xmlns:a="http://schemas.openxmlformats.org/drawingml/2006/main">
              <a:ext uri="{FF2B5EF4-FFF2-40B4-BE49-F238E27FC236}">
                <a16:creationId xmlns:a16="http://schemas.microsoft.com/office/drawing/2014/main" id="{851C8FFE-1634-4299-8F9E-F4F6F6117CC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9" name="결과를 바꾸는 결정에서 확인 질문">
            <a:extLst xmlns:a="http://schemas.openxmlformats.org/drawingml/2006/main">
              <a:ext uri="{FF2B5EF4-FFF2-40B4-BE49-F238E27FC236}">
                <a16:creationId xmlns:a16="http://schemas.microsoft.com/office/drawing/2014/main" id="{D36C5F37-BCB1-4501-A262-998221C73C5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7CDB1B27-4BB5-43DE-AB9C-E15FFBC8025C}"/>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1269317A-3BE7-4437-83AF-6ED3C94E02D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0">
            <a:extLst xmlns:a="http://schemas.openxmlformats.org/drawingml/2006/main">
              <a:ext uri="{FF2B5EF4-FFF2-40B4-BE49-F238E27FC236}">
                <a16:creationId xmlns:a16="http://schemas.microsoft.com/office/drawing/2014/main" id="{23F06D93-1D42-4406-9F79-D14E0214835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33" name="큰 작업을 검토할 결과물로 나누기">
            <a:extLst xmlns:a="http://schemas.openxmlformats.org/drawingml/2006/main">
              <a:ext uri="{FF2B5EF4-FFF2-40B4-BE49-F238E27FC236}">
                <a16:creationId xmlns:a16="http://schemas.microsoft.com/office/drawing/2014/main" id="{9F0A279E-EBA4-4C98-A102-346C3B8BA002}"/>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59FA29FF-7CDB-404E-8A96-3FBE97C5FFB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E04019D5-E605-46AE-BEB7-0117C7EF31E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1">
            <a:extLst xmlns:a="http://schemas.openxmlformats.org/drawingml/2006/main">
              <a:ext uri="{FF2B5EF4-FFF2-40B4-BE49-F238E27FC236}">
                <a16:creationId xmlns:a16="http://schemas.microsoft.com/office/drawing/2014/main" id="{D2D723C8-5554-4D26-B158-5FCDE3AE13C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37" name="기준을 지정한 코드 리뷰 요청">
            <a:extLst xmlns:a="http://schemas.openxmlformats.org/drawingml/2006/main">
              <a:ext uri="{FF2B5EF4-FFF2-40B4-BE49-F238E27FC236}">
                <a16:creationId xmlns:a16="http://schemas.microsoft.com/office/drawing/2014/main" id="{26C5D1D0-82E2-4E82-8272-49BA2DC5FDA6}"/>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1CFDEC05-F11A-4E25-B621-9E6C2BACA1C0}"/>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AD8EC811-3E27-43B2-93C6-BC0FB885755B}"/>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2">
            <a:extLst xmlns:a="http://schemas.openxmlformats.org/drawingml/2006/main">
              <a:ext uri="{FF2B5EF4-FFF2-40B4-BE49-F238E27FC236}">
                <a16:creationId xmlns:a16="http://schemas.microsoft.com/office/drawing/2014/main" id="{9F79CFEF-6ECE-4429-8085-E89C9D850EBE}"/>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41" name="구체적인 근거로 수정 방향 피드백">
            <a:extLst xmlns:a="http://schemas.openxmlformats.org/drawingml/2006/main">
              <a:ext uri="{FF2B5EF4-FFF2-40B4-BE49-F238E27FC236}">
                <a16:creationId xmlns:a16="http://schemas.microsoft.com/office/drawing/2014/main" id="{1313ABEA-1ABD-4BC9-915B-5829B8D8DEA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3D80637B-8529-44D0-83CD-CB3B873796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823919857"/>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DA7E4547-4C87-4331-AB05-4D74551E74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01">
            <a:extLst xmlns:a="http://schemas.openxmlformats.org/drawingml/2006/main">
              <a:ext uri="{FF2B5EF4-FFF2-40B4-BE49-F238E27FC236}">
                <a16:creationId xmlns:a16="http://schemas.microsoft.com/office/drawing/2014/main" id="{E20BC3DA-0C67-46A7-A64B-CE05537D49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무 적용 팁 · 검증과 개선">
            <a:extLst xmlns:a="http://schemas.openxmlformats.org/drawingml/2006/main">
              <a:ext uri="{FF2B5EF4-FFF2-40B4-BE49-F238E27FC236}">
                <a16:creationId xmlns:a16="http://schemas.microsoft.com/office/drawing/2014/main" id="{56EC0A5C-8255-40B2-B359-081C10D00C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C00BE578-55D9-4C15-91AB-8712C0394B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140A73C-1ABC-41AD-A35D-B6F0DAB73A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DAFBAED0-005D-4405-B3E2-73210CC482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67FF0982-6586-4861-8797-61B45ED4019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D0C74B8F-D2DC-4A75-B758-BF38330D72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A5E9FA40-2AF5-4DB4-A5EE-27A5E99D4AE1}"/>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2159BE7-F144-41BE-AFA6-F6D50DC9C676}"/>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33EE8D0-10A2-46E3-BA2B-6227527553C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75">
            <a:extLst xmlns:a="http://schemas.openxmlformats.org/drawingml/2006/main">
              <a:ext uri="{FF2B5EF4-FFF2-40B4-BE49-F238E27FC236}">
                <a16:creationId xmlns:a16="http://schemas.microsoft.com/office/drawing/2014/main" id="{CE36725F-6BE1-4794-BDFB-DD4C1FD5A0F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13" name="원인을 고르기 전에 확인할 기록">
            <a:extLst xmlns:a="http://schemas.openxmlformats.org/drawingml/2006/main">
              <a:ext uri="{FF2B5EF4-FFF2-40B4-BE49-F238E27FC236}">
                <a16:creationId xmlns:a16="http://schemas.microsoft.com/office/drawing/2014/main" id="{7B228F14-162C-49F5-80B2-6C34A0C9DD40}"/>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3D66C730-9A56-417F-B947-225E47EB8DEF}"/>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0849ADA-4960-45B0-85E6-CB00FB871E2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79">
            <a:extLst xmlns:a="http://schemas.openxmlformats.org/drawingml/2006/main">
              <a:ext uri="{FF2B5EF4-FFF2-40B4-BE49-F238E27FC236}">
                <a16:creationId xmlns:a16="http://schemas.microsoft.com/office/drawing/2014/main" id="{7A878280-2A79-41E5-9BDB-3B9EABB4385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S79</a:t>
            </a:r>
          </a:p>
        </p:txBody>
      </p:sp>
      <p:sp>
        <p:nvSpPr>
          <p:cNvPr id="17" name="지침을 고친 뒤, 무엇을 다시 확인할까?">
            <a:extLst xmlns:a="http://schemas.openxmlformats.org/drawingml/2006/main">
              <a:ext uri="{FF2B5EF4-FFF2-40B4-BE49-F238E27FC236}">
                <a16:creationId xmlns:a16="http://schemas.microsoft.com/office/drawing/2014/main" id="{9D534922-EE16-4AFF-A77F-1243523F6D2C}"/>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EDF429CD-3CE0-4A07-B180-866CC4E4A110}"/>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79B4AC4-E73C-4C9F-85A2-D404D18060A4}"/>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95">
            <a:extLst xmlns:a="http://schemas.openxmlformats.org/drawingml/2006/main">
              <a:ext uri="{FF2B5EF4-FFF2-40B4-BE49-F238E27FC236}">
                <a16:creationId xmlns:a16="http://schemas.microsoft.com/office/drawing/2014/main" id="{B8055A39-D51B-4DCA-863E-4185AD168BA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21" name="무엇을 남기고, 무엇을 덜어낼까?">
            <a:extLst xmlns:a="http://schemas.openxmlformats.org/drawingml/2006/main">
              <a:ext uri="{FF2B5EF4-FFF2-40B4-BE49-F238E27FC236}">
                <a16:creationId xmlns:a16="http://schemas.microsoft.com/office/drawing/2014/main" id="{BD0F4463-62F2-4643-B0A2-8C4AABC5BB74}"/>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A077E7D6-B5F4-44FD-983D-443A8C76BE32}"/>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4DE72EAA-2F3B-4795-BC7D-2C8BC1BFFE5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96">
            <a:extLst xmlns:a="http://schemas.openxmlformats.org/drawingml/2006/main">
              <a:ext uri="{FF2B5EF4-FFF2-40B4-BE49-F238E27FC236}">
                <a16:creationId xmlns:a16="http://schemas.microsoft.com/office/drawing/2014/main" id="{8481943A-0012-4080-851F-BA30F7FF68A9}"/>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25" name="덜어낸 뒤에도 필요한 일을 하는가?">
            <a:extLst xmlns:a="http://schemas.openxmlformats.org/drawingml/2006/main">
              <a:ext uri="{FF2B5EF4-FFF2-40B4-BE49-F238E27FC236}">
                <a16:creationId xmlns:a16="http://schemas.microsoft.com/office/drawing/2014/main" id="{3401B266-80DC-45DD-BD89-A197330480B7}"/>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71146D22-82A3-4CF7-96B3-B7A809AC67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38705457"/>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64B19ECD-16BD-4A6B-A6EA-6692F63D7C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2">
            <a:extLst xmlns:a="http://schemas.openxmlformats.org/drawingml/2006/main">
              <a:ext uri="{FF2B5EF4-FFF2-40B4-BE49-F238E27FC236}">
                <a16:creationId xmlns:a16="http://schemas.microsoft.com/office/drawing/2014/main" id="{FA66D0FA-81A2-4C5A-94CA-D180375C1C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Q&amp;A와 교육 마무리">
            <a:extLst xmlns:a="http://schemas.openxmlformats.org/drawingml/2006/main">
              <a:ext uri="{FF2B5EF4-FFF2-40B4-BE49-F238E27FC236}">
                <a16:creationId xmlns:a16="http://schemas.microsoft.com/office/drawing/2014/main" id="{1B789A13-14D6-4071-8104-F55F281E41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D3E511B8-C716-4B37-ABCC-58ECF54D70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1AA369F3-C11E-41AF-90A8-E9DFFA0C07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4B1988E9-9EC9-415C-90AA-4A8EBE5CFF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55ECB268-B340-4AAF-9374-CFE5E7F4F45A}"/>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0F92448-61BD-4D4D-BE2D-BDE095620B0F}"/>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9E410871-EC40-4DE7-810D-C204129FF2C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CA527F38-BCA1-46EF-BD69-D900B7C2336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6A5594AE-CFE6-4254-A68C-69AEB7B70D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03496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2026-10-25T09:03:18.7190000Z</dcterms:created>
  <dcterms:modified xsi:type="dcterms:W3CDTF">2026-10-25T09:03:18.7200000Z</dcterms:modified>
</coreProperties>
</file>