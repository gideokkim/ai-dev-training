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5197dc61e464a69" /><Relationship Type="http://schemas.openxmlformats.org/officeDocument/2006/relationships/extended-properties" Target="/docProps/app.xml" Id="Rd5a55c28d9ba467f" /><Relationship Type="http://schemas.openxmlformats.org/officeDocument/2006/relationships/officeDocument" Target="/ppt/presentation.xml" Id="R15bab191216f4efe" /></Relationships>
</file>

<file path=ppt/presentation.xml><?xml version="1.0" encoding="utf-8"?>
<p:presentation xmlns:p="http://schemas.openxmlformats.org/presentationml/2006/main">
  <p:sldMasterIdLst>
    <p:sldMasterId xmlns:r="http://schemas.openxmlformats.org/officeDocument/2006/relationships" id="2147483648" r:id="R89895c16e42b419e"/>
  </p:sldMasterIdLst>
  <p:notesMasterIdLst>
    <p:notesMasterId xmlns:r="http://schemas.openxmlformats.org/officeDocument/2006/relationships" r:id="R818e2e4e91394b9c"/>
  </p:notesMasterIdLst>
  <p:sldIdLst>
    <p:sldId xmlns:r="http://schemas.openxmlformats.org/officeDocument/2006/relationships" id="256" r:id="R5fe42e86622245a7"/>
    <p:sldId xmlns:r="http://schemas.openxmlformats.org/officeDocument/2006/relationships" id="257" r:id="Ra54ea6aabc324dc3"/>
    <p:sldId xmlns:r="http://schemas.openxmlformats.org/officeDocument/2006/relationships" id="258" r:id="R406a0ad30425461e"/>
    <p:sldId xmlns:r="http://schemas.openxmlformats.org/officeDocument/2006/relationships" id="259" r:id="Rc5fd9c4f041647be"/>
    <p:sldId xmlns:r="http://schemas.openxmlformats.org/officeDocument/2006/relationships" id="260" r:id="R6f788dc801134586"/>
    <p:sldId xmlns:r="http://schemas.openxmlformats.org/officeDocument/2006/relationships" id="261" r:id="R74d18895011c476a"/>
    <p:sldId xmlns:r="http://schemas.openxmlformats.org/officeDocument/2006/relationships" id="262" r:id="R1944378152c348a7"/>
    <p:sldId xmlns:r="http://schemas.openxmlformats.org/officeDocument/2006/relationships" id="263" r:id="R15fa4edfd9f3480c"/>
    <p:sldId xmlns:r="http://schemas.openxmlformats.org/officeDocument/2006/relationships" id="264" r:id="R3a881d1350c3418c"/>
    <p:sldId xmlns:r="http://schemas.openxmlformats.org/officeDocument/2006/relationships" id="265" r:id="Rd42f6ab15c9e416f"/>
    <p:sldId xmlns:r="http://schemas.openxmlformats.org/officeDocument/2006/relationships" id="266" r:id="R4eaff27116b44512"/>
    <p:sldId xmlns:r="http://schemas.openxmlformats.org/officeDocument/2006/relationships" id="267" r:id="R1490b0a94c604b89"/>
    <p:sldId xmlns:r="http://schemas.openxmlformats.org/officeDocument/2006/relationships" id="268" r:id="Rfc1890f515d240d6"/>
    <p:sldId xmlns:r="http://schemas.openxmlformats.org/officeDocument/2006/relationships" id="269" r:id="Rb310529f501a4bd2"/>
    <p:sldId xmlns:r="http://schemas.openxmlformats.org/officeDocument/2006/relationships" id="270" r:id="R8b0bbbc64e1b4162"/>
    <p:sldId xmlns:r="http://schemas.openxmlformats.org/officeDocument/2006/relationships" id="271" r:id="R90a7a22fac174b68"/>
    <p:sldId xmlns:r="http://schemas.openxmlformats.org/officeDocument/2006/relationships" id="272" r:id="R5edae5c38a704aab"/>
    <p:sldId xmlns:r="http://schemas.openxmlformats.org/officeDocument/2006/relationships" id="273" r:id="Rb1f44d03a79e443d"/>
    <p:sldId xmlns:r="http://schemas.openxmlformats.org/officeDocument/2006/relationships" id="274" r:id="Rc7048ad6954c4918"/>
    <p:sldId xmlns:r="http://schemas.openxmlformats.org/officeDocument/2006/relationships" id="275" r:id="R29fa1f5465864651"/>
    <p:sldId xmlns:r="http://schemas.openxmlformats.org/officeDocument/2006/relationships" id="276" r:id="R4a9f9f6b34d1491b"/>
    <p:sldId xmlns:r="http://schemas.openxmlformats.org/officeDocument/2006/relationships" id="277" r:id="Rf75c0b536427427f"/>
    <p:sldId xmlns:r="http://schemas.openxmlformats.org/officeDocument/2006/relationships" id="278" r:id="R024b15ed2e9d4d81"/>
    <p:sldId xmlns:r="http://schemas.openxmlformats.org/officeDocument/2006/relationships" id="279" r:id="R87721aaffc3e4d85"/>
    <p:sldId xmlns:r="http://schemas.openxmlformats.org/officeDocument/2006/relationships" id="280" r:id="R661f06915edf479f"/>
    <p:sldId xmlns:r="http://schemas.openxmlformats.org/officeDocument/2006/relationships" id="281" r:id="R131f2bdd650840e2"/>
    <p:sldId xmlns:r="http://schemas.openxmlformats.org/officeDocument/2006/relationships" id="282" r:id="R0fc893ca96664959"/>
    <p:sldId xmlns:r="http://schemas.openxmlformats.org/officeDocument/2006/relationships" id="283" r:id="Ra3a5e4c56324451f"/>
    <p:sldId xmlns:r="http://schemas.openxmlformats.org/officeDocument/2006/relationships" id="284" r:id="Rd70347f27fd54318"/>
    <p:sldId xmlns:r="http://schemas.openxmlformats.org/officeDocument/2006/relationships" id="285" r:id="R58fafa77cdd342cf"/>
    <p:sldId xmlns:r="http://schemas.openxmlformats.org/officeDocument/2006/relationships" id="286" r:id="R13d47da9350b4bed"/>
    <p:sldId xmlns:r="http://schemas.openxmlformats.org/officeDocument/2006/relationships" id="287" r:id="R721e03a3b56c4031"/>
    <p:sldId xmlns:r="http://schemas.openxmlformats.org/officeDocument/2006/relationships" id="288" r:id="R847749f27dde4f45"/>
    <p:sldId xmlns:r="http://schemas.openxmlformats.org/officeDocument/2006/relationships" id="289" r:id="Rda525a24377c4ef4"/>
    <p:sldId xmlns:r="http://schemas.openxmlformats.org/officeDocument/2006/relationships" id="290" r:id="R3821059e8876470f"/>
    <p:sldId xmlns:r="http://schemas.openxmlformats.org/officeDocument/2006/relationships" id="291" r:id="R3be253b6f3494d60"/>
    <p:sldId xmlns:r="http://schemas.openxmlformats.org/officeDocument/2006/relationships" id="292" r:id="R4fb5189edb0b4f40"/>
    <p:sldId xmlns:r="http://schemas.openxmlformats.org/officeDocument/2006/relationships" id="293" r:id="R077752451d0a4a11"/>
    <p:sldId xmlns:r="http://schemas.openxmlformats.org/officeDocument/2006/relationships" id="294" r:id="Rc56955cb1b0b4534"/>
    <p:sldId xmlns:r="http://schemas.openxmlformats.org/officeDocument/2006/relationships" id="295" r:id="Rac7cc766411b47f4"/>
    <p:sldId xmlns:r="http://schemas.openxmlformats.org/officeDocument/2006/relationships" id="296" r:id="R27cf4de30e8b44e0"/>
    <p:sldId xmlns:r="http://schemas.openxmlformats.org/officeDocument/2006/relationships" id="297" r:id="R47244f8b1e274c10"/>
    <p:sldId xmlns:r="http://schemas.openxmlformats.org/officeDocument/2006/relationships" id="298" r:id="Ra67033419b5841df"/>
    <p:sldId xmlns:r="http://schemas.openxmlformats.org/officeDocument/2006/relationships" id="299" r:id="Rb69b0ef3dd5f4256"/>
    <p:sldId xmlns:r="http://schemas.openxmlformats.org/officeDocument/2006/relationships" id="300" r:id="R775f30df33b74def"/>
    <p:sldId xmlns:r="http://schemas.openxmlformats.org/officeDocument/2006/relationships" id="301" r:id="R76576b19883341f0"/>
    <p:sldId xmlns:r="http://schemas.openxmlformats.org/officeDocument/2006/relationships" id="302" r:id="R3cdd3666ec364abe"/>
    <p:sldId xmlns:r="http://schemas.openxmlformats.org/officeDocument/2006/relationships" id="303" r:id="R1fce12ca170e413a"/>
    <p:sldId xmlns:r="http://schemas.openxmlformats.org/officeDocument/2006/relationships" id="304" r:id="Rf4895967d58b4448"/>
    <p:sldId xmlns:r="http://schemas.openxmlformats.org/officeDocument/2006/relationships" id="305" r:id="R4973980f3a93406d"/>
    <p:sldId xmlns:r="http://schemas.openxmlformats.org/officeDocument/2006/relationships" id="306" r:id="Rb55b68c0b5894b7e"/>
    <p:sldId xmlns:r="http://schemas.openxmlformats.org/officeDocument/2006/relationships" id="307" r:id="R4264991a3eb841f8"/>
    <p:sldId xmlns:r="http://schemas.openxmlformats.org/officeDocument/2006/relationships" id="308" r:id="R9e7efa74f05e4520"/>
    <p:sldId xmlns:r="http://schemas.openxmlformats.org/officeDocument/2006/relationships" id="309" r:id="R27aa952589bf478b"/>
    <p:sldId xmlns:r="http://schemas.openxmlformats.org/officeDocument/2006/relationships" id="310" r:id="R5b117ae1af75483e"/>
    <p:sldId xmlns:r="http://schemas.openxmlformats.org/officeDocument/2006/relationships" id="311" r:id="R12b080e77f7143f4"/>
    <p:sldId xmlns:r="http://schemas.openxmlformats.org/officeDocument/2006/relationships" id="312" r:id="Rc943d5540bbf4817"/>
    <p:sldId xmlns:r="http://schemas.openxmlformats.org/officeDocument/2006/relationships" id="313" r:id="Rf499ed868e9a443b"/>
    <p:sldId xmlns:r="http://schemas.openxmlformats.org/officeDocument/2006/relationships" id="314" r:id="Recc6397de08c41b1"/>
    <p:sldId xmlns:r="http://schemas.openxmlformats.org/officeDocument/2006/relationships" id="315" r:id="Rb1542557165a496d"/>
    <p:sldId xmlns:r="http://schemas.openxmlformats.org/officeDocument/2006/relationships" id="316" r:id="R635889fa997c4768"/>
    <p:sldId xmlns:r="http://schemas.openxmlformats.org/officeDocument/2006/relationships" id="317" r:id="R8c7fe766e20e434f"/>
    <p:sldId xmlns:r="http://schemas.openxmlformats.org/officeDocument/2006/relationships" id="318" r:id="R02d0f2aa868347f1"/>
    <p:sldId xmlns:r="http://schemas.openxmlformats.org/officeDocument/2006/relationships" id="319" r:id="R0f90db5e6ac54578"/>
    <p:sldId xmlns:r="http://schemas.openxmlformats.org/officeDocument/2006/relationships" id="320" r:id="Ra1954b3a3e2246c0"/>
    <p:sldId xmlns:r="http://schemas.openxmlformats.org/officeDocument/2006/relationships" id="321" r:id="Rc784d85bdbc449ff"/>
    <p:sldId xmlns:r="http://schemas.openxmlformats.org/officeDocument/2006/relationships" id="322" r:id="R952ea45a2f794990"/>
    <p:sldId xmlns:r="http://schemas.openxmlformats.org/officeDocument/2006/relationships" id="323" r:id="Rc378101a33364da9"/>
    <p:sldId xmlns:r="http://schemas.openxmlformats.org/officeDocument/2006/relationships" id="324" r:id="R3e4e27152f134f7c"/>
    <p:sldId xmlns:r="http://schemas.openxmlformats.org/officeDocument/2006/relationships" id="325" r:id="R8d151e3024d244d3"/>
    <p:sldId xmlns:r="http://schemas.openxmlformats.org/officeDocument/2006/relationships" id="326" r:id="R8b9f394a99284d6e"/>
    <p:sldId xmlns:r="http://schemas.openxmlformats.org/officeDocument/2006/relationships" id="327" r:id="R6441e2fd6e5843d2"/>
    <p:sldId xmlns:r="http://schemas.openxmlformats.org/officeDocument/2006/relationships" id="328" r:id="R6110dc99d6ae401e"/>
    <p:sldId xmlns:r="http://schemas.openxmlformats.org/officeDocument/2006/relationships" id="329" r:id="R06d41ccdc0eb4ef4"/>
    <p:sldId xmlns:r="http://schemas.openxmlformats.org/officeDocument/2006/relationships" id="330" r:id="R06356df8806a404f"/>
    <p:sldId xmlns:r="http://schemas.openxmlformats.org/officeDocument/2006/relationships" id="331" r:id="Rc8b002233ffd4d93"/>
    <p:sldId xmlns:r="http://schemas.openxmlformats.org/officeDocument/2006/relationships" id="332" r:id="Rd8a122f4069844aa"/>
    <p:sldId xmlns:r="http://schemas.openxmlformats.org/officeDocument/2006/relationships" id="333" r:id="Rc76bf523bf3347a5"/>
    <p:sldId xmlns:r="http://schemas.openxmlformats.org/officeDocument/2006/relationships" id="334" r:id="R3744d7b4d435414c"/>
    <p:sldId xmlns:r="http://schemas.openxmlformats.org/officeDocument/2006/relationships" id="335" r:id="R13cb11c8f1724d50"/>
    <p:sldId xmlns:r="http://schemas.openxmlformats.org/officeDocument/2006/relationships" id="336" r:id="Rf7a0a5902d234e02"/>
    <p:sldId xmlns:r="http://schemas.openxmlformats.org/officeDocument/2006/relationships" id="337" r:id="Rfeddd0853dbe4a19"/>
    <p:sldId xmlns:r="http://schemas.openxmlformats.org/officeDocument/2006/relationships" id="338" r:id="R59fb56612c7449be"/>
    <p:sldId xmlns:r="http://schemas.openxmlformats.org/officeDocument/2006/relationships" id="339" r:id="R39ee5cc6f4c24563"/>
    <p:sldId xmlns:r="http://schemas.openxmlformats.org/officeDocument/2006/relationships" id="340" r:id="R0ce063f04e7240df"/>
    <p:sldId xmlns:r="http://schemas.openxmlformats.org/officeDocument/2006/relationships" id="341" r:id="Rc292b39f700146f1"/>
    <p:sldId xmlns:r="http://schemas.openxmlformats.org/officeDocument/2006/relationships" id="342" r:id="R25015be5d49b42e3"/>
    <p:sldId xmlns:r="http://schemas.openxmlformats.org/officeDocument/2006/relationships" id="343" r:id="R9565d6ac54b74346"/>
    <p:sldId xmlns:r="http://schemas.openxmlformats.org/officeDocument/2006/relationships" id="344" r:id="R1005cc5037db4027"/>
    <p:sldId xmlns:r="http://schemas.openxmlformats.org/officeDocument/2006/relationships" id="345" r:id="Rd3e3aab04f9f4b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d94c7022884844" /><Relationship Type="http://schemas.openxmlformats.org/officeDocument/2006/relationships/slideMaster" Target="/ppt/slideMasters/slideMaster1.xml" Id="R89895c16e42b419e" /><Relationship Type="http://schemas.openxmlformats.org/officeDocument/2006/relationships/notesMaster" Target="/ppt/notesMasters/notesMaster1.xml" Id="R818e2e4e91394b9c" /><Relationship Type="http://schemas.openxmlformats.org/officeDocument/2006/relationships/presProps" Target="/ppt/presProps.xml" Id="Rba99f72f13054c48" /><Relationship Type="http://schemas.openxmlformats.org/officeDocument/2006/relationships/tableStyles" Target="/ppt/tableStyles.xml" Id="R59c2d04434c34c2e" /><Relationship Type="http://schemas.openxmlformats.org/officeDocument/2006/relationships/slide" Target="/ppt/slides/slide1.xml" Id="R5fe42e86622245a7" /><Relationship Type="http://schemas.openxmlformats.org/officeDocument/2006/relationships/slide" Target="/ppt/slides/slide2.xml" Id="Ra54ea6aabc324dc3" /><Relationship Type="http://schemas.openxmlformats.org/officeDocument/2006/relationships/slide" Target="/ppt/slides/slide3.xml" Id="R406a0ad30425461e" /><Relationship Type="http://schemas.openxmlformats.org/officeDocument/2006/relationships/slide" Target="/ppt/slides/slide4.xml" Id="Rc5fd9c4f041647be" /><Relationship Type="http://schemas.openxmlformats.org/officeDocument/2006/relationships/slide" Target="/ppt/slides/slide5.xml" Id="R6f788dc801134586" /><Relationship Type="http://schemas.openxmlformats.org/officeDocument/2006/relationships/slide" Target="/ppt/slides/slide6.xml" Id="R74d18895011c476a" /><Relationship Type="http://schemas.openxmlformats.org/officeDocument/2006/relationships/slide" Target="/ppt/slides/slide7.xml" Id="R1944378152c348a7" /><Relationship Type="http://schemas.openxmlformats.org/officeDocument/2006/relationships/slide" Target="/ppt/slides/slide8.xml" Id="R15fa4edfd9f3480c" /><Relationship Type="http://schemas.openxmlformats.org/officeDocument/2006/relationships/slide" Target="/ppt/slides/slide9.xml" Id="R3a881d1350c3418c" /><Relationship Type="http://schemas.openxmlformats.org/officeDocument/2006/relationships/slide" Target="/ppt/slides/slide10.xml" Id="Rd42f6ab15c9e416f" /><Relationship Type="http://schemas.openxmlformats.org/officeDocument/2006/relationships/slide" Target="/ppt/slides/slide11.xml" Id="R4eaff27116b44512" /><Relationship Type="http://schemas.openxmlformats.org/officeDocument/2006/relationships/slide" Target="/ppt/slides/slide12.xml" Id="R1490b0a94c604b89" /><Relationship Type="http://schemas.openxmlformats.org/officeDocument/2006/relationships/slide" Target="/ppt/slides/slide13.xml" Id="Rfc1890f515d240d6" /><Relationship Type="http://schemas.openxmlformats.org/officeDocument/2006/relationships/slide" Target="/ppt/slides/slide14.xml" Id="Rb310529f501a4bd2" /><Relationship Type="http://schemas.openxmlformats.org/officeDocument/2006/relationships/slide" Target="/ppt/slides/slide15.xml" Id="R8b0bbbc64e1b4162" /><Relationship Type="http://schemas.openxmlformats.org/officeDocument/2006/relationships/slide" Target="/ppt/slides/slide16.xml" Id="R90a7a22fac174b68" /><Relationship Type="http://schemas.openxmlformats.org/officeDocument/2006/relationships/slide" Target="/ppt/slides/slide17.xml" Id="R5edae5c38a704aab" /><Relationship Type="http://schemas.openxmlformats.org/officeDocument/2006/relationships/slide" Target="/ppt/slides/slide18.xml" Id="Rb1f44d03a79e443d" /><Relationship Type="http://schemas.openxmlformats.org/officeDocument/2006/relationships/slide" Target="/ppt/slides/slide19.xml" Id="Rc7048ad6954c4918" /><Relationship Type="http://schemas.openxmlformats.org/officeDocument/2006/relationships/slide" Target="/ppt/slides/slide20.xml" Id="R29fa1f5465864651" /><Relationship Type="http://schemas.openxmlformats.org/officeDocument/2006/relationships/slide" Target="/ppt/slides/slide21.xml" Id="R4a9f9f6b34d1491b" /><Relationship Type="http://schemas.openxmlformats.org/officeDocument/2006/relationships/slide" Target="/ppt/slides/slide22.xml" Id="Rf75c0b536427427f" /><Relationship Type="http://schemas.openxmlformats.org/officeDocument/2006/relationships/slide" Target="/ppt/slides/slide23.xml" Id="R024b15ed2e9d4d81" /><Relationship Type="http://schemas.openxmlformats.org/officeDocument/2006/relationships/slide" Target="/ppt/slides/slide24.xml" Id="R87721aaffc3e4d85" /><Relationship Type="http://schemas.openxmlformats.org/officeDocument/2006/relationships/slide" Target="/ppt/slides/slide25.xml" Id="R661f06915edf479f" /><Relationship Type="http://schemas.openxmlformats.org/officeDocument/2006/relationships/slide" Target="/ppt/slides/slide26.xml" Id="R131f2bdd650840e2" /><Relationship Type="http://schemas.openxmlformats.org/officeDocument/2006/relationships/slide" Target="/ppt/slides/slide27.xml" Id="R0fc893ca96664959" /><Relationship Type="http://schemas.openxmlformats.org/officeDocument/2006/relationships/slide" Target="/ppt/slides/slide28.xml" Id="Ra3a5e4c56324451f" /><Relationship Type="http://schemas.openxmlformats.org/officeDocument/2006/relationships/slide" Target="/ppt/slides/slide29.xml" Id="Rd70347f27fd54318" /><Relationship Type="http://schemas.openxmlformats.org/officeDocument/2006/relationships/slide" Target="/ppt/slides/slide30.xml" Id="R58fafa77cdd342cf" /><Relationship Type="http://schemas.openxmlformats.org/officeDocument/2006/relationships/slide" Target="/ppt/slides/slide31.xml" Id="R13d47da9350b4bed" /><Relationship Type="http://schemas.openxmlformats.org/officeDocument/2006/relationships/slide" Target="/ppt/slides/slide32.xml" Id="R721e03a3b56c4031" /><Relationship Type="http://schemas.openxmlformats.org/officeDocument/2006/relationships/slide" Target="/ppt/slides/slide33.xml" Id="R847749f27dde4f45" /><Relationship Type="http://schemas.openxmlformats.org/officeDocument/2006/relationships/slide" Target="/ppt/slides/slide34.xml" Id="Rda525a24377c4ef4" /><Relationship Type="http://schemas.openxmlformats.org/officeDocument/2006/relationships/slide" Target="/ppt/slides/slide35.xml" Id="R3821059e8876470f" /><Relationship Type="http://schemas.openxmlformats.org/officeDocument/2006/relationships/slide" Target="/ppt/slides/slide36.xml" Id="R3be253b6f3494d60" /><Relationship Type="http://schemas.openxmlformats.org/officeDocument/2006/relationships/slide" Target="/ppt/slides/slide37.xml" Id="R4fb5189edb0b4f40" /><Relationship Type="http://schemas.openxmlformats.org/officeDocument/2006/relationships/slide" Target="/ppt/slides/slide38.xml" Id="R077752451d0a4a11" /><Relationship Type="http://schemas.openxmlformats.org/officeDocument/2006/relationships/slide" Target="/ppt/slides/slide39.xml" Id="Rc56955cb1b0b4534" /><Relationship Type="http://schemas.openxmlformats.org/officeDocument/2006/relationships/slide" Target="/ppt/slides/slide40.xml" Id="Rac7cc766411b47f4" /><Relationship Type="http://schemas.openxmlformats.org/officeDocument/2006/relationships/slide" Target="/ppt/slides/slide41.xml" Id="R27cf4de30e8b44e0" /><Relationship Type="http://schemas.openxmlformats.org/officeDocument/2006/relationships/slide" Target="/ppt/slides/slide42.xml" Id="R47244f8b1e274c10" /><Relationship Type="http://schemas.openxmlformats.org/officeDocument/2006/relationships/slide" Target="/ppt/slides/slide43.xml" Id="Ra67033419b5841df" /><Relationship Type="http://schemas.openxmlformats.org/officeDocument/2006/relationships/slide" Target="/ppt/slides/slide44.xml" Id="Rb69b0ef3dd5f4256" /><Relationship Type="http://schemas.openxmlformats.org/officeDocument/2006/relationships/slide" Target="/ppt/slides/slide45.xml" Id="R775f30df33b74def" /><Relationship Type="http://schemas.openxmlformats.org/officeDocument/2006/relationships/slide" Target="/ppt/slides/slide46.xml" Id="R76576b19883341f0" /><Relationship Type="http://schemas.openxmlformats.org/officeDocument/2006/relationships/slide" Target="/ppt/slides/slide47.xml" Id="R3cdd3666ec364abe" /><Relationship Type="http://schemas.openxmlformats.org/officeDocument/2006/relationships/slide" Target="/ppt/slides/slide48.xml" Id="R1fce12ca170e413a" /><Relationship Type="http://schemas.openxmlformats.org/officeDocument/2006/relationships/slide" Target="/ppt/slides/slide49.xml" Id="Rf4895967d58b4448" /><Relationship Type="http://schemas.openxmlformats.org/officeDocument/2006/relationships/slide" Target="/ppt/slides/slide50.xml" Id="R4973980f3a93406d" /><Relationship Type="http://schemas.openxmlformats.org/officeDocument/2006/relationships/slide" Target="/ppt/slides/slide51.xml" Id="Rb55b68c0b5894b7e" /><Relationship Type="http://schemas.openxmlformats.org/officeDocument/2006/relationships/slide" Target="/ppt/slides/slide52.xml" Id="R4264991a3eb841f8" /><Relationship Type="http://schemas.openxmlformats.org/officeDocument/2006/relationships/slide" Target="/ppt/slides/slide53.xml" Id="R9e7efa74f05e4520" /><Relationship Type="http://schemas.openxmlformats.org/officeDocument/2006/relationships/slide" Target="/ppt/slides/slide54.xml" Id="R27aa952589bf478b" /><Relationship Type="http://schemas.openxmlformats.org/officeDocument/2006/relationships/slide" Target="/ppt/slides/slide55.xml" Id="R5b117ae1af75483e" /><Relationship Type="http://schemas.openxmlformats.org/officeDocument/2006/relationships/slide" Target="/ppt/slides/slide56.xml" Id="R12b080e77f7143f4" /><Relationship Type="http://schemas.openxmlformats.org/officeDocument/2006/relationships/slide" Target="/ppt/slides/slide57.xml" Id="Rc943d5540bbf4817" /><Relationship Type="http://schemas.openxmlformats.org/officeDocument/2006/relationships/slide" Target="/ppt/slides/slide58.xml" Id="Rf499ed868e9a443b" /><Relationship Type="http://schemas.openxmlformats.org/officeDocument/2006/relationships/slide" Target="/ppt/slides/slide59.xml" Id="Recc6397de08c41b1" /><Relationship Type="http://schemas.openxmlformats.org/officeDocument/2006/relationships/slide" Target="/ppt/slides/slide60.xml" Id="Rb1542557165a496d" /><Relationship Type="http://schemas.openxmlformats.org/officeDocument/2006/relationships/slide" Target="/ppt/slides/slide61.xml" Id="R635889fa997c4768" /><Relationship Type="http://schemas.openxmlformats.org/officeDocument/2006/relationships/slide" Target="/ppt/slides/slide62.xml" Id="R8c7fe766e20e434f" /><Relationship Type="http://schemas.openxmlformats.org/officeDocument/2006/relationships/slide" Target="/ppt/slides/slide63.xml" Id="R02d0f2aa868347f1" /><Relationship Type="http://schemas.openxmlformats.org/officeDocument/2006/relationships/slide" Target="/ppt/slides/slide64.xml" Id="R0f90db5e6ac54578" /><Relationship Type="http://schemas.openxmlformats.org/officeDocument/2006/relationships/slide" Target="/ppt/slides/slide65.xml" Id="Ra1954b3a3e2246c0" /><Relationship Type="http://schemas.openxmlformats.org/officeDocument/2006/relationships/slide" Target="/ppt/slides/slide66.xml" Id="Rc784d85bdbc449ff" /><Relationship Type="http://schemas.openxmlformats.org/officeDocument/2006/relationships/slide" Target="/ppt/slides/slide67.xml" Id="R952ea45a2f794990" /><Relationship Type="http://schemas.openxmlformats.org/officeDocument/2006/relationships/slide" Target="/ppt/slides/slide68.xml" Id="Rc378101a33364da9" /><Relationship Type="http://schemas.openxmlformats.org/officeDocument/2006/relationships/slide" Target="/ppt/slides/slide69.xml" Id="R3e4e27152f134f7c" /><Relationship Type="http://schemas.openxmlformats.org/officeDocument/2006/relationships/slide" Target="/ppt/slides/slide70.xml" Id="R8d151e3024d244d3" /><Relationship Type="http://schemas.openxmlformats.org/officeDocument/2006/relationships/slide" Target="/ppt/slides/slide71.xml" Id="R8b9f394a99284d6e" /><Relationship Type="http://schemas.openxmlformats.org/officeDocument/2006/relationships/slide" Target="/ppt/slides/slide72.xml" Id="R6441e2fd6e5843d2" /><Relationship Type="http://schemas.openxmlformats.org/officeDocument/2006/relationships/slide" Target="/ppt/slides/slide73.xml" Id="R6110dc99d6ae401e" /><Relationship Type="http://schemas.openxmlformats.org/officeDocument/2006/relationships/slide" Target="/ppt/slides/slide74.xml" Id="R06d41ccdc0eb4ef4" /><Relationship Type="http://schemas.openxmlformats.org/officeDocument/2006/relationships/slide" Target="/ppt/slides/slide75.xml" Id="R06356df8806a404f" /><Relationship Type="http://schemas.openxmlformats.org/officeDocument/2006/relationships/slide" Target="/ppt/slides/slide76.xml" Id="Rc8b002233ffd4d93" /><Relationship Type="http://schemas.openxmlformats.org/officeDocument/2006/relationships/slide" Target="/ppt/slides/slide77.xml" Id="Rd8a122f4069844aa" /><Relationship Type="http://schemas.openxmlformats.org/officeDocument/2006/relationships/slide" Target="/ppt/slides/slide78.xml" Id="Rc76bf523bf3347a5" /><Relationship Type="http://schemas.openxmlformats.org/officeDocument/2006/relationships/slide" Target="/ppt/slides/slide79.xml" Id="R3744d7b4d435414c" /><Relationship Type="http://schemas.openxmlformats.org/officeDocument/2006/relationships/slide" Target="/ppt/slides/slide80.xml" Id="R13cb11c8f1724d50" /><Relationship Type="http://schemas.openxmlformats.org/officeDocument/2006/relationships/slide" Target="/ppt/slides/slide81.xml" Id="Rf7a0a5902d234e02" /><Relationship Type="http://schemas.openxmlformats.org/officeDocument/2006/relationships/slide" Target="/ppt/slides/slide82.xml" Id="Rfeddd0853dbe4a19" /><Relationship Type="http://schemas.openxmlformats.org/officeDocument/2006/relationships/slide" Target="/ppt/slides/slide83.xml" Id="R59fb56612c7449be" /><Relationship Type="http://schemas.openxmlformats.org/officeDocument/2006/relationships/slide" Target="/ppt/slides/slide84.xml" Id="R39ee5cc6f4c24563" /><Relationship Type="http://schemas.openxmlformats.org/officeDocument/2006/relationships/slide" Target="/ppt/slides/slide85.xml" Id="R0ce063f04e7240df" /><Relationship Type="http://schemas.openxmlformats.org/officeDocument/2006/relationships/slide" Target="/ppt/slides/slide86.xml" Id="Rc292b39f700146f1" /><Relationship Type="http://schemas.openxmlformats.org/officeDocument/2006/relationships/slide" Target="/ppt/slides/slide87.xml" Id="R25015be5d49b42e3" /><Relationship Type="http://schemas.openxmlformats.org/officeDocument/2006/relationships/slide" Target="/ppt/slides/slide88.xml" Id="R9565d6ac54b74346" /><Relationship Type="http://schemas.openxmlformats.org/officeDocument/2006/relationships/slide" Target="/ppt/slides/slide89.xml" Id="R1005cc5037db4027" /><Relationship Type="http://schemas.openxmlformats.org/officeDocument/2006/relationships/slide" Target="/ppt/slides/slide90.xml" Id="Rd3e3aab04f9f4b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00a597952644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97074c432241d7" /><Relationship Type="http://schemas.openxmlformats.org/officeDocument/2006/relationships/notesMaster" Target="/ppt/notesMasters/notesMaster1.xml" Id="R0294c262998241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8e9529afef4931" /><Relationship Type="http://schemas.openxmlformats.org/officeDocument/2006/relationships/notesMaster" Target="/ppt/notesMasters/notesMaster1.xml" Id="Rc8e3e33dec09473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966e3506a14495" /><Relationship Type="http://schemas.openxmlformats.org/officeDocument/2006/relationships/notesMaster" Target="/ppt/notesMasters/notesMaster1.xml" Id="R52a069f16a474f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b1f126056f45c9" /><Relationship Type="http://schemas.openxmlformats.org/officeDocument/2006/relationships/notesMaster" Target="/ppt/notesMasters/notesMaster1.xml" Id="Rc374c4ee5da84b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e3ef1f7ebf4683" /><Relationship Type="http://schemas.openxmlformats.org/officeDocument/2006/relationships/notesMaster" Target="/ppt/notesMasters/notesMaster1.xml" Id="Rfdd3dde5d40c4e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98db29ae6e4421" /><Relationship Type="http://schemas.openxmlformats.org/officeDocument/2006/relationships/notesMaster" Target="/ppt/notesMasters/notesMaster1.xml" Id="R0fcdcbd07b584b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d5f3a1ca6d14497" /><Relationship Type="http://schemas.openxmlformats.org/officeDocument/2006/relationships/notesMaster" Target="/ppt/notesMasters/notesMaster1.xml" Id="Rbee48184305e46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7a255992274e9d" /><Relationship Type="http://schemas.openxmlformats.org/officeDocument/2006/relationships/notesMaster" Target="/ppt/notesMasters/notesMaster1.xml" Id="R176b3c40005545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e2a62c50836427e" /><Relationship Type="http://schemas.openxmlformats.org/officeDocument/2006/relationships/notesMaster" Target="/ppt/notesMasters/notesMaster1.xml" Id="Rbfaaf5abe19e4e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037bd2f7b84479b" /><Relationship Type="http://schemas.openxmlformats.org/officeDocument/2006/relationships/notesMaster" Target="/ppt/notesMasters/notesMaster1.xml" Id="R82a44e8e1a3945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9e948f00b84a15" /><Relationship Type="http://schemas.openxmlformats.org/officeDocument/2006/relationships/notesMaster" Target="/ppt/notesMasters/notesMaster1.xml" Id="R7a00d010045a485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54091e34bb44ec" /><Relationship Type="http://schemas.openxmlformats.org/officeDocument/2006/relationships/notesMaster" Target="/ppt/notesMasters/notesMaster1.xml" Id="R78d237bd984542f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2f7b2fae8b4239" /><Relationship Type="http://schemas.openxmlformats.org/officeDocument/2006/relationships/notesMaster" Target="/ppt/notesMasters/notesMaster1.xml" Id="Rbf1065b84a0a42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1e979fb8584e03" /><Relationship Type="http://schemas.openxmlformats.org/officeDocument/2006/relationships/notesMaster" Target="/ppt/notesMasters/notesMaster1.xml" Id="Rceac9f24efa046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1ce2060c3e4e11" /><Relationship Type="http://schemas.openxmlformats.org/officeDocument/2006/relationships/notesMaster" Target="/ppt/notesMasters/notesMaster1.xml" Id="R9ea2884e81b8401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ca0b8dd3ad34d0b" /><Relationship Type="http://schemas.openxmlformats.org/officeDocument/2006/relationships/notesMaster" Target="/ppt/notesMasters/notesMaster1.xml" Id="R3c39a79b45f448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dce4222bef44283" /><Relationship Type="http://schemas.openxmlformats.org/officeDocument/2006/relationships/notesMaster" Target="/ppt/notesMasters/notesMaster1.xml" Id="Re237bcb88f5e4d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08e87afab7a4340" /><Relationship Type="http://schemas.openxmlformats.org/officeDocument/2006/relationships/notesMaster" Target="/ppt/notesMasters/notesMaster1.xml" Id="Rce7bcdf6556b411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f112d0b17041bd" /><Relationship Type="http://schemas.openxmlformats.org/officeDocument/2006/relationships/notesMaster" Target="/ppt/notesMasters/notesMaster1.xml" Id="R2d4391278f7244d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a03fa1f95514e03" /><Relationship Type="http://schemas.openxmlformats.org/officeDocument/2006/relationships/notesMaster" Target="/ppt/notesMasters/notesMaster1.xml" Id="R78bc7e6a130949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c98e3b0b4ec45db" /><Relationship Type="http://schemas.openxmlformats.org/officeDocument/2006/relationships/notesMaster" Target="/ppt/notesMasters/notesMaster1.xml" Id="Ra4b9d19c39a54b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546d74c84744086" /><Relationship Type="http://schemas.openxmlformats.org/officeDocument/2006/relationships/notesMaster" Target="/ppt/notesMasters/notesMaster1.xml" Id="Rabd47b7fec22462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25ef3cd81c54fc9" /><Relationship Type="http://schemas.openxmlformats.org/officeDocument/2006/relationships/notesMaster" Target="/ppt/notesMasters/notesMaster1.xml" Id="Rabc6ce00253f4c1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3f0007277f44c18" /><Relationship Type="http://schemas.openxmlformats.org/officeDocument/2006/relationships/notesMaster" Target="/ppt/notesMasters/notesMaster1.xml" Id="Rcf380fd1f77141b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729571f52df4d01" /><Relationship Type="http://schemas.openxmlformats.org/officeDocument/2006/relationships/notesMaster" Target="/ppt/notesMasters/notesMaster1.xml" Id="Rf9a0fd6d094449f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154b8ff90c64b83" /><Relationship Type="http://schemas.openxmlformats.org/officeDocument/2006/relationships/notesMaster" Target="/ppt/notesMasters/notesMaster1.xml" Id="R2a1de91002d64df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8e162e84d14bfc" /><Relationship Type="http://schemas.openxmlformats.org/officeDocument/2006/relationships/notesMaster" Target="/ppt/notesMasters/notesMaster1.xml" Id="R766bd8beee3c4a7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4ba2215209143ae" /><Relationship Type="http://schemas.openxmlformats.org/officeDocument/2006/relationships/notesMaster" Target="/ppt/notesMasters/notesMaster1.xml" Id="Ra6e43254e665498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3e9690adcff4769" /><Relationship Type="http://schemas.openxmlformats.org/officeDocument/2006/relationships/notesMaster" Target="/ppt/notesMasters/notesMaster1.xml" Id="Re8978dcc5f93443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280a4c878504089" /><Relationship Type="http://schemas.openxmlformats.org/officeDocument/2006/relationships/notesMaster" Target="/ppt/notesMasters/notesMaster1.xml" Id="R20a0ae3088f9489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f580ea63dce478b" /><Relationship Type="http://schemas.openxmlformats.org/officeDocument/2006/relationships/notesMaster" Target="/ppt/notesMasters/notesMaster1.xml" Id="Ra817740a4b784da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897c2cc913c4776" /><Relationship Type="http://schemas.openxmlformats.org/officeDocument/2006/relationships/notesMaster" Target="/ppt/notesMasters/notesMaster1.xml" Id="R5f162bdcb88a461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09a469088e942c9" /><Relationship Type="http://schemas.openxmlformats.org/officeDocument/2006/relationships/notesMaster" Target="/ppt/notesMasters/notesMaster1.xml" Id="Rb094aaa0b5f9481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d205dc121e44374" /><Relationship Type="http://schemas.openxmlformats.org/officeDocument/2006/relationships/notesMaster" Target="/ppt/notesMasters/notesMaster1.xml" Id="Rcd7c72d0af3d432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5cebc026a9647d3" /><Relationship Type="http://schemas.openxmlformats.org/officeDocument/2006/relationships/notesMaster" Target="/ppt/notesMasters/notesMaster1.xml" Id="R07ca9b6e4db647e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33ed7d2f6c94915" /><Relationship Type="http://schemas.openxmlformats.org/officeDocument/2006/relationships/notesMaster" Target="/ppt/notesMasters/notesMaster1.xml" Id="R320ad381baf5453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82304ba0561437c" /><Relationship Type="http://schemas.openxmlformats.org/officeDocument/2006/relationships/notesMaster" Target="/ppt/notesMasters/notesMaster1.xml" Id="R315984d4aaa74a9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4d0b8996cc94d2a" /><Relationship Type="http://schemas.openxmlformats.org/officeDocument/2006/relationships/notesMaster" Target="/ppt/notesMasters/notesMaster1.xml" Id="R8d16bfdf8842438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ffd6424b96b4c82" /><Relationship Type="http://schemas.openxmlformats.org/officeDocument/2006/relationships/notesMaster" Target="/ppt/notesMasters/notesMaster1.xml" Id="R0b33558f5a02486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3abbfe6f0eb4bf6" /><Relationship Type="http://schemas.openxmlformats.org/officeDocument/2006/relationships/notesMaster" Target="/ppt/notesMasters/notesMaster1.xml" Id="R8970db484bcc478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a534342385543cc" /><Relationship Type="http://schemas.openxmlformats.org/officeDocument/2006/relationships/notesMaster" Target="/ppt/notesMasters/notesMaster1.xml" Id="R1fc9eeeb22824bd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526e920f5644e72" /><Relationship Type="http://schemas.openxmlformats.org/officeDocument/2006/relationships/notesMaster" Target="/ppt/notesMasters/notesMaster1.xml" Id="R4943af641b85437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99e768459c048e3" /><Relationship Type="http://schemas.openxmlformats.org/officeDocument/2006/relationships/notesMaster" Target="/ppt/notesMasters/notesMaster1.xml" Id="Rea38f820769244e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4a90395b2b34cd9" /><Relationship Type="http://schemas.openxmlformats.org/officeDocument/2006/relationships/notesMaster" Target="/ppt/notesMasters/notesMaster1.xml" Id="R4c1a46496303473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230e295812c409b" /><Relationship Type="http://schemas.openxmlformats.org/officeDocument/2006/relationships/notesMaster" Target="/ppt/notesMasters/notesMaster1.xml" Id="R166ede02c15d42a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ac6eb902dc842a6" /><Relationship Type="http://schemas.openxmlformats.org/officeDocument/2006/relationships/notesMaster" Target="/ppt/notesMasters/notesMaster1.xml" Id="R7d7df46216a0421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eec84bce4064c9b" /><Relationship Type="http://schemas.openxmlformats.org/officeDocument/2006/relationships/notesMaster" Target="/ppt/notesMasters/notesMaster1.xml" Id="R0652ca4d680649a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6c0f8dd872c461e" /><Relationship Type="http://schemas.openxmlformats.org/officeDocument/2006/relationships/notesMaster" Target="/ppt/notesMasters/notesMaster1.xml" Id="R2e22cbfa34144ad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a789e3a74114749" /><Relationship Type="http://schemas.openxmlformats.org/officeDocument/2006/relationships/notesMaster" Target="/ppt/notesMasters/notesMaster1.xml" Id="Rc15c9a7e01c64d3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15c057a83094503" /><Relationship Type="http://schemas.openxmlformats.org/officeDocument/2006/relationships/notesMaster" Target="/ppt/notesMasters/notesMaster1.xml" Id="R0d24e490423a4bb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f503a83323a4bd3" /><Relationship Type="http://schemas.openxmlformats.org/officeDocument/2006/relationships/notesMaster" Target="/ppt/notesMasters/notesMaster1.xml" Id="Rf5ef4f5a32094b1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2dc82ce014141d1" /><Relationship Type="http://schemas.openxmlformats.org/officeDocument/2006/relationships/notesMaster" Target="/ppt/notesMasters/notesMaster1.xml" Id="R2cac12700db14ea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ce60cee27974ead" /><Relationship Type="http://schemas.openxmlformats.org/officeDocument/2006/relationships/notesMaster" Target="/ppt/notesMasters/notesMaster1.xml" Id="R5c6b10011446427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fa792c53b914b1c" /><Relationship Type="http://schemas.openxmlformats.org/officeDocument/2006/relationships/notesMaster" Target="/ppt/notesMasters/notesMaster1.xml" Id="R49895595c8304b4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f73940e27e74810" /><Relationship Type="http://schemas.openxmlformats.org/officeDocument/2006/relationships/notesMaster" Target="/ppt/notesMasters/notesMaster1.xml" Id="Rd9361cf2c8204e0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ad1aaa47e0943e8" /><Relationship Type="http://schemas.openxmlformats.org/officeDocument/2006/relationships/notesMaster" Target="/ppt/notesMasters/notesMaster1.xml" Id="Rbc26639b8278479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5d09194adeb4947" /><Relationship Type="http://schemas.openxmlformats.org/officeDocument/2006/relationships/notesMaster" Target="/ppt/notesMasters/notesMaster1.xml" Id="Rd6b3fd7db7fd415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e35846b9f824209" /><Relationship Type="http://schemas.openxmlformats.org/officeDocument/2006/relationships/notesMaster" Target="/ppt/notesMasters/notesMaster1.xml" Id="R1af3699a52fc41b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d3ecb78786c407e" /><Relationship Type="http://schemas.openxmlformats.org/officeDocument/2006/relationships/notesMaster" Target="/ppt/notesMasters/notesMaster1.xml" Id="Rc87f6d669f164ba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ff9c7c8010f41f2" /><Relationship Type="http://schemas.openxmlformats.org/officeDocument/2006/relationships/notesMaster" Target="/ppt/notesMasters/notesMaster1.xml" Id="R73c6766c871b4fc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78eb9cc2d0d4a38" /><Relationship Type="http://schemas.openxmlformats.org/officeDocument/2006/relationships/notesMaster" Target="/ppt/notesMasters/notesMaster1.xml" Id="Rf39ef4ab03cc4aa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691297c6d2e442b" /><Relationship Type="http://schemas.openxmlformats.org/officeDocument/2006/relationships/notesMaster" Target="/ppt/notesMasters/notesMaster1.xml" Id="Rec82b2807bd34fe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5649ce9ef5141c7" /><Relationship Type="http://schemas.openxmlformats.org/officeDocument/2006/relationships/notesMaster" Target="/ppt/notesMasters/notesMaster1.xml" Id="R4c8be3277a35404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77db1c239344ce7" /><Relationship Type="http://schemas.openxmlformats.org/officeDocument/2006/relationships/notesMaster" Target="/ppt/notesMasters/notesMaster1.xml" Id="Rcfd4a015417b4d9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0d0921affb046c9" /><Relationship Type="http://schemas.openxmlformats.org/officeDocument/2006/relationships/notesMaster" Target="/ppt/notesMasters/notesMaster1.xml" Id="R7a69ebca09c6477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f6c23ddb1bf4c25" /><Relationship Type="http://schemas.openxmlformats.org/officeDocument/2006/relationships/notesMaster" Target="/ppt/notesMasters/notesMaster1.xml" Id="Ra502434efa7a4df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ea4004f0b2f4cf3" /><Relationship Type="http://schemas.openxmlformats.org/officeDocument/2006/relationships/notesMaster" Target="/ppt/notesMasters/notesMaster1.xml" Id="R31eadad7cb6344f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d1f01359cd94aec" /><Relationship Type="http://schemas.openxmlformats.org/officeDocument/2006/relationships/notesMaster" Target="/ppt/notesMasters/notesMaster1.xml" Id="R75713d4c9ccb451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d931340ef7b4dce" /><Relationship Type="http://schemas.openxmlformats.org/officeDocument/2006/relationships/notesMaster" Target="/ppt/notesMasters/notesMaster1.xml" Id="R4c8d65bfcd69476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224c30ef67847a1" /><Relationship Type="http://schemas.openxmlformats.org/officeDocument/2006/relationships/notesMaster" Target="/ppt/notesMasters/notesMaster1.xml" Id="Rb199661c7b26445c"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84844ba33664293" /><Relationship Type="http://schemas.openxmlformats.org/officeDocument/2006/relationships/notesMaster" Target="/ppt/notesMasters/notesMaster1.xml" Id="R5931f9d3216340d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931f15121b74827" /><Relationship Type="http://schemas.openxmlformats.org/officeDocument/2006/relationships/notesMaster" Target="/ppt/notesMasters/notesMaster1.xml" Id="Rf36a4fb5f11a44b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9d0039eb9214a8f" /><Relationship Type="http://schemas.openxmlformats.org/officeDocument/2006/relationships/notesMaster" Target="/ppt/notesMasters/notesMaster1.xml" Id="R0dc18943a3ca49c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2db3b3845324b88" /><Relationship Type="http://schemas.openxmlformats.org/officeDocument/2006/relationships/notesMaster" Target="/ppt/notesMasters/notesMaster1.xml" Id="Rdd9b63afa54146a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a96a7021ce94777" /><Relationship Type="http://schemas.openxmlformats.org/officeDocument/2006/relationships/notesMaster" Target="/ppt/notesMasters/notesMaster1.xml" Id="R465009800384435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78f55670db247ff" /><Relationship Type="http://schemas.openxmlformats.org/officeDocument/2006/relationships/notesMaster" Target="/ppt/notesMasters/notesMaster1.xml" Id="Rb1ee59546b45422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267b7d2028e4c7d" /><Relationship Type="http://schemas.openxmlformats.org/officeDocument/2006/relationships/notesMaster" Target="/ppt/notesMasters/notesMaster1.xml" Id="R4e8e9077a5c048a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efdfd2d819c4dc1" /><Relationship Type="http://schemas.openxmlformats.org/officeDocument/2006/relationships/notesMaster" Target="/ppt/notesMasters/notesMaster1.xml" Id="R87264f687e01417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396af77dc9d4148" /><Relationship Type="http://schemas.openxmlformats.org/officeDocument/2006/relationships/notesMaster" Target="/ppt/notesMasters/notesMaster1.xml" Id="Rf0387f884f37414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dbe508d31f34493" /><Relationship Type="http://schemas.openxmlformats.org/officeDocument/2006/relationships/notesMaster" Target="/ppt/notesMasters/notesMaster1.xml" Id="R9e9854e4e66a4c9c"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955b2d5b91b4800" /><Relationship Type="http://schemas.openxmlformats.org/officeDocument/2006/relationships/notesMaster" Target="/ppt/notesMasters/notesMaster1.xml" Id="Ref846c55094942a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e53abd2aa894748" /><Relationship Type="http://schemas.openxmlformats.org/officeDocument/2006/relationships/notesMaster" Target="/ppt/notesMasters/notesMaster1.xml" Id="R85ec081e585547a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14be3dcda384633" /><Relationship Type="http://schemas.openxmlformats.org/officeDocument/2006/relationships/notesMaster" Target="/ppt/notesMasters/notesMaster1.xml" Id="R64be231c5cbb4e4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e5afcbaba7dd48e9" /><Relationship Type="http://schemas.openxmlformats.org/officeDocument/2006/relationships/notesMaster" Target="/ppt/notesMasters/notesMaster1.xml" Id="R76718edc910e4aa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8159fb8ad514209" /><Relationship Type="http://schemas.openxmlformats.org/officeDocument/2006/relationships/notesMaster" Target="/ppt/notesMasters/notesMaster1.xml" Id="Re8bee5a2361f411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e9550ca1dcc4aa3" /><Relationship Type="http://schemas.openxmlformats.org/officeDocument/2006/relationships/notesMaster" Target="/ppt/notesMasters/notesMaster1.xml" Id="R5b9c58fe3b96437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80c1dff495d479e" /><Relationship Type="http://schemas.openxmlformats.org/officeDocument/2006/relationships/notesMaster" Target="/ppt/notesMasters/notesMaster1.xml" Id="Rcf75069eed484e96"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f766973ec744f3c" /><Relationship Type="http://schemas.openxmlformats.org/officeDocument/2006/relationships/notesMaster" Target="/ppt/notesMasters/notesMaster1.xml" Id="Ra97116bc4e9a479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dcff90b8daa4deb" /><Relationship Type="http://schemas.openxmlformats.org/officeDocument/2006/relationships/notesMaster" Target="/ppt/notesMasters/notesMaster1.xml" Id="R578229a55b4c44d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6c65ca54bfd4437" /><Relationship Type="http://schemas.openxmlformats.org/officeDocument/2006/relationships/notesMaster" Target="/ppt/notesMasters/notesMaster1.xml" Id="R3103e0a9d1784f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7493ffa3cf494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5c90a1714642d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f0f3540baae4d6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901dcde5f8e47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094ee7fee246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914eb5735143c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5D254D-FFB3-4D90-A413-9184D861CC9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A20DDBE-D367-4896-A755-91035E59EDC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1435735-BA58-4964-B510-A3A4FF6F5B3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A4F6D8-6EB7-485F-AAB3-7840F2584B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72B594-57F1-42D8-91E5-682D334F5DF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36B8CC-CD44-4E14-BBAD-DB6B440C88A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196822-BEBD-4FE0-A7AB-CE67F285A8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11287F-787C-4B29-8266-3F6A74198B2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BBAD4A-3822-4484-ADFC-F7389C8214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2AA7B1-C4F4-48FA-977C-4E9858E809E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98d7d5395a4335" /><Relationship Type="http://schemas.openxmlformats.org/officeDocument/2006/relationships/slideLayout" Target="/ppt/slideLayouts/slideLayout1.xml" Id="Rb3282163b1254889" /><Relationship Type="http://schemas.openxmlformats.org/officeDocument/2006/relationships/slideLayout" Target="/ppt/slideLayouts/slideLayout2.xml" Id="R19c7be07908b4dd5" /><Relationship Type="http://schemas.openxmlformats.org/officeDocument/2006/relationships/slideLayout" Target="/ppt/slideLayouts/slideLayout3.xml" Id="R3606403f3b7743a1" /><Relationship Type="http://schemas.openxmlformats.org/officeDocument/2006/relationships/slideLayout" Target="/ppt/slideLayouts/slideLayout4.xml" Id="R98addb8652b34f69" /><Relationship Type="http://schemas.openxmlformats.org/officeDocument/2006/relationships/slideLayout" Target="/ppt/slideLayouts/slideLayout5.xml" Id="R5b43bc52a51943f8" /><Relationship Type="http://schemas.openxmlformats.org/officeDocument/2006/relationships/slideLayout" Target="/ppt/slideLayouts/slideLayout6.xml" Id="R30672c8c092f44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282163b1254889"/>
    <p:sldLayoutId xmlns:r="http://schemas.openxmlformats.org/officeDocument/2006/relationships" id="2147483650" r:id="R19c7be07908b4dd5"/>
    <p:sldLayoutId xmlns:r="http://schemas.openxmlformats.org/officeDocument/2006/relationships" id="2147483651" r:id="R3606403f3b7743a1"/>
    <p:sldLayoutId xmlns:r="http://schemas.openxmlformats.org/officeDocument/2006/relationships" id="2147483652" r:id="R98addb8652b34f69"/>
    <p:sldLayoutId xmlns:r="http://schemas.openxmlformats.org/officeDocument/2006/relationships" id="2147483653" r:id="R5b43bc52a51943f8"/>
    <p:sldLayoutId xmlns:r="http://schemas.openxmlformats.org/officeDocument/2006/relationships" id="2147483654" r:id="R30672c8c092f44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fbae39214964031" /><Relationship Type="http://schemas.openxmlformats.org/officeDocument/2006/relationships/image" Target="/ppt/media/image.png" Id="R15cf494f66e34b3a" /><Relationship Type="http://schemas.openxmlformats.org/officeDocument/2006/relationships/notesSlide" Target="/ppt/notesSlides/notesSlide1.xml" Id="Rb4b53573abd849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843a4983e58425f" /><Relationship Type="http://schemas.openxmlformats.org/officeDocument/2006/relationships/notesSlide" Target="/ppt/notesSlides/notesSlide2.xml" Id="R3fa438c3819344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851894aabd423d" /><Relationship Type="http://schemas.openxmlformats.org/officeDocument/2006/relationships/notesSlide" Target="/ppt/notesSlides/notesSlide3.xml" Id="R3057db09909148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39a15e3861d46a9" /><Relationship Type="http://schemas.openxmlformats.org/officeDocument/2006/relationships/image" Target="/ppt/media/image2.png" Id="R757a03af9fad4e64" /><Relationship Type="http://schemas.openxmlformats.org/officeDocument/2006/relationships/notesSlide" Target="/ppt/notesSlides/notesSlide4.xml" Id="R8ae1558f651549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ab2f41b0854034" /><Relationship Type="http://schemas.openxmlformats.org/officeDocument/2006/relationships/notesSlide" Target="/ppt/notesSlides/notesSlide5.xml" Id="R85b13369b97f44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0b815d9e4ba44be" /><Relationship Type="http://schemas.openxmlformats.org/officeDocument/2006/relationships/notesSlide" Target="/ppt/notesSlides/notesSlide6.xml" Id="Rb687f9ca40c345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751c9fc6744477c" /><Relationship Type="http://schemas.openxmlformats.org/officeDocument/2006/relationships/image" Target="/ppt/media/image3.png" Id="R282c16224a2c4437" /><Relationship Type="http://schemas.openxmlformats.org/officeDocument/2006/relationships/notesSlide" Target="/ppt/notesSlides/notesSlide7.xml" Id="R7f196a897f4845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70b79edd49a49e6" /><Relationship Type="http://schemas.openxmlformats.org/officeDocument/2006/relationships/notesSlide" Target="/ppt/notesSlides/notesSlide8.xml" Id="R8e95eb591349462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6946baadeb94fa7" /><Relationship Type="http://schemas.openxmlformats.org/officeDocument/2006/relationships/image" Target="/ppt/media/image4.png" Id="Rfa6f7b4a8a384549" /><Relationship Type="http://schemas.openxmlformats.org/officeDocument/2006/relationships/image" Target="/ppt/media/image5.png" Id="R82753382ec274535" /><Relationship Type="http://schemas.openxmlformats.org/officeDocument/2006/relationships/image" Target="/ppt/media/image6.png" Id="R328d1fd218ab45b7" /><Relationship Type="http://schemas.openxmlformats.org/officeDocument/2006/relationships/notesSlide" Target="/ppt/notesSlides/notesSlide9.xml" Id="Rf54b69ec7c9a473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9823ced38644ba4" /><Relationship Type="http://schemas.openxmlformats.org/officeDocument/2006/relationships/notesSlide" Target="/ppt/notesSlides/notesSlide10.xml" Id="R8509c457e70444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2d56075107b4cd1" /><Relationship Type="http://schemas.openxmlformats.org/officeDocument/2006/relationships/image" Target="/ppt/media/image7.png" Id="Rb466516fcaba4c63" /><Relationship Type="http://schemas.openxmlformats.org/officeDocument/2006/relationships/image" Target="/ppt/media/image8.png" Id="R2a901abd6f0e4543" /><Relationship Type="http://schemas.openxmlformats.org/officeDocument/2006/relationships/image" Target="/ppt/media/image9.png" Id="R6521cf122ded4966" /><Relationship Type="http://schemas.openxmlformats.org/officeDocument/2006/relationships/notesSlide" Target="/ppt/notesSlides/notesSlide11.xml" Id="R30336a42f16543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6bd98d2f3354a1b" /><Relationship Type="http://schemas.openxmlformats.org/officeDocument/2006/relationships/image" Target="/ppt/media/image10.png" Id="R32cc843de74f4bc4" /><Relationship Type="http://schemas.openxmlformats.org/officeDocument/2006/relationships/notesSlide" Target="/ppt/notesSlides/notesSlide12.xml" Id="R945517934ff84ab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e659dd85e1e45c0" /><Relationship Type="http://schemas.openxmlformats.org/officeDocument/2006/relationships/image" Target="/ppt/media/image11.png" Id="R33bd7bd23cf34bef" /><Relationship Type="http://schemas.openxmlformats.org/officeDocument/2006/relationships/notesSlide" Target="/ppt/notesSlides/notesSlide13.xml" Id="Rb4864ce3bece41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af5e8c2080d42d9" /><Relationship Type="http://schemas.openxmlformats.org/officeDocument/2006/relationships/notesSlide" Target="/ppt/notesSlides/notesSlide14.xml" Id="Rff2ed15081224c4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5cddd710e094d17" /><Relationship Type="http://schemas.openxmlformats.org/officeDocument/2006/relationships/notesSlide" Target="/ppt/notesSlides/notesSlide15.xml" Id="Radb470da0c7c4f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ecdd929ae474751" /><Relationship Type="http://schemas.openxmlformats.org/officeDocument/2006/relationships/notesSlide" Target="/ppt/notesSlides/notesSlide16.xml" Id="R22a459e8e0334ae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1fa55da41e94814" /><Relationship Type="http://schemas.openxmlformats.org/officeDocument/2006/relationships/notesSlide" Target="/ppt/notesSlides/notesSlide17.xml" Id="R9fa940542014457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fb9cfc625d343f8" /><Relationship Type="http://schemas.openxmlformats.org/officeDocument/2006/relationships/notesSlide" Target="/ppt/notesSlides/notesSlide18.xml" Id="Rc1f307b65d94437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ee94c797b30411a" /><Relationship Type="http://schemas.openxmlformats.org/officeDocument/2006/relationships/notesSlide" Target="/ppt/notesSlides/notesSlide19.xml" Id="R4edef0b529b14ea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313fea0d14141e0" /><Relationship Type="http://schemas.openxmlformats.org/officeDocument/2006/relationships/notesSlide" Target="/ppt/notesSlides/notesSlide20.xml" Id="R37f17cd47b1e452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5f6058c38544cb3" /><Relationship Type="http://schemas.openxmlformats.org/officeDocument/2006/relationships/notesSlide" Target="/ppt/notesSlides/notesSlide21.xml" Id="R6ab6021ca9104df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eba127683a1423b" /><Relationship Type="http://schemas.openxmlformats.org/officeDocument/2006/relationships/notesSlide" Target="/ppt/notesSlides/notesSlide22.xml" Id="R088ddb7dacca4b1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f815cbd300b44b9" /><Relationship Type="http://schemas.openxmlformats.org/officeDocument/2006/relationships/notesSlide" Target="/ppt/notesSlides/notesSlide23.xml" Id="R0ccb3c97e95c4a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e3e9cec9116477b" /><Relationship Type="http://schemas.openxmlformats.org/officeDocument/2006/relationships/notesSlide" Target="/ppt/notesSlides/notesSlide24.xml" Id="R547d9a68b31342e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96f7c86e45a482c" /><Relationship Type="http://schemas.openxmlformats.org/officeDocument/2006/relationships/notesSlide" Target="/ppt/notesSlides/notesSlide25.xml" Id="Re845825191af479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8bc01f8ab264989" /><Relationship Type="http://schemas.openxmlformats.org/officeDocument/2006/relationships/notesSlide" Target="/ppt/notesSlides/notesSlide26.xml" Id="R8e67d96b26e149a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51b2dc4eacf448f" /><Relationship Type="http://schemas.openxmlformats.org/officeDocument/2006/relationships/notesSlide" Target="/ppt/notesSlides/notesSlide27.xml" Id="Rfab372ca6acb405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0006d14b7d549b0" /><Relationship Type="http://schemas.openxmlformats.org/officeDocument/2006/relationships/notesSlide" Target="/ppt/notesSlides/notesSlide28.xml" Id="R7f8301fac53e4cc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cdc1d049dd74e36" /><Relationship Type="http://schemas.openxmlformats.org/officeDocument/2006/relationships/notesSlide" Target="/ppt/notesSlides/notesSlide29.xml" Id="R7c639bc7f9a0431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b90291406f140e4" /><Relationship Type="http://schemas.openxmlformats.org/officeDocument/2006/relationships/notesSlide" Target="/ppt/notesSlides/notesSlide30.xml" Id="R7f45b844b5b04e2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84392e42ae5419f" /><Relationship Type="http://schemas.openxmlformats.org/officeDocument/2006/relationships/notesSlide" Target="/ppt/notesSlides/notesSlide31.xml" Id="R27160e8a5a114f9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56610402ecb4125" /><Relationship Type="http://schemas.openxmlformats.org/officeDocument/2006/relationships/notesSlide" Target="/ppt/notesSlides/notesSlide32.xml" Id="Rb84a64ada777447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d8d9ae9caec45c1" /><Relationship Type="http://schemas.openxmlformats.org/officeDocument/2006/relationships/notesSlide" Target="/ppt/notesSlides/notesSlide33.xml" Id="Rd997e36f052c403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9b619ab501a42a6" /><Relationship Type="http://schemas.openxmlformats.org/officeDocument/2006/relationships/notesSlide" Target="/ppt/notesSlides/notesSlide34.xml" Id="Rc9bdda33523d41b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c59b9dfe95a4c42" /><Relationship Type="http://schemas.openxmlformats.org/officeDocument/2006/relationships/image" Target="/ppt/media/image12.png" Id="R3817eedb61d34875" /><Relationship Type="http://schemas.openxmlformats.org/officeDocument/2006/relationships/image" Target="/ppt/media/image13.png" Id="R6946b65e7d274f3c" /><Relationship Type="http://schemas.openxmlformats.org/officeDocument/2006/relationships/notesSlide" Target="/ppt/notesSlides/notesSlide35.xml" Id="R0bba69f50f38434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eb1aae4116f4b93" /><Relationship Type="http://schemas.openxmlformats.org/officeDocument/2006/relationships/image" Target="/ppt/media/image14.png" Id="R38c42c2f41da4217" /><Relationship Type="http://schemas.openxmlformats.org/officeDocument/2006/relationships/notesSlide" Target="/ppt/notesSlides/notesSlide36.xml" Id="Rcb3f9238dc664e3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48eabe689854702" /><Relationship Type="http://schemas.openxmlformats.org/officeDocument/2006/relationships/notesSlide" Target="/ppt/notesSlides/notesSlide37.xml" Id="Rcc77cb18ac49485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c027247d492421b" /><Relationship Type="http://schemas.openxmlformats.org/officeDocument/2006/relationships/notesSlide" Target="/ppt/notesSlides/notesSlide38.xml" Id="R4763a225b5b14ac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6369b6c1ded461c" /><Relationship Type="http://schemas.openxmlformats.org/officeDocument/2006/relationships/notesSlide" Target="/ppt/notesSlides/notesSlide39.xml" Id="R56b39424210d420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966a3f7b4481442f" /><Relationship Type="http://schemas.openxmlformats.org/officeDocument/2006/relationships/notesSlide" Target="/ppt/notesSlides/notesSlide40.xml" Id="R13231c8f40d0483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e278916d20d4870" /><Relationship Type="http://schemas.openxmlformats.org/officeDocument/2006/relationships/notesSlide" Target="/ppt/notesSlides/notesSlide41.xml" Id="R4dee0aee1dec402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483456292ad44e5" /><Relationship Type="http://schemas.openxmlformats.org/officeDocument/2006/relationships/notesSlide" Target="/ppt/notesSlides/notesSlide42.xml" Id="Rde5481316d7c4d2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e3847b6dab74860" /><Relationship Type="http://schemas.openxmlformats.org/officeDocument/2006/relationships/notesSlide" Target="/ppt/notesSlides/notesSlide43.xml" Id="Rdd912b44a96c4ed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5c3adff2de14706" /><Relationship Type="http://schemas.openxmlformats.org/officeDocument/2006/relationships/notesSlide" Target="/ppt/notesSlides/notesSlide44.xml" Id="R254dcb9f2e9a465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f8043d3d4fc453d" /><Relationship Type="http://schemas.openxmlformats.org/officeDocument/2006/relationships/notesSlide" Target="/ppt/notesSlides/notesSlide45.xml" Id="R86312379acea4fa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f94377214964aee" /><Relationship Type="http://schemas.openxmlformats.org/officeDocument/2006/relationships/notesSlide" Target="/ppt/notesSlides/notesSlide46.xml" Id="Rb751e6f56b974d0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e6a81da5b9b4eb4" /><Relationship Type="http://schemas.openxmlformats.org/officeDocument/2006/relationships/image" Target="/ppt/media/image15.png" Id="R2b1e80acc8b54a2b" /><Relationship Type="http://schemas.openxmlformats.org/officeDocument/2006/relationships/image" Target="/ppt/media/image16.png" Id="R3663e3f7d478488b" /><Relationship Type="http://schemas.openxmlformats.org/officeDocument/2006/relationships/image" Target="/ppt/media/image17.png" Id="Re23f08b212004ee1" /><Relationship Type="http://schemas.openxmlformats.org/officeDocument/2006/relationships/image" Target="/ppt/media/image18.png" Id="Rc029df39f68a4cf0" /><Relationship Type="http://schemas.openxmlformats.org/officeDocument/2006/relationships/notesSlide" Target="/ppt/notesSlides/notesSlide47.xml" Id="Rbb3c7aa1414946d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4bd9d0dada34746" /><Relationship Type="http://schemas.openxmlformats.org/officeDocument/2006/relationships/notesSlide" Target="/ppt/notesSlides/notesSlide48.xml" Id="Rd1b012e68b9c428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07ff8df35e94570" /><Relationship Type="http://schemas.openxmlformats.org/officeDocument/2006/relationships/notesSlide" Target="/ppt/notesSlides/notesSlide49.xml" Id="R47799a514ea0484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2ae6a2f94db41e6" /><Relationship Type="http://schemas.openxmlformats.org/officeDocument/2006/relationships/notesSlide" Target="/ppt/notesSlides/notesSlide50.xml" Id="R79ceca285a274ac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ae51880ef20476b" /><Relationship Type="http://schemas.openxmlformats.org/officeDocument/2006/relationships/notesSlide" Target="/ppt/notesSlides/notesSlide51.xml" Id="R0548a8f4e7fb4d4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099e93d5c56a4f22" /><Relationship Type="http://schemas.openxmlformats.org/officeDocument/2006/relationships/notesSlide" Target="/ppt/notesSlides/notesSlide52.xml" Id="Rd7bc2d60b5104c1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b3c7388e25b4d64" /><Relationship Type="http://schemas.openxmlformats.org/officeDocument/2006/relationships/notesSlide" Target="/ppt/notesSlides/notesSlide53.xml" Id="Ra58c64a87b0f436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99085f5b19bb42cb" /><Relationship Type="http://schemas.openxmlformats.org/officeDocument/2006/relationships/notesSlide" Target="/ppt/notesSlides/notesSlide54.xml" Id="Re365f0c5820d4cd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577874c8babf421f" /><Relationship Type="http://schemas.openxmlformats.org/officeDocument/2006/relationships/chart" Target="/ppt/slides/charts/chart1.xml" Id="Rde29d2152e004a08" /><Relationship Type="http://schemas.openxmlformats.org/officeDocument/2006/relationships/notesSlide" Target="/ppt/notesSlides/notesSlide55.xml" Id="Rae37f0fce54b40d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ce3fed54e9b4f65" /><Relationship Type="http://schemas.openxmlformats.org/officeDocument/2006/relationships/notesSlide" Target="/ppt/notesSlides/notesSlide56.xml" Id="R1598b280fa654a3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66e0a7e698364088" /><Relationship Type="http://schemas.openxmlformats.org/officeDocument/2006/relationships/notesSlide" Target="/ppt/notesSlides/notesSlide57.xml" Id="Rac5a27a1fdba4ec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69f5deb523ce446f" /><Relationship Type="http://schemas.openxmlformats.org/officeDocument/2006/relationships/notesSlide" Target="/ppt/notesSlides/notesSlide58.xml" Id="R2625585da4c94ac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b3372d578514753" /><Relationship Type="http://schemas.openxmlformats.org/officeDocument/2006/relationships/notesSlide" Target="/ppt/notesSlides/notesSlide59.xml" Id="R5b20db0b45ae496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2241b88b89f4ffb" /><Relationship Type="http://schemas.openxmlformats.org/officeDocument/2006/relationships/notesSlide" Target="/ppt/notesSlides/notesSlide60.xml" Id="R0b2a3535ac62491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a28f518c70b441bf" /><Relationship Type="http://schemas.openxmlformats.org/officeDocument/2006/relationships/notesSlide" Target="/ppt/notesSlides/notesSlide61.xml" Id="R77bf734203b0408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9ea3317299d6443b" /><Relationship Type="http://schemas.openxmlformats.org/officeDocument/2006/relationships/notesSlide" Target="/ppt/notesSlides/notesSlide62.xml" Id="Ra181e782cf02408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9327a458d104f32" /><Relationship Type="http://schemas.openxmlformats.org/officeDocument/2006/relationships/image" Target="/ppt/media/image19.png" Id="Ree87aa2d57da47d4" /><Relationship Type="http://schemas.openxmlformats.org/officeDocument/2006/relationships/notesSlide" Target="/ppt/notesSlides/notesSlide63.xml" Id="Rc736a994c49b402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da2ffe7863db4129" /><Relationship Type="http://schemas.openxmlformats.org/officeDocument/2006/relationships/notesSlide" Target="/ppt/notesSlides/notesSlide64.xml" Id="Rc148f5542d0c40b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0d00226c8f904d5b" /><Relationship Type="http://schemas.openxmlformats.org/officeDocument/2006/relationships/notesSlide" Target="/ppt/notesSlides/notesSlide65.xml" Id="R99f6e97a799349b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e70680ff41a4a3a" /><Relationship Type="http://schemas.openxmlformats.org/officeDocument/2006/relationships/notesSlide" Target="/ppt/notesSlides/notesSlide66.xml" Id="Rc03e470d59ea4c5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a4952403f5bf406b" /><Relationship Type="http://schemas.openxmlformats.org/officeDocument/2006/relationships/notesSlide" Target="/ppt/notesSlides/notesSlide67.xml" Id="Rbf40a0625a574c0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65d11db2cee74163" /><Relationship Type="http://schemas.openxmlformats.org/officeDocument/2006/relationships/notesSlide" Target="/ppt/notesSlides/notesSlide68.xml" Id="R0275ac155ce248e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24e8c0e112e4cc7" /><Relationship Type="http://schemas.openxmlformats.org/officeDocument/2006/relationships/notesSlide" Target="/ppt/notesSlides/notesSlide69.xml" Id="R96ad0f779ba64d3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01ab8dda53a4f7c" /><Relationship Type="http://schemas.openxmlformats.org/officeDocument/2006/relationships/notesSlide" Target="/ppt/notesSlides/notesSlide70.xml" Id="R94fb9e2b1ae945b3"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0002654126574999" /><Relationship Type="http://schemas.openxmlformats.org/officeDocument/2006/relationships/notesSlide" Target="/ppt/notesSlides/notesSlide71.xml" Id="R7660b69965b44de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4746352bc9c4007" /><Relationship Type="http://schemas.openxmlformats.org/officeDocument/2006/relationships/notesSlide" Target="/ppt/notesSlides/notesSlide72.xml" Id="R9167e11730864dec"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07dc3d867cd14b88" /><Relationship Type="http://schemas.openxmlformats.org/officeDocument/2006/relationships/notesSlide" Target="/ppt/notesSlides/notesSlide73.xml" Id="Rab192765e4be4be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dbc3a4799aac46eb" /><Relationship Type="http://schemas.openxmlformats.org/officeDocument/2006/relationships/notesSlide" Target="/ppt/notesSlides/notesSlide74.xml" Id="R9a53a290e6ad414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d1ade4c669eb4eb9" /><Relationship Type="http://schemas.openxmlformats.org/officeDocument/2006/relationships/notesSlide" Target="/ppt/notesSlides/notesSlide75.xml" Id="Rfaced81ffa424681"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31402a9c10a42ca" /><Relationship Type="http://schemas.openxmlformats.org/officeDocument/2006/relationships/notesSlide" Target="/ppt/notesSlides/notesSlide76.xml" Id="R3f647e1073264dd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a683f31b5b84bd1" /><Relationship Type="http://schemas.openxmlformats.org/officeDocument/2006/relationships/notesSlide" Target="/ppt/notesSlides/notesSlide77.xml" Id="R1bb311fef73e4db7"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22a30cfccd64393" /><Relationship Type="http://schemas.openxmlformats.org/officeDocument/2006/relationships/notesSlide" Target="/ppt/notesSlides/notesSlide78.xml" Id="R4b9f7e0d821141d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e3fa273f6ff5415f" /><Relationship Type="http://schemas.openxmlformats.org/officeDocument/2006/relationships/notesSlide" Target="/ppt/notesSlides/notesSlide79.xml" Id="R3a4e72ad470f4ad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f3ec1b85a7341b4" /><Relationship Type="http://schemas.openxmlformats.org/officeDocument/2006/relationships/notesSlide" Target="/ppt/notesSlides/notesSlide80.xml" Id="R8af4c4afff464b6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1c640debd4945cf" /><Relationship Type="http://schemas.openxmlformats.org/officeDocument/2006/relationships/notesSlide" Target="/ppt/notesSlides/notesSlide81.xml" Id="Re8d3b628a5ee45d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56c43e65082c4613" /><Relationship Type="http://schemas.openxmlformats.org/officeDocument/2006/relationships/image" Target="/ppt/media/image20.png" Id="Rb96a497af2e64902" /><Relationship Type="http://schemas.openxmlformats.org/officeDocument/2006/relationships/notesSlide" Target="/ppt/notesSlides/notesSlide82.xml" Id="Re1f490d7a34441b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49bc49c797374486" /><Relationship Type="http://schemas.openxmlformats.org/officeDocument/2006/relationships/notesSlide" Target="/ppt/notesSlides/notesSlide83.xml" Id="R23a6cbaa0d7e42c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cb756f6e2fd24f03" /><Relationship Type="http://schemas.openxmlformats.org/officeDocument/2006/relationships/image" Target="/ppt/media/image21.png" Id="R214dd515893e4a60" /><Relationship Type="http://schemas.openxmlformats.org/officeDocument/2006/relationships/image" Target="/ppt/media/image22.png" Id="R99088ebc77d84a52" /><Relationship Type="http://schemas.openxmlformats.org/officeDocument/2006/relationships/image" Target="/ppt/media/image23.png" Id="R15f9c4b562b3416c" /><Relationship Type="http://schemas.openxmlformats.org/officeDocument/2006/relationships/notesSlide" Target="/ppt/notesSlides/notesSlide84.xml" Id="Rc089b59806ab41c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d400efcb01b545aa" /><Relationship Type="http://schemas.openxmlformats.org/officeDocument/2006/relationships/notesSlide" Target="/ppt/notesSlides/notesSlide85.xml" Id="Ra25a3a01efc84b7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11879ff2a0784ddc" /><Relationship Type="http://schemas.openxmlformats.org/officeDocument/2006/relationships/notesSlide" Target="/ppt/notesSlides/notesSlide86.xml" Id="Rb3f4b421b6f14f9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ff59b32528484011" /><Relationship Type="http://schemas.openxmlformats.org/officeDocument/2006/relationships/notesSlide" Target="/ppt/notesSlides/notesSlide87.xml" Id="R935a7ae2732948b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94fe6fa86ba94561" /><Relationship Type="http://schemas.openxmlformats.org/officeDocument/2006/relationships/notesSlide" Target="/ppt/notesSlides/notesSlide88.xml" Id="Raba0c63858b6418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214d849882f440dd" /><Relationship Type="http://schemas.openxmlformats.org/officeDocument/2006/relationships/notesSlide" Target="/ppt/notesSlides/notesSlide89.xml" Id="R80c0291d96a8470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7898cdb3e85a4d1e" /><Relationship Type="http://schemas.openxmlformats.org/officeDocument/2006/relationships/notesSlide" Target="/ppt/notesSlides/notesSlide90.xml" Id="R36c5cd2cbe46461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00EB45A7-580B-47C1-8A96-C7A9AE0BE5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CC04185F-3AF6-445B-B35E-27BBD74C8C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99355E97-550B-4AF6-983D-099E1AB70E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FFB1FE21-0EA1-4D96-80D6-93D5C4ED97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B8353B41-F8B7-499F-9CDE-7FECF4322D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717E7166-C731-49C1-B284-ADC8106508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784D4824-10DA-4DC2-8DE5-FB3EA970EF03}"/>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222D035-92D2-4448-A024-10C50DA7ADB6}"/>
              </a:ext>
            </a:extLst>
          </p:cNvPr>
          <p:cNvPicPr>
            <a:picLocks xmlns:a="http://schemas.openxmlformats.org/drawingml/2006/main" noChangeAspect="1"/>
          </p:cNvPicPr>
          <p:nvPr/>
        </p:nvPicPr>
        <p:blipFill>
          <a:blip xmlns:r="http://schemas.openxmlformats.org/officeDocument/2006/relationships" xmlns:a="http://schemas.openxmlformats.org/drawingml/2006/main" r:embed="R15cf494f66e34b3a"/>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E5E056C8-842A-48D7-A4E1-8F285EB156E8}"/>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B01002C1-17B9-4F91-8B67-F5F9008299DF}"/>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653B296F-CD5D-4F42-A3B4-86C1DE6F8F9A}"/>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CDA2044-B4F6-4550-B5C8-ABEE195CB8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2081706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65169EF4-A824-4B80-BE12-41B02C8789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8482EEE-C56E-4281-BB4E-E266167DC7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CA6B1B2-B9C2-412A-8F5D-5FFED648C0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0CEE42C2-2AA1-4BA4-8AF3-06D5C666C1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49FECCC8-729A-4333-915E-0820EB8E8D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FA21C63-C0C9-4DA3-8B9D-E8F9EF40B1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25A775FC-CB33-480B-9930-FC6FE7B4423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D7AA9F6E-37F2-4A54-92CD-B00242834822}"/>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83EE68B-2211-4490-BCC4-8B543A1D18B0}"/>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B9C8410-E8B8-4867-AD73-D2E4C3F7BF4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8FBBB4B-98CA-47E7-A0EE-A8BA23E5E7E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CC3431E9-6CA1-408F-9A15-87A1C3D4AC4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00A22B1D-3AA4-4EF7-B8F1-B228CF8D55B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195858CD-8BB0-421B-A9C1-DC687C0D04E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41139E3-6768-4B86-9720-FF6FBE689A5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B413E4D3-21FC-40FA-B560-73E96FA3594B}"/>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7F770E9-B005-46DC-912E-2968B933EE2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7A5D670C-CA73-40C0-A9CD-9D17A607C136}"/>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0814E7D-D697-482F-A9A0-F685A96634E6}"/>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3E5DCFD-299F-42F7-A89D-301DB189FACF}"/>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BA782CA-2E18-4AC3-A9B4-0CC985C3F51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741E1749-62C2-4C4F-AC37-BFADB222F9E7}"/>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A4D446F-569C-473A-96A3-C36377E16BD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06F7DEB7-25A9-41B7-8773-1A71A5543C9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39EC2BB7-4CD3-4F6C-AD9E-D38E61BAEF5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9ABDCC9-769E-4C0B-B5BB-6324BEAA147E}"/>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E2F07A1E-27EC-4CC1-8230-73EC0ED786CD}"/>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1C98E23-1F54-4BDF-9112-0E149F9C3A2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CBAEFBC-4B7B-44A9-9202-F515644762E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7ADD91A2-126E-4C51-B959-59A010CDFC0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A74E5C2B-B978-4F1F-AB78-2AB47637094F}"/>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B77836F-48C9-4C61-81BD-DED702DD253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1EFD9895-AB04-401A-A689-61DB40F9C42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4CA5B80-F9F3-4EB2-8341-C9F5B60F8401}"/>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FD336F52-E150-418D-8C7D-20CB3265C02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3F723F5-6F1A-4935-A045-B1A4CA74E90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D321449-2282-42A2-8CDF-9F826E77EE0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BD057961-7D3E-4B85-BE5F-D08447D5E2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3847716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43DA0A9F-A4E2-4BCF-9786-C7443CA015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505AC2E6-3FDA-4919-B7FB-6F22274BAB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55595DBA-FA52-4F3A-9AB3-CCEB516F9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FBAD0E2-22EF-4871-9511-CEF6F6891C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F5B7C22-7C34-45F4-9013-0B0420B449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B05F88F4-A08D-4CA6-84B9-ADA61CE2B8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0A333A9D-D866-430C-AEA8-96732EB3784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E3B3C22F-A1D5-41C2-884B-BDDC1A2BF6D7}"/>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0BADF239-CABA-4CDC-869E-635615452183}"/>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7C720E-09CB-4AD5-9B2D-0E0E2690DFA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0F5751E1-D2A4-404C-A93A-00A6862E3C3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328D9548-6A63-4DCE-B2FE-814036748E96}"/>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1CCE908-86B4-4351-8C15-90B5DC90E64B}"/>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B30B522-0F35-467E-A4F9-FC093E2D40A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0CF8750E-1DF1-4E5C-B54E-69BC88CAAD38}"/>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A0D1E7F2-4426-4756-A3E8-1DFAE353B0D8}"/>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FA74A198-A730-4FB5-8C65-B7BC1F75ECF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4A5E656-59F5-42E3-9565-474B37799B60}"/>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376471CC-7DF7-457A-BE89-76A45BBD7F58}"/>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4DB7E9A-34D6-40AE-AF9D-E1F072B35629}"/>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46D695E-F881-486D-BA03-EDF3997DF153}"/>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1D11BA9-64BD-486F-AC7E-F7A62682F79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055E0E44-6BFF-40EF-AF43-D9BC46C11E0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48E24B41-AE8B-4869-B358-1A9A4C0C1494}"/>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D9C304A5-A42B-4793-B1D1-B6DA8B66BC5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8756F740-98FA-4F17-A130-30D96B67A0CC}"/>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4FFF7CFF-D85C-4532-AF2F-D79F00ED4725}"/>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2D284FE6-ECD5-4C58-8772-6BB0BFF88AD9}"/>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1C157E3-0758-4C49-BD93-8962068C6A2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2AC1259E-FA17-45FB-9489-51150A16AE1C}"/>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6DA1648-5A4F-4A46-9209-F71D037D0386}"/>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DF9F34B-7CA9-4E73-ABD5-E1B9CCFE454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DFA8A8F8-A468-457B-9D8D-11DEBB40B7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5039393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EEF656DC-07E9-4622-936C-5340B210CF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776F65F0-C2B6-4F06-B34E-8BFE373BD8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B367D85-978D-49E8-ADDE-BD875D740C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FFEAFDE7-1A0F-42F1-A609-69E4040662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C063E329-8A85-492F-B328-03566DE8FB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6B47381E-DD41-491A-A2EC-6AF265FB7E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D387E51-7D18-4E14-A5F2-7921FC3AE0C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19C6B20-B142-4DF6-B5A9-EF91563C91A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07E8C55D-59AC-4D20-A79B-3B9C19BCD71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F5A34096-60D9-4D0E-8475-2BB3A77A0175}"/>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58C1C8EF-2B05-4224-8E44-B80A7E8B17C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EF6A8171-E4FB-4781-9A56-08C3C809F178}"/>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0013AC8-A227-490D-8624-6CF9AF4D7E69}"/>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44057979-63DD-4FCE-87A6-CBAA275A1DA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1609A17-9EB0-4166-9B7F-C6C66655E19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97F7875-4747-4EC8-A00E-32EC951BDB58}"/>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629C2D22-B047-4A0C-9F1C-22C8883C1AF2}"/>
              </a:ext>
            </a:extLst>
          </p:cNvPr>
          <p:cNvPicPr>
            <a:picLocks xmlns:a="http://schemas.openxmlformats.org/drawingml/2006/main" noChangeAspect="1"/>
          </p:cNvPicPr>
          <p:nvPr/>
        </p:nvPicPr>
        <p:blipFill>
          <a:blip xmlns:r="http://schemas.openxmlformats.org/officeDocument/2006/relationships" xmlns:a="http://schemas.openxmlformats.org/drawingml/2006/main" r:embed="R757a03af9fad4e6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679EF4EA-D01C-45A2-8EBA-6F0B6874C40D}"/>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3903EE4E-8AE1-49B6-ACE5-871682836A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267031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033C81C9-3873-4782-B4DE-B1DF1AE43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47CA67F-6E99-4555-953B-AF5B991936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B7EC289F-5A94-49BB-BD3E-6B54A9A239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DF7F0DD9-AFC6-4CB3-8E97-9582885324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B3F9916E-6EBD-46C7-9F4A-DCD88B72D0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C318424E-FF39-494C-9C4E-659187335A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187DA39F-505F-4248-A645-BD6A228C2000}"/>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C670719F-25B9-4155-AD43-CC09BE806D4F}"/>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2BECB5CE-50A1-48B4-90D0-1C8298C7FA3E}"/>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F521720D-33A2-488B-84A8-B813098FE085}"/>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CA5692FE-27A0-4619-ACE0-D3BC40987D3B}"/>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7968017C-F575-49EE-994A-4C003C6D014A}"/>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7B150D94-853B-454C-BD09-72DC09BBC0D7}"/>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712594B-0B56-45FB-A866-9552EF5E9172}"/>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2EADA02C-C334-4BF8-BB49-563EA5ECC806}"/>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47A7BD65-9187-4DD4-83C4-91071CE2D02B}"/>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66B21B67-E8AD-42CE-BE65-DDD8FC2DFBB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3C1C8C84-7D91-4EB0-8CFF-B39F7CE66191}"/>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B4475389-6A86-4BA6-A41A-2735CA7B8D1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DC2426AB-3525-40A0-A370-718C173B691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0F73B6B1-AD14-4B46-8810-E892E5D53E2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4BD17DFF-E8F8-445E-8138-A818F5073F0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E8A87D80-55A5-45F3-A389-7D4EE9AFB51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6F776452-E74C-42C4-8A9C-1B7D5F3802CD}"/>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B554FC3B-AF1E-485A-B897-00DF08F8960D}"/>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B15BA061-0746-4033-AE2B-81812F762DE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77D223A-EAEB-4F1D-9EBF-024653AA74F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FC09EE0-758C-4494-AE9D-842D7C268BE1}"/>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638FC1CD-AB83-4CAC-967E-E7721A25202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0701994A-A1A0-4A5E-8719-0B16DFCF0D2A}"/>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1153EB15-BB47-42B1-A87D-F51DA744217C}"/>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E980E7B6-9EA9-4E81-A8CB-A4F0B4702B2B}"/>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4F94CBAB-E5F0-4D29-B0F0-49E88E0CA70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06145D5D-D9EB-4B31-9418-200AE6F19E84}"/>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AC8D106E-5CE0-437C-A72F-9D7494118C90}"/>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E087E19-DC27-4E07-BB25-91EFD0C0C44A}"/>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2A1188C1-FA3B-435E-B600-A811581B344F}"/>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682E7B01-3AAB-483C-885A-9C679905BC58}"/>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691539FE-5B5F-41AF-B42C-2E42C428B017}"/>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5BA043D2-165E-4F29-B032-8CC3DC39FB40}"/>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2C13996C-DCA4-4B59-A316-A4AC333A48B9}"/>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2A1CFDFE-5C06-48F4-9333-B23F61D42E26}"/>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F16B2374-8D22-40A7-AC36-87F3393E763E}"/>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24E5AF70-575D-4444-8204-7EC395983DD7}"/>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2B584C01-E19D-48C2-A694-E03AC2DF3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1704881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579ACCEA-2C24-41A5-B5DF-DCEA1F27BF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3A070E87-64BD-451F-8F53-8BF7A3866D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30D2AE98-009E-4086-BF1E-39B5E4C085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1B702B43-7B34-4A43-9874-ACEA6C5AB5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210B0EFC-DEED-4954-BC67-97720E9768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E8D354A0-5759-48CE-B1AC-FAC052ECD3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FC0AF4C6-813F-403B-9F11-1519B16A66D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8DD8D65B-393C-4803-87C5-59B2CCB5B6F5}"/>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4814443F-7E66-42E7-AD76-19869F6E63D3}"/>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A0773511-E7FC-41D8-B987-AE4A9F0E58D3}"/>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164E2415-E1A6-4F1F-8331-BE1DC0D2A1CE}"/>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9435672B-F7F5-4C6E-AD89-2DD44EF2573E}"/>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39312402-B3FD-4E30-8E09-F0A0C5BDDBDF}"/>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930111AC-36F1-4DE1-BB26-1ED7D6A685DD}"/>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25D7C47E-084A-4711-ACD5-C7FB2ECF9649}"/>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FA9A401E-9ECD-4CEE-8DC5-AD471687A15C}"/>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138F2518-6369-4DE8-92C9-299BDE4639C9}"/>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12A8654-366E-429A-8DD2-74FDA9D4AF51}"/>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08AEEBB2-BB67-4CCA-A5EE-A0B3D332C3C8}"/>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2BC1DD61-E871-4F8A-91BF-13BBA67C9F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048263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E3AEC6B2-0DCB-4A08-A560-6C3307D5B6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BA4BAFDA-4F60-47E1-9653-B4D4B39315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4596A8AC-02BD-44E4-9D4A-2426EFAA1C6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9E32F7C4-3973-441C-9829-3458B4F25D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C5DFE3DE-2264-444C-86A7-493427C314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51FF7EF6-1BB4-43AE-892C-F54B43EB30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D8F5DC4-5A6C-4841-A871-F86CA0BD0756}"/>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CBF4C3B5-DAEE-473E-A366-6C316D07E353}"/>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D7995377-AD0F-4409-8509-6230D4B676E2}"/>
              </a:ext>
            </a:extLst>
          </p:cNvPr>
          <p:cNvPicPr>
            <a:picLocks xmlns:a="http://schemas.openxmlformats.org/drawingml/2006/main" noChangeAspect="1"/>
          </p:cNvPicPr>
          <p:nvPr/>
        </p:nvPicPr>
        <p:blipFill>
          <a:blip xmlns:r="http://schemas.openxmlformats.org/officeDocument/2006/relationships" xmlns:a="http://schemas.openxmlformats.org/drawingml/2006/main" r:embed="R282c16224a2c4437"/>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EC08532D-BC67-4D88-84BE-994D7FEE4EE4}"/>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36541B7-2DB2-4C06-A81A-DA792F8C1E16}"/>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03CFF822-4EFC-4805-9C1A-49296AAC3832}"/>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F79500F0-198D-4060-953F-5A826811BF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8624412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A0191D9F-4C12-4776-A45C-42853DAE70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5533B269-382F-4FC9-A4B1-AC403A4E1D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2320041A-4DE8-4144-A74E-FFC9E7FB71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0D7FD55-B209-483B-9920-5734DC8A67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F1BD92A-6737-4442-B7B9-8533546F27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28E63C43-3F66-4213-9389-C7807971E5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0E6D9907-72D9-4221-A753-C79996A056F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51A404E-1760-4860-A52E-7FE3B6E6A644}"/>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9D8F544-783E-44C5-B613-2FB3E6875652}"/>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59E2E96-F0E1-453C-9CD4-703B5FB39ABB}"/>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B4359D9A-5523-4211-90F1-A5FA8047CB0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9060D55F-F1B0-4448-A222-525E7F82C332}"/>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44E95134-0EA3-4A98-BE2E-15995AF8753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A3A00495-D629-4981-BEE6-D76D6408EB57}"/>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3F48849-DEF1-4CE2-9A3F-DED7EE754FB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C5D42E95-4B7A-4EF2-AB4A-06F1BA7C145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24892CC-B2AD-4107-A411-9A29622568DE}"/>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13F26A1B-80F5-48AD-9C80-6110FE6BA14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DB357D5-75E3-42E7-9923-33BDAADFD786}"/>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201D7991-DDAF-468B-BEBC-77A898E760FA}"/>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88B1F0F-D163-4B70-8DE9-EB0F32002B0C}"/>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D4C3E697-DBED-4966-A26B-653CBDBD54D1}"/>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05E0B28-87E1-4DD5-BF4E-2FDDDD7B31CD}"/>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B26EA09D-E335-4455-99BA-A0042869643E}"/>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A8B20231-958E-473E-9A50-A605685EF86E}"/>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683A3E7C-DD8F-4B0F-9E05-8688157E4ADE}"/>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DD2EED1-3971-4B2C-A4A6-893FF69DDC98}"/>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9776EC68-854B-46DD-8D1F-2F95B86665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9793312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90611876-2E05-479D-A8C8-6D2C22AA60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E91EC9E6-F191-4394-8949-7C0112D847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40863249-C928-4AFC-9F01-FA2FC78E2A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14F1CE6E-9E44-44E6-A597-66A421B10F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E483726B-5669-434C-BDCC-05124371AF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6E886013-4C61-48EC-B632-D4AC97ECF8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EF75CEE-B61C-45BF-B0FA-4364F92B3491}"/>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AEB1501D-1332-461E-B998-0AFD3B7B3B7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3633B6AA-0EBA-49ED-8642-BD3E8FFEAC33}"/>
              </a:ext>
            </a:extLst>
          </p:cNvPr>
          <p:cNvPicPr>
            <a:picLocks xmlns:a="http://schemas.openxmlformats.org/drawingml/2006/main" noChangeAspect="1"/>
          </p:cNvPicPr>
          <p:nvPr/>
        </p:nvPicPr>
        <p:blipFill>
          <a:blip xmlns:r="http://schemas.openxmlformats.org/officeDocument/2006/relationships" xmlns:a="http://schemas.openxmlformats.org/drawingml/2006/main" r:embed="Rfa6f7b4a8a384549"/>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1B544788-9EAA-46B5-BA85-7D755216E702}"/>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49CD3DD5-E810-4023-9889-1A0A70D35473}"/>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F9527307-7BDD-40C4-A793-C3D22EFCB9BF}"/>
              </a:ext>
            </a:extLst>
          </p:cNvPr>
          <p:cNvPicPr>
            <a:picLocks xmlns:a="http://schemas.openxmlformats.org/drawingml/2006/main" noChangeAspect="1"/>
          </p:cNvPicPr>
          <p:nvPr/>
        </p:nvPicPr>
        <p:blipFill>
          <a:blip xmlns:r="http://schemas.openxmlformats.org/officeDocument/2006/relationships" xmlns:a="http://schemas.openxmlformats.org/drawingml/2006/main" r:embed="R82753382ec274535"/>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3E35790B-6E7D-4D79-B389-474DB0140850}"/>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8B4355CC-FA9F-4611-9870-D619393B10E5}"/>
              </a:ext>
            </a:extLst>
          </p:cNvPr>
          <p:cNvPicPr>
            <a:picLocks xmlns:a="http://schemas.openxmlformats.org/drawingml/2006/main" noChangeAspect="1"/>
          </p:cNvPicPr>
          <p:nvPr/>
        </p:nvPicPr>
        <p:blipFill>
          <a:blip xmlns:r="http://schemas.openxmlformats.org/officeDocument/2006/relationships" xmlns:a="http://schemas.openxmlformats.org/drawingml/2006/main" r:embed="R328d1fd218ab45b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D30E1DDF-8E06-4DCD-A4BC-66082376108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A386BDDA-6920-4640-A626-1CFDF68936A2}"/>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D2519A1-F9E3-43FE-8BF7-BB9177DD8EB7}"/>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3678B53C-309B-4A05-8745-62CBD8E50FB8}"/>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56170F94-0BBC-4C75-87EC-3735851DBFF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117564B2-F3E2-4372-BCD9-04E85289BDC1}"/>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705E748-7830-4875-B999-792860BEAF5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E198A77-CCA0-4B77-82B9-DF923CA99C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9245922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6DEAF011-A5C4-4479-B725-6ACC6374EC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13A0F94-6915-40A3-B620-767B87CEAA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29F2BF10-F9E6-4615-907C-FB95BDD572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693B3A8-C8E9-4729-9344-CA9896BE54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3717C48-3068-4C85-89F6-745A3A7F5D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DDA50EC-1C64-45D2-BD2D-F21163E130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14D3311F-E6B4-4406-90C8-03812EEC368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69937417-7511-4196-B40B-91B399EA5CEC}"/>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FA7F9273-606B-4773-A9CD-AB42D18DC7E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9C13AF4-4C0C-4F3C-AB36-CE1A359D8C76}"/>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33CB41E3-6ED9-419C-BA76-F10D9AA9BF9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D9F703D4-94D2-4BE9-AB6B-64F6C5AA32D1}"/>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C43588F0-6362-40E2-872E-32E79FC074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57DBE4E-1989-4C82-BFF4-7CD7AF543AB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0C816275-E70E-499A-B2D9-075113E1ADAA}"/>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306F0B2E-1EB1-4A84-84F6-774D96582CCD}"/>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7EB0611-6B33-479D-A1A1-2175C2AECB71}"/>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3678A678-263D-4C2B-9D99-BBC8BE8DC4CD}"/>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1C4CD9B-474A-4621-ACEE-8E2CFD83621F}"/>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B893C94C-E461-4E66-A66C-65BF45A8C517}"/>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21A3ABA8-A8FB-4DD5-983F-1E5E94ED30F3}"/>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8B52F828-2C6E-4A6E-AFD9-C399DB600061}"/>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D5634C6F-D981-48BB-BB3E-9D57273ED5B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EC0E0FD-C834-4644-9827-7D1B3DE3C7E9}"/>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ED0F5715-201D-43BA-9095-5242C4AF5BC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FA0643C-FF13-43AC-89F7-59592235D04C}"/>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EFB21C78-0991-4356-B83F-ACC83664454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E704D822-AD6A-4A01-8E08-99CF639E2D51}"/>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857D6B4-4FAB-4C28-93B8-CA5A4538A27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1EE08DE-CBEE-496A-BCDE-23496F4466CD}"/>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79F27CAA-3418-4AE6-8D29-7399E8D7622D}"/>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6213874-FF53-4491-8877-410318F2D65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172FC246-F3FE-4ED5-B2E6-F70EBDD7590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6B087CF-7440-46BB-A9A0-20263B72A7A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67CA265E-A3FA-4396-B863-647747F3C100}"/>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ADE60A3-6A66-410F-B756-C7561FB956E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E58B5F7-C8BF-4EAC-813F-08F4C15E903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D1CB9245-F788-4177-8FF4-31B52160859C}"/>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C3FB2D29-8BD5-488B-841E-46116ADA4844}"/>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DD5A05A-FEBC-4AA5-B0E3-535C05033F25}"/>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A378FE2-3678-4FF3-A9D2-87A0729C22BD}"/>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7E1E13E-B18E-4B46-89B7-B6D96FA46541}"/>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0D70BB06-6398-4FD0-9952-FBE2A9E732A9}"/>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90E2913-B864-4D1C-B77E-5B29B0A25CB0}"/>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ACA58E8-EDDB-40A2-8C01-D72738ADE73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FA6F5CB-1240-4E05-B476-C99DED0C9349}"/>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7A5384C-834A-4D4F-AE5C-24B072152364}"/>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EECCB381-CCD2-49B6-A9DC-67DC60F5ED0B}"/>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168296E-1530-4EBA-BE4A-20AC76671A19}"/>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5955681-F8E9-4E93-B84E-AE5C49AA83C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6C49C6F1-6723-4170-846B-52BD233988FF}"/>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5AABDFC-8E1E-4AE8-8A13-876EEAE19045}"/>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E66E107A-6161-4CE5-84CD-9A6A7299367B}"/>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4D8F3FAA-397E-44BA-AF47-E0EF723AFC7F}"/>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4B3316F-480E-43DB-9546-A41C86A32792}"/>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AFF8B38C-B0B8-4072-801B-5BFAB6080267}"/>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5679C96-5A19-485C-B81C-5F72992737AB}"/>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E6787F6-09AE-45F0-8A9F-EC802D78046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09869FDB-CE17-42D4-B848-0424D8AA9E4D}"/>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CF7FDA53-8FE7-4808-AA91-9EC01217787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FD95EB6-DB39-4B55-A480-F015E40D37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827308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1F2CEAF1-E9A5-420B-8D7F-6122EDC2FD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C301DC69-C663-42BE-A895-EA2CCD8218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6BBF726F-B42D-4917-AA75-17D14603B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12E97AE8-9DF1-44D3-8BF8-FBA0535ED8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3A6C9219-339E-42F2-A0AE-1DA477C14F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4B990410-7126-4C61-AC31-C2FC12CF26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2C66BB43-D536-4E84-BDB2-154EEC2077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D32546B8-DB7D-4F41-83C4-0DC82E0E94AA}"/>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C16A033-3216-4C9A-A157-648E0C9299B2}"/>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FB5BE3F-5BCE-4E96-A4D7-05AB990948F0}"/>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42B95A1-43E3-43C0-9C8F-3862D32E65C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43AC98B-3607-4335-9E5F-68F25FB282FB}"/>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A7C566F-967C-458A-ACD2-0EC63F875254}"/>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8DF2573-6286-4E4E-B6EA-2C92E38BB1F5}"/>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970025C-41DB-4EF0-B976-65DC513F0B95}"/>
              </a:ext>
            </a:extLst>
          </p:cNvPr>
          <p:cNvPicPr>
            <a:picLocks xmlns:a="http://schemas.openxmlformats.org/drawingml/2006/main" noChangeAspect="1"/>
          </p:cNvPicPr>
          <p:nvPr/>
        </p:nvPicPr>
        <p:blipFill>
          <a:blip xmlns:r="http://schemas.openxmlformats.org/officeDocument/2006/relationships" xmlns:a="http://schemas.openxmlformats.org/drawingml/2006/main" r:embed="Rb466516fcaba4c6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EDDA9326-948C-46CE-8AD4-34D63364FFE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B4A2B373-45FD-4F94-92B8-BB1D6DE57080}"/>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19D5EF76-F3F4-40B5-92C2-0F2AFCED947E}"/>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53C7A044-8C39-4287-8816-3DBE902610EC}"/>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4E2D5EA-F270-4F2A-9790-322958F7B385}"/>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1E1829A9-EF5D-4B15-BEC7-4D481BE3251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504D50B2-01AC-46EE-A92D-899766F5E3A0}"/>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CF7A5E78-2237-4049-9553-F64679387C42}"/>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DD76087-4865-43B2-A27B-6FDC0156315A}"/>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BC2A800F-1043-4224-8EA5-E5F72BC679A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0EB5741-88E3-4075-A267-B0BA9499C62B}"/>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D2868E9-92A3-490F-9EF7-65D2E419519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39332FB5-03EB-4434-8F51-26F273554A34}"/>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E9993633-C246-4917-BED3-7E42E6E66110}"/>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D10370F-61F9-4989-913D-82F280FC5BBB}"/>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15D6E9DD-9BA8-49A3-80D9-E38997022243}"/>
              </a:ext>
            </a:extLst>
          </p:cNvPr>
          <p:cNvPicPr>
            <a:picLocks xmlns:a="http://schemas.openxmlformats.org/drawingml/2006/main" noChangeAspect="1"/>
          </p:cNvPicPr>
          <p:nvPr/>
        </p:nvPicPr>
        <p:blipFill>
          <a:blip xmlns:r="http://schemas.openxmlformats.org/officeDocument/2006/relationships" xmlns:a="http://schemas.openxmlformats.org/drawingml/2006/main" r:embed="R2a901abd6f0e454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C250D00-D125-4631-9B5C-EF2F5BC2619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E424C01-4B2C-49FE-AEAA-EBED988718BB}"/>
              </a:ext>
            </a:extLst>
          </p:cNvPr>
          <p:cNvPicPr>
            <a:picLocks xmlns:a="http://schemas.openxmlformats.org/drawingml/2006/main" noChangeAspect="1"/>
          </p:cNvPicPr>
          <p:nvPr/>
        </p:nvPicPr>
        <p:blipFill>
          <a:blip xmlns:r="http://schemas.openxmlformats.org/officeDocument/2006/relationships" xmlns:a="http://schemas.openxmlformats.org/drawingml/2006/main" r:embed="R6521cf122ded4966"/>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71739C2-F916-4C44-8FBD-E77913BB0E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71158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241A1099-3C3A-424F-8261-39657940BE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BBBB7E57-CF93-468B-AA65-3EB264090F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A1CE5F95-F38A-4C60-9F0A-4F605D6C11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D6AEB6D-F01B-450D-BDA2-4C7983E3C5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A573C9CC-7139-4561-9530-3DB6CD45E7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14F3580F-1F45-4C05-B3A5-0FABD28E23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8D597D4E-EB23-49D0-915C-CD54B6C027E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DE580717-2F5E-40C0-9CCB-946EAAB82FD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5704A355-73C8-49C4-9844-472577E3C0A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B11760AF-8702-4EB7-B5F2-8C0FC4DE7CEC}"/>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AAE108D2-BE0B-4223-8F9D-CACAB723126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ABBA04F-ACB3-4E53-9F53-4DD8A470C516}"/>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0DC1B8-0D0C-499F-ABF1-C77270A47DFE}"/>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527E698-61BE-4B4F-99E7-74E1E0849DF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00B1B9BA-92B4-442E-A87B-D9EDCBE58860}"/>
              </a:ext>
            </a:extLst>
          </p:cNvPr>
          <p:cNvPicPr>
            <a:picLocks xmlns:a="http://schemas.openxmlformats.org/drawingml/2006/main" noChangeAspect="1"/>
          </p:cNvPicPr>
          <p:nvPr/>
        </p:nvPicPr>
        <p:blipFill>
          <a:blip xmlns:r="http://schemas.openxmlformats.org/officeDocument/2006/relationships" xmlns:a="http://schemas.openxmlformats.org/drawingml/2006/main" r:embed="R32cc843de74f4bc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434CB749-88CC-40E0-BB91-8A3CD55B5AB8}"/>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184D7FB-D1B0-4BF5-890C-C0524100E5BE}"/>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7DE28482-166C-407E-AF39-5B4CB58C6C04}"/>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C630228-11DB-4B92-978A-C94306FCBE0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D88F7A1-42D5-4815-BE86-FCFE6FD38DB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1C0D2DF0-9ECE-4DCB-A1CF-77AFB5BBA38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3EC8F88C-F141-4306-B67D-11384C40894D}"/>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BF7A2C16-5E67-45C0-841A-82851B37EB3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35686FC-499B-445C-AE28-36D6A4C011B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DF605618-66BD-4F3D-8FD8-279B2807B79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8CE10F9F-2505-4ACD-BD9B-445F9393EFD0}"/>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5F6A2147-C591-488A-848E-76F18939C80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A0BBA724-3099-4AA1-AF2D-C7C94F34D397}"/>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68309E9-2FEF-4D14-8BFC-827531C8038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3A8F4306-42BF-44A6-903E-E6971792074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45A06CF-54D2-4D77-B5B9-276A2767147B}"/>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C80E86B8-5EE5-495B-B69A-043A02A59B4E}"/>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3C201E72-1E54-42C5-945F-5216D81296FD}"/>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D111BA7-D05E-42F2-A3DF-802569016B45}"/>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392F8169-90FF-411C-8D06-D7EB154D38D0}"/>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5EB74FCB-10FF-4663-848F-C1459DA417C7}"/>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31AA7717-1D23-4E08-A23E-C72F3AFDF338}"/>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23DFB5E-E0CD-4115-B8F4-A1054A5D75AD}"/>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0CB9E804-4F3D-44E3-8F78-1F04DF3F1480}"/>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F18D3DFD-B4CC-4DA6-B892-DE69355A617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CF5D86A1-159F-4F3B-A21A-7BD92E80A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7570728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6C54D172-3E05-4F25-9EC9-A37C3E32EE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F72997E1-10A7-478A-90E1-D1A77C9463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D99E6055-4328-41D0-9495-E952C26F51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9DC68647-82FF-4979-AF0F-80E06A93C2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2A9B78A5-5261-4EE0-8C80-37EA322C96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8E2EC383-2C05-4880-9C14-998C5E4CF1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3FC7AEBF-289B-4CF7-AFE0-7DDF81593440}"/>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91AB5C56-3478-4E16-95CA-5FB94C60BD4E}"/>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E5AA68D7-B355-44E8-A2C7-E082A3F301F9}"/>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69D32F2-71CD-4B50-93DB-B92D3F1EFB9F}"/>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533754C-1C7B-48B2-9D0D-5E33A2C16083}"/>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56952A0B-3F85-464D-B689-46860C92ACC7}"/>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98CDBB6E-A57E-45B7-BB4D-0CF5D8AB9B0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00225A52-57BB-4355-8253-F9FC845FCE1D}"/>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2B51FC9-3287-4103-AE40-60D2C90FD59E}"/>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875A7376-DA7C-4277-848A-6E6A8C393D0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29F3815E-5048-4239-8BC4-FE8551DD1F54}"/>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8E150AFB-D493-4B74-9C38-B4AFFAE327A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EAB21C8A-40ED-449A-88B3-0280916CEB75}"/>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CF40F33-DF0A-4700-8F70-6F035CB26688}"/>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4C6B3EF-969A-45D9-8E70-9F3DAB703C3A}"/>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0A8B1CC7-15B3-4F4C-ACFE-7AB80CCC3988}"/>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34BD9A5-0E83-4941-AB83-E535AFD2CDA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093AA04-4424-4EAA-96D8-0E9CD8933D14}"/>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6C7FCD60-4A5B-468E-B81E-7BA78C2F8B75}"/>
              </a:ext>
            </a:extLst>
          </p:cNvPr>
          <p:cNvPicPr>
            <a:picLocks xmlns:a="http://schemas.openxmlformats.org/drawingml/2006/main" noChangeAspect="1"/>
          </p:cNvPicPr>
          <p:nvPr/>
        </p:nvPicPr>
        <p:blipFill>
          <a:blip xmlns:r="http://schemas.openxmlformats.org/officeDocument/2006/relationships" xmlns:a="http://schemas.openxmlformats.org/drawingml/2006/main" r:embed="R33bd7bd23cf34bef"/>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C11AB255-110E-4B64-945E-3E89340A408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D6A909D-A0EB-41E9-8FB3-8DDF221E3FD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97C258E-6C6E-4AE8-BCAD-E8882719A4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E84B75-719B-4BD6-8CF4-6878450317B1}"/>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8BAD589A-30B4-45A0-AE79-A75182B6BD94}"/>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A1931585-1F18-403C-8576-F87BF9562AD0}"/>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E9E9CF1E-30A3-472D-A434-6524F9EB7A2A}"/>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F011B3C0-3097-4248-BB08-8472AA8D390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243B8509-5274-4AD9-8F36-A716F1D6326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C55F1425-8285-4F5A-A9AE-F81EFE901DEC}"/>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84EC81B-1193-4250-8DD3-2582D2033788}"/>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78456891-F275-4AFE-83A1-A382BEA670B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74F5130D-A057-4A50-87DC-44E907F248E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518BFF0-4290-4CAB-B3DB-2A81BBDC0B29}"/>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2C8AADB-EA49-46B0-9F25-22FFB31CB3E7}"/>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B790CFA-ACD4-4EFE-A7FD-31B94F8BB05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2340F9-C4C4-44DD-A080-4FB2FBD3E4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DC7C5DFE-E6ED-4A8A-92B7-4BC5C35F1D1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151A23EE-F43B-43F0-85D4-EA4B2B512F5D}"/>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47784874-6E2F-4F9C-BB05-C596CD4AC3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729798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19F8CAAD-F64A-4C8A-A223-5FBAEE0BF2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90776ABB-7C6D-469F-9D75-D47D4DD487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75609C11-B656-4A17-9E65-0AF6A4E1D5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4C1C1A8B-1E5B-4F1B-80DA-EB49BE589E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D50777B-B007-45CC-8C0F-C2712D2CBB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8BA8AB54-E216-4295-B3CA-084FF5229A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9B9E8D7D-9412-477E-AC09-CB5DAE8F126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0E988F29-5AE8-4AFD-A162-AE8D630B27AA}"/>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43A5906A-3C7A-4FA2-BEEE-B948292A0241}"/>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79EF8EC-21B6-45D3-AA03-0E8337AD4B61}"/>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9710B64-2A96-4FCB-A3C3-83D56964E93C}"/>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CEADC38E-BF92-473C-8601-7AE8039C99D5}"/>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5782F38-0EF7-4BC1-934C-F4B29F0C37B1}"/>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CCED9688-DD6F-4496-9537-F1C06D168F4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74C5E06B-0380-48C1-9A95-226CADCB6A68}"/>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CA6179B-FD5A-4A6A-B597-471C9144D44D}"/>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0D52C22-C6AB-4FF8-90F1-5A6DA914F9CF}"/>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B79F4C5-A818-49E0-A50D-D50318DEEA5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3CF6029-C189-4901-B126-22E5C58C7B81}"/>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75303CA-684A-4B74-9090-5BE26C772751}"/>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2C35EE04-F6D0-40DC-8A4C-BF3286B741BA}"/>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F90037D2-7FFA-4B7F-B194-352E7203E107}"/>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6ED0711F-24C7-4242-AB37-1F08C13B44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53007205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3889E0AF-ACE7-4440-B035-D5A8188110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6703332F-B8D4-4805-AD87-7613B4082E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D876A55B-EAD5-4924-884F-7A6AD3169B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4CFA2C6-EFFF-414B-8380-101505EC03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F002A87-2135-4AA2-A409-0269CD2144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50C4BAF-EBC2-41DC-9116-703AF368CA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BF207726-D707-4058-B37B-600E710FEBFD}"/>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14CEF6BE-5094-4B20-AB8F-E6A5C89A6C8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E19B585-8C4A-4788-9861-065DD63520DA}"/>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3724DF1F-D451-4EB1-AB52-2C622A44B86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1A40CC96-CA0C-481E-BA7D-D4C65D58920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139850D1-BBF8-4135-AEDF-6B652396F8C3}"/>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AAD61A3F-CE5D-428D-9E56-1170FDD21487}"/>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5593C42-49DE-4802-8F0B-4EE6A25A39A0}"/>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A618E4E7-EE5B-4299-87F5-B5492F87EDD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F82E21D-D89B-4663-8D2A-25DF448F8DC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33D19310-844C-4874-BA70-E14AB36B33E2}"/>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AD3C9331-304B-42FD-AF1D-6B63E13FD213}"/>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3AC4516-7541-4FDA-99DA-4F7B2B30EE31}"/>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D99E07C-BE58-41B4-9A13-08EA2F6F67D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707EAFE1-548A-40A2-BC9F-813A4FA8FC2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8BA9B977-9E6A-4C7A-9759-CD91B6BF5849}"/>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64C9D8D6-D8C6-42E2-B68B-A8DFA27C9D9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C6467ED8-6C88-40CB-B231-FECE5A22F7BE}"/>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673527AA-8559-4670-AC84-BE838EC1CF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544926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40FEE979-B362-4FE3-8C73-400C0B1C71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A1E5266F-4CDB-473C-AC88-14EDA59141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9B8CAD6-2D3C-465F-973F-EEAE5283D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DD2C3A64-C6EC-47D7-A557-C1D6ED9005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9B8630D5-67D4-4279-B7C9-9D428B28D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68C5F32-65A1-4E35-869B-1170EEE874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54BA53A-4DF8-4639-B9BE-1CE10183AA3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71E122C4-9230-44F4-9AFC-8741F8E2641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473B26A2-BDF6-4FBE-B6D3-C206B99D9518}"/>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20001EBF-21E1-4702-8696-674063224A7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180685E-EC18-4773-BA18-B36D2C7700F7}"/>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8777F4B-25DD-4034-B5E7-CD1156280F87}"/>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F73C5FC4-772C-4C4C-9ECB-FA8A8E9CEA05}"/>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CE930FF-993A-4303-AA88-3CE30E6DC4B6}"/>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B54628AF-B4B1-496E-9C5D-8C49320875F3}"/>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D2289DE2-C061-40F2-8749-8C153DE25825}"/>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86CA90DD-BD98-4CD7-A46C-038B14087504}"/>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372D2456-B90D-475B-B708-60A80C9205DB}"/>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9C2E06D-900E-4C97-A132-088DF7FC407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5ED8B5A4-3D94-4BFF-A750-7937D19D9C4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FDD6287-BB2A-49BA-AAE2-359E5F8B36E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D6F9AC75-0382-4273-AEDC-101DB6BB31EA}"/>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3449DCED-DC6B-4ED7-B180-8092F173E43B}"/>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F1F2B97B-CDC8-4145-A4F8-F7E91AABFBA5}"/>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8BF24997-77DD-4D3F-9AFC-1E8C45C96233}"/>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F7864553-8742-4F27-A39B-4CC21860133E}"/>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BCAA682A-70DE-4E57-82BD-48058D49732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657B559D-CDD7-496D-8945-E20AF13806A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4EB6DE83-E75B-4ED9-B145-DC36998188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10313921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49E3AEDA-046A-4E56-B41A-CAF828F2AB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ADA14702-9C80-42F2-8A1B-DF814DC147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927CD898-261F-4498-9CBC-DB161F199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E691051-007C-4940-B37A-312DA47C85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8B0BDDD-044D-4859-8C61-4339223C0F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9BFB7A10-7A70-4E91-8755-19DA289075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C67E7556-D6FD-4AA9-91D0-24854C9DE8A0}"/>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FBFBD825-FA0A-45E8-B2E3-D02303714AAC}"/>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2F874516-019E-4AC4-92E6-ED8460289A5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E99807D-77BB-48F0-8118-F0E9755BCAB3}"/>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753FADC4-BA55-42D6-99A6-BB63680F5C0E}"/>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919C8FDB-A95F-4CD7-A3FE-7A93EE313DE0}"/>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5FF9ACD7-D8BB-48B6-8C29-99E5A331F260}"/>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3CEF0643-7BF9-429F-BF2F-97262BEE8593}"/>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0D094F06-C796-49EF-854A-05A0A4ECE06E}"/>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208C5F8-C3D7-404E-9D53-C3BD1B8ECF4B}"/>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5756AD7-9BDA-4518-AF01-491AF276DD8E}"/>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C9BF396-405F-41A6-BA52-A9A2D6F74A0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AC2CB68-2871-4C44-B75F-A8E32ADB2D7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2B56D74-4ED9-4322-84B7-EAE5D989B7F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A0A58F06-F82A-45F4-94AE-A62438B7A19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6C78CCA-0DBF-4EB8-904C-1F6A6B7F9117}"/>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E5313FA-1899-4713-8C35-259926D8B35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32D84C6-513B-4694-8C7C-DACE1BC21154}"/>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7D25892-DEB5-4883-85FD-EF5C02430152}"/>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7B525B8-5193-4105-A294-D1FD5FC6583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E922FD97-65D9-4E53-987B-9E31D22C064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61849616-6980-40EC-8395-0AC7E843D2B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A40BF4EF-1AA4-4FF1-B6AC-7D74BC3B590F}"/>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D930E81-EE8B-40D4-B36D-120BDFEE2930}"/>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4CCE032-E85F-4E41-ADC3-DD8A51F53EC8}"/>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AED2762B-92BB-471A-BB36-4A5F12FBD0AC}"/>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D0408A35-1BED-4D1F-B348-58BA61BDF3A7}"/>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F9D0687E-7784-4263-BD44-F653CC0D8B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770802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133AF10C-B7AD-48DD-9921-41BCA2471E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9325D3F0-7BB1-41F0-BC45-C184524FC6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478F001F-AD9F-46AB-87B1-DD1777127A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767AD6F6-BA62-4294-BABB-3B8D13DA9A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1D5C1705-4AB7-489F-9178-F2DE9A0782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6D46E4DA-76F6-42DD-84B2-8836AD1CD4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3196BCDC-1D63-4E79-907F-7EA0BE2C5E2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7DA78F1-42BF-4D4D-8424-99C96C847BDD}"/>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43BE0EA8-D21C-46A5-B16B-3C7F8FC4CC63}"/>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80694B-059D-4E35-9BD7-8E793C111064}"/>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073CEBA-E9CF-4EBD-9C0E-50659F904B1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51CE03A-2711-4DBC-AB9B-280886AEC67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60ABCAB-324B-4BC2-AA64-DFA719C0B86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C9ED194-2E7F-4EF8-B8A0-DC96ACDA8C2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DA727649-9FA8-4B3A-8A15-A59FE1D87094}"/>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8DDAFD3A-B853-4D6D-974C-FCACB643081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488522DD-D253-4D6A-BC9B-22952F3CBBC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5111463-25CF-450B-B9D5-EDC4E372165A}"/>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049E54D7-0A33-4D85-90DE-E931DF9FD9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6216066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A4CA04CC-A560-42BF-B4E9-AFA8E9E52D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B8FA3499-CAF6-4DED-AC1D-2F822B7EA1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68E5401D-436B-4872-9733-827F781D09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32902C3B-3212-4A7F-878E-875F2D31FA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392AE00E-8C4C-489F-9F2E-52210A9C30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B29D240D-6873-4AF7-839D-73EDBD6BE0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5A7C4536-8555-4ADF-BAF1-2A6764E8C6B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CF93C770-6CA5-426C-952D-45179562B4F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822DC44-E29F-4A3C-B823-7348A18BD6B4}"/>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CA837E98-12FE-48A8-A19C-B6B2396EF3D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9193D072-3110-46F9-BEBB-FFAEBC4D663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CF17B213-10E9-4553-9C3A-32B7337D07AE}"/>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56229F5-9F35-4750-8280-071C69310E2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0E8F8FCF-DC98-4DFD-B57E-8308312F9D9F}"/>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E940F69-3822-4856-B1DE-2F6F5BB6DA5B}"/>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4461EDF3-E716-43D0-8946-33090D8BCB01}"/>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B5A4085-8844-4DC3-B62E-EA9D9E964F1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B28ABDC5-377C-4871-9790-F8BC955A36E7}"/>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B95D4FA-BDD7-4077-90F5-E58D46F2D53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9AAFF67-9EEB-4958-95A2-DBD3A3657177}"/>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92DFB1D-BCFD-4F41-81DA-867F42FB84B3}"/>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46F8575-8BAE-4060-8237-AFE41EAEFF6D}"/>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D6F154D9-BF4D-4D39-ABA6-2901E9119F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924566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191D2853-0037-4057-B7A3-82409EDD98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102AC8A3-E54F-454D-A7FB-8D33724633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696DBBBB-9B1B-4343-A408-72E5E3F494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54DE186A-DB8F-40F5-A2A3-8956DB6EC8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AFA54715-03A9-4939-A0EE-4F14323073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214D3C5D-5FE6-4637-9E36-A5A72AEAB6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9430FDFF-AD11-4ECD-9E53-F9F49FB21756}"/>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804F22AC-523C-4BE7-88E0-80768716999D}"/>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20B2368-CF46-408B-8BFB-9204137F18E1}"/>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ACA4270-CBF0-440C-A6D1-A1B5F0D3AC9B}"/>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E128C27-6110-4240-B763-F42E13F4670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630E41A2-DCBF-4183-AF2B-04D3AD99796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AEEF5D64-FF76-4825-B3CF-C23CABE1BCF5}"/>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7B2095B8-2EFB-4520-83E5-3A79CAB2B15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C4D24DCC-DD05-4FD0-ADDD-A92853811021}"/>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A1E550B-89E9-40F8-B3A8-4467AC29F449}"/>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61E08B70-AE49-4279-85C8-68F2D592E195}"/>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88849852-FD75-46E7-A5D5-FFA75DD32F2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2B59DF4-196D-4D96-949F-45FD57E5743A}"/>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E67755C7-20CA-470C-9E4E-5DB99B7AEA5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E4E64FF-E84D-4633-9090-A5957C51A5E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6EFC0D9-FB24-48DF-93B5-E61F3DC61152}"/>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4B07E1AB-F634-4EE4-A397-8F3E1A9FF8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32367849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9C09308-97FA-4CE1-B1C8-C4ADEF1A1E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A758EEDE-C43B-4C5B-BF6A-17FE6F8BFE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7E4BAEFC-2CD2-4857-93FB-EBDA1A80AF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3BCC1DA-F158-400E-94E9-ACFE541598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45DD4184-5419-41F8-9E0E-F1734A42E8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99FA1658-DE83-49CA-9654-8042EA1163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F360E7A-BCEE-4BAA-BC6F-88507848E32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17EE2398-78D0-4D27-A6CA-4470EA956284}"/>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7DDCB37-9F6E-4E40-B74E-27CA573C9E0F}"/>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56E696A-EB4F-45DB-B7D2-614CE14B155B}"/>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FC1F10E2-0866-4C3C-A89F-D0E37849DFDB}"/>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B8313D3E-FEC0-4762-B8E0-BB9F7969C23D}"/>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3E6688A-1CBE-4BA8-A062-4400DC3B0E81}"/>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452DF3B-C29C-4FE6-A32F-937B01E3AB3F}"/>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8E8F435-2D0A-41FB-99F3-4F049B7335B7}"/>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21F8E09B-C319-4B3E-BAE3-012FD1E94516}"/>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14B9009E-C877-45B0-9B87-54E9B0A3C57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945CC92-DF48-4C3B-B12C-163F043AEFB5}"/>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3BF17451-3D7D-4081-80F9-6C3562A74DCE}"/>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2B06B6BE-6B3B-488B-9171-103A1E3A88A0}"/>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21A76E73-C82A-4236-82C1-6CEA8D68AD47}"/>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AD259AD7-8856-4233-BC4E-2B553CE30120}"/>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B5C9268E-9BA6-4512-A5E7-434D45FB54F9}"/>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F7A0786-BD39-4893-AD7A-4ADDCF1DB99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B9F8C0DD-A302-46A6-8539-5A0FF7AD0E6D}"/>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6412FB03-60B3-436D-9A1A-C08EFA974EFA}"/>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14BD5566-3417-4404-AFA8-F5C58E5BD9E2}"/>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A6A6E1BD-5456-427D-8360-9F7C22657A08}"/>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2007C526-8D4E-4AD6-BD69-38554192EB4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715CC9FB-B9C7-4881-8CA1-7552C9E6C6C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9CE4DF3-9740-435F-A843-C994A6A7AFD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7A530903-9E1A-42DB-BB02-6A16456DE068}"/>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9019950F-B3AD-4E5F-84DD-73A5CE93739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5EC8CAD-46F6-4C16-A808-2E3A8CE9D2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10AC8F8-AF71-4188-A03C-20A0CAF6727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3BD23346-79B1-40BF-8FC3-B3F0FB59F32B}"/>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E69D068-5962-4CDB-A69C-FA5CCE312E2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CF079F6C-7D22-43B2-8013-0AE76DA198E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AE217D55-3EBE-4092-AA2C-FEC3509E8633}"/>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EC59CFD-06B6-42CB-9A90-CE5D92875DD1}"/>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82686104-81F3-4749-88B1-C76430930C8E}"/>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64E3CE23-5B19-437F-95B6-68A150A55E2C}"/>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30481667-DC79-47E1-8242-83CCE165D273}"/>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BF083E81-9BD0-4410-9F91-E1C1A163B1D4}"/>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0F65FB25-99D3-452B-A406-9D52676DD80B}"/>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2A50AB60-4927-4688-AD1D-877ACC62FD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531380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D610C17F-CD6F-44B9-AD0F-C4617A48E0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2CAE25A6-4064-4DCE-AC1D-C7A0935CE9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B1A53C5D-DF8D-499E-993F-6E38D8D77D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6D2822B0-BAFA-4E55-B826-DE39B814DB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2C148A57-7B45-4CF4-A44F-BCD4F77A48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0856C02E-5BD7-4994-829F-B73EC8FFC6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742E8685-A439-4FBD-B1D0-5F0D9F75F3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7BFBD8B-950B-451E-B055-CA3475E2480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1C05821C-9BF1-47E6-B9FA-54B922479CA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4007DE61-2D0A-4FDD-9DF1-077D25D4E5A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F3F62C4-38CB-4A7C-9574-A266886155D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0EE2232-5909-4EFB-B785-EB73F6417D8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C4B63AD9-E892-4EC4-AD01-CEE4C114EE1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F4BBBAF2-A3E0-4C66-A8F9-DBA4FB29C18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A1C11C8D-69A8-4C3F-A3D6-D99C46199FD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E8EA10F1-E1D1-48F4-929C-8CC01A1F20E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46CECBE-11B7-4F9E-AFB6-A24D436E5B3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17AA4F88-D1FD-472C-8763-5FD167159F7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0395013-A346-4B0F-B64D-AE6B6E76479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AD7A4862-D06B-447A-9308-DB5CE83C34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4BD9AD2D-7FF0-4205-B0AC-99102BC6D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493256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B3263460-80FA-4C76-92F1-AF2D9AC045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0C7AE9E0-C2F6-49FA-BE07-FA46EDCA62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73AC2668-FBA2-4ECC-8939-77A29736C1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2DFD471-DBE9-4909-A7EF-793FFAA844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6672C37E-B482-464A-836C-1BDD046C10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5033384E-C1B6-406C-BF3D-6C9023A963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53335BD-892D-420B-9DD2-F3CC63DB689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3ED3A66-B8C5-4E67-AA5A-65C88BF4C39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743226F5-D8BE-4AE9-B368-F23502BF99B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A6A5F9FB-0BD5-45F8-8C58-25A4AC8222E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ACE3A4-24A1-4E9C-8ADB-D1B0C4ADC4E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96794E9-6718-4577-9D3A-4A3829633BB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A0DDD27-349E-447B-9B6C-F7225825EE0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24F4C36-23B1-43B0-977C-482AB09F52B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19E909E1-CF25-4DAC-ADC5-C14661F2FB1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3CBC7587-5FE7-4C9B-84EC-0434A13B14F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D67B6CDC-8BEC-4D95-B1FD-EA1BCB212ED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41B9CD35-9085-40E5-8D11-046C23CF1A5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C6FADDF-F1B1-449D-9D55-4385D46B3D8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6F1D1CD2-5E61-4237-86B9-7F3572D4DA0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8281AA65-5799-466C-BCE9-308DD48975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352403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6A0F0077-3880-439C-A245-FEE8B32BA2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CE85D0E8-6851-49BA-BDFD-7E568C8834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252B3CB5-504E-4358-8636-19BAED5C77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F7DB95D-AFED-42E1-88D7-1E89566134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A9FF7FBC-4D0F-4425-B81A-11F99B1B05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E1A47596-5EFA-4720-A975-A252A4E013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D1593356-9049-404A-9E16-1E9DBDB80DB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EBD55A6-3AF6-47BE-A6FC-1A650FBFB8B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BB44B4B1-BA00-435C-9A01-C27D15854B9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BCF5C4DA-0968-47B7-9048-AEA9A7C5E9C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A5871D4-F062-40FC-89E3-72C3F078A74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5AC6837-3B06-4D72-B042-8001FF6153F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E434770A-2C92-4374-8E7C-38AABEBA39E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E179A633-2EC3-4692-813E-A394EBDA065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AFB969AF-B3A9-4065-9EFC-1F8B3A228F8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EF2FD2A-BB9E-41A5-A49B-E96379279EE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93456ECD-D596-4993-997D-575D1B303D6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61180D9-6512-4B3C-BA6F-EC9E77188FA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C3E65392-7C17-4E0B-8102-48B8A5828A0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D25323C5-B7F4-4053-AC2B-E60CCAB81DB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D07C76E6-94B8-4D77-B9D2-03C4E30BFC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46969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1B5B604C-E834-4FDE-8C29-CAA36FEED0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2F39F2F3-CB73-4EED-88FD-D8D4D3440A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E7A8314C-FBD1-46BE-AE3A-D77E9616C9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F2D4BAAA-343C-46F5-AD24-A2D2BBA01E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D9C0823D-5303-4963-A6B4-48629A2CAC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EE472424-B9A1-4A65-A026-D45FBE1B20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59D4DFD-F4CA-4499-A558-C6DB8E6601B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0C7DD4F-35A0-422A-8D6A-CF01BAC5146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446FB1A6-EF1F-4E74-8BA9-269E4A196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259605AD-A8B1-4771-B696-6026D73D2D8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5F148DE-A135-4BE7-987F-BFA40BAF801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C98F1EF-0D5B-4C1C-A4AD-45B574F125F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E40160AF-7192-4DA1-B93B-97EE623C2E6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EA47308E-065E-45E7-8C2B-7653821EE6E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70BC173C-C405-443C-BB09-C079E8FADA8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306DC3C5-3774-4701-9426-61DCC05CDA9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E6687E5-BC2D-4A10-9D47-B5415D6F258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90187371-E39E-4914-8857-4A2A85D5044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F52E6D5-0BF4-4BDB-9674-3AAFBCCEBC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57D0F685-B841-4086-8E2C-84C64D4CE03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5CF342D-B4A7-4A26-872D-58CD012482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3609412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57B6413D-365E-4B5F-8738-B8CCE172CB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2F4404B2-FEF5-4E85-8805-7C862D117D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A33A6D7E-9F52-49E5-A08B-481B619CD4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5DA770B3-A9A2-43E1-977E-6F0B774417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E3704FF-DCE2-4FB9-946D-06B34E0509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75F893A-9EFA-4CED-A77E-F8448A5238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70D3A114-004A-4564-9D76-59BF5AE635A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095FA32-C0DB-4D30-A995-039A5D8DD2C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01AF6E2C-AC99-4FB0-A3F1-C2A45969BBC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C19D7DDB-89D4-41B4-9F1C-6C5D8FE5FB0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E208A1-37C2-4C3F-A6D7-CD81CD36878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E33FF7C-9219-4BD8-BF00-9CE3D1F4386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7325C198-2B54-4AE4-AE5A-6593914C90E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3A07AA3A-91B0-47A0-9706-6E4B9C69BD2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66B7EED-E46E-4548-8490-8615250A7ED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EEFE7513-33BB-46CD-8EBB-A07F4104213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27EFC3A-C40D-464B-AA34-369705225BD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CEF434A-F246-4AE6-B86B-4DDC5536CEE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0984BAC7-D5D6-4C36-808B-C34BB48B349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668CD64-B86D-4210-9DA3-D699B54F1E0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9F3BE719-AE13-4E63-8B0D-02BDD77F30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3789659"/>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B10FBF7E-D081-45FF-80F0-0779B7BF80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76582273-60E4-4E7F-9A86-000DBD512F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1884B6A1-3C75-4785-B2AF-5D2458A421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DFED024-A6A8-4A1D-91B5-547B35268C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A29C008-7565-4275-8FA0-B3C5410591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B186FE45-3380-42C0-8442-CDA9FABBE9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8884413-8099-4114-96F3-F651787D3B7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B8FA55B-E63B-414F-AC1B-0D74E86442C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748210E-0644-4676-929E-ECD8863342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BBD43C41-09A3-4301-B066-34CDA9530CC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3880141-7541-43A6-BFF6-CA91D5BF06E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4EFB79C-6FDF-4DC0-8C80-F65420A7CEF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9ECD355-521E-4C65-9D04-F68EE85408F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C46AC0E-4A18-4F5D-9204-8CC8E3534B9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E3302B5A-FED1-4DB6-A050-82E382722A8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57D5DBC7-AC4B-4AD2-AEDB-B866CF2CDF5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C82408C4-12E5-4A0C-9210-E5FAE2CFDDD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12A5515-6BE0-4839-93D7-1C007A93518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407C5A1A-8F1C-43B9-9C9E-43993E5CDF2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2184B446-7083-462C-8189-D5917DFE64A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160A2494-C614-40B5-899E-9D8CF6CB3C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321922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F48095D4-2377-44FA-ACE7-684FA6F29F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3C942159-B9EE-46D7-8A06-C031CB9F02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87ACAE9D-DEB8-4625-AFB6-ED3E626D4E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886815-BA7E-40A0-8A70-7CA7B2D9DC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68E172FC-6BF8-47A9-85E1-0AEB63CD3F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52ECE356-B670-4965-B197-100B8DAB36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46B1A3B1-8E9E-4EEB-B8F4-2737F8146D1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A3190B7-3101-4F7B-8E9C-41DD931003B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8E0293F-8160-4DC1-9458-7B904DA3B70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59A70D2-9352-4C38-95A8-F4BAE563106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AA473B1-055C-4A4D-9D85-8A111F43877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9F0CD94-3448-41CC-9C49-29692F7738E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C432EB2E-DE34-4BA4-A0F8-7A8F4F64F2F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2768E754-D400-4031-B6FE-AF48A286E25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D7BAD30A-F165-4E15-BA2A-7C6AE14F16F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6FEDE1C9-F63F-427F-BBD7-4F1A3CC8D0A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5BC30A7A-6943-4FB2-8414-2FAA59594A8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194268F-359C-4997-B6FB-FCA5115943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9230FC21-60B1-4734-8E01-7670E27B9DE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3CA3150-EFD8-4AFF-ADC1-D12C23A1738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082762F4-CC8A-4C7D-83C0-348167417E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5344683"/>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A62DDEBF-E524-4871-BC36-D849CAA284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F8F2B8C1-FD95-4657-A2F9-6878EDD049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97C38F5B-06FB-4D34-A81F-7240AD45E2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ED0025A-D4D3-4266-A641-6FA5F82AD5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B92B0709-A575-427B-819C-CE7E1F001D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D454D895-4778-4E60-A528-1DEECCF4E6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BEDA7A8-8C3B-4935-A17E-75E89993428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54A3954-E058-47CB-82FB-E83676468FA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9BBB5C51-1A47-4B57-8A6A-E7CC65AB0E2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A42B3165-BE8F-4423-899E-5F808F565F5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A98459D-6E9F-4A25-A456-0FEA356A659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4E575C9-BC18-473A-BD57-7C2BFD154B7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8C4AC684-8D57-4C29-A731-257B88ECC75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649C5D7F-B64C-4998-B320-635C8C27292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2D9E7A95-D4DA-461F-A471-A0F2DB2908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14C99E7B-8CA8-4F2C-92F7-6CAF45AD561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6DCA51F7-EC5F-4333-8E46-AF500F51C6A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C650921-8F80-42B0-85EE-D1E164749FD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C92A5D8-DDD8-4936-8CA5-D60DE3D72CE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10497577-DCD9-4F94-A1F5-B34AA830295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5248A727-9D4F-4158-AD5F-47DEAFD3A7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87537705"/>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03FA0536-0AF0-4323-8FB8-3FA48B2496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5C5A533F-D777-41C6-B28A-0F2B2CA3AF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9CA6B928-EC48-4A9B-ADF4-96FAD3B5A5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7BFC2D1A-BD71-4A53-91F9-E3E129BD2F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533B50E-7E5C-412D-8AFD-41BE5DEBC2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A1A41791-A729-447C-B49F-2AA263C59A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6AFEBDE-28B9-4CA8-95EB-3EE6ACC9B1F0}"/>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A929E572-207E-4B05-AA2A-E63ABA6ECA69}"/>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E5C23061-0D7D-4CBE-947C-89967ABD190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B7E2501-22A9-4C9F-90B5-752538008DB9}"/>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CBFAA2E0-B91A-48B0-82C8-62904BDDF5B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BF5595C-33BA-4D34-9E43-68A5C77EACF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DFA0FD3A-EF09-46E3-AE68-E8BA46920C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072948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63B514AA-0346-4932-9739-9071D837F9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888374B4-36E6-4BFC-96FA-09BA5146E5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3C09488B-E51B-4586-9AEF-BA1EC89F36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B31471FB-D175-4136-ABDA-B7AA2E489B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3A5B2BD4-FF9A-4FC8-A08D-E6E3630B42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39AFF3E6-0623-4F99-82AF-0BA28B8453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222B925C-21CA-4EB0-A94F-7F1095A36B6C}"/>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425FB46-89AF-438A-86B3-C66FA9B0A9DD}"/>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94C8CB04-57C2-40DE-A17E-7BBC57BD025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A2C25242-22DE-418B-BA9B-EDBE296C3708}"/>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E5E8D314-C6E2-4B06-8195-E7F49FD60F63}"/>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0A4E7B11-CABD-48B1-94C3-17688C946D6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86E8C358-3AC3-47E6-9CE7-957C3FBB8F87}"/>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7AC8D805-7BE2-49F5-9532-EFC88DFEA894}"/>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70D98799-20F7-4A8E-BC56-3EA45FA05446}"/>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40C3CD62-CC76-4545-BE5A-68E7235BBDC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9C18FB7F-0640-4669-888D-39FB8E784F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742788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1FE826C-7CC4-46AD-9AFF-3D6F688E05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B6E1E23F-04D3-46F5-86E1-2752E1DA17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D123144E-12DB-4172-AEF0-A2060CC45D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2BF105CF-F221-45A5-92A5-C913FC3B1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FD30845A-0E69-4023-AE18-510F54D2DB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117801D-95D0-42A9-9ECE-287427449E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81CB44B-7162-4D0B-9A12-323C6B7BDC78}"/>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1154B117-CB72-410F-9692-C150BC063BD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DED98346-C507-4D00-B350-43A17819FAF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DB30902-DC8B-4C5E-A5BA-C691510E6301}"/>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FFA0443-4D81-4AA7-A2C7-0035C271596D}"/>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23668A4-2DE9-40B3-B713-8498F8923206}"/>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701C560-4F85-438E-B904-56E1D3E2ADD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B6902E0-3F61-4B61-9437-251F71D2BB50}"/>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2E7E38C-7D1A-43B6-83BD-5B36C9F0DA93}"/>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F39C19A-FC25-4CA3-B373-A7C94CABB98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7BEDFF20-1C13-465D-9692-F28D47E1CF7A}"/>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436D5FF-0719-4C30-A3FC-580D13EE6791}"/>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7050473-70F9-4FD3-82FF-2A81A43C4227}"/>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68BE846-05A3-4402-89A1-AE61B20CF660}"/>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DBE43BA-AC55-4E21-BEAC-A87EE392C4EB}"/>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58CA382-E679-4DAD-B02C-BED63B2AA40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8031868-69C2-4382-8D2C-CD95F56FA8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933111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606BC21-F515-450B-883F-DD1CEDB7BC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AD7EC558-4300-4510-9892-B536B24C87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D44205D5-B850-4FF1-AAE9-B9BFB8C379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CA1D523-098E-4CA9-ADAA-216168B3C3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67F2954F-A32F-455C-97B7-B637C31695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5B85DE9-3DCC-4DAE-929B-1A435612C3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BC3558D-720E-4A9D-8564-D087296515D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BA933BF-77D2-4041-AE64-8C2559F24928}"/>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4BDFAF03-9F33-49BA-8980-94A8F5CD478F}"/>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092815-8BD4-42B9-A40A-B3F014D6D37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CFC6E24-94DF-4CA2-8B19-2F11255EF42B}"/>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802112B4-0E82-4DA0-AFCE-50722692FE50}"/>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72FF046-3D4C-449B-B7F9-314473E0E5B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08E69D7D-F6E9-4C0F-AFF6-AAF17449540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DC5DCC0-5C81-45CD-BD87-CF6519F67408}"/>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71B6E15-3787-460F-B9AC-96D16CBF22B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73CB983-50CA-46EE-97FB-4029D38B6E1C}"/>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A40D35D-56E9-467A-8E57-22CCD3437EB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2041EA0-04D7-43EF-A6F0-A9C249D3A8E4}"/>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6EDC677-73C9-45EE-AF57-8E42BE5CA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EE02120-4D6A-4861-8E81-A650D4FE1C1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7977002-CDDF-479A-B924-EF91DAE9FF5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A08F4193-68A7-4052-B5BE-6B9D6FDFF45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70FFDA8-A5CC-4B82-AC7A-098FC6F727A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B793D84F-0549-4454-962E-7B917E16C93E}"/>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745604E-CBFC-438A-9248-47E8762327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6644156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1E0FED54-2839-491B-A7AF-4E81230DA2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38D9E647-0DF6-4E30-ABD2-78EB95D197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D3F813C2-7226-4325-B956-A63351FCF0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54B6DEA-2A9C-4544-B78B-BFBD76036B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01938EA7-6BF6-47DF-AB4D-F29D4486FC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C70EE86F-F2C7-4C1E-951A-217AE813D2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C026B693-BAC3-478B-A98F-62E22EEF176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583ABBB1-6E8E-4725-BF01-BDC96EE43F8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682007D-8138-4484-BE33-4D25721C5A5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0A27D14-5419-4D1D-9FF7-E79F34D415E4}"/>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6C2235DE-9C3F-421C-95AA-E8ACCCDCA528}"/>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3B17B4A-EF05-41AF-9E2A-117294355595}"/>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3E90972D-2BAB-4FB5-A5E9-CA8CDF44256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96CF102C-7E66-4263-A236-5266ED52E5B4}"/>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1C96105C-D739-41B1-9E2C-ECBB76E0984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B0EEAD8-0620-43A4-8959-D557F602B6E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0DD2B798-F94E-4186-9043-F4CF2AF27998}"/>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3C9D7112-CE76-474F-9C11-215136C1ECA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0D674AD3-0128-438F-9201-1643FDDE9FA0}"/>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4B24DA2D-5A97-4F6C-B10D-CA5E942A565E}"/>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6406BF95-B01F-47B0-82DA-20AE4ADD02B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33E0341-0607-4BF6-A1D5-29DC5D1DB51D}"/>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6233F2E9-802E-4AE1-8CE6-968E23345B2E}"/>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33FA4B86-3161-450B-86B6-E9A9A7B75BA3}"/>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FE1FDF9C-58B6-4801-86CC-5B1718DA671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1B065A8-9E8B-4F18-B260-373959F1CE79}"/>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50AFFC7D-F5A8-48B7-AA87-1D8A9250730D}"/>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4A97A0E-B0EB-42B5-864E-28B05A2D87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92466298"/>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404EFB5C-A1DB-49D9-80FF-8FEABB470E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9349E2AE-CE9B-4828-8BC3-2BEC8AAA88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182B17DC-222F-4BC4-B7CD-7931B984BE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168F3A5-1EC6-4D0E-B97B-444C357031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6B669A69-CB92-4FA8-96F2-94B6BD1337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FD186DD-CD45-417C-A3EE-3FD783DB78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4B9C6AE-8ADF-4BAB-B7C4-5716E2A1F925}"/>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2F97678C-327A-402A-AAD5-1894DE3A2C57}"/>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5152B18-0833-4A68-98FE-DF7D7F5CF57A}"/>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2FE7A36-EDA8-4DCF-AD70-DD08DC6C85EA}"/>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19404CD9-6C17-4E71-ABA4-2F1E994B455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F756DF7C-C8D9-4DB5-9782-49545A7C4FCB}"/>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1A342CF-B2D0-446A-8129-8EDB710BEE51}"/>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52F493D6-BC0A-4E17-A546-D70CBE980676}"/>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E1C11E6F-D5A0-47A9-94DF-D03767C8DC3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4E74645F-FD19-4B02-A897-ACF95A4D91B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A83412C8-1229-4059-9AC1-A8F270B2C160}"/>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E2840B7-FC98-43E6-AE30-01A2CD0E40B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58BFFBBD-19BC-4DA5-9559-FD1AD8BA703E}"/>
              </a:ext>
            </a:extLst>
          </p:cNvPr>
          <p:cNvPicPr>
            <a:picLocks xmlns:a="http://schemas.openxmlformats.org/drawingml/2006/main" noChangeAspect="1"/>
          </p:cNvPicPr>
          <p:nvPr/>
        </p:nvPicPr>
        <p:blipFill>
          <a:blip xmlns:r="http://schemas.openxmlformats.org/officeDocument/2006/relationships" xmlns:a="http://schemas.openxmlformats.org/drawingml/2006/main" r:embed="R3817eedb61d34875"/>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A39689B6-0AF9-4C05-8BDF-637436675A2E}"/>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07A08B59-534D-47DA-940C-0D22FC7CE41E}"/>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974638E9-5D89-4BC4-B49E-131AEDB7FF9B}"/>
              </a:ext>
            </a:extLst>
          </p:cNvPr>
          <p:cNvPicPr>
            <a:picLocks xmlns:a="http://schemas.openxmlformats.org/drawingml/2006/main" noChangeAspect="1"/>
          </p:cNvPicPr>
          <p:nvPr/>
        </p:nvPicPr>
        <p:blipFill>
          <a:blip xmlns:r="http://schemas.openxmlformats.org/officeDocument/2006/relationships" xmlns:a="http://schemas.openxmlformats.org/drawingml/2006/main" r:embed="R6946b65e7d274f3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9DA0F2C6-DA0A-4EEF-8AA1-2745221E655D}"/>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037BDA3E-7CFF-4BF8-BF9F-F6C8195E4795}"/>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B9FA990-CB5A-4147-95F4-DA7D88362494}"/>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6C7F2DE-D173-4FE4-B99A-733756487629}"/>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34B9A73E-3925-46D7-9C98-4A9AF6420BA5}"/>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BCC50380-DAC7-49AD-9F0B-8F7AA57F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433585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33073332-4D20-4BD6-AB8B-1E74F7E30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621F9D19-AF7F-4A0F-93FD-4547482421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77455833-306D-4D53-81EE-DB90703400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F398D7AA-402D-45E6-80E4-0C3CBD6E6C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522F4A55-029F-4C9D-BC04-C2EC4A1266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40C3DAE0-73F2-4022-8C9B-C75A9E6728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7A2657D0-4AFD-4A00-A293-FF8A081CD82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9F06336D-A747-4C48-8224-F353DD34324C}"/>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451ADDAE-6489-4F02-A69B-92548D7B2A00}"/>
              </a:ext>
            </a:extLst>
          </p:cNvPr>
          <p:cNvPicPr>
            <a:picLocks xmlns:a="http://schemas.openxmlformats.org/drawingml/2006/main" noChangeAspect="1"/>
          </p:cNvPicPr>
          <p:nvPr/>
        </p:nvPicPr>
        <p:blipFill>
          <a:blip xmlns:r="http://schemas.openxmlformats.org/officeDocument/2006/relationships" xmlns:a="http://schemas.openxmlformats.org/drawingml/2006/main" r:embed="R38c42c2f41da4217"/>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CDB0F57-CA34-48DA-988F-ACCE840392D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0A70C0C1-DA70-43B5-B307-01DF6D70C7E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919CC6A2-85A8-484B-AACE-C841D71A798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F994B53-4DBA-403C-97CE-17793905AB08}"/>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CB6E109A-543B-4177-A8EA-FF662C3296B6}"/>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C826EEA6-2AAB-4F73-ACEB-7A946F3EDDC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46964988-AFF5-4053-A7CD-606609ECF03E}"/>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6F2D6CCC-F5D1-4FC8-B766-DE17FF4CC1F8}"/>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105AE76-A671-47F2-96BF-19E3E8542B11}"/>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3E4EF25-FE53-47C1-A082-BD2E9E3021E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11A75D09-CA7D-482B-B634-880EFA7FD983}"/>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BFE5BC98-7449-4D4D-B164-52C01662CBC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D3007770-01E9-46DA-A714-5E6AD31E5F2E}"/>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9BA7CF86-3FDC-4F2E-92D9-9FE5F493A088}"/>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39D0F62B-C6A8-408A-B4DC-42832AEF2683}"/>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6465756-1E41-493D-B1C4-1D7512FF57C3}"/>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708B561-EEED-416F-A6AB-0FF386707700}"/>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A17ADB1B-CCF4-4C41-B021-B0DECE52B9B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EE03F293-29B8-474C-A3E4-EFE858C9E717}"/>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511944AC-E2DB-47A4-9DA8-FFC8245540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275858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DA802010-5A76-4885-AEC8-22AA489289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68913A0B-5226-4190-9C6F-F3CE6D5373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9D451123-A458-40F2-915F-EFAE75B4FE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9B81472F-D856-467B-B24D-C783A0837F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F24A72D-CB6F-4E53-858E-55A196E9DE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D218F0A7-A3AE-4455-A5C3-F53286838E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4B3B2A5D-6162-4026-9C17-329BE1CC56A9}"/>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B25354C-AB00-4DE6-94E4-008AF0577B1F}"/>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49C89275-7D59-45B0-81A3-44A49DCBE35F}"/>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BE73792-6F3C-4D83-AC46-0C7E33FCBE8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4BCC6138-4675-4B4C-96D2-43E999D52C67}"/>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4BBAD3C-AF7A-40CD-A243-6B5EF63FF89F}"/>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866E0685-9C67-4C82-94FD-33668475E1A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89BAB58-A242-4423-AD7A-D8AB8B9517A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748D3FB-0F1A-4580-ACFE-1F75F5C7AB41}"/>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C3663CCE-4DA7-47C5-A78F-4BA5B506F17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14D2833E-B335-437A-9F47-F2FDFC5B0077}"/>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443CCBD0-4280-4A0F-B862-BCC2C0E35F71}"/>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C02281FF-90AB-443D-82B0-7B0A91F6505A}"/>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C51A4FAF-0DED-4BFA-ABA1-2C62CA596154}"/>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8F4C8800-E924-4EC0-AF1B-2EC880D59182}"/>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64DC1CD-39E5-45F4-86A7-5D578367D05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49F98CD0-14CC-4709-A617-4818EC9FF7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621560"/>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799A0BDA-716E-42B1-9BCC-BACB18611E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85FD7E49-4B01-49E9-B20B-5B4905F6A7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768EBB35-F332-4BB8-99F9-7D9D5312BC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6FF3D558-20A2-4D41-8C58-B994AE15A7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F98F09F9-F77D-44E8-9D9B-12BD16F6AC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A9F12476-22C2-466E-AEBB-91F7B1DC1A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894133A6-1B38-469A-9D52-B1D361C4D883}"/>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5C508A88-42EE-4117-9F21-5F5C24489450}"/>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418C9003-8F4C-4EE7-BDC9-82B1168F349A}"/>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A284C33B-6742-4528-960C-1E6945118EB5}"/>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8B7280B-242C-4AED-9E41-89807470725D}"/>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656140B0-D43B-4B39-9385-71F06A0D8477}"/>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305D5C40-0478-412D-8351-297939CA6FE7}"/>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56F18DA-8746-41FB-BADF-07015D06E8F5}"/>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6CA6DFAD-E17F-43DF-8843-CEFFB57E681F}"/>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92A8B36A-FF39-4122-8A60-8C5B83DCD43A}"/>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08907972-107D-422D-8A1E-5D17DCE5D08B}"/>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DF943FA9-D158-4BA0-9192-21F5DCD5026C}"/>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375DCAAB-AD26-46AC-AFDD-8B770366C76C}"/>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B6216D5B-9BDD-4E9E-BE1D-729A8A9C4498}"/>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445F8060-7C0C-4803-B165-ACB4C5510A50}"/>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AEA5B4CD-F688-4C52-B693-3C7CB81A5D92}"/>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698DC0F4-1BE0-4EDA-B142-8C57D53CF879}"/>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45A60FEB-E4DC-484D-B98E-671169086084}"/>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6C7B9D00-842C-4832-A901-C462284EBB56}"/>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472EBEC6-4090-4455-ABF0-109A82B76299}"/>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121DB69D-4842-44A6-BEEE-D707C4EA2B1C}"/>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3E35F198-FCFC-4387-8A8D-06D4189B4537}"/>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632C0181-1E2E-45F9-BC20-798835176DDC}"/>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EFAF11B-7EF0-48FD-A16F-0597B8723262}"/>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EDB1EAB1-E403-4572-BED2-E2E1352A683C}"/>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E9C5CCC2-F21B-4172-9D38-39B61BD1FB8C}"/>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02E6DDBA-D7AC-459E-A2F8-A355F09A9FDE}"/>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25D60ED2-39F8-401D-9C4E-FCF73E4838AF}"/>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12715335-9AFD-4882-AB6D-D8C605DE4324}"/>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A58E03B4-7B7F-4364-BA13-A49A361F87DA}"/>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7A6AFCBF-D765-45F2-9E20-9A8A36CBB96A}"/>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338A04D3-4790-467C-9D60-F22C3449B0C0}"/>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493F0CFA-9D74-4272-8F98-7CA680554D75}"/>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C670E1CF-C030-421A-947F-7A1A39996097}"/>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35B32BC1-9B26-48A4-BE20-396C16A7CCAD}"/>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8E6FB3BB-90C4-4320-9942-48AEEAD1136D}"/>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7A6F2F55-F28B-4C37-B460-7181DA2862B5}"/>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2EF7FD2-DC2E-4B21-8519-AE87F35525F7}"/>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D90996F9-47CF-417D-AE9C-81385297536E}"/>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4FAEC9C9-AE48-462F-8E8A-4A9EBD05FA53}"/>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F083CD49-6DEC-416E-808A-15878FBA9A70}"/>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7CD6B44F-0C5A-4731-A44E-94EC4078486A}"/>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293ED986-8257-46AA-A419-153BF4151B4F}"/>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31BDF27B-4755-4DCA-9DB4-E5FD7ED05B06}"/>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30388922-00F0-4084-9EE5-17AB0D529848}"/>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1D835728-9C99-4B26-81B0-86BB36DAF32F}"/>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CF858F9B-F385-4A01-8AE1-83A1128DEC4A}"/>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701B35BA-C791-4FD9-9B7C-326CCC34D4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890984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CF0A890D-728A-4663-ACA7-280FDBEAC4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73ECEFF5-E862-414F-8234-D1A2003A75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DD03846E-140A-4AF0-AAC6-6214B432EC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7075964F-73E4-4AF5-A2FE-DBA8FBDC99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38C76F7C-753E-4D46-8FC1-1861B7540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6D238608-895E-4EFF-940D-CD05AFC6DD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976538C6-1DD3-4DB1-A590-CE71BEC5B96F}"/>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3ACE296C-2759-435D-86C1-77CA91F64907}"/>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F443159F-AE7B-4E8E-8425-60EC1D6F1CC6}"/>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3EBBCD39-3567-4BB6-B8D6-2F4C1B326D70}"/>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0E13034E-AC33-46E5-B0FE-6F8EE1B82F9B}"/>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5117C25A-5DFE-4665-9035-6868CC530196}"/>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11B917D8-5633-4F47-A907-C140CB32E8E5}"/>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F7CEEE-97B4-45E7-934F-F7DA5392F588}"/>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31435A0-34A8-4DE2-9EF6-9412B536CA84}"/>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E0E906E8-9196-40F3-A407-AA98F5124466}"/>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D530830-B963-498F-9C45-E94F7B3FFD10}"/>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738F2134-7DE7-4DFC-9137-2F710EA75018}"/>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BBE60C3-F9EB-4D27-8760-AB723CD43677}"/>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FB1C41D-9C2B-45C6-9580-7CA2BE5CBADA}"/>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B233EE6A-DC09-4DA1-962F-D87BBEC8DD4D}"/>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9FC9CA0D-E9AF-42E2-8044-70612F28DE4C}"/>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172BACF3-C33A-4C74-A026-2C79F93E69DD}"/>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191AE461-E575-4054-9401-DFEA39DA1651}"/>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3B26041-4159-42ED-AD25-136F7B004E16}"/>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EE7E807B-9292-4F1B-B3E9-7FF37E9FA6DC}"/>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6CB619E6-214E-45EA-A4BD-070F7F5FDF23}"/>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F7698F7B-5E5C-4327-9BC2-A9D8529DBFF1}"/>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D1A18172-8744-4AFE-B431-43381C61313E}"/>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0B316553-F53E-40D4-8DF1-9A8600FB5BFD}"/>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79EEE895-00F5-4FC7-90B4-45DDC65DF03F}"/>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4D12E4F8-3994-4C46-95D7-D259CE3C009B}"/>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C329EC3F-76FB-4C77-937A-60F786610916}"/>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C3A4A8B4-3C5C-43D6-A17D-BBC5BA92EAC2}"/>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3BBA28B7-C78B-48E6-B405-A0311BF63DFF}"/>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411403DB-F86E-483D-B2D3-48163F68B05A}"/>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72E2798D-DB1E-414E-9EC4-23837B7F66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566027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E0A04E45-F8AD-4617-B158-B2DDD90CB7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321AF14A-B7D7-4AEA-A58F-C87BF28D1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91825B66-F876-4F39-8BA3-55BE9D0E55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B99E29F9-73AB-429D-B989-D0839CBEEB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E5994D9B-D368-4E0B-BF9C-E58406C8EF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B7D9285F-F1CB-45E2-BF2F-C81F430C2B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EA9F2E23-7A45-4EEF-8623-6E78FFD18F32}"/>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9F37AC08-63D8-444D-8451-0AB9565FD6EF}"/>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DB05E5DE-9A91-495E-9253-4E568E2FF9F2}"/>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D908854A-BF0B-469D-9F88-780C77646A67}"/>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76C41597-8A9C-4905-B0CA-07CB63EE2B5F}"/>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0840227-973E-4340-974C-93A72D77250F}"/>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28AA7B58-F937-47C2-B1B3-5A544347DF0F}"/>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3772FB43-41D5-4EA8-81C2-83FF0D9CEE5D}"/>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D2A4281B-58B7-48D7-BFFB-7B085393CBC8}"/>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17D6DE3-3862-4D0B-8838-34599AFC652A}"/>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5C203547-FE4F-48C5-8EC0-9A043B97F272}"/>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8AA35A11-AEB8-49D0-8AAE-B43065CF936F}"/>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51B29910-71C7-4F69-A243-7F6565E31C2B}"/>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CC4B6DDF-3444-47B9-B8AB-E2B409E6A5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5825419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5DB3E78C-E780-4448-BB55-BD818093AD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5B33AEC1-B4F2-4C1B-BC9F-F0E1F995C6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628842EC-14F8-4137-B9EF-323DFCF1AE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05EFC55-5918-4CD8-A4CD-D97631063E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18266E76-2862-43D7-A12E-7DF07F89D7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6B8F812A-89CD-4D82-B85C-EDA4C82D7C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3677D454-13D2-467C-896C-8D9BC2D30E16}"/>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4AACE31F-C280-4C16-A553-A96271B1BB6A}"/>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F2D7189C-DBFC-4C71-841C-177E8BDE4CD5}"/>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4162072D-9F24-42A0-B5FC-73FF62D798E9}"/>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F2D5FA60-7B90-44D8-BF7A-AA2EDEBD4CEE}"/>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D06325C1-0773-4F67-9F9B-DD45623119D4}"/>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44C64809-FB6C-48F3-B15E-FF3301D4F4E1}"/>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FC2D793B-E168-40D9-8FA8-BE957A40CB81}"/>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AA3F0391-582F-4D7F-B4AE-563ED58D5F0A}"/>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73BF2B6C-D7A9-4AA3-BD4C-68331253B296}"/>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BD8D73FB-920B-43C2-A881-6D4D65DE274C}"/>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0BE31033-2EBA-49E1-97CB-850E12AD34CE}"/>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16AA2EF8-4140-4826-A3F7-24604211699F}"/>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EC20DC46-20FB-4FE4-82A3-DC1A218DB770}"/>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9DC364D7-13E5-445B-9710-85F1FAFB2B4E}"/>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A31A4B95-CF28-4B9E-A05D-3606AD183A3E}"/>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D9D6E763-FA72-4750-85EB-9C7A6393A3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074143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D6B8647B-FA4B-422C-AD2B-9C320A89CB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32477523-2616-48E0-9DE7-36899079F5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767F8540-F3C4-415A-9713-151E9FB035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A2DD74F-B615-41B2-A083-E2B652427E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2B0AA8E3-10F4-4BA3-B12F-182B7A6163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2E2FC452-EDFB-4A64-9C2F-0A90ECB5C4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984F6BEA-1DDE-41E9-8129-054950041067}"/>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2E49A740-783A-40B4-BEC5-DD156A9B10BB}"/>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BA03AA3B-7CB1-4E33-9C31-C7B6F196D688}"/>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E0FFB43E-F3DB-48BD-9B72-EE527EACAB43}"/>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BC021D61-FE5D-453B-A8F7-15378FAFBD5E}"/>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0E5E1D2F-2358-4642-90D9-8EC82F918124}"/>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2201F681-ED8A-4F97-9C3E-E782A2FBB614}"/>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A1C29810-59C5-4D93-8741-06ECD4FB65E6}"/>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C307D011-9222-4849-9B6E-8366D6778D30}"/>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9D056BCC-B034-408C-B1E2-6B197B2D798C}"/>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9C026928-7E41-4C05-AA9B-0BCC2ADA2148}"/>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3FEE420D-28E3-4DC1-B8EA-0530E47D548C}"/>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FC2B74D9-FB31-4597-B9C5-7B829088BBCB}"/>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2F5C7A13-1D7A-4B65-B974-3C0B7FF69381}"/>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D8B51F24-97E7-47F5-9534-9A51EA115006}"/>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B573548A-F25A-4C79-BA12-878B1BB303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007998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94579DA0-763B-4F31-AF6D-3313E627FF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6F49BD02-E813-49E8-90CC-026195C21B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933D8E62-3BB1-4454-A6B2-89BB9E03AF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9475CDA-E905-4A70-BE49-6BE11ADA5E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6FA37BD2-CDAB-4666-95E0-EC1BD33DD2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C15F2680-9733-4819-8A21-4E61EDF218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E4EA677A-A5D8-4196-AFF6-F24A23278DBD}"/>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BA2CEC3B-16C7-42FC-9F20-EBFAECC15D25}"/>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EA007D31-588D-40B0-949B-7F27071C4F96}"/>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FEB3153-916D-45BB-A8E1-B4A3055FC740}"/>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FF34E048-987A-4041-90BE-6AF3460677C6}"/>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BD62D9DE-E55F-4662-BC75-E61BE1607D3E}"/>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B85C1C94-E147-4BA6-93B3-38451E0A37C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9079869C-D59E-493B-8022-C24E92209B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66047"/>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19C5BEA5-9D52-45F0-9668-34A5EE8A20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7AE7A0ED-28CE-4FB5-A01C-388C8A7F0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2E255B16-0D67-4FF9-AE69-213FD0E3D4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C18EA50-C2FD-4330-9E05-73F2D09149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75BF61D1-1C4A-4118-946D-577F07324E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367589EA-8400-4FD3-9659-BFAE618AE9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55962B0A-B01D-44C2-A932-AC848C739129}"/>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4E6E2481-B328-46F8-90FC-04A867D8FEB3}"/>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97D1CE4-0158-4FB2-8F99-EC5D44CBECD9}"/>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DDE7E958-62E5-447B-AFBD-618D353F01F8}"/>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4B411E63-37B8-4A76-9496-D3AF05382615}"/>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B161D45A-BAF0-44C5-A409-15081DFCB72C}"/>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658A32E3-900B-4375-B757-5097618BF232}"/>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C29862EB-AC7F-434A-BF1D-B0CB64F93B9F}"/>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00821A61-8940-426C-8FBE-2CEE7431C30E}"/>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D7BD6CD4-D652-4D7F-96DC-F710674E1112}"/>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31F0C720-8341-4623-8A80-4EB483F018D4}"/>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B9147176-3231-4EE9-B377-3B1B31A3364D}"/>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BDFC13A0-AF77-4989-B4DC-5071796F0827}"/>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DDF02C5-17D1-477E-A2E6-6244AA0D8FF6}"/>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9B104F67-CFEC-41A8-93CD-9C521E46F1BC}"/>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91F5F8F4-A419-44DE-A8C7-3F2A0A9EC3D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1CB35E73-9E30-41F8-8387-A28B043F3278}"/>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226CFE48-4ECD-4BE1-812F-D6CF9A61C6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8950726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C7146C67-F552-4C7F-A741-6AA7A0650F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78ADC617-1C8F-4B25-A787-5D31CA60E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F9009D0C-7E9D-4282-B1A8-DEFF53CCE1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571E8CE9-26EE-4ABC-8CE3-C2D3D6CA4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D67C6C8A-CE07-466D-8258-FEA6BD8FD1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127E9463-EFBF-4800-BEA6-77921C7053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846123A3-1D43-4E58-875B-4D3DC3314D61}"/>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7DD8539A-73C3-4282-A25C-EA46D90F74A7}"/>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D99E2BCE-3DB2-43DD-8ED6-95859B7BB1A8}"/>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AA15529F-3EF5-4B89-9B2B-5F9323D945BB}"/>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45707BC0-F3A3-4441-9D5F-AEC6F6146617}"/>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335C9375-6CE1-4764-9F46-AC96AEC07930}"/>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267D4A45-9FA3-467D-A5A6-186B30FD1E9E}"/>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05B44960-251B-4CE2-A728-201861F1BD6C}"/>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00151FA0-F086-4EC3-8A0C-069B17A5E104}"/>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CE5D634F-5DBC-47A0-887F-089CD8205A11}"/>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1E08B2A4-99F5-40FE-8466-68BE9DC29E89}"/>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B29D6938-79B9-40C8-B3EF-2C7B63B6BE28}"/>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343B4BF8-DFD4-4051-96EE-340F24A50A40}"/>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8398A8DF-B304-49E0-820D-961C5EC51320}"/>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DAFC95B3-013A-46CE-A1EF-685302A5C458}"/>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F00721FC-C599-403E-AF86-72EBE49D9A90}"/>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DFDAC6B2-23EA-414D-9A25-B81D5BFA50D7}"/>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80E007E5-148D-4B3F-8C47-3D2D40186B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2406197"/>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50048305-7E1C-4932-8D7F-A2747F9A06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FDD132D6-B815-44B3-BA49-622B68B707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2966152D-609D-4CBE-B71D-7FD612EF35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A2EF2F0-4470-4D37-A9C3-4F6ED9674B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66876EB5-9CC5-4CAC-8D46-10DEB2AD35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F57A176B-D0D2-45AA-95DC-EEF732CE53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A4F67F41-3072-46FF-A23F-CC38810DEFD7}"/>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D2ACF3E4-86D4-4520-9CA3-0333A1A5D768}"/>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9D4A7359-21C7-49E9-B884-9222B3EF25F1}"/>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2F7A6FD-ED44-4158-922A-C181FAB160CF}"/>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E3C2A8A1-0077-4AA2-8A0E-792C85D8F90F}"/>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ECA407C5-87AE-48D7-AEB2-0821BE38E538}"/>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EC20F16B-2580-4344-9C26-162606DC3934}"/>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3E8186DA-BF1C-43F0-BADE-F4B232C787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18197069"/>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DEEF5CC6-B6CB-464B-85EF-5DF581D375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7106D00B-FAB5-4CFC-94B8-EEBC9D26C0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342DEB33-2672-47AF-A5E7-7BC7E8CE168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8BFEFB9E-6E1B-4961-A185-2E4E39F8EE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91C4FE15-A99C-448A-8CD3-E8FBA10B65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8FC62CD6-FEA8-4FDD-976C-FDD3303E22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9F91E805-E5E4-4029-9F27-4868A32B0C3A}"/>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F6542659-8F3B-458E-B2DA-49FA77E153DD}"/>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6134B2CC-3C1D-4DC0-9769-7764C5F67F38}"/>
              </a:ext>
            </a:extLst>
          </p:cNvPr>
          <p:cNvPicPr>
            <a:picLocks xmlns:a="http://schemas.openxmlformats.org/drawingml/2006/main" noChangeAspect="1"/>
          </p:cNvPicPr>
          <p:nvPr/>
        </p:nvPicPr>
        <p:blipFill>
          <a:blip xmlns:r="http://schemas.openxmlformats.org/officeDocument/2006/relationships" xmlns:a="http://schemas.openxmlformats.org/drawingml/2006/main" r:embed="R2b1e80acc8b54a2b"/>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5C96D52-8BF0-4082-B34F-9D50F7F380A8}"/>
              </a:ext>
            </a:extLst>
          </p:cNvPr>
          <p:cNvPicPr>
            <a:picLocks xmlns:a="http://schemas.openxmlformats.org/drawingml/2006/main" noChangeAspect="1"/>
          </p:cNvPicPr>
          <p:nvPr/>
        </p:nvPicPr>
        <p:blipFill>
          <a:blip xmlns:r="http://schemas.openxmlformats.org/officeDocument/2006/relationships" xmlns:a="http://schemas.openxmlformats.org/drawingml/2006/main" r:embed="R3663e3f7d478488b"/>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3E32C41B-74B4-4196-A521-11592904510E}"/>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A3B73406-30A7-41BA-942A-74A91C9340FD}"/>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CF401B46-4F39-4BA3-B409-3DE6C44AA5A6}"/>
              </a:ext>
            </a:extLst>
          </p:cNvPr>
          <p:cNvPicPr>
            <a:picLocks xmlns:a="http://schemas.openxmlformats.org/drawingml/2006/main" noChangeAspect="1"/>
          </p:cNvPicPr>
          <p:nvPr/>
        </p:nvPicPr>
        <p:blipFill>
          <a:blip xmlns:r="http://schemas.openxmlformats.org/officeDocument/2006/relationships" xmlns:a="http://schemas.openxmlformats.org/drawingml/2006/main" r:embed="Re23f08b212004ee1"/>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7E6B6F3-851F-43C9-BED1-90AD23C82575}"/>
              </a:ext>
            </a:extLst>
          </p:cNvPr>
          <p:cNvPicPr>
            <a:picLocks xmlns:a="http://schemas.openxmlformats.org/drawingml/2006/main" noChangeAspect="1"/>
          </p:cNvPicPr>
          <p:nvPr/>
        </p:nvPicPr>
        <p:blipFill>
          <a:blip xmlns:r="http://schemas.openxmlformats.org/officeDocument/2006/relationships" xmlns:a="http://schemas.openxmlformats.org/drawingml/2006/main" r:embed="Rc029df39f68a4cf0"/>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E5FE5A5D-A856-4394-AEF2-6962CE4804F4}"/>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17FFD6D1-E910-4DE9-9020-320DC59A5F6E}"/>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20517A3B-87BC-4211-894B-8773FFC2758A}"/>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F2334358-F764-4124-9418-AF2B702F4CBC}"/>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149E8505-C076-4F5D-814A-EACC2BFDF99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888DA055-613F-4747-95EE-F5B2920CBA7E}"/>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FE76328F-B6EB-42D2-9FEC-692AE162C3C6}"/>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DA42BA39-58CC-4B50-888E-07F52A7A1C33}"/>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BF97FDCF-3F8F-47F1-8735-F8025D722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4761791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3FEB40EA-F2A8-4877-BA29-682FC35580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DD11490B-B651-4369-8105-27C48A0965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6819D769-33A0-49E4-884E-F4DC758591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9D3891BE-7B49-43A8-9FE1-22C89CA0CF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FE8B3C81-1D1E-4F7D-A7F7-009A402277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EF397787-31BB-4A29-8CBD-E76521FD63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064B7A54-66F4-41D8-8875-DBE7F132BDBF}"/>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EC287931-ADF7-4BD1-8122-24DD6A809550}"/>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1C4FB8C0-1BAD-4782-95CE-5EA6F483D01C}"/>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58E9E95-A7A2-4EF6-B6E5-6D00DE35E269}"/>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5F85A432-A376-4C03-96C2-4F5895B6681F}"/>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B2F765A0-64A9-41EE-8761-8D7EAAE21087}"/>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76CB8552-33DD-4D9F-818F-1EB52E8F7B95}"/>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BBE06DFD-0152-4F5F-B19E-59BA36821BD6}"/>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714481C1-458C-4148-8109-CFD9E6088981}"/>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820637E3-29DB-4794-8A49-4D6B1A988B7E}"/>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3E7E9882-8220-4A70-9C2D-65C4122E8315}"/>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9BE40981-4F0B-4264-AACA-60A4E2A3E25B}"/>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D8A21E3C-E4A9-4E8F-A0D9-A46954E6D8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53497387"/>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33C096A7-7979-49F0-B08C-293E03673F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A9EB12BB-0BAB-4988-A571-83E32B5895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E9087170-FE28-47D7-99EE-CA538ED0FF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2BDF0C38-A525-479F-BE5B-E4869042D0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0DD4FA38-FB11-4CB3-8751-4AD8C15F2F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6969BC80-CB95-4151-A6C0-4814FDAAE3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B065582A-1704-46A6-A1CE-D714B4E28368}"/>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B2762776-A91B-465B-97B5-22FCFCE34C12}"/>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288C271D-10EF-463E-B7E7-51277AE2BE26}"/>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D2B3623D-2973-47D5-8882-864677E9CF84}"/>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C50F6908-E876-452D-A206-C21D6F93649F}"/>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E0E2D128-B6ED-4345-9DEE-1B5DCBA8F23D}"/>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C1424389-F717-41DC-91E3-52E6A2CE21F7}"/>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9F4E0B5F-3817-4ECD-94CC-849BC8B7CA9F}"/>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D8ED6900-6C20-4A5B-9115-9E7696E0D374}"/>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5CACBBAC-9F7F-4825-B710-CABC7DB526F6}"/>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4D89FA89-414B-4BA7-A5D9-BE2D6949578D}"/>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CC64C4A9-99F4-4484-9808-A4179D26DFDB}"/>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A5D21D8F-5F01-4C6E-86F1-4083411961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4327250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EC7E3763-1CE7-412F-B85B-286C6F496E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C8E3DA60-33A7-44FF-B173-42EB345F2E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019201DD-E47C-4FA3-8BD6-5608BBF78B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BC1CC1D3-1994-414E-943E-D423AB6B25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235476E5-E9AE-4921-819B-3F754B1A5A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2F5ABC3B-D9D5-43A4-A5A5-2923A9001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1657BCB7-D233-469A-ADE0-35BC8755A37C}"/>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B9836A58-1EFD-4E7C-82C0-15A4EF35930D}"/>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22CA349F-98F3-469D-AF3C-3251B40C4DD5}"/>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A39B4C5-4959-4F30-9B23-B727D2585F4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3BC8EBA5-3044-4F45-AE17-5A773FD15580}"/>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AA7A4351-C304-4986-9179-404396D8AF8D}"/>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97FDA013-09DF-4015-A27D-30E77777E6D5}"/>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D662420D-998C-42A5-B2D4-2C29FE9ADE9F}"/>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FFF0A653-FC48-4AFC-8E86-8C67C2F010E2}"/>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4A5D216-6760-468B-A439-EEED85CEEE93}"/>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607EFF03-ED0E-4313-A9F1-4CE02EAE8F57}"/>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38CDC3EE-A7DF-4083-A8BA-79D9C83500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1720281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15CC2323-467E-46E8-A61E-3302EEDF13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B25EE26E-37CA-4E41-AC87-22AFCE90A7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8EA267B3-0C8C-4F4B-A6A5-5B2FAD113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E5728E90-F130-4C86-B64F-44E0B6F1DA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F6476373-67BD-4EC1-B213-584FC667F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901D5AEF-E32D-45A0-99B4-2F320CCE0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D2C2E05D-444C-44DC-BFAC-6D52E2BFFB46}"/>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0FC1A7DB-2FAF-42C2-BD4C-4FE9E3BBFD56}"/>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4D137E7A-E52A-4A87-99EA-40ADDB0F126F}"/>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0EBCEAAE-A10D-4637-B8D1-EE9916E4FB8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F091892-6329-4D7B-8BDB-247517280D23}"/>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B896294C-34C5-4646-A9E3-E2CF812755AE}"/>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D55DF645-8A6F-4CA7-8160-6D180B92D151}"/>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3BBE387E-F8DA-4562-BB9E-4D5237E01954}"/>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42F0876A-38C2-47CB-9D33-AC4B978C8DF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C33D20D5-D60C-410F-BA67-F52B2ED8B6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0038679"/>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07E8E2F1-1955-4BFC-86FC-21A3AEC33D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F12B8455-BEBC-4734-B69A-FC76051EC6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72573FAB-8DD7-4874-8FC7-F9FF0A257C6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ECC3D490-FB7C-4F99-9E30-1B2A6D72B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8BE31DB-2810-4F08-82AC-6EFCC86029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7C0F592E-6611-470C-BDA8-CF67871367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A7040BF3-9365-44F6-9A53-6F429DC2685E}"/>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5ABB4D85-B613-4A0E-A843-181FDF449283}"/>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3EA8E1CF-49C0-4961-B028-A0F6A003FAB7}"/>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CBFCCA4-D180-4691-A719-3286B2AAFB9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57A3AFB2-3C01-49B4-B58C-5F1DB7E12EFF}"/>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BC7AE8D0-5739-46AD-8FDF-B655617DC47E}"/>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88E25A8-8A56-4141-A4AF-777E9E74EACB}"/>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A63865EA-8DA3-490F-A178-98C8FB0CC51D}"/>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EF362CA1-728C-4A49-8A47-0014236D1EFC}"/>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04A08F33-A656-4090-BB19-53F030FD3E53}"/>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BCC86E87-E7E0-46F3-A342-3E3BE86DC90D}"/>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9BA7D89A-BBE7-48F4-B05D-0D322F46DF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679546"/>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8D5A7B1B-A4E8-417B-AB2E-36696D3D26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1BB1E0D9-D873-4CFE-8E24-D4D4D3131C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E1DECFFE-F91C-4DCA-8591-5636A9EA8E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F827A000-00C8-43E0-B58D-6ED05C8C12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D57BCB4A-C92B-4930-8599-9EEE688D96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1CD5C37-6AD7-4EEC-A2F6-CB756034C5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2B2FF978-2106-44F2-B0E1-2EFA466AEDD8}"/>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C93BD4F8-4522-429A-A404-DF552AFC18C0}"/>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67B8B0CB-9FE1-4F9A-8838-9E23E41A3ECD}"/>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D021E273-1121-4133-98E5-09DC1D2B484E}"/>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C1D69946-1A55-4F1F-AC96-180733569D09}"/>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09D46FFB-A82D-487E-BE52-BCCA8AD9E689}"/>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6376B426-ACBC-4A58-B720-36CB54DA5E72}"/>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E58C121A-6448-4CC3-B681-7AF9C046DBBD}"/>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8FCD010C-59E6-4CCA-8E17-A60A04A25E43}"/>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CF72B29F-BBCA-48FC-A4AF-E653A1E8C1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26299020"/>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E50642C4-4671-4A5B-B777-EE4E47F8CF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92F3A6EC-31EB-43AA-81EA-D53A967B30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29F86D51-0B75-49D6-930F-3DE6D663FE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751EB3E1-7DE4-4CFF-A206-E4D9807293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55B45FD9-EE97-4C3F-8BDD-A4B5C30D8E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F6A0B75D-6C00-41CA-AA35-EBAADBE00A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10B2863D-01BC-4DDA-9545-7D5640B34853}"/>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6F4F1BED-5038-45F2-9D36-CD752AE30B5E}"/>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9C4FB957-06D7-48B9-912D-5C508ED76CB1}"/>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5173612A-4888-4EB2-82AA-6067B2AADD50}"/>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45BEB12B-95D9-43B3-83F5-6ECB193A5E6E}"/>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FF55B4EF-0057-4896-BDE5-4A6F46E95373}"/>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E58B1388-72FF-40FB-989E-36F7D188713F}"/>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BD6BAB08-7461-46E2-8240-BD50E2587B1A}"/>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D9B04861-7D4C-4CD9-AED1-78053B42636B}"/>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CE7E64A-1147-4DF5-ADA1-F53794D85C16}"/>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B71828F5-D226-485F-975F-D07F75F27221}"/>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FFE058DA-06AC-49C3-B0F1-4A3A31EBC9DB}"/>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34ABFEFF-6828-47D8-97AB-01544EB377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51076631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EC75C704-3C6A-4A1E-BF3E-54BB31627A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9C9FA8B2-E59C-4966-AB0D-6504C3801E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6AAE7D20-F955-4CAA-B05D-A18E493371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E4DA98C7-E9B3-4522-B44E-AB1555CBAF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9F2092C6-E703-4520-884E-489F57F231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493FE122-70C5-425B-9DC3-7DF3C698A2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2AF8F9FB-5FE4-46CE-8917-BD210EC62C7A}"/>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2EA2A7BF-F5E1-426C-92E1-333E287C83DF}"/>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EA357FE3-08B1-4BDC-BF78-72BF6D082785}"/>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5E94E9F5-0D02-425D-9D15-6269E86ADF68}"/>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de29d2152e004a08"/>
          </a:graphicData>
        </a:graphic>
      </p:graphicFrame>
      <p:sp>
        <p:nvSpPr>
          <p:cNvPr id="11" name="">
            <a:extLst xmlns:a="http://schemas.openxmlformats.org/drawingml/2006/main">
              <a:ext uri="{FF2B5EF4-FFF2-40B4-BE49-F238E27FC236}">
                <a16:creationId xmlns:a16="http://schemas.microsoft.com/office/drawing/2014/main" id="{435EBD25-559C-4D90-A741-14DA108F86B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94588C37-07F8-4076-B366-314B874D6541}"/>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0D4826A0-C660-465B-BDBA-B38D1E9F49E3}"/>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441E9CBF-AEAB-49BD-B68A-2BA475B2639E}"/>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EC014ADF-7228-4256-A650-32B285436661}"/>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87923AF-C1CB-4087-AA98-398B0D02BA3F}"/>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829B51CC-3145-4ABF-AA09-AE46B33F4260}"/>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3A8BCC8E-A56A-4707-9CED-851F03A1E1B4}"/>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EB8DBC6-81E5-47D6-870F-F5F45E90CDC8}"/>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90AE82FA-FA94-4598-86C6-012C0E8EE7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214382701"/>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28925B54-0975-40ED-80B0-F756A6DA1C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FBBE217F-9DA1-40E3-B2DB-32BA6E8652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D2967905-CD88-4329-A213-8F3142E416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33B455AC-C60F-4460-84CA-3FF8D69F54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610DBCD7-D6FA-4518-9542-CA994ED3FB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84004FD1-BE48-4A12-BEA6-9FF031E94D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F52E2F07-AADA-4BFA-81C0-E87D6161ACA6}"/>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8BA9E0AC-0F0A-445F-858C-599E8456CAE2}"/>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77C1E0BF-F0F2-431D-A59F-9009044B9E4E}"/>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EEC8F1C8-B44D-4A63-9ACB-1B92DBCA4068}"/>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549E7B-682C-486A-89DA-D19D2ABAF1F3}"/>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BBF34B5B-349A-477D-BFDA-6325EEB49503}"/>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87BEFAD5-167D-453B-9021-C325A357D6BF}"/>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6FD4BECE-F1B3-437C-859F-31AB6A750C51}"/>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A68CE04-6C26-471D-A183-DF4563C79A21}"/>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F7F4FDA3-0EB0-4BCD-B815-537F674B87D0}"/>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05C27481-211A-4645-B38D-BADD864F14C1}"/>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C7870B1A-4864-45FD-A305-A0355EAFD1AB}"/>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F60327FD-6912-476B-B5E2-8E6E0A20549D}"/>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4AB19030-5560-4CFF-AB5B-51AC1A8E0AC6}"/>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704431C9-6E4B-40DC-9F71-C2B7C74CCF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681155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8A4FCA2C-2C3D-41EF-8055-2BD0A694CA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B55D7914-56AF-420B-A580-9A202D3E68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A06AB68B-4F32-4DD4-8C2C-64B45A0C50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9BBBC04E-C51C-473B-B821-30756496CA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11A2DC22-CB42-4381-BF3B-FCD562D9E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A88DCDD4-3833-4E6D-8B2F-C46B5D83BC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FB44AD36-73F1-445C-9434-7A1420BC6474}"/>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FDCBA8D0-CDAF-453C-A356-6DD75D52F8BA}"/>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5392DB43-8D62-4ABB-8B36-66305B56C36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028055C6-4B2E-4EB3-945D-861ECF44CE71}"/>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BDA844BC-81FA-4EA5-AC3F-E0293D1A2742}"/>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C2A0DD87-251D-4613-A5A2-B825B2C4E67C}"/>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BC15727C-F6D2-4D4D-92F2-EC34D1FC8DDF}"/>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522E88B0-6F7F-4D42-836F-210BC44BFE31}"/>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177B89AD-14B8-4B52-B117-46298165827C}"/>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B37EC46F-ABA6-4646-829B-E8CD6D2E1315}"/>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66BCEE88-38B4-4B3D-B0EF-996BB6EF507A}"/>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5A4D19A9-1757-4B98-9318-5D0872196D42}"/>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C418C9A9-8298-448E-AFCC-7133BE1FE04F}"/>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76411E19-0A30-455A-90FF-1A4CF4F765FF}"/>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4829A117-FC7C-4962-8E8F-8F6D8A5C9C9C}"/>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4161CF09-4C78-4B5B-BE03-052866001E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4395047"/>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DCA2B132-CF59-4DFA-A821-1FBCC367A9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58FE381F-85B6-4AE2-B93C-AF9097873C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20D05441-A920-431D-BCD5-E842E6FFCF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C7B29AE5-433F-4C06-A362-1BC1E05EEB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40CBCA50-D0A7-4509-B2B9-22FFBCD010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E0F13008-404C-4BE5-8113-EBDEB9CC59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56FB933C-C041-45BF-8490-13D8F66B4374}"/>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15024D72-4ABF-47F2-B65B-7EF9DF2D5E47}"/>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E84ACF52-B1AD-492A-A3A8-685F35AD0E62}"/>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6A35F89F-E71A-417C-AC9C-6358B6DD07C8}"/>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42810418-3BC3-420B-AB32-DE9D825F0DE9}"/>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B4390F37-9953-4B3E-8E35-C8B2FFA48C20}"/>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A6DE8958-064F-4845-AD66-FA43F9342015}"/>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3D08CC29-F27A-4B07-8079-E7C4F0AE84CC}"/>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02A479EE-8050-4D87-ABF0-B53807DBFF7A}"/>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DB47A3E-7E22-4BFD-9FAC-10CE611EDFA9}"/>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39E35871-C71E-4AF1-9E5C-CAB34944EE05}"/>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F15DC434-2143-4C74-8997-92EB3C4941D2}"/>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FABED5AA-572B-4710-A562-A46BD1D9F815}"/>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0FE42D9F-9289-49D9-891D-D35E801B367A}"/>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A4831357-67FF-44E2-9ED9-8C0D0C135BDF}"/>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858C98EC-EF58-454E-A29B-C17568B71D19}"/>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69F90F92-E4AA-490A-B493-320A3FA4FEE6}"/>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19C58367-271F-48DA-B9F7-CB7F03A3A184}"/>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D25C894C-121B-4438-BF14-51AC34F704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353994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3C4E9441-1AA4-4C27-A34F-380C6F8EE5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4770FCF6-94EC-412F-8584-896A6D3910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915D7D55-52DD-4717-B965-9E58548587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D4446F55-2E2F-4F6D-9DBF-DE45DBB1EF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299EE0B6-49FA-430C-B4D3-8A4C31F65C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59F39838-D336-4A0C-AD43-DF042F514C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91B8A667-2ACC-4116-9866-9BA106E4C089}"/>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9C023A0C-B95B-4E56-9339-DA6C04819EEE}"/>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7E2D6AEE-B006-43EF-B8CD-4884D303B5F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8D45A260-51B2-4C26-A4DD-F9222D3A1C38}"/>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B7908F7B-52AB-4F0E-A4A3-0686872273C7}"/>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ECF089E-C97C-4DBE-AEB8-E21D7FBAF443}"/>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98B18F83-CD19-42A7-9805-B4DAB111D21E}"/>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68E673BB-46B4-46FE-9FFA-241409B6739A}"/>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8A600A81-DEF7-4385-A8E7-9FD7B83A45B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CAE504F9-8DD5-4547-9E93-F0D57FDE8A58}"/>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D09124CF-AF0B-4F4A-AEC8-FCE78A9E9C2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4C96E894-AF4D-4CB3-A69B-76894C5F85A8}"/>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48BD673C-8DDC-4C9C-85EF-211496E0F26B}"/>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0F6EF6BC-D539-4F12-A12D-1F0A51153EF1}"/>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12D8A236-E41C-4230-8AB1-86318BD48175}"/>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978A50AC-AF8D-4DFE-8596-17AF0275540F}"/>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896302E0-4243-4372-BB8A-7EBA4C6017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455325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35AF293A-A5E2-4D04-A478-9D942208A5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C545D842-C53E-4A68-BAD2-00C8A0072B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05F3D1BE-80CE-4F05-B12A-FAC4CDE86D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6A9C2F4F-8AD4-4821-9CDE-945D2EF618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8BE4E7DD-8FD1-41C4-A51D-BA1EE93586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57D45C7B-E025-4652-B860-D948F96926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6DDC5E21-DDFF-483D-B086-49677CD3A5E3}"/>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4C2FDD8A-ADA1-4B52-B5CF-4DA193203E2C}"/>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4DE0BA66-D62B-411F-949B-602B7567E3FC}"/>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9438871-8025-4A83-94D7-3D55E76A4B47}"/>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8EF5511F-2722-489C-94F9-482AF657EDB6}"/>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01FB48D7-DD86-4F8A-BEAA-C670862BAD6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172610B2-CC56-4D6F-B523-33CC30DDBBC3}"/>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BEDCA5FF-9C85-4E1B-968F-AD9A0C8BBE6C}"/>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49084FCC-5CE0-4F3C-85B1-E134CA87601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9E280C89-F693-40E7-A3C0-82BDDBBF9892}"/>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589B8B0D-795D-4714-833E-27FA73D67E60}"/>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9C7EC340-6C3E-42E0-ACFD-5A674B8A9373}"/>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462BE577-8565-47BA-AC30-8CD4030B46FC}"/>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5A851751-D59A-469B-8373-F5489501848D}"/>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E82FC891-8447-42B1-A4A3-2E899EB6F8D0}"/>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05A33BA7-C596-4225-A5CB-BFBCFB5455BC}"/>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4A40F498-D695-4A90-99F2-2BE37A2FE979}"/>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A9F48EA1-C379-42E3-B458-44F86BE8CB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651799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D7F7635C-0C4B-41EB-9F24-34CD2C772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705B9AA4-498B-4639-B274-7AAE62C329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CDAB1194-1911-42FE-890B-7E55F8C089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DFD72971-C3F8-447A-A95F-FD8B0D299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4C7BB52A-6980-4221-9545-0A9264AD5C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E9C7C614-C088-4431-86E0-798BBC4CED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E174222E-27C0-4D25-9B44-C23CFB597F94}"/>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41934757-4A17-41D6-B859-372D764A78F0}"/>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29C5F0CA-33F7-4122-A1DD-7EBED168AE3E}"/>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6CF270B5-E7CF-483B-B916-2EBD9D810B9F}"/>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DA669DEA-ADB9-475E-A9DD-23E3E0CA11C5}"/>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679104ED-27AD-4978-A395-4C4D717AD3C0}"/>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4CFCF5D-9D27-4A3C-B6C9-42EEB812824C}"/>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BAA7B76-BC46-4DA3-9714-6554A1BCFF47}"/>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40821BAD-48F2-429B-9A03-AC7B52C2FF4F}"/>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56412907-D179-49A2-9EB8-75885E375599}"/>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834CF305-4148-4718-896E-1BFC0162E28F}"/>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C6C769CC-0311-4F7E-B8AE-F8515CFC70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549060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B54F5EC3-4DAA-4B67-AA70-BDB38A9761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32880DC2-DFE4-4C56-9ED7-C0AF63BA59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BB9F3C1C-705E-4D96-B59E-E9DE257637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19BD0C94-658E-497B-BE4D-D0151F4008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9DB5A79-4022-4C8B-B0BA-A264051249D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0FC7CAA1-0457-4512-97C5-9CDEF1D33C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8FA823A8-4142-4E5C-8EC7-FB7204CDAB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77BBACF-8FA7-48A0-907A-4BD931F659A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32838B14-DE56-4357-BCC4-692D0DDB6BC2}"/>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9DCF5EB5-AB6F-41A8-AE9E-6479ACC2B3B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75696003-4C56-4F95-A482-B7151DB21F61}"/>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69C69E01-0A79-4DDD-A3EE-0CA06FEE2352}"/>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2903C57-6A54-472E-A77C-64895CAD5B36}"/>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784AA6CE-27A6-4BCC-8C2F-8DABF09D9033}"/>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89070A89-2262-468C-A640-35B858B6B046}"/>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FD98094E-5B59-4134-BE80-59B673696B92}"/>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0C044E4E-4740-4BAC-ACD7-6FB668573E94}"/>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91AE00E3-4DE3-4602-B843-69D65F0CF672}"/>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F59743C4-7152-4CD7-A516-A222E694D541}"/>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682B7254-BD5A-44FF-A14F-91FB5DE6632C}"/>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288DBBB8-20F4-437F-8F91-B1361B1FD959}"/>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C81210E9-71F1-428D-AF7C-235005E662BB}"/>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6CE11D78-B4F7-405A-B529-27A101C20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1262373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F914F0AA-245F-492F-98AB-29972DA541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BBEDBF41-5FB2-434F-B219-DAD782FE5A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06E5E548-4742-4E32-8901-45C3906B2C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24A4DFBC-FCAA-4A83-BE51-A0C81CD532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20D915DE-4E6B-4887-89BA-D0861D43D4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5AD6EA7-5044-4ABE-8A17-4F8583BC52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25F6B829-D832-465A-A59C-D496E470B5E9}"/>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44F63432-3A1C-4211-8EC1-BB369DBCFC54}"/>
              </a:ext>
            </a:extLst>
          </p:cNvPr>
          <p:cNvPicPr>
            <a:picLocks xmlns:a="http://schemas.openxmlformats.org/drawingml/2006/main" noChangeAspect="1"/>
          </p:cNvPicPr>
          <p:nvPr/>
        </p:nvPicPr>
        <p:blipFill>
          <a:blip xmlns:r="http://schemas.openxmlformats.org/officeDocument/2006/relationships" xmlns:a="http://schemas.openxmlformats.org/drawingml/2006/main" r:embed="Ree87aa2d57da47d4"/>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13D5D4F6-8AEA-4944-8787-80EF2E6019A9}"/>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DAC10308-6086-4CEA-8BB2-50423A150682}"/>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3B475FCB-1A89-4A50-8546-2004676CCA4E}"/>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00429872-5137-48CB-9BF6-E5713C5902FA}"/>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8434E92B-1FFD-47EA-8B1F-7D85D56C8D09}"/>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0BA0FCE8-DC2D-4036-961C-7060BF047251}"/>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3EBEE840-7C81-421A-891D-03C49098AF91}"/>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F7812452-502A-49BE-A033-56D2FAEC0FB7}"/>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67C471FC-D29A-4C45-AEB4-6D0E30C3DF7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E3322AAC-0D32-4581-8BE9-CC1D9097F1A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554F458A-D6C0-4CD4-A4E0-06125486CA34}"/>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DC6265B6-D4ED-42BC-949B-CB8C7FC14B78}"/>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9D13E16A-A10C-4F70-8145-3CDD85D041AC}"/>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26ECB839-1454-43B7-A789-24B8508C47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46384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D9D3CE3D-D85C-4C34-8C6C-85F41079EC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9A650543-CC0E-4629-95A8-298911FE8F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6B2F2760-A629-4F55-8BEE-A7B24E0A97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B1E0A671-83D8-40B5-A4B7-B7D986F7C4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8D201C37-6E52-481F-B1DC-10343E1244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291BFA99-902C-455B-9C74-2359186F3E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C8E5DA30-2E4F-4496-B314-E96A8F751793}"/>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B324E064-611B-431F-83D9-A6B48396DCE8}"/>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A500325F-167D-4C36-92D2-0B0E8D19C9FA}"/>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F9F40F4D-F63C-4699-984C-EE9D02BC86D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D9889270-F754-4DAC-8993-AD470EEFF209}"/>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2554A448-0CCA-48F1-B9E1-9EF2E126FCE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BA82FDCF-EEB2-4B97-A797-CAA63CCCDBE3}"/>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BCBFAAEE-9F0C-48AD-ACF7-20B2D54E9B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53281780"/>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33FEF192-5EE0-4057-B299-7B9848E31F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397F5EFC-9F89-43C0-AD16-71935049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97BD2DCA-13E4-415A-A897-C7D8FB31BD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EAAD5F2C-A608-4643-9A82-DA14514BDD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03B2B311-EA8B-43FD-A123-EDC6E8058E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9DC670B-177E-4EF5-B7E3-68EF0082E9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D9F9AF7A-11F1-4F7E-A7B6-A2859591DBB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27058156-FE04-45FF-BE29-62375756F4DE}"/>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5576AF6A-088C-4243-96A1-ADA76CBBD67F}"/>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C0F96B01-8FB2-445B-AD1A-4EC3EA4656FF}"/>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75D915FE-2FB3-4800-98DD-B916A79DDB40}"/>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5CE0637B-9E5C-4734-8C08-A0FB24D04BBC}"/>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36835A9F-23A7-4C21-AD26-2AD4F9149C52}"/>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5E67FD54-BECD-452B-8F41-D054ADC7B785}"/>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4C88984E-FB17-4295-9C50-4A5F7950600B}"/>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C05DED3D-5C69-4D42-B847-5DB01A2EE377}"/>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2AAC0AF6-D00A-4416-9DAD-5AE7C3F7B133}"/>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3373830A-9291-429A-BED5-0206580747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1048525"/>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FFEEF153-53D3-412C-885C-69A62DF3C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8E9A0C27-DDA9-4134-8E23-B80FD9A498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B42B80F1-778B-48C2-89FB-86028FD2C3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1593465B-9CC6-49E9-A01F-E68171562D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77E23D8B-D8A6-4342-809C-DF0A7F40BD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5900322C-69A6-4808-BE2B-3EF25B8C6D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4581CD40-00F7-423C-9E81-4F05D6988F4E}"/>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5C7C30EA-45EE-4336-88BB-33EC8121C491}"/>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8B8BBDCB-EE20-4FF2-A548-34F64E047336}"/>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50003509-D2F1-4532-BACD-9405F69E84A1}"/>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AC5DB09-22A2-46E6-90F6-C694B9E06D99}"/>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C598035C-47C0-45AB-B509-970A9A477B03}"/>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92EF325-3092-446A-9ECE-22B6E3F0D94B}"/>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65FCB602-5DA5-4CB1-8F0B-BB20FA19DFFC}"/>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9DF72F33-43E1-4C2E-9B4C-8643388E57EA}"/>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4A86A35E-8CAC-468E-8760-D1B4C08B09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9546901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FB87F60-4EA6-438F-8BCD-049C6F2D83E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ECE763CE-EFED-473D-B676-10A84A099DF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0D644B85-DCE2-4FC0-ABB4-92B712482E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D75C7E62-C78E-4864-B21B-0AC1CD365F20}"/>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D2EAEC2C-EF4B-4C75-AD81-028034B3503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5E83B2FB-EC5C-438E-86DA-948B0D27DCCE}"/>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5B46A594-C132-417A-B900-5C84BB92579A}"/>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FED96472-ED6E-43FB-84DE-9FB9B4D829B6}"/>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C3E02547-A3C9-4CB0-B8C4-70206E2F75B7}"/>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678B704E-7D99-4358-AD91-ACC2D9B8AFBC}"/>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02BF9965-D8D9-412C-8447-3565DC076AD3}"/>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B0BDEB49-6AD2-4524-8AF4-A8D0E107314D}"/>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CF70AD26-EC55-47E2-8AEA-EE5A8C168970}"/>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FA4852F4-8C7E-41E7-91A3-67A45AA8D4E5}"/>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EE648C3-3C62-437B-8055-817C186CC2E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255633A2-C5A8-4E10-B48B-AF83A9354526}"/>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E21A1FDD-7650-4959-9FB7-2D97721F4A82}"/>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5354D3F7-7130-4131-ADFB-5127AF595329}"/>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F77B69B6-1F52-40FE-B1CE-9B6B439760C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A314C55A-703B-4F8C-8084-5E60B2F2FC3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3D9FE11-A49C-42F3-A09C-0F7BFFECB6A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77A519E-6837-4CF3-A739-1580CF6C3FD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B9B0425-B1A3-4117-81DF-EBC7F3D17714}"/>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854AB28-208C-4062-A0A2-6D8A5DD9626D}"/>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4AE397F1-40F0-4DF0-A112-B0FDA4B14744}"/>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67EFF1CF-8BC5-4F99-AB22-3C11776109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A367E73B-F382-4AB2-B99C-16E87E9075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BBB3EB0-781A-4C25-A3B4-F628D94A0C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2F697EFB-022E-4FE2-B276-24B2907A88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2303089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5D678A26-BA3C-4586-ACCC-7E57DE0EDA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A6B2C1D9-FB46-4F61-BB73-DCD30233AC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95932698-F6F3-47DF-BADE-949B129FDA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2899318B-9191-40A2-B26F-2700DC1772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D91BD381-B5CC-4756-A3FD-E8F7EAEF0A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7A0DC36E-F286-4EB5-AD40-A33EC03A8A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6D92CF46-CC7A-4FEC-8920-75FDA13D1729}"/>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C8B63019-1120-4440-9C04-AEA2BC1EE52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59B7BD93-B355-48F6-9895-2AF36AB8CD6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F49E02BC-7095-4EBF-9E67-6FD743805BE6}"/>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8C0B42A-92A9-4A88-B790-E967EA0D1783}"/>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10C22BCD-4E7F-4C52-B620-14B12245D29F}"/>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8B293492-F383-4BFC-A95D-4D38D740B3F9}"/>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5EE7006D-66C6-434C-9E0C-6B396894BFA0}"/>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9CCED8A7-E83A-45CD-A0BF-7CD4C03F90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4461781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3FF1EB25-4165-4624-8811-628BEE851D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7C5113E8-F707-4FC6-836E-C72AE486E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9C607D44-E8D8-4608-8C27-2E7DBAF5E7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1E8FD36B-453E-4D1C-9C24-CB0865FFD2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AD2643F2-CE77-4454-B2B4-73F594B1BF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DA858701-AEF4-445B-A210-8274D99A9C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F4D2E620-9AB3-4E8E-B647-144D09AFCFCE}"/>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C43BFFAA-92E7-425B-AF0F-425A80B807A8}"/>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520EDD8-632E-4148-A499-F53FE71F067F}"/>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8855563A-120C-4685-AF1C-9175A0AAD06D}"/>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D01062AA-5333-4140-BCA3-6B9B3B55723F}"/>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1546694-5639-4FFB-8E88-A1A1C13F73CC}"/>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6B381636-26DF-451B-A22C-C0A9CD3A7658}"/>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1DAE5D7C-9C7D-420F-AB8C-5CE1961A016A}"/>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0DF2ABF2-08CC-4FE1-8D01-0C52E2B2F600}"/>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8EFA9207-DC04-4A6D-BC7D-7F1B91CD5482}"/>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46F9C75-E58C-499D-A50A-C8C25D85A316}"/>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FA3C1B4-3646-4D4A-B774-CB06D06796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79533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4A1536A0-7630-4D2F-B7F3-84B323470A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C84C994E-012C-4E82-92ED-A3EC457CBC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E592FDBC-C9E3-45D5-8AEE-43E2D76409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B7299135-4876-4269-9691-6C7F875F38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59D4CA4F-B1C3-43E7-8805-FDF5530A72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61416ACB-357F-482C-8641-A4A64010A0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235224AB-8844-4318-9E3B-7EF857BE3563}"/>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8A3E8773-096D-4C50-AE5F-FB840CE4D4B3}"/>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CEB125C6-83C4-4B6F-8BF1-7A5C74D2B175}"/>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B2EF259C-7A48-4F7B-9303-CFD389E22F1C}"/>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043C18AF-746D-4BB5-8E2C-7862A6643780}"/>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78B3C4A-2280-45A9-9ED7-0D8B604BF64E}"/>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6F624472-5847-4D9F-87AB-66D2858A2EF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E990B968-6AF5-456D-A732-327D785E4A8E}"/>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4948B07B-6F95-4A65-B94E-3C465A4E3900}"/>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064ACCD2-21FE-4076-A900-009E3A7A9491}"/>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54B746FF-FDFF-4ECE-B993-118201372AE1}"/>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17C7F257-29D1-4DB7-861A-9D0959A09693}"/>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735AFCB-BD23-4D0D-9B9B-49A0E834D47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F474A45D-07B9-4EE2-B318-49B48D70A423}"/>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E98461A9-ADAA-400F-9C7C-AF378129CF23}"/>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736DB0AE-DA11-4357-8AE1-FE9D95976E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2678098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E237357F-C648-4B12-B638-EC396ACA88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1918BD6B-8074-498B-A801-F48D4CD8AA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2F7BF1D3-A2F6-4827-8F5E-1B010663D5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629710A1-71DF-4E80-AB98-9F4BF0D068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28C4C0B7-4E90-4C56-A961-290FA65584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41FD1D03-8F16-4DB3-9E1D-C298CA0126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DC8041C9-8B02-4627-AA77-C6806D0E8E26}"/>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7880E9E3-2245-47EF-8A9C-83E20BF3813A}"/>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6C7C541D-7437-45D5-9DA2-EA54C3B10EDE}"/>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5A0383A-C128-4C38-B3C4-DC5F50CFF03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C5885166-FC21-4497-AD1E-986FDEA35F05}"/>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23A32BBE-8E5A-49B7-83F1-E0D4E9362493}"/>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52A86FCB-DC5D-4268-A250-1172D654D0D7}"/>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0CA66045-B9DB-4520-AB7C-8C507BE944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3390339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8077169D-67C9-4E5B-8169-BADDB86A7B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38B08E09-7269-4893-A864-FF04613574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98E21783-6C95-45BA-A185-E55390EB3F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A16C1816-E9D1-4579-9520-635F6B57AB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95DCC6AB-3610-4361-8A9D-262BD2F503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1D803492-FE18-4CDA-B1D6-B3E513D2A9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2035D53E-2C8B-4AAD-8E6F-0DF64AFBE9FD}"/>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32FE0D78-911F-4180-9931-BFF6E04EA000}"/>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A538E107-5CB7-4FF8-BF4C-A1D18B1F418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5C8E31EB-1BCA-41D7-A5F2-5339CA9E37CB}"/>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5C1120B0-B5BC-49AB-9B7D-F347D5793D64}"/>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38FC1547-FFBA-49D2-A413-8D5E41421458}"/>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111CBB26-853E-49F0-A4FE-F5FD27B53C62}"/>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BE9ABB3E-58AE-4BB4-8E0B-1CCE9EDD86F2}"/>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90ED1E99-2665-4347-8811-3AF66D3D6FCB}"/>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E4A63E58-4FF5-4D68-BF69-1EDB34306B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997459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730A11B5-3D0F-44EC-BF86-B03D89CA46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A69C518B-09D9-4324-ACB3-C562F9F016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BDED3916-3BDA-4BB7-AA0A-468B292CD7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97B63172-14D2-49A2-A765-CC6526F55D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1403EEB5-4C6A-4892-9169-9966C71DD1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6D7AFAEB-1E45-4048-8551-823B158017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B9D9320B-2CB3-4E69-8679-2DC8016695A6}"/>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B729970D-D62A-4EF4-AF7E-1B94A7F5EA03}"/>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D74F616F-D02A-4EB6-B862-B0D0389A43CE}"/>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879F5BF-5EC8-401F-94F7-EEF9C9942140}"/>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D2475F1A-E96A-4010-9C95-4EF183B7B517}"/>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ECAF70E7-7550-4D25-B498-B35A6AA05FC6}"/>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C9FDCEFA-BD9B-44FA-9D58-75578C911EFC}"/>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594A7677-26CC-460A-96E5-F25FC2846D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27837845"/>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69AC6568-7F01-4991-980C-AFB09DDD30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5BA814F5-05DE-429F-9CC5-653810EBB10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1AEB5509-F7E3-4ED5-9713-3347AFA5B6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C50AE9FE-9B87-4780-9E64-16056779A5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32B58057-D250-467D-8ADB-417BE42C9D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067E02CF-05A7-46E8-8273-836D189B9A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F9288670-A89D-4DA0-A47D-B3BA103BB324}"/>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0B34A5D5-1928-40AF-8974-9D554190C2F8}"/>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31372469-FBA7-4D9C-9F1C-F86AAFF91B56}"/>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D55052C-71FC-4611-A897-006BAA85DCF7}"/>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291C0CB4-49BC-40E9-8462-44D3BE627DE0}"/>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7B51AB66-610B-4511-8FC2-7753B8329761}"/>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631AE29A-1160-4CD3-BF5B-68E8F64E7A1E}"/>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B339636E-6FDA-4220-91EC-F65683D01880}"/>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E90834A6-A8F4-45BE-A5C0-D0597234ECE1}"/>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81A0FBFA-7BDA-406C-8364-89D621031937}"/>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4113CBD6-334B-4116-BF44-71D237B23823}"/>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30FE5B22-9AB5-4629-81E2-630B2784269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D7DD474F-7FBE-46AF-B776-5DB2222BBB8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A4FA45D-0A77-451D-B9A1-28DF60B5D978}"/>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8A379A80-2A07-44F6-8718-4A89CCB3748D}"/>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19209D70-009A-40C4-9052-61FE815DF022}"/>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25CD8BF3-B943-4D15-BBA0-CE21396A8280}"/>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E59A159D-E6D7-45A0-8A73-2BE0975F62AD}"/>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E5B6DE8D-2678-4F9F-893F-F5D56E49624A}"/>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6E65C752-2E54-486E-8BAA-7BF1F5DD3BDD}"/>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BD821F4A-933D-4EC1-9198-C232A5371BD9}"/>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8A0E3445-3C0F-4D1E-B00B-205D29EE76F8}"/>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87BF3BD0-240C-4405-9CA5-DB87AC6BEA35}"/>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A16459A9-9CAF-485C-803C-4F0E81AD5C83}"/>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4FAE3656-CCED-4018-913E-DE3FCCEDB639}"/>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9310907B-AE69-40FC-965A-5EA5B57C57C6}"/>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D1DF27F-F178-4576-BD5E-1A50C6C1D617}"/>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9636583F-6060-4DBF-8985-956F329C2DA3}"/>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72E89A0-9B5B-4A5E-8218-A08D15EF9BE4}"/>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47589AAE-238E-4F39-890B-1D9737D004E1}"/>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2D4AF839-D475-4F8B-9F3B-10EC0E93F2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4849586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42378043-F245-455B-814E-92337D807F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A7513C30-DB86-460B-98C5-3DC116B3B6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40C4E6C9-B8CE-483E-905A-750999F24A8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518A8840-8B94-4AB4-93A1-DA22A1B1CB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41B05004-C5BC-4594-9631-BCF930CD20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A6BF732-3BC6-43D3-BFE5-C519EC0883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9FC2ABA2-D73B-4C19-8A1E-BF6D5B35A4EF}"/>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4E3FA3BC-5599-4263-BCFE-4D1B60D9BA36}"/>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0A4EBC8D-0DEA-4C2E-A692-8DB607F30B59}"/>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C7E5D57E-163B-4AEF-BC5E-478E4F78DB02}"/>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6FF2FB7E-3D0D-4E43-8A33-9D06021F61F1}"/>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4E81B621-628E-4677-BD7B-314F6D04800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91DD142B-182E-4E0D-A217-7246F7A0FD59}"/>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B783B640-4A40-478A-9EE5-E076CE3AF13E}"/>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6BFA539F-B4DE-41DD-9D4D-E3CAC625D22E}"/>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27DE4F5-D465-443E-9DD7-CCB6832C424E}"/>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84B6A9B-8DC7-4174-846A-BBDE0A0DACC0}"/>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D1F49780-895B-43FA-856C-92D42475CA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831598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3980EFB5-F011-4631-B2E4-EFC7DBFCDFA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FDDC7509-4D39-4FB3-A239-2BAC624E838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283D75CC-F3C2-4618-B83C-7DB7D3F70B0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4D5F48A0-7424-45F6-957B-C7D4DDB7CA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DC902C00-7AFC-4761-97C2-01B7AEF2BC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F7C68169-B76E-4773-9FDD-89C4E9B506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72403D55-AC9E-4B46-A787-3C0952C754FA}"/>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A6578B89-8285-49EA-BF72-8891A1CD7980}"/>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5491E72-04A3-4D9B-AEB6-1DF42773D8A2}"/>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4D7A95CF-D589-4CC8-BD1A-0D120542656E}"/>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8BFD6D58-4BE2-4FA3-8A59-224D04E5CDAA}"/>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E1BFA9C1-0DFA-496C-A1E1-5AB15BA7F1B7}"/>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6ABD1798-2365-47A1-B615-CC9AA530FE3B}"/>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590AA700-BCCE-49D0-A12A-C0FA53D152A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E9758E30-2C2A-44D9-8E1D-F5FF347E2AB8}"/>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869A452B-B715-4778-A0FB-8B97B3F6D64C}"/>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93316782-BE58-4395-9CCC-2B3F15C59451}"/>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B60E991A-6983-48D8-9C4D-3F59C17AA2AD}"/>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84FACF4F-A483-4294-9FE2-2CA01FAB709C}"/>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67B9579B-71E9-4F6D-9392-059DA2ADFF2A}"/>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7E286AAF-8C1F-4FF7-9F88-C30B2838EE3F}"/>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6321D927-0B45-41A4-9891-7B1DE17B98E2}"/>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1A0E44B4-F243-485F-8564-81CF473B7FB1}"/>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C30D7B08-2E11-4B7F-AB54-F9DF26EEF067}"/>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FD51DD6D-EB3D-408E-B35E-5CF1ECE37A67}"/>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A0AF24A4-19DD-4ADA-92FF-787E82C4DC4A}"/>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D3B1485A-EFB7-4B39-B865-CE6F8F1FBEFA}"/>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55A7B010-822A-444E-A9C2-A49BFF46206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CA251A57-9C0F-425F-AD4F-14CA16DE1B6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BF494CF4-B52B-4F0E-988B-8F6DFD9C8B1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2C5E5860-87B2-4713-AB63-40B3E433DDDF}"/>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86C8AAAD-D62D-49AB-A80D-8338A35AE90C}"/>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DA92DFDF-B1BC-4842-96A8-F74BA43BD014}"/>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B1FDF98B-213B-4981-AA84-2A55EDA88A93}"/>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C51233FD-31A9-40F3-8E0B-B3B88A72531B}"/>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A7EBE076-5ACD-461A-8273-46ACB44E0121}"/>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1C000C93-D5A6-41AE-8B18-D5A1BA235DFF}"/>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DC3009D-D14A-4308-BA25-E3255F5774ED}"/>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6E47FCA4-D45F-40BD-A3AF-5331DEC800A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679077F-72E7-4B77-92B1-4DAED3408566}"/>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7F232882-269F-4A54-A38C-5BDC6759EBAD}"/>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A06F34AB-FA6E-4CBE-9679-B1A7A841ABC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4A8ACB68-F245-4D61-BFE6-F353BF6977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993590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1D70645A-4403-4054-97B3-BD62BE10CE6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268E526D-6A21-4C1E-872E-465C0386CB6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9106DD77-BD55-459A-8DC3-4D930C539D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64A6AB6C-3A56-4768-B9E5-3A66CFB6E4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5084755-A3C3-48B2-89FA-04256E0D2A5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5B9F2590-F74C-491A-8820-2701BC380E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086A478F-CC21-4D8A-BFA2-E460628AF4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59B3270-D081-404B-A12B-3A6C85D7422B}"/>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BAA16FE9-A067-44E8-80D2-724601065BF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36B9C2C0-E0E7-4531-829D-8EBCCF7249FA}"/>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DB72C75F-DD64-445C-8AAD-FAD195522F4B}"/>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F12231EF-3A71-4CED-9ADE-2522F59E899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42C41B4-0C74-4B6D-B53D-D847846E6EE4}"/>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0CC44E01-EC79-4A56-AC99-52201325A413}"/>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8E8C7854-8BBC-49F8-B410-A6CC665ED0CF}"/>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423A957B-2B0B-4DCB-88D9-316C04D52B70}"/>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C74135F-9AA7-4923-A22A-97F11582C5BA}"/>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092B921F-BBB5-4E0E-928F-51FD0224587E}"/>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B65E2B61-4441-4E66-80DF-3FA0880DD481}"/>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F68DC801-975F-4D99-9706-722A0C80C35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DC6B49A8-6CED-4C18-B10D-B112C5B7C9B4}"/>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75CDF0B9-3B8D-4017-A707-7F1C99B4B2FE}"/>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266BF0B1-3849-42EE-B6BF-A8139D53AE3B}"/>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08DA0BFE-E6B0-4972-8909-9E10F76A5C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500241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39AA3010-F313-427C-A679-7C44175CD46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989104C5-7703-408B-8DD2-52E12943A7A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69860B9E-D639-4153-A7F1-8D3DA72131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474E6535-CBFB-4783-83BA-9BDCB05386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387AEB2-8087-4B23-8B42-0D1A9D1B82D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E8D68915-6D06-4A84-8C9B-4F70BD1AB8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DE25BC80-9275-4B31-821C-89CB7DD824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B8ADBC1D-71F5-48A0-BF22-795F7FDF9FE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6C4E6B85-73BE-4900-B332-5722E452E6AC}"/>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6F409C07-3B0E-4109-9940-77CB6D09254C}"/>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5B3ACA8B-6706-4A71-89CE-1EB7933EC9CE}"/>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991968FE-DF02-4853-B9AB-0137FAC213B3}"/>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CE31756-CCA4-4F40-AB9E-63CB32DAD1D3}"/>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97398DE4-4C54-46F2-900C-3ACF6A644930}"/>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7B42978B-713F-4462-8B09-7C7AD2AE16C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BBB6A2E-EB7C-45A0-BDE0-655C2EB9822A}"/>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5509BB9A-AA20-4D4D-836D-FFE2847AFA20}"/>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01EE66DE-38D4-4C3C-8F95-391B21643107}"/>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AADAA668-10CB-4425-8525-BF28F9C55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379037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C18BE42A-4DCC-455A-8A47-5374C3DAE35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4A013F9E-52D6-400C-AC09-22AC4306BE9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7C0A94A4-F5CE-46A3-B5E1-040865B8F4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09E98328-14A6-4DE4-9A8A-03687CD578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AF082CC-75E8-41BF-AF97-BB3378F065E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5AAA32C-AEEF-4887-BE8A-16FB99228A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B990C9EC-ECB8-48D8-A65D-BE975BEC4D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149B13D-C53D-4C25-A044-655ABE1D688B}"/>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D64B3A14-628E-43C7-A00D-7FF3EAFABBA0}"/>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8FCE8DC7-D8B2-44D3-940A-778E9646C2C1}"/>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029339C4-6AD9-4B09-8277-F887F5E0E33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BAA3AD0F-7411-4F94-A5F1-FAA5D2ACA971}"/>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CED3768B-E6F5-46DE-AFF6-9B6BAC3685CB}"/>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32134E8-AFFC-4DC3-9BEF-FDBB4F219BC9}"/>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57A2119C-C1D7-4E30-A3DC-DD71C6C0E38A}"/>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77446E85-00A4-450E-B8CB-E9D3B20C5109}"/>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36BA904B-A411-4E43-8B99-6FAF30463A1D}"/>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0238E93-E9ED-4D7F-B7DC-6249DE4C4BB6}"/>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642080EF-C8B9-4E22-A155-3F5B3C163220}"/>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118A37E9-0A73-4A31-AEF1-A744CAED7F4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E1EACE08-9C19-42FC-B7F1-33E517BC7AC2}"/>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91670EA9-DDF3-4A10-AFCA-748BFA8C30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986486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CFFCBDB8-D712-4BAD-8286-B4E00DD2D94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197AA1B0-E9B4-4AF8-8680-E9597B3A159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2D507A96-1660-4BD9-9BB8-2E5968902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0F649AD0-8231-4CA5-B490-8A910B0620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9152EC2-1FCC-4B88-A501-9BD62221C6B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D336FB37-7385-4AD7-A537-E727401AD5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0C0481AD-244D-48BF-A750-294C083A6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0C5B3934-03EF-4AE9-97FE-A133C1CE4944}"/>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45C562D8-D999-4A52-91DD-DB10814C7288}"/>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907514DE-36AA-44CE-BC65-18DA030A01A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7A22E3BD-334E-42D5-87F3-6AADCAA8B2E9}"/>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A243818C-02A4-4C12-B6E8-3019CC0CA20F}"/>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8283247F-F8BE-4DAA-B36C-CA5AE06152DB}"/>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9BD81B5B-13E5-48CA-8958-4F263D704CC3}"/>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729C50BC-879D-4A68-B338-64E9633A4E6B}"/>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1654C748-68EE-47BD-A1B1-316651E6B1BF}"/>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109BB58D-9915-478F-BD38-D4241EA1D67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E680C8C9-D3BC-431A-875B-DA1A007BE148}"/>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1F3F3D2F-A046-4A8A-87BA-F6D189BC1BBE}"/>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540454FC-C53F-44F0-A464-9E638EFEDF10}"/>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1C3C9B9C-C5D8-41B3-9D81-74D886A8341B}"/>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B1088375-E5D9-4A92-801E-C86610ED8BB8}"/>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26CD5302-6AEB-4398-BD32-84D84E434C3A}"/>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F2CF24A4-6515-4116-B3D1-8B1C543A20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4980982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9576C51A-F071-4E6A-8C29-BDA348E8B88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45C5BA9F-1EB2-4C8E-B6BA-931F4B4FE7C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9BACE6EF-4875-4D9E-9534-D95B9605A1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7F6C24B6-A1A9-4FC6-AA1D-C5D139E8F4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DA685F9-46D2-4F6D-894A-5772F6CC819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4D8EBA1E-5E4F-4F56-8E79-0AF360B75E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33F43B8-F29E-4DB8-A832-BAF6953EB1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EEB5E41C-E50C-4E5F-BD9C-1E4B8C6BA32C}"/>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AB0EBB29-3BB1-4ECF-957C-0496EE9379F2}"/>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B75DBB17-29A6-4217-A4ED-A1792308361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23AE3ED1-929D-43DE-98C7-BA40FA863165}"/>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2E7DADE8-21FC-47D9-80C4-0BCC992C4A45}"/>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CBAF0373-7C43-4603-8080-0E55CDC84A60}"/>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3088107D-4293-4043-9004-1CDAD0CBD8EF}"/>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70E491A4-5B0C-45DE-922E-536BD65C0AF7}"/>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AE5A9A5F-5B04-405F-B99E-A787AB716BF9}"/>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A8CFDF45-897B-4381-BBA2-1C6DD401F997}"/>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03217009-57F1-454A-BB2A-77DC8E5A2FF8}"/>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0BF78EB4-0857-4669-A44E-B1668F68EA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7297016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26311E1D-DB06-4C4D-BD11-95C9ECF7CD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53A2AA00-B300-4AD7-B6DE-7294DB4352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62209159-9F7D-4860-8FD0-0401789AA1D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15830DD6-42D2-42DD-8E52-7D3AAB0A6E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DE7BB5A-A2C3-44DA-BC33-7566B1F8BF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EDDF387B-B319-4EFD-A342-4E75ECC9FD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F7CCAC5-9D3C-489E-A428-2D791CC72AE1}"/>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69228B8-19BC-41F3-8E10-FDF6636A6532}"/>
              </a:ext>
            </a:extLst>
          </p:cNvPr>
          <p:cNvPicPr>
            <a:picLocks xmlns:a="http://schemas.openxmlformats.org/drawingml/2006/main" noChangeAspect="1"/>
          </p:cNvPicPr>
          <p:nvPr/>
        </p:nvPicPr>
        <p:blipFill>
          <a:blip xmlns:r="http://schemas.openxmlformats.org/officeDocument/2006/relationships" xmlns:a="http://schemas.openxmlformats.org/drawingml/2006/main" r:embed="Rb96a497af2e6490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9CB5B5F7-7D47-4D9D-BA15-204FFCE1D39E}"/>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7CBA722-E074-49F0-B180-DF2E31BEF071}"/>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E8F7A718-417F-49FB-AC9F-3EBFCF0CB62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AA76E21E-58A8-4310-A3EC-AB116144E07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396F8C53-5773-4E9F-9113-A5F7410D5D6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CE12824F-C9B3-4545-90A1-EC08075FA840}"/>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1BA0642-681B-43E4-9D64-91F10D39F595}"/>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867BE029-437F-4A03-8690-896DEEF9F0F1}"/>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6806880F-1F72-41B0-9359-217F9691CABD}"/>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8775596D-0CB6-4110-AD72-E1D35DA0915F}"/>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142013D0-F602-4CC8-B60E-30DF7E4C003A}"/>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0AAF9AD-6CC3-4474-B4EF-20FF49DF6400}"/>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841D442B-7D18-4694-947A-239454008FF2}"/>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E799C66-DEEB-4673-839A-A23E977F9181}"/>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29926C1A-3A80-4EF1-ADD1-163C7F6DFC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509377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29C6F98D-B82F-4995-A837-8BF5DDFC09D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926B23EF-A0DA-4817-A828-F71D7E03D42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C2FEDB75-360D-4336-A9D6-BD8E0C40E0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8DF784AC-4AFA-4AD3-8FC1-361D1E3672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FB8A7218-4EDB-46D4-AB80-5E67DE6E70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D510FA5B-CDB7-4E88-A8E9-6A0E814048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6B89FBE9-A1CC-493F-892D-B2335FF6E2BD}"/>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E3655B6D-F85F-4224-9664-058E5DE42A7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8E5C717D-9E35-4FD6-A7ED-976F2DDF7C4B}"/>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84A3F74B-B7EF-42E5-B691-8ADFEE22232D}"/>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A99C7E0-1F56-4F28-91AE-392BA925F32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974AA5E7-1ED7-4859-8E86-9361AC918B30}"/>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F0B0A88-1028-452A-9365-35467E2E9521}"/>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AC3877D-C615-49A0-8AB5-319ED93C9835}"/>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1AAFED97-72CE-44E7-82A7-CAC5EFCAAFB4}"/>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0EA47C3D-6F17-4AF1-A55A-CF371E8C00CE}"/>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E234B99A-674C-426B-8FFA-DD60BBD85994}"/>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6E085C01-36DC-4114-B845-834C6C9B4F17}"/>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2B288156-4E56-430E-8425-588735A85237}"/>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3B8517CD-12E0-424C-BC68-DCDAB54C12DC}"/>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8EB9A17-D4C3-41C1-B37E-CD77BA459AE7}"/>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C72E1724-4C0F-45A9-BF0A-98FA4CF8546D}"/>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939522CD-22AB-4666-9C64-3C136FBF9487}"/>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6D8131BC-2991-457A-8746-A650E7BC7363}"/>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79637FB-B04E-4720-8B12-547FE0A172D3}"/>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A5A3411-92AC-4AFC-B48F-3C5C1E176245}"/>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5850970F-90B6-466B-91B9-F75947689933}"/>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779CA3AB-CB87-4E92-B293-CC728AD29DD4}"/>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46CC9BE8-C987-4A4B-87CC-36771CAA2C38}"/>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27DDEE60-6BF8-4D30-9251-C0E35C6F2F2E}"/>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D0FEAE7-33CD-40FF-9E09-462F5927BB9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514C5E3-E58C-4F84-9A71-D3E87A2C582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0195DD0F-EE39-41E2-B56E-2B89275247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90679523"/>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90359C32-8569-43B4-9FD4-3B830B96CC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7E2912B3-414F-49EB-A453-64F3C3113F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782AD863-0DA2-4AD9-8DD0-0AC42FDD65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710E89E-82EE-4AB7-A33E-BFEE085548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5C7C8B84-F1CF-4FFB-8F4F-F5DCC63BEE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EA41478C-923D-4AA1-8DAF-237C8796F0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3C3D1EBF-78F9-4978-86EC-7B5E3672FD68}"/>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AA20B9EC-CD52-4A4E-BA05-C9D860E4459A}"/>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269B6385-4C60-4A7C-B8E6-1DD89D95BA71}"/>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24383668-529E-4EB0-83BB-8D9A9649AA7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F72625F1-748F-4E7F-99B4-5BF848301DC7}"/>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0951664-3FA9-4A21-B86B-90DDF400B461}"/>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3590F00D-41AB-4F3F-98DE-18959AE19A9B}"/>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ADABC833-CEA7-4340-A52A-3D7789159A6A}"/>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B8E981B4-CEED-4B9B-8F19-723AF52B1F12}"/>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710577EC-95D6-45D6-A070-0B266ACCD3DC}"/>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637235-3FF1-450D-86B8-D70B0E6158BC}"/>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F061A841-16EF-476D-AD25-F724A88CEED2}"/>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3C910488-7A6A-404E-A7C2-037C0799C990}"/>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B972EAA1-2910-4522-BF1E-9255B662B9DA}"/>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96DD86F1-77A6-4BF4-BA0E-DA6D660EDD6F}"/>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CBFA713-4422-4690-BFCE-5067F8BBB555}"/>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E49EB862-A17B-40DC-B3E0-BD7D38C05DC1}"/>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A01EDEAB-C32A-4BC7-9146-E4CD6454A23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ABC92E70-A3AA-4E7E-BA6C-F5DA635EC493}"/>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0A04154F-680B-4DD5-B511-CFF8EFC3D58E}"/>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C1C8CE4-1561-4C43-8C44-2B00EEAB73AF}"/>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1F04855A-BE81-45B6-BA15-2E0D727264C0}"/>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58099341-B9D6-4079-8D61-759C730A4073}"/>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A5F66DAC-00B3-43AD-B8CC-2560227C701A}"/>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956618F-53B9-429C-B5C2-0FA1A31A1698}"/>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31E20ADE-CF74-4588-BBF0-A29B2CA8A806}"/>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B175BDD7-A1BD-4639-94D5-DA519DFB2A3F}"/>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C97104E8-4A1A-45F4-BA88-E5BDBB3E0BB4}"/>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14551E3-9349-4EC5-8AAD-C47A6C73B1F4}"/>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7639DA5-7EB6-4AFB-B607-B386DB758888}"/>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8F3B6AD1-5BCF-4DF8-968B-D8922071D050}"/>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C4563ED-B116-4400-8059-C86F60943EDD}"/>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28C8249-5B6B-419F-93CD-9F3E1F4F034D}"/>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0D67DC02-8CD8-49BB-BCB0-749F9FC707F5}"/>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2B6E6205-1074-4F7C-AA2F-5EFE02F398D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8EFFBE4C-2B9F-4619-A1E5-8CAD53BE1872}"/>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B496A29A-C19C-432B-85FA-839B6769F178}"/>
              </a:ext>
            </a:extLst>
          </p:cNvPr>
          <p:cNvPicPr>
            <a:picLocks xmlns:a="http://schemas.openxmlformats.org/drawingml/2006/main" noChangeAspect="1"/>
          </p:cNvPicPr>
          <p:nvPr/>
        </p:nvPicPr>
        <p:blipFill>
          <a:blip xmlns:r="http://schemas.openxmlformats.org/officeDocument/2006/relationships" xmlns:a="http://schemas.openxmlformats.org/drawingml/2006/main" r:embed="R214dd515893e4a60"/>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00B3AB56-779F-4E97-B1C2-CCC8F1B5939B}"/>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ADC7725B-5241-4F15-BA95-20B1048B69B6}"/>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AB340941-1D4C-4363-A97B-9E41DF11972E}"/>
              </a:ext>
            </a:extLst>
          </p:cNvPr>
          <p:cNvPicPr>
            <a:picLocks xmlns:a="http://schemas.openxmlformats.org/drawingml/2006/main" noChangeAspect="1"/>
          </p:cNvPicPr>
          <p:nvPr/>
        </p:nvPicPr>
        <p:blipFill>
          <a:blip xmlns:r="http://schemas.openxmlformats.org/officeDocument/2006/relationships" xmlns:a="http://schemas.openxmlformats.org/drawingml/2006/main" r:embed="R99088ebc77d84a52"/>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9F9AC690-4CE9-4D3D-9E64-9E23ED069764}"/>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030CE294-D952-4893-BAA2-3B3CF2EA5665}"/>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5CA86863-79A2-4338-87BD-57A403D6290C}"/>
              </a:ext>
            </a:extLst>
          </p:cNvPr>
          <p:cNvPicPr>
            <a:picLocks xmlns:a="http://schemas.openxmlformats.org/drawingml/2006/main" noChangeAspect="1"/>
          </p:cNvPicPr>
          <p:nvPr/>
        </p:nvPicPr>
        <p:blipFill>
          <a:blip xmlns:r="http://schemas.openxmlformats.org/officeDocument/2006/relationships" xmlns:a="http://schemas.openxmlformats.org/drawingml/2006/main" r:embed="R15f9c4b562b3416c"/>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B6113C17-751E-49BE-A916-67CD5D7B3229}"/>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F3953274-321F-4212-837F-B5C89FEF08A3}"/>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789080C7-C09A-41CC-B3FB-45DBEF1777AC}"/>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5139F962-CAD0-4E01-B0F6-858CC34621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7326279"/>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68DAEEAC-1E9F-45F7-A41E-07AAF22DABB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117938A4-C597-47A0-9797-A83072B23A8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B10E1E02-ABCD-40E6-A424-1BE5BF085C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B0EEC8C2-AA30-48C0-BF2C-50F3790DD2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6D8E4048-D563-4965-9762-91D844D2AC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C5369C2F-3F58-4882-9E70-72CF48F438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B1164387-FC0F-4B12-BA01-9DBF0FF14F3E}"/>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17EDC8D5-6288-4902-99A0-D7FFBDFD9BED}"/>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034CC934-7652-4D8B-8DB8-0FEC7AA7EA17}"/>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863400A7-EF9E-4404-8A6C-E075F6714C4F}"/>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5F6EB7E-E3F7-4A6B-A195-5238CCA4FDCA}"/>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DDE4E3C6-FC37-4B25-AF46-07C5C2EEEDAE}"/>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E930660B-FB53-417B-B9B0-AD3641EE4646}"/>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9B9018B3-AB7A-4BE6-8AB6-3A06BF70BAA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17A420FA-FD1C-4366-A85B-69D72752EE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724955964"/>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1F8B6AE0-3D57-44EA-A31D-B30553A7B4C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09FC33D2-A72F-445F-A9C7-BBB0740866C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D4D874CC-E92D-4F43-9695-CF2EA3D0AE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1DDCF8E9-FF7C-40D8-B7DA-D10A3BC65F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E6A4B5E-6D8B-4AC9-8527-2541103BEB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10BCEDCF-21F0-4D9B-A433-0F9107C611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60B3DDDC-3260-4BBB-B7C6-FCDEB963F831}"/>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EA54B4D7-0035-47BB-8D05-52E56AB5BEBD}"/>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341986CC-4E55-40CF-979A-053D14CBFF22}"/>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988A3BEB-DC3C-43AF-A8FF-E90E374AD571}"/>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C29AA213-AFFF-414D-8B5E-CFA11E668780}"/>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AD8C6FC6-608E-4807-962A-7699C3C2DE3A}"/>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309FD370-DBFF-420F-92C2-9C10F45477E5}"/>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F7FD8E77-9EFB-4614-8A42-0FD03EB2575E}"/>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BB319F04-8ACD-4A9E-99EC-29407F83163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A5805C7C-A192-45B6-8440-01CE025FBB04}"/>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C0244442-BC29-4493-9861-F597530ACD6C}"/>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180B9705-9C86-409A-BBE7-7B440E18362B}"/>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5353CFFE-3CF4-49BE-9EEA-C17D37F22248}"/>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2EFAEAFC-A7FC-441C-B6BC-B466F0AECB64}"/>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F4EF2CA8-810A-479C-B428-A5EF8D8EB9A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8EF0A024-22B0-4943-B3EF-9908BFE0DE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801992282"/>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4B146E1F-7824-45B9-B1D2-F9E24B5FA86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55339089-61B8-4214-AB3F-38808044AB1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A2D7AAE8-7F2B-4676-858D-7264189684E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B041CA61-E19D-4B30-BE4E-4A8CAA5B28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3BC08C5F-9DC0-4309-9C5D-20CEC026B2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6CF21E8B-DC85-4818-9A39-5A3AEE1B58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BEE3B33-07A2-4E52-9285-05F170A214B3}"/>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AAFA22F8-1D25-460D-AB4B-2CB94F47A90A}"/>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ECDCAA7-9483-4B87-A1C1-A0B316CCFE7F}"/>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2CFB9BF0-26C4-4236-BF47-CBD082477F30}"/>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308CBF0D-2502-46DF-AEA6-7F774271D01E}"/>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FF49BFB1-9809-4572-A953-A2A2C4599696}"/>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6844DC21-DDEA-4216-A845-90EFA979FCDC}"/>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660C83FF-75BF-406F-A704-C3547349264E}"/>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07E56CAD-84D8-4858-A03B-B39582D84AA4}"/>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458518CE-88D4-49D0-BD34-C37F39F228C2}"/>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C03DA699-AB23-434F-BD96-5489F6213E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0780498"/>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0A4899D0-EAE1-436F-A5FC-BCC0795FC13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7A108A67-7CC8-4B08-A016-4D83F67389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88840055-1F9E-4A64-8365-5C912A7C6E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6C4CC4E3-4465-4777-B973-B3D2C2C4C1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1FCEC07-1B82-4642-B478-55E6F63955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17B7A9AE-9292-48FA-B2D5-F3DA0304A9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B5C420C4-5A36-4E59-9DB3-D1AE1601A9A5}"/>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78D5B5A-2C48-4C79-885C-0BA45A7C0901}"/>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BEAA2FF-EDDF-4B94-895E-6C6B3F1A57F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C4245694-5414-415C-9557-C08608A3FB9A}"/>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DEDD34DB-1395-4C31-A9FA-2C187964FC25}"/>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CE42576F-6754-4F22-A9ED-E6B49E3A3CC8}"/>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193EA076-7225-4849-9C04-7E76E793D447}"/>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50DCEBA-5FBE-41D6-B158-00B037BBB290}"/>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DD03225-4960-4AD3-B76A-5A1C12C61480}"/>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F4E1D094-4E6C-4E5A-AC62-AFD4860C8DB6}"/>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9F00BE97-EF62-4A21-85AD-E0CD16D63660}"/>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FCA3FA6B-2294-4AC4-BE9F-E967EBA7D88F}"/>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97615F0-517D-4818-B910-3D7BD2C3133B}"/>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D45C02E1-C9B7-4003-B80B-2AF4B80F7502}"/>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A1E9F096-5C09-42AA-899A-8AE42967C3D7}"/>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C12C3E63-C97F-493D-A023-DFB283C4DD51}"/>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574A551E-3EC3-48A6-9DB9-20CEEB5D1402}"/>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AFB5E2E-017D-4EFC-85BE-E72773E12AE1}"/>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81184E63-62AE-49FE-89AE-DD74370E1610}"/>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89E8E5F0-C834-4219-B20A-24ABC093C7BA}"/>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468D2FE5-8138-451E-B637-1CAE444C76FE}"/>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DE9A881D-8F46-42C6-B836-45790003FEC6}"/>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B2666E7-CCE9-4853-8CA7-DB3C70D4C085}"/>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61E020F7-DC84-495B-8FA5-C6BF8EAB421D}"/>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4760E3F7-BF35-4289-A933-138BD9BA881F}"/>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D7A62FC-7B2B-44EC-A44D-482CD4429F3E}"/>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3D2B5F9E-02C2-4FD9-9724-005D1FAEBB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81510732"/>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5323262A-0CD3-42D0-BD4B-E7B6F5884B8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7A1A0ADE-30AA-41E5-A9BB-06B1FA50BF9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7BFB32C3-7CA8-452D-A3D5-F038A2117D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5C59FE52-40BB-4A8B-9E4C-8BEB94B385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D5E9E423-BDD4-4E49-B632-325902AB67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9592C99F-472D-42C4-82DC-5D1D7462A1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61671CD6-2CE2-48CC-B4B5-5BD16285FE2D}"/>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5F37E9CD-8B3E-4147-9CB9-93A6113383F7}"/>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6C0D1029-15DD-4F0F-876E-1919C28150F3}"/>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1C980F7C-2649-457A-A0B4-79BE39066AF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CC681060-5350-43EA-881D-DD049AA620EE}"/>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6C73483-AFE1-4D26-A938-23C1B618DB84}"/>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304D454B-D59C-4220-A831-5CB01848E346}"/>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7FBCD3A1-085E-4AFF-B3C1-6676522BFBF6}"/>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8CFD6D69-E11F-4489-8FCE-01B1942823BF}"/>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4417DE36-D9AD-43A8-8AD8-24FAA87CFE49}"/>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11404444-E2A7-41C1-B0D2-279DA96EFC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145831186"/>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F55F5AEE-0678-4F81-9856-AAFA3C0DB4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87FD9C38-4900-4E3E-B659-DDCD2FB95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1A70E42B-8358-40DF-A152-8127C7749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C2CC2843-A6BF-431A-B0E0-7CF75FB61E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6B33E717-177A-4531-B9A8-7347E88183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B71CD14E-4CFA-44AA-BCBE-80A569093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8C397532-96DA-481C-BEA2-90A2367D441C}"/>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A28E0345-EF83-47F4-B3BA-C98A8BB19AF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2281B06-2F9F-4CBA-9AC8-E702F6178E27}"/>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4AC4FE7A-9B98-423C-9A95-31E795FD393C}"/>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2CC0919C-5BDE-4600-925B-1817A16C13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186567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2026-10-21T14:56:14.5420000Z</dcterms:created>
  <dcterms:modified xsi:type="dcterms:W3CDTF">2026-10-21T14:56:14.5420000Z</dcterms:modified>
</coreProperties>
</file>