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e4969a69b7c4d42" /><Relationship Type="http://schemas.openxmlformats.org/officeDocument/2006/relationships/extended-properties" Target="/docProps/app.xml" Id="R2ebf6ba800034ab8" /><Relationship Type="http://schemas.openxmlformats.org/officeDocument/2006/relationships/officeDocument" Target="/ppt/presentation.xml" Id="Rd30e5b2b87964c17" /></Relationships>
</file>

<file path=ppt/presentation.xml><?xml version="1.0" encoding="utf-8"?>
<p:presentation xmlns:p="http://schemas.openxmlformats.org/presentationml/2006/main">
  <p:sldMasterIdLst>
    <p:sldMasterId xmlns:r="http://schemas.openxmlformats.org/officeDocument/2006/relationships" id="2147483648" r:id="Rd69b3166d1b64265"/>
  </p:sldMasterIdLst>
  <p:notesMasterIdLst>
    <p:notesMasterId xmlns:r="http://schemas.openxmlformats.org/officeDocument/2006/relationships" r:id="R4d26940be1ee4ffc"/>
  </p:notesMasterIdLst>
  <p:sldIdLst>
    <p:sldId xmlns:r="http://schemas.openxmlformats.org/officeDocument/2006/relationships" id="256" r:id="R24e3e9c8b97049e1"/>
    <p:sldId xmlns:r="http://schemas.openxmlformats.org/officeDocument/2006/relationships" id="257" r:id="R8d53224694c74180"/>
    <p:sldId xmlns:r="http://schemas.openxmlformats.org/officeDocument/2006/relationships" id="258" r:id="R34a95426383446ad"/>
    <p:sldId xmlns:r="http://schemas.openxmlformats.org/officeDocument/2006/relationships" id="259" r:id="R27801b60e23a41db"/>
    <p:sldId xmlns:r="http://schemas.openxmlformats.org/officeDocument/2006/relationships" id="260" r:id="R2c68224ceda24140"/>
    <p:sldId xmlns:r="http://schemas.openxmlformats.org/officeDocument/2006/relationships" id="261" r:id="Rda6feb8315f04814"/>
    <p:sldId xmlns:r="http://schemas.openxmlformats.org/officeDocument/2006/relationships" id="262" r:id="R0a5245db076d427c"/>
    <p:sldId xmlns:r="http://schemas.openxmlformats.org/officeDocument/2006/relationships" id="263" r:id="R0d222a066f494a60"/>
    <p:sldId xmlns:r="http://schemas.openxmlformats.org/officeDocument/2006/relationships" id="264" r:id="R4c237a67f6a149d2"/>
    <p:sldId xmlns:r="http://schemas.openxmlformats.org/officeDocument/2006/relationships" id="265" r:id="R2d985f40745a4464"/>
    <p:sldId xmlns:r="http://schemas.openxmlformats.org/officeDocument/2006/relationships" id="266" r:id="R9ed30b5784d14a77"/>
    <p:sldId xmlns:r="http://schemas.openxmlformats.org/officeDocument/2006/relationships" id="267" r:id="Rf961f667416e4d86"/>
    <p:sldId xmlns:r="http://schemas.openxmlformats.org/officeDocument/2006/relationships" id="268" r:id="R60d80d43ee1f498b"/>
    <p:sldId xmlns:r="http://schemas.openxmlformats.org/officeDocument/2006/relationships" id="269" r:id="Rfb0372d6a8f44398"/>
    <p:sldId xmlns:r="http://schemas.openxmlformats.org/officeDocument/2006/relationships" id="270" r:id="R0df2d4135ef74838"/>
    <p:sldId xmlns:r="http://schemas.openxmlformats.org/officeDocument/2006/relationships" id="271" r:id="R4962453373b946b9"/>
    <p:sldId xmlns:r="http://schemas.openxmlformats.org/officeDocument/2006/relationships" id="272" r:id="R52144ad8b9f14c9f"/>
    <p:sldId xmlns:r="http://schemas.openxmlformats.org/officeDocument/2006/relationships" id="273" r:id="R1e9282b1e110418d"/>
    <p:sldId xmlns:r="http://schemas.openxmlformats.org/officeDocument/2006/relationships" id="274" r:id="R2aa0d5ff7fa64468"/>
    <p:sldId xmlns:r="http://schemas.openxmlformats.org/officeDocument/2006/relationships" id="275" r:id="Ra3635dcb421c417a"/>
    <p:sldId xmlns:r="http://schemas.openxmlformats.org/officeDocument/2006/relationships" id="276" r:id="Rd1b9b51f48924cb3"/>
    <p:sldId xmlns:r="http://schemas.openxmlformats.org/officeDocument/2006/relationships" id="277" r:id="R005f270615124a82"/>
    <p:sldId xmlns:r="http://schemas.openxmlformats.org/officeDocument/2006/relationships" id="278" r:id="R1221b7714a4940d0"/>
    <p:sldId xmlns:r="http://schemas.openxmlformats.org/officeDocument/2006/relationships" id="279" r:id="R57bf41a6414c469c"/>
    <p:sldId xmlns:r="http://schemas.openxmlformats.org/officeDocument/2006/relationships" id="280" r:id="R419a123516c14ebc"/>
    <p:sldId xmlns:r="http://schemas.openxmlformats.org/officeDocument/2006/relationships" id="281" r:id="R79073c6e76f94cba"/>
    <p:sldId xmlns:r="http://schemas.openxmlformats.org/officeDocument/2006/relationships" id="282" r:id="R489f903d18f64c6e"/>
    <p:sldId xmlns:r="http://schemas.openxmlformats.org/officeDocument/2006/relationships" id="283" r:id="Rfc1501e30b164243"/>
    <p:sldId xmlns:r="http://schemas.openxmlformats.org/officeDocument/2006/relationships" id="284" r:id="R04d57ee0c330408d"/>
    <p:sldId xmlns:r="http://schemas.openxmlformats.org/officeDocument/2006/relationships" id="285" r:id="R54f5f594531641d1"/>
    <p:sldId xmlns:r="http://schemas.openxmlformats.org/officeDocument/2006/relationships" id="286" r:id="R49496ceccb664664"/>
    <p:sldId xmlns:r="http://schemas.openxmlformats.org/officeDocument/2006/relationships" id="287" r:id="Rc450533c98ea4b45"/>
    <p:sldId xmlns:r="http://schemas.openxmlformats.org/officeDocument/2006/relationships" id="288" r:id="R73544925e6784f37"/>
    <p:sldId xmlns:r="http://schemas.openxmlformats.org/officeDocument/2006/relationships" id="289" r:id="Ra03781494ca54e28"/>
    <p:sldId xmlns:r="http://schemas.openxmlformats.org/officeDocument/2006/relationships" id="290" r:id="Rb438b60d388c40d8"/>
    <p:sldId xmlns:r="http://schemas.openxmlformats.org/officeDocument/2006/relationships" id="291" r:id="R6889ac3ef36f44b5"/>
    <p:sldId xmlns:r="http://schemas.openxmlformats.org/officeDocument/2006/relationships" id="292" r:id="Rfb5d36328c744932"/>
    <p:sldId xmlns:r="http://schemas.openxmlformats.org/officeDocument/2006/relationships" id="293" r:id="R89a968c527714eee"/>
    <p:sldId xmlns:r="http://schemas.openxmlformats.org/officeDocument/2006/relationships" id="294" r:id="Rb282aa1c410b469f"/>
    <p:sldId xmlns:r="http://schemas.openxmlformats.org/officeDocument/2006/relationships" id="295" r:id="R858e6ac2769b49f3"/>
    <p:sldId xmlns:r="http://schemas.openxmlformats.org/officeDocument/2006/relationships" id="296" r:id="R7c7ac913626c47cf"/>
    <p:sldId xmlns:r="http://schemas.openxmlformats.org/officeDocument/2006/relationships" id="297" r:id="Rc35a8a87258b432f"/>
    <p:sldId xmlns:r="http://schemas.openxmlformats.org/officeDocument/2006/relationships" id="298" r:id="R5af8a952ffd145bf"/>
    <p:sldId xmlns:r="http://schemas.openxmlformats.org/officeDocument/2006/relationships" id="299" r:id="R1405ab3bae6a43ea"/>
    <p:sldId xmlns:r="http://schemas.openxmlformats.org/officeDocument/2006/relationships" id="300" r:id="Rc2cf9ef626e3427e"/>
    <p:sldId xmlns:r="http://schemas.openxmlformats.org/officeDocument/2006/relationships" id="301" r:id="Rf7f1b87cc6924e79"/>
    <p:sldId xmlns:r="http://schemas.openxmlformats.org/officeDocument/2006/relationships" id="302" r:id="R722f0a6da6e949ee"/>
    <p:sldId xmlns:r="http://schemas.openxmlformats.org/officeDocument/2006/relationships" id="303" r:id="R44093d91a3d548db"/>
    <p:sldId xmlns:r="http://schemas.openxmlformats.org/officeDocument/2006/relationships" id="304" r:id="Rf4f59734750e4809"/>
    <p:sldId xmlns:r="http://schemas.openxmlformats.org/officeDocument/2006/relationships" id="305" r:id="Rdf6f506cc2a64286"/>
    <p:sldId xmlns:r="http://schemas.openxmlformats.org/officeDocument/2006/relationships" id="306" r:id="R8fa9be332bb0434a"/>
    <p:sldId xmlns:r="http://schemas.openxmlformats.org/officeDocument/2006/relationships" id="307" r:id="Ra7f91a05267847d3"/>
    <p:sldId xmlns:r="http://schemas.openxmlformats.org/officeDocument/2006/relationships" id="308" r:id="R7c7ff6d4f6b24cd2"/>
    <p:sldId xmlns:r="http://schemas.openxmlformats.org/officeDocument/2006/relationships" id="309" r:id="R648e7667c1c741fa"/>
    <p:sldId xmlns:r="http://schemas.openxmlformats.org/officeDocument/2006/relationships" id="310" r:id="R32a9b69082ae442a"/>
    <p:sldId xmlns:r="http://schemas.openxmlformats.org/officeDocument/2006/relationships" id="311" r:id="R93e6408b736044b5"/>
    <p:sldId xmlns:r="http://schemas.openxmlformats.org/officeDocument/2006/relationships" id="312" r:id="Re982a7b2134642a0"/>
    <p:sldId xmlns:r="http://schemas.openxmlformats.org/officeDocument/2006/relationships" id="313" r:id="Re7053111b9ae479e"/>
    <p:sldId xmlns:r="http://schemas.openxmlformats.org/officeDocument/2006/relationships" id="314" r:id="R472b66b133d54799"/>
    <p:sldId xmlns:r="http://schemas.openxmlformats.org/officeDocument/2006/relationships" id="315" r:id="R5850602bc9aa41c6"/>
    <p:sldId xmlns:r="http://schemas.openxmlformats.org/officeDocument/2006/relationships" id="316" r:id="Rddeb1277f95645d8"/>
    <p:sldId xmlns:r="http://schemas.openxmlformats.org/officeDocument/2006/relationships" id="317" r:id="R80b4fb7195a54c2a"/>
    <p:sldId xmlns:r="http://schemas.openxmlformats.org/officeDocument/2006/relationships" id="318" r:id="Rc6911cc7ca694df9"/>
    <p:sldId xmlns:r="http://schemas.openxmlformats.org/officeDocument/2006/relationships" id="319" r:id="Ra3921b0751f4418d"/>
    <p:sldId xmlns:r="http://schemas.openxmlformats.org/officeDocument/2006/relationships" id="320" r:id="R3e7692b2e753486f"/>
    <p:sldId xmlns:r="http://schemas.openxmlformats.org/officeDocument/2006/relationships" id="321" r:id="R60efef8b605e4487"/>
    <p:sldId xmlns:r="http://schemas.openxmlformats.org/officeDocument/2006/relationships" id="322" r:id="Rcf62bbfe20664173"/>
    <p:sldId xmlns:r="http://schemas.openxmlformats.org/officeDocument/2006/relationships" id="323" r:id="Rc3d36d81719b4c36"/>
    <p:sldId xmlns:r="http://schemas.openxmlformats.org/officeDocument/2006/relationships" id="324" r:id="Rce0c54b5b74741c9"/>
    <p:sldId xmlns:r="http://schemas.openxmlformats.org/officeDocument/2006/relationships" id="325" r:id="R626693adf8bd4a04"/>
    <p:sldId xmlns:r="http://schemas.openxmlformats.org/officeDocument/2006/relationships" id="326" r:id="R69081712bac6486e"/>
    <p:sldId xmlns:r="http://schemas.openxmlformats.org/officeDocument/2006/relationships" id="327" r:id="R39dc5ddf7e5a4214"/>
    <p:sldId xmlns:r="http://schemas.openxmlformats.org/officeDocument/2006/relationships" id="328" r:id="R4d4b18b179944cf3"/>
    <p:sldId xmlns:r="http://schemas.openxmlformats.org/officeDocument/2006/relationships" id="329" r:id="Rdf17afd803984597"/>
    <p:sldId xmlns:r="http://schemas.openxmlformats.org/officeDocument/2006/relationships" id="330" r:id="R376f66ef2605452c"/>
    <p:sldId xmlns:r="http://schemas.openxmlformats.org/officeDocument/2006/relationships" id="331" r:id="R66290b5a5a04431f"/>
    <p:sldId xmlns:r="http://schemas.openxmlformats.org/officeDocument/2006/relationships" id="332" r:id="R07c2a8677cfd48c0"/>
    <p:sldId xmlns:r="http://schemas.openxmlformats.org/officeDocument/2006/relationships" id="333" r:id="Rf4c07c0a7f904fc4"/>
    <p:sldId xmlns:r="http://schemas.openxmlformats.org/officeDocument/2006/relationships" id="334" r:id="R81cd9d381ff14034"/>
    <p:sldId xmlns:r="http://schemas.openxmlformats.org/officeDocument/2006/relationships" id="335" r:id="R7345382963054ef8"/>
    <p:sldId xmlns:r="http://schemas.openxmlformats.org/officeDocument/2006/relationships" id="336" r:id="Rcb61a5c6731548c1"/>
    <p:sldId xmlns:r="http://schemas.openxmlformats.org/officeDocument/2006/relationships" id="337" r:id="R64d9dc04f86b4a4f"/>
    <p:sldId xmlns:r="http://schemas.openxmlformats.org/officeDocument/2006/relationships" id="338" r:id="R95da6b2537de4152"/>
    <p:sldId xmlns:r="http://schemas.openxmlformats.org/officeDocument/2006/relationships" id="339" r:id="R87cc20b1a88c459c"/>
    <p:sldId xmlns:r="http://schemas.openxmlformats.org/officeDocument/2006/relationships" id="340" r:id="Rd8fa8a843c9e4b99"/>
    <p:sldId xmlns:r="http://schemas.openxmlformats.org/officeDocument/2006/relationships" id="341" r:id="Ra7a878f6995b4cec"/>
    <p:sldId xmlns:r="http://schemas.openxmlformats.org/officeDocument/2006/relationships" id="342" r:id="Rba247d91ef0b4867"/>
    <p:sldId xmlns:r="http://schemas.openxmlformats.org/officeDocument/2006/relationships" id="343" r:id="R0cf6a22a985840de"/>
    <p:sldId xmlns:r="http://schemas.openxmlformats.org/officeDocument/2006/relationships" id="344" r:id="Rc97d2f31fcb0450c"/>
    <p:sldId xmlns:r="http://schemas.openxmlformats.org/officeDocument/2006/relationships" id="345" r:id="R37cb05c01bf142dc"/>
    <p:sldId xmlns:r="http://schemas.openxmlformats.org/officeDocument/2006/relationships" id="346" r:id="R246046489cc74182"/>
    <p:sldId xmlns:r="http://schemas.openxmlformats.org/officeDocument/2006/relationships" id="347" r:id="Rc9592d9a3e684b83"/>
    <p:sldId xmlns:r="http://schemas.openxmlformats.org/officeDocument/2006/relationships" id="348" r:id="Rf77b4b44776a42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ca6454aa4b04c07" /><Relationship Type="http://schemas.openxmlformats.org/officeDocument/2006/relationships/slideMaster" Target="/ppt/slideMasters/slideMaster1.xml" Id="Rd69b3166d1b64265" /><Relationship Type="http://schemas.openxmlformats.org/officeDocument/2006/relationships/notesMaster" Target="/ppt/notesMasters/notesMaster1.xml" Id="R4d26940be1ee4ffc" /><Relationship Type="http://schemas.openxmlformats.org/officeDocument/2006/relationships/presProps" Target="/ppt/presProps.xml" Id="Rff3fdbcc598a44f7" /><Relationship Type="http://schemas.openxmlformats.org/officeDocument/2006/relationships/tableStyles" Target="/ppt/tableStyles.xml" Id="Rb1c3b274d9b24b57" /><Relationship Type="http://schemas.openxmlformats.org/officeDocument/2006/relationships/slide" Target="/ppt/slides/slide1.xml" Id="R24e3e9c8b97049e1" /><Relationship Type="http://schemas.openxmlformats.org/officeDocument/2006/relationships/slide" Target="/ppt/slides/slide2.xml" Id="R8d53224694c74180" /><Relationship Type="http://schemas.openxmlformats.org/officeDocument/2006/relationships/slide" Target="/ppt/slides/slide3.xml" Id="R34a95426383446ad" /><Relationship Type="http://schemas.openxmlformats.org/officeDocument/2006/relationships/slide" Target="/ppt/slides/slide4.xml" Id="R27801b60e23a41db" /><Relationship Type="http://schemas.openxmlformats.org/officeDocument/2006/relationships/slide" Target="/ppt/slides/slide5.xml" Id="R2c68224ceda24140" /><Relationship Type="http://schemas.openxmlformats.org/officeDocument/2006/relationships/slide" Target="/ppt/slides/slide6.xml" Id="Rda6feb8315f04814" /><Relationship Type="http://schemas.openxmlformats.org/officeDocument/2006/relationships/slide" Target="/ppt/slides/slide7.xml" Id="R0a5245db076d427c" /><Relationship Type="http://schemas.openxmlformats.org/officeDocument/2006/relationships/slide" Target="/ppt/slides/slide8.xml" Id="R0d222a066f494a60" /><Relationship Type="http://schemas.openxmlformats.org/officeDocument/2006/relationships/slide" Target="/ppt/slides/slide9.xml" Id="R4c237a67f6a149d2" /><Relationship Type="http://schemas.openxmlformats.org/officeDocument/2006/relationships/slide" Target="/ppt/slides/slide10.xml" Id="R2d985f40745a4464" /><Relationship Type="http://schemas.openxmlformats.org/officeDocument/2006/relationships/slide" Target="/ppt/slides/slide11.xml" Id="R9ed30b5784d14a77" /><Relationship Type="http://schemas.openxmlformats.org/officeDocument/2006/relationships/slide" Target="/ppt/slides/slide12.xml" Id="Rf961f667416e4d86" /><Relationship Type="http://schemas.openxmlformats.org/officeDocument/2006/relationships/slide" Target="/ppt/slides/slide13.xml" Id="R60d80d43ee1f498b" /><Relationship Type="http://schemas.openxmlformats.org/officeDocument/2006/relationships/slide" Target="/ppt/slides/slide14.xml" Id="Rfb0372d6a8f44398" /><Relationship Type="http://schemas.openxmlformats.org/officeDocument/2006/relationships/slide" Target="/ppt/slides/slide15.xml" Id="R0df2d4135ef74838" /><Relationship Type="http://schemas.openxmlformats.org/officeDocument/2006/relationships/slide" Target="/ppt/slides/slide16.xml" Id="R4962453373b946b9" /><Relationship Type="http://schemas.openxmlformats.org/officeDocument/2006/relationships/slide" Target="/ppt/slides/slide17.xml" Id="R52144ad8b9f14c9f" /><Relationship Type="http://schemas.openxmlformats.org/officeDocument/2006/relationships/slide" Target="/ppt/slides/slide18.xml" Id="R1e9282b1e110418d" /><Relationship Type="http://schemas.openxmlformats.org/officeDocument/2006/relationships/slide" Target="/ppt/slides/slide19.xml" Id="R2aa0d5ff7fa64468" /><Relationship Type="http://schemas.openxmlformats.org/officeDocument/2006/relationships/slide" Target="/ppt/slides/slide20.xml" Id="Ra3635dcb421c417a" /><Relationship Type="http://schemas.openxmlformats.org/officeDocument/2006/relationships/slide" Target="/ppt/slides/slide21.xml" Id="Rd1b9b51f48924cb3" /><Relationship Type="http://schemas.openxmlformats.org/officeDocument/2006/relationships/slide" Target="/ppt/slides/slide22.xml" Id="R005f270615124a82" /><Relationship Type="http://schemas.openxmlformats.org/officeDocument/2006/relationships/slide" Target="/ppt/slides/slide23.xml" Id="R1221b7714a4940d0" /><Relationship Type="http://schemas.openxmlformats.org/officeDocument/2006/relationships/slide" Target="/ppt/slides/slide24.xml" Id="R57bf41a6414c469c" /><Relationship Type="http://schemas.openxmlformats.org/officeDocument/2006/relationships/slide" Target="/ppt/slides/slide25.xml" Id="R419a123516c14ebc" /><Relationship Type="http://schemas.openxmlformats.org/officeDocument/2006/relationships/slide" Target="/ppt/slides/slide26.xml" Id="R79073c6e76f94cba" /><Relationship Type="http://schemas.openxmlformats.org/officeDocument/2006/relationships/slide" Target="/ppt/slides/slide27.xml" Id="R489f903d18f64c6e" /><Relationship Type="http://schemas.openxmlformats.org/officeDocument/2006/relationships/slide" Target="/ppt/slides/slide28.xml" Id="Rfc1501e30b164243" /><Relationship Type="http://schemas.openxmlformats.org/officeDocument/2006/relationships/slide" Target="/ppt/slides/slide29.xml" Id="R04d57ee0c330408d" /><Relationship Type="http://schemas.openxmlformats.org/officeDocument/2006/relationships/slide" Target="/ppt/slides/slide30.xml" Id="R54f5f594531641d1" /><Relationship Type="http://schemas.openxmlformats.org/officeDocument/2006/relationships/slide" Target="/ppt/slides/slide31.xml" Id="R49496ceccb664664" /><Relationship Type="http://schemas.openxmlformats.org/officeDocument/2006/relationships/slide" Target="/ppt/slides/slide32.xml" Id="Rc450533c98ea4b45" /><Relationship Type="http://schemas.openxmlformats.org/officeDocument/2006/relationships/slide" Target="/ppt/slides/slide33.xml" Id="R73544925e6784f37" /><Relationship Type="http://schemas.openxmlformats.org/officeDocument/2006/relationships/slide" Target="/ppt/slides/slide34.xml" Id="Ra03781494ca54e28" /><Relationship Type="http://schemas.openxmlformats.org/officeDocument/2006/relationships/slide" Target="/ppt/slides/slide35.xml" Id="Rb438b60d388c40d8" /><Relationship Type="http://schemas.openxmlformats.org/officeDocument/2006/relationships/slide" Target="/ppt/slides/slide36.xml" Id="R6889ac3ef36f44b5" /><Relationship Type="http://schemas.openxmlformats.org/officeDocument/2006/relationships/slide" Target="/ppt/slides/slide37.xml" Id="Rfb5d36328c744932" /><Relationship Type="http://schemas.openxmlformats.org/officeDocument/2006/relationships/slide" Target="/ppt/slides/slide38.xml" Id="R89a968c527714eee" /><Relationship Type="http://schemas.openxmlformats.org/officeDocument/2006/relationships/slide" Target="/ppt/slides/slide39.xml" Id="Rb282aa1c410b469f" /><Relationship Type="http://schemas.openxmlformats.org/officeDocument/2006/relationships/slide" Target="/ppt/slides/slide40.xml" Id="R858e6ac2769b49f3" /><Relationship Type="http://schemas.openxmlformats.org/officeDocument/2006/relationships/slide" Target="/ppt/slides/slide41.xml" Id="R7c7ac913626c47cf" /><Relationship Type="http://schemas.openxmlformats.org/officeDocument/2006/relationships/slide" Target="/ppt/slides/slide42.xml" Id="Rc35a8a87258b432f" /><Relationship Type="http://schemas.openxmlformats.org/officeDocument/2006/relationships/slide" Target="/ppt/slides/slide43.xml" Id="R5af8a952ffd145bf" /><Relationship Type="http://schemas.openxmlformats.org/officeDocument/2006/relationships/slide" Target="/ppt/slides/slide44.xml" Id="R1405ab3bae6a43ea" /><Relationship Type="http://schemas.openxmlformats.org/officeDocument/2006/relationships/slide" Target="/ppt/slides/slide45.xml" Id="Rc2cf9ef626e3427e" /><Relationship Type="http://schemas.openxmlformats.org/officeDocument/2006/relationships/slide" Target="/ppt/slides/slide46.xml" Id="Rf7f1b87cc6924e79" /><Relationship Type="http://schemas.openxmlformats.org/officeDocument/2006/relationships/slide" Target="/ppt/slides/slide47.xml" Id="R722f0a6da6e949ee" /><Relationship Type="http://schemas.openxmlformats.org/officeDocument/2006/relationships/slide" Target="/ppt/slides/slide48.xml" Id="R44093d91a3d548db" /><Relationship Type="http://schemas.openxmlformats.org/officeDocument/2006/relationships/slide" Target="/ppt/slides/slide49.xml" Id="Rf4f59734750e4809" /><Relationship Type="http://schemas.openxmlformats.org/officeDocument/2006/relationships/slide" Target="/ppt/slides/slide50.xml" Id="Rdf6f506cc2a64286" /><Relationship Type="http://schemas.openxmlformats.org/officeDocument/2006/relationships/slide" Target="/ppt/slides/slide51.xml" Id="R8fa9be332bb0434a" /><Relationship Type="http://schemas.openxmlformats.org/officeDocument/2006/relationships/slide" Target="/ppt/slides/slide52.xml" Id="Ra7f91a05267847d3" /><Relationship Type="http://schemas.openxmlformats.org/officeDocument/2006/relationships/slide" Target="/ppt/slides/slide53.xml" Id="R7c7ff6d4f6b24cd2" /><Relationship Type="http://schemas.openxmlformats.org/officeDocument/2006/relationships/slide" Target="/ppt/slides/slide54.xml" Id="R648e7667c1c741fa" /><Relationship Type="http://schemas.openxmlformats.org/officeDocument/2006/relationships/slide" Target="/ppt/slides/slide55.xml" Id="R32a9b69082ae442a" /><Relationship Type="http://schemas.openxmlformats.org/officeDocument/2006/relationships/slide" Target="/ppt/slides/slide56.xml" Id="R93e6408b736044b5" /><Relationship Type="http://schemas.openxmlformats.org/officeDocument/2006/relationships/slide" Target="/ppt/slides/slide57.xml" Id="Re982a7b2134642a0" /><Relationship Type="http://schemas.openxmlformats.org/officeDocument/2006/relationships/slide" Target="/ppt/slides/slide58.xml" Id="Re7053111b9ae479e" /><Relationship Type="http://schemas.openxmlformats.org/officeDocument/2006/relationships/slide" Target="/ppt/slides/slide59.xml" Id="R472b66b133d54799" /><Relationship Type="http://schemas.openxmlformats.org/officeDocument/2006/relationships/slide" Target="/ppt/slides/slide60.xml" Id="R5850602bc9aa41c6" /><Relationship Type="http://schemas.openxmlformats.org/officeDocument/2006/relationships/slide" Target="/ppt/slides/slide61.xml" Id="Rddeb1277f95645d8" /><Relationship Type="http://schemas.openxmlformats.org/officeDocument/2006/relationships/slide" Target="/ppt/slides/slide62.xml" Id="R80b4fb7195a54c2a" /><Relationship Type="http://schemas.openxmlformats.org/officeDocument/2006/relationships/slide" Target="/ppt/slides/slide63.xml" Id="Rc6911cc7ca694df9" /><Relationship Type="http://schemas.openxmlformats.org/officeDocument/2006/relationships/slide" Target="/ppt/slides/slide64.xml" Id="Ra3921b0751f4418d" /><Relationship Type="http://schemas.openxmlformats.org/officeDocument/2006/relationships/slide" Target="/ppt/slides/slide65.xml" Id="R3e7692b2e753486f" /><Relationship Type="http://schemas.openxmlformats.org/officeDocument/2006/relationships/slide" Target="/ppt/slides/slide66.xml" Id="R60efef8b605e4487" /><Relationship Type="http://schemas.openxmlformats.org/officeDocument/2006/relationships/slide" Target="/ppt/slides/slide67.xml" Id="Rcf62bbfe20664173" /><Relationship Type="http://schemas.openxmlformats.org/officeDocument/2006/relationships/slide" Target="/ppt/slides/slide68.xml" Id="Rc3d36d81719b4c36" /><Relationship Type="http://schemas.openxmlformats.org/officeDocument/2006/relationships/slide" Target="/ppt/slides/slide69.xml" Id="Rce0c54b5b74741c9" /><Relationship Type="http://schemas.openxmlformats.org/officeDocument/2006/relationships/slide" Target="/ppt/slides/slide70.xml" Id="R626693adf8bd4a04" /><Relationship Type="http://schemas.openxmlformats.org/officeDocument/2006/relationships/slide" Target="/ppt/slides/slide71.xml" Id="R69081712bac6486e" /><Relationship Type="http://schemas.openxmlformats.org/officeDocument/2006/relationships/slide" Target="/ppt/slides/slide72.xml" Id="R39dc5ddf7e5a4214" /><Relationship Type="http://schemas.openxmlformats.org/officeDocument/2006/relationships/slide" Target="/ppt/slides/slide73.xml" Id="R4d4b18b179944cf3" /><Relationship Type="http://schemas.openxmlformats.org/officeDocument/2006/relationships/slide" Target="/ppt/slides/slide74.xml" Id="Rdf17afd803984597" /><Relationship Type="http://schemas.openxmlformats.org/officeDocument/2006/relationships/slide" Target="/ppt/slides/slide75.xml" Id="R376f66ef2605452c" /><Relationship Type="http://schemas.openxmlformats.org/officeDocument/2006/relationships/slide" Target="/ppt/slides/slide76.xml" Id="R66290b5a5a04431f" /><Relationship Type="http://schemas.openxmlformats.org/officeDocument/2006/relationships/slide" Target="/ppt/slides/slide77.xml" Id="R07c2a8677cfd48c0" /><Relationship Type="http://schemas.openxmlformats.org/officeDocument/2006/relationships/slide" Target="/ppt/slides/slide78.xml" Id="Rf4c07c0a7f904fc4" /><Relationship Type="http://schemas.openxmlformats.org/officeDocument/2006/relationships/slide" Target="/ppt/slides/slide79.xml" Id="R81cd9d381ff14034" /><Relationship Type="http://schemas.openxmlformats.org/officeDocument/2006/relationships/slide" Target="/ppt/slides/slide80.xml" Id="R7345382963054ef8" /><Relationship Type="http://schemas.openxmlformats.org/officeDocument/2006/relationships/slide" Target="/ppt/slides/slide81.xml" Id="Rcb61a5c6731548c1" /><Relationship Type="http://schemas.openxmlformats.org/officeDocument/2006/relationships/slide" Target="/ppt/slides/slide82.xml" Id="R64d9dc04f86b4a4f" /><Relationship Type="http://schemas.openxmlformats.org/officeDocument/2006/relationships/slide" Target="/ppt/slides/slide83.xml" Id="R95da6b2537de4152" /><Relationship Type="http://schemas.openxmlformats.org/officeDocument/2006/relationships/slide" Target="/ppt/slides/slide84.xml" Id="R87cc20b1a88c459c" /><Relationship Type="http://schemas.openxmlformats.org/officeDocument/2006/relationships/slide" Target="/ppt/slides/slide85.xml" Id="Rd8fa8a843c9e4b99" /><Relationship Type="http://schemas.openxmlformats.org/officeDocument/2006/relationships/slide" Target="/ppt/slides/slide86.xml" Id="Ra7a878f6995b4cec" /><Relationship Type="http://schemas.openxmlformats.org/officeDocument/2006/relationships/slide" Target="/ppt/slides/slide87.xml" Id="Rba247d91ef0b4867" /><Relationship Type="http://schemas.openxmlformats.org/officeDocument/2006/relationships/slide" Target="/ppt/slides/slide88.xml" Id="R0cf6a22a985840de" /><Relationship Type="http://schemas.openxmlformats.org/officeDocument/2006/relationships/slide" Target="/ppt/slides/slide89.xml" Id="Rc97d2f31fcb0450c" /><Relationship Type="http://schemas.openxmlformats.org/officeDocument/2006/relationships/slide" Target="/ppt/slides/slide90.xml" Id="R37cb05c01bf142dc" /><Relationship Type="http://schemas.openxmlformats.org/officeDocument/2006/relationships/slide" Target="/ppt/slides/slide91.xml" Id="R246046489cc74182" /><Relationship Type="http://schemas.openxmlformats.org/officeDocument/2006/relationships/slide" Target="/ppt/slides/slide92.xml" Id="Rc9592d9a3e684b83" /><Relationship Type="http://schemas.openxmlformats.org/officeDocument/2006/relationships/slide" Target="/ppt/slides/slide93.xml" Id="Rf77b4b44776a42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114ccdbc934a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0ab6e71bd04ad2" /><Relationship Type="http://schemas.openxmlformats.org/officeDocument/2006/relationships/notesMaster" Target="/ppt/notesMasters/notesMaster1.xml" Id="Rd655cefabdcf4c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ca281d7bc84d44" /><Relationship Type="http://schemas.openxmlformats.org/officeDocument/2006/relationships/notesMaster" Target="/ppt/notesMasters/notesMaster1.xml" Id="R04725a1431a04e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c7a8d075274fcc" /><Relationship Type="http://schemas.openxmlformats.org/officeDocument/2006/relationships/notesMaster" Target="/ppt/notesMasters/notesMaster1.xml" Id="R9630234c6ea14e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ffc23d39c504391" /><Relationship Type="http://schemas.openxmlformats.org/officeDocument/2006/relationships/notesMaster" Target="/ppt/notesMasters/notesMaster1.xml" Id="R2375e6f46c874ef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5b9380f8ee4cc7" /><Relationship Type="http://schemas.openxmlformats.org/officeDocument/2006/relationships/notesMaster" Target="/ppt/notesMasters/notesMaster1.xml" Id="R4c84a0d2db0541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a173686f0c4f42" /><Relationship Type="http://schemas.openxmlformats.org/officeDocument/2006/relationships/notesMaster" Target="/ppt/notesMasters/notesMaster1.xml" Id="R77ac16daaa824b2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e8aaff13fcb485d" /><Relationship Type="http://schemas.openxmlformats.org/officeDocument/2006/relationships/notesMaster" Target="/ppt/notesMasters/notesMaster1.xml" Id="R6c5539d0e91345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6865ad83a24dd0" /><Relationship Type="http://schemas.openxmlformats.org/officeDocument/2006/relationships/notesMaster" Target="/ppt/notesMasters/notesMaster1.xml" Id="R4cbc39d7916f4b6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fb32cbbbda34c64" /><Relationship Type="http://schemas.openxmlformats.org/officeDocument/2006/relationships/notesMaster" Target="/ppt/notesMasters/notesMaster1.xml" Id="R3e63f41732e6479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279489ae404a02" /><Relationship Type="http://schemas.openxmlformats.org/officeDocument/2006/relationships/notesMaster" Target="/ppt/notesMasters/notesMaster1.xml" Id="R49dedd5a2635416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29171cc695f406f" /><Relationship Type="http://schemas.openxmlformats.org/officeDocument/2006/relationships/notesMaster" Target="/ppt/notesMasters/notesMaster1.xml" Id="Rfc7bb4e720c949b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dee77effd2c4d8a" /><Relationship Type="http://schemas.openxmlformats.org/officeDocument/2006/relationships/notesMaster" Target="/ppt/notesMasters/notesMaster1.xml" Id="R833728985cfa4df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695448be55b43f1" /><Relationship Type="http://schemas.openxmlformats.org/officeDocument/2006/relationships/notesMaster" Target="/ppt/notesMasters/notesMaster1.xml" Id="R1e839f27cb4446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0b3f0f326154070" /><Relationship Type="http://schemas.openxmlformats.org/officeDocument/2006/relationships/notesMaster" Target="/ppt/notesMasters/notesMaster1.xml" Id="Rcef6622e1d8040e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788c3250ef14338" /><Relationship Type="http://schemas.openxmlformats.org/officeDocument/2006/relationships/notesMaster" Target="/ppt/notesMasters/notesMaster1.xml" Id="Rb5a5ae2442274c3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7bad11b43894d69" /><Relationship Type="http://schemas.openxmlformats.org/officeDocument/2006/relationships/notesMaster" Target="/ppt/notesMasters/notesMaster1.xml" Id="Rf9a405cce7ae47f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04dc656e6747a9" /><Relationship Type="http://schemas.openxmlformats.org/officeDocument/2006/relationships/notesMaster" Target="/ppt/notesMasters/notesMaster1.xml" Id="Rc9fc6f13b51d481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af75e707a994497" /><Relationship Type="http://schemas.openxmlformats.org/officeDocument/2006/relationships/notesMaster" Target="/ppt/notesMasters/notesMaster1.xml" Id="R539107ace6ef43f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483435a88624463" /><Relationship Type="http://schemas.openxmlformats.org/officeDocument/2006/relationships/notesMaster" Target="/ppt/notesMasters/notesMaster1.xml" Id="R572ab7ebb5614ee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e2c6db60ad454f" /><Relationship Type="http://schemas.openxmlformats.org/officeDocument/2006/relationships/notesMaster" Target="/ppt/notesMasters/notesMaster1.xml" Id="Rbc964f935adf4ab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2073a39be8c4a7f" /><Relationship Type="http://schemas.openxmlformats.org/officeDocument/2006/relationships/notesMaster" Target="/ppt/notesMasters/notesMaster1.xml" Id="R3a0f909619a443e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01f19f726a24d1e" /><Relationship Type="http://schemas.openxmlformats.org/officeDocument/2006/relationships/notesMaster" Target="/ppt/notesMasters/notesMaster1.xml" Id="R42eb021ed66342d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b065dfe3cfe4144" /><Relationship Type="http://schemas.openxmlformats.org/officeDocument/2006/relationships/notesMaster" Target="/ppt/notesMasters/notesMaster1.xml" Id="R24b3716c6f0e402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3a4f2d43f11491e" /><Relationship Type="http://schemas.openxmlformats.org/officeDocument/2006/relationships/notesMaster" Target="/ppt/notesMasters/notesMaster1.xml" Id="Rdb3f68f7c0b848a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80c74cdae5c4081" /><Relationship Type="http://schemas.openxmlformats.org/officeDocument/2006/relationships/notesMaster" Target="/ppt/notesMasters/notesMaster1.xml" Id="R360401c62568434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f83feaaf9b94ab4" /><Relationship Type="http://schemas.openxmlformats.org/officeDocument/2006/relationships/notesMaster" Target="/ppt/notesMasters/notesMaster1.xml" Id="Rdea763aa2ec14a7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2d3db52f27435f" /><Relationship Type="http://schemas.openxmlformats.org/officeDocument/2006/relationships/notesMaster" Target="/ppt/notesMasters/notesMaster1.xml" Id="R9cba071bfe1646b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9b2e3f0a5454a22" /><Relationship Type="http://schemas.openxmlformats.org/officeDocument/2006/relationships/notesMaster" Target="/ppt/notesMasters/notesMaster1.xml" Id="R0256a578f696402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4922d2d22454c42" /><Relationship Type="http://schemas.openxmlformats.org/officeDocument/2006/relationships/notesMaster" Target="/ppt/notesMasters/notesMaster1.xml" Id="Rc176def6330947d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e3c2cdc7eab4571" /><Relationship Type="http://schemas.openxmlformats.org/officeDocument/2006/relationships/notesMaster" Target="/ppt/notesMasters/notesMaster1.xml" Id="Rb03ae8eefba7497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fceaf9414ac4b7e" /><Relationship Type="http://schemas.openxmlformats.org/officeDocument/2006/relationships/notesMaster" Target="/ppt/notesMasters/notesMaster1.xml" Id="R81cd0abaca64463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13f2620fe2d4ab0" /><Relationship Type="http://schemas.openxmlformats.org/officeDocument/2006/relationships/notesMaster" Target="/ppt/notesMasters/notesMaster1.xml" Id="R58d369aa520f477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4b52f838ca34b0c" /><Relationship Type="http://schemas.openxmlformats.org/officeDocument/2006/relationships/notesMaster" Target="/ppt/notesMasters/notesMaster1.xml" Id="R1be77f0a052c47b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38dccc643f44773" /><Relationship Type="http://schemas.openxmlformats.org/officeDocument/2006/relationships/notesMaster" Target="/ppt/notesMasters/notesMaster1.xml" Id="R9c35df5a0a9243f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0ac7f5fe17247d7" /><Relationship Type="http://schemas.openxmlformats.org/officeDocument/2006/relationships/notesMaster" Target="/ppt/notesMasters/notesMaster1.xml" Id="Rfcb9de406d2d492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f4a023142244554" /><Relationship Type="http://schemas.openxmlformats.org/officeDocument/2006/relationships/notesMaster" Target="/ppt/notesMasters/notesMaster1.xml" Id="R3b029cd0dede4e1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f55920e81f04adc" /><Relationship Type="http://schemas.openxmlformats.org/officeDocument/2006/relationships/notesMaster" Target="/ppt/notesMasters/notesMaster1.xml" Id="Rdae0a6a5b2414d0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0ce291826e74e2c" /><Relationship Type="http://schemas.openxmlformats.org/officeDocument/2006/relationships/notesMaster" Target="/ppt/notesMasters/notesMaster1.xml" Id="Re4fb83aac68d49e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2654c7dc4334f3d" /><Relationship Type="http://schemas.openxmlformats.org/officeDocument/2006/relationships/notesMaster" Target="/ppt/notesMasters/notesMaster1.xml" Id="R1e06e82c1d8c431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177a21c6e8b4c74" /><Relationship Type="http://schemas.openxmlformats.org/officeDocument/2006/relationships/notesMaster" Target="/ppt/notesMasters/notesMaster1.xml" Id="R8d3ec60e6509464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742bd814e21431b" /><Relationship Type="http://schemas.openxmlformats.org/officeDocument/2006/relationships/notesMaster" Target="/ppt/notesMasters/notesMaster1.xml" Id="Rdcd23c87a9f5481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2a0d8833f3d4082" /><Relationship Type="http://schemas.openxmlformats.org/officeDocument/2006/relationships/notesMaster" Target="/ppt/notesMasters/notesMaster1.xml" Id="Re4aeaed6390f4ed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24874745f3b4f55" /><Relationship Type="http://schemas.openxmlformats.org/officeDocument/2006/relationships/notesMaster" Target="/ppt/notesMasters/notesMaster1.xml" Id="R5c18b1a3c4974bf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9bb4da6bbd749a8" /><Relationship Type="http://schemas.openxmlformats.org/officeDocument/2006/relationships/notesMaster" Target="/ppt/notesMasters/notesMaster1.xml" Id="R6c83da658fb54fa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59b09fc4bf94f83" /><Relationship Type="http://schemas.openxmlformats.org/officeDocument/2006/relationships/notesMaster" Target="/ppt/notesMasters/notesMaster1.xml" Id="Rdf392710e3af4c7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bff28ed54234334" /><Relationship Type="http://schemas.openxmlformats.org/officeDocument/2006/relationships/notesMaster" Target="/ppt/notesMasters/notesMaster1.xml" Id="R712994a339be49b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c24459497d74014" /><Relationship Type="http://schemas.openxmlformats.org/officeDocument/2006/relationships/notesMaster" Target="/ppt/notesMasters/notesMaster1.xml" Id="R48f22f5231b1446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fb7a16beefc475e" /><Relationship Type="http://schemas.openxmlformats.org/officeDocument/2006/relationships/notesMaster" Target="/ppt/notesMasters/notesMaster1.xml" Id="R25712db4558d4ad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1bcdd2a5150401f" /><Relationship Type="http://schemas.openxmlformats.org/officeDocument/2006/relationships/notesMaster" Target="/ppt/notesMasters/notesMaster1.xml" Id="R32a1e5ed49794f9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294272090614f72" /><Relationship Type="http://schemas.openxmlformats.org/officeDocument/2006/relationships/notesMaster" Target="/ppt/notesMasters/notesMaster1.xml" Id="Rc57a7118f4db48a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9bbb57b0fbd4e7d" /><Relationship Type="http://schemas.openxmlformats.org/officeDocument/2006/relationships/notesMaster" Target="/ppt/notesMasters/notesMaster1.xml" Id="R1daaf6f0f409479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ec31ca8de65428f" /><Relationship Type="http://schemas.openxmlformats.org/officeDocument/2006/relationships/notesMaster" Target="/ppt/notesMasters/notesMaster1.xml" Id="Re770bc0b24a14d3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e603e6902fd4683" /><Relationship Type="http://schemas.openxmlformats.org/officeDocument/2006/relationships/notesMaster" Target="/ppt/notesMasters/notesMaster1.xml" Id="R16bfc5c9a80a425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fad4c9a68ff4e6a" /><Relationship Type="http://schemas.openxmlformats.org/officeDocument/2006/relationships/notesMaster" Target="/ppt/notesMasters/notesMaster1.xml" Id="R073e8ae6188f4fb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09d5333730641e9" /><Relationship Type="http://schemas.openxmlformats.org/officeDocument/2006/relationships/notesMaster" Target="/ppt/notesMasters/notesMaster1.xml" Id="R46d102bd56d547e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77af8f668a54fd7" /><Relationship Type="http://schemas.openxmlformats.org/officeDocument/2006/relationships/notesMaster" Target="/ppt/notesMasters/notesMaster1.xml" Id="Rf7818d41372548f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120a95716ce4e2f" /><Relationship Type="http://schemas.openxmlformats.org/officeDocument/2006/relationships/notesMaster" Target="/ppt/notesMasters/notesMaster1.xml" Id="Ra8bca75a071f4cc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ffe08a9e18a4105" /><Relationship Type="http://schemas.openxmlformats.org/officeDocument/2006/relationships/notesMaster" Target="/ppt/notesMasters/notesMaster1.xml" Id="R404735b0a0f64ea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73b89050cf041f0" /><Relationship Type="http://schemas.openxmlformats.org/officeDocument/2006/relationships/notesMaster" Target="/ppt/notesMasters/notesMaster1.xml" Id="R143e8519288544d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73c02836ad6428d" /><Relationship Type="http://schemas.openxmlformats.org/officeDocument/2006/relationships/notesMaster" Target="/ppt/notesMasters/notesMaster1.xml" Id="Rf0f1f418dd614f7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9b48f5fdc1e4d63" /><Relationship Type="http://schemas.openxmlformats.org/officeDocument/2006/relationships/notesMaster" Target="/ppt/notesMasters/notesMaster1.xml" Id="Rda45b1cebdd5466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22620f84162474a" /><Relationship Type="http://schemas.openxmlformats.org/officeDocument/2006/relationships/notesMaster" Target="/ppt/notesMasters/notesMaster1.xml" Id="Rdd10492e61b5469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d3184439907463f" /><Relationship Type="http://schemas.openxmlformats.org/officeDocument/2006/relationships/notesMaster" Target="/ppt/notesMasters/notesMaster1.xml" Id="R9849d7f949e8458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2a5c3731b9b445c" /><Relationship Type="http://schemas.openxmlformats.org/officeDocument/2006/relationships/notesMaster" Target="/ppt/notesMasters/notesMaster1.xml" Id="R919f52308bc6412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208361e46d44049" /><Relationship Type="http://schemas.openxmlformats.org/officeDocument/2006/relationships/notesMaster" Target="/ppt/notesMasters/notesMaster1.xml" Id="R5324089634c24d5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9fdf815b1ca4362" /><Relationship Type="http://schemas.openxmlformats.org/officeDocument/2006/relationships/notesMaster" Target="/ppt/notesMasters/notesMaster1.xml" Id="R2a4e686ef279404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1b84e3109a24980" /><Relationship Type="http://schemas.openxmlformats.org/officeDocument/2006/relationships/notesMaster" Target="/ppt/notesMasters/notesMaster1.xml" Id="Rf1354c804e764e3a"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a1507dad6694cc6" /><Relationship Type="http://schemas.openxmlformats.org/officeDocument/2006/relationships/notesMaster" Target="/ppt/notesMasters/notesMaster1.xml" Id="Rff2d99bee6c74098"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22def843b974d69" /><Relationship Type="http://schemas.openxmlformats.org/officeDocument/2006/relationships/notesMaster" Target="/ppt/notesMasters/notesMaster1.xml" Id="R308b492e1777429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651f0aef194439e" /><Relationship Type="http://schemas.openxmlformats.org/officeDocument/2006/relationships/notesMaster" Target="/ppt/notesMasters/notesMaster1.xml" Id="Re476b69ba64f471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c6c50b1081f462f" /><Relationship Type="http://schemas.openxmlformats.org/officeDocument/2006/relationships/notesMaster" Target="/ppt/notesMasters/notesMaster1.xml" Id="R3313dab95acb480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bd2b174e6a646ae" /><Relationship Type="http://schemas.openxmlformats.org/officeDocument/2006/relationships/notesMaster" Target="/ppt/notesMasters/notesMaster1.xml" Id="Rf72f997ebcab447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b12332ae17da4f39" /><Relationship Type="http://schemas.openxmlformats.org/officeDocument/2006/relationships/notesMaster" Target="/ppt/notesMasters/notesMaster1.xml" Id="Rb702d6124831432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550918b73644bbd" /><Relationship Type="http://schemas.openxmlformats.org/officeDocument/2006/relationships/notesMaster" Target="/ppt/notesMasters/notesMaster1.xml" Id="Redfaf9a0934a40b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fc013563a534c46" /><Relationship Type="http://schemas.openxmlformats.org/officeDocument/2006/relationships/notesMaster" Target="/ppt/notesMasters/notesMaster1.xml" Id="R5753f4118ac048c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158d14861f34afe" /><Relationship Type="http://schemas.openxmlformats.org/officeDocument/2006/relationships/notesMaster" Target="/ppt/notesMasters/notesMaster1.xml" Id="R349f7bb1b6e04a1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b5b28355b036418e" /><Relationship Type="http://schemas.openxmlformats.org/officeDocument/2006/relationships/notesMaster" Target="/ppt/notesMasters/notesMaster1.xml" Id="R1edbe7c1f819497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5f5399f97be483e" /><Relationship Type="http://schemas.openxmlformats.org/officeDocument/2006/relationships/notesMaster" Target="/ppt/notesMasters/notesMaster1.xml" Id="Ra5fe843a07b44acf"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7d8e5da43394ad4" /><Relationship Type="http://schemas.openxmlformats.org/officeDocument/2006/relationships/notesMaster" Target="/ppt/notesMasters/notesMaster1.xml" Id="Rd6e470a1ad36476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b1f9891a08141ae" /><Relationship Type="http://schemas.openxmlformats.org/officeDocument/2006/relationships/notesMaster" Target="/ppt/notesMasters/notesMaster1.xml" Id="R7d5fbab435ad443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fa2c9af8a4c4a7c" /><Relationship Type="http://schemas.openxmlformats.org/officeDocument/2006/relationships/notesMaster" Target="/ppt/notesMasters/notesMaster1.xml" Id="R0df51aa4d5554f5d"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7c3f6db6f1b434f" /><Relationship Type="http://schemas.openxmlformats.org/officeDocument/2006/relationships/notesMaster" Target="/ppt/notesMasters/notesMaster1.xml" Id="R45814a55983849d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d91ff3cb0a0b4a16" /><Relationship Type="http://schemas.openxmlformats.org/officeDocument/2006/relationships/notesMaster" Target="/ppt/notesMasters/notesMaster1.xml" Id="R43e495372a284e1a"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c7aeca14d494009" /><Relationship Type="http://schemas.openxmlformats.org/officeDocument/2006/relationships/notesMaster" Target="/ppt/notesMasters/notesMaster1.xml" Id="R2e20d91c67744c3e"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2f0b0bf58464a9c" /><Relationship Type="http://schemas.openxmlformats.org/officeDocument/2006/relationships/notesMaster" Target="/ppt/notesMasters/notesMaster1.xml" Id="Rd7c694147883436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bc70172b97a427e" /><Relationship Type="http://schemas.openxmlformats.org/officeDocument/2006/relationships/notesMaster" Target="/ppt/notesMasters/notesMaster1.xml" Id="R0bc9ed4164334c0a"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451ec93e6844a76" /><Relationship Type="http://schemas.openxmlformats.org/officeDocument/2006/relationships/notesMaster" Target="/ppt/notesMasters/notesMaster1.xml" Id="Rc4790d2144e94383"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f8033b79911e48ab" /><Relationship Type="http://schemas.openxmlformats.org/officeDocument/2006/relationships/notesMaster" Target="/ppt/notesMasters/notesMaster1.xml" Id="R1aa59bb94dc941a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ea52416101748f7" /><Relationship Type="http://schemas.openxmlformats.org/officeDocument/2006/relationships/notesMaster" Target="/ppt/notesMasters/notesMaster1.xml" Id="R0cb59fbf980646e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fe15426366954e90" /><Relationship Type="http://schemas.openxmlformats.org/officeDocument/2006/relationships/notesMaster" Target="/ppt/notesMasters/notesMaster1.xml" Id="Rea958a2dbac84f98"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9df65f33858a4783" /><Relationship Type="http://schemas.openxmlformats.org/officeDocument/2006/relationships/notesMaster" Target="/ppt/notesMasters/notesMaster1.xml" Id="R83d3ccb8bf4146e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25d89e25f5e4cd5" /><Relationship Type="http://schemas.openxmlformats.org/officeDocument/2006/relationships/notesMaster" Target="/ppt/notesMasters/notesMaster1.xml" Id="Ra5f82623305a40fa"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aad72c4ec9514fea" /><Relationship Type="http://schemas.openxmlformats.org/officeDocument/2006/relationships/notesMaster" Target="/ppt/notesMasters/notesMaster1.xml" Id="R76e181e0eab842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9796a54a71437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69f269a71441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7a6dca1c40544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e6873d238ca49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c35d98d40034a8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7c8d290c1b04f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70A647-48B9-4A6D-8EBC-DBB99E86C3B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CDBE0C-785B-4DDE-A99F-15B0925BE90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398E915-A26F-4C36-9A05-7732EA28CB0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A85F05-A70D-4441-B859-338EE4818B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E39D2FE-4F50-412E-8FA2-C750437E0BF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9B0DF31-F619-4F02-8AB3-4E18E8BA42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5B9ED1-1827-48E1-8FF6-3AD0B111AD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5C81CC-83B2-4151-AB26-E17227C7C32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CED184-1A43-4BA0-BB8E-B188BC6C96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0896B2-E044-4D78-BDE5-C6073FB64BD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1c2bfec91604c89" /><Relationship Type="http://schemas.openxmlformats.org/officeDocument/2006/relationships/slideLayout" Target="/ppt/slideLayouts/slideLayout1.xml" Id="R4530d9c98c0b42a8" /><Relationship Type="http://schemas.openxmlformats.org/officeDocument/2006/relationships/slideLayout" Target="/ppt/slideLayouts/slideLayout2.xml" Id="R2893e9f4741040aa" /><Relationship Type="http://schemas.openxmlformats.org/officeDocument/2006/relationships/slideLayout" Target="/ppt/slideLayouts/slideLayout3.xml" Id="R985761ed9e754f7a" /><Relationship Type="http://schemas.openxmlformats.org/officeDocument/2006/relationships/slideLayout" Target="/ppt/slideLayouts/slideLayout4.xml" Id="Ra635ba04e80a4f31" /><Relationship Type="http://schemas.openxmlformats.org/officeDocument/2006/relationships/slideLayout" Target="/ppt/slideLayouts/slideLayout5.xml" Id="R5fa8f2de8858455b" /><Relationship Type="http://schemas.openxmlformats.org/officeDocument/2006/relationships/slideLayout" Target="/ppt/slideLayouts/slideLayout6.xml" Id="Rec0d24a1c94545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30d9c98c0b42a8"/>
    <p:sldLayoutId xmlns:r="http://schemas.openxmlformats.org/officeDocument/2006/relationships" id="2147483650" r:id="R2893e9f4741040aa"/>
    <p:sldLayoutId xmlns:r="http://schemas.openxmlformats.org/officeDocument/2006/relationships" id="2147483651" r:id="R985761ed9e754f7a"/>
    <p:sldLayoutId xmlns:r="http://schemas.openxmlformats.org/officeDocument/2006/relationships" id="2147483652" r:id="Ra635ba04e80a4f31"/>
    <p:sldLayoutId xmlns:r="http://schemas.openxmlformats.org/officeDocument/2006/relationships" id="2147483653" r:id="R5fa8f2de8858455b"/>
    <p:sldLayoutId xmlns:r="http://schemas.openxmlformats.org/officeDocument/2006/relationships" id="2147483654" r:id="Rec0d24a1c94545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1b3620069294470" /><Relationship Type="http://schemas.openxmlformats.org/officeDocument/2006/relationships/image" Target="/ppt/media/image.png" Id="Ree1a7664461b426b" /><Relationship Type="http://schemas.openxmlformats.org/officeDocument/2006/relationships/notesSlide" Target="/ppt/notesSlides/notesSlide1.xml" Id="R45baa9031c9442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70fb4223910463b" /><Relationship Type="http://schemas.openxmlformats.org/officeDocument/2006/relationships/notesSlide" Target="/ppt/notesSlides/notesSlide2.xml" Id="R9f3df1271d7a44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5115099df1240e8" /><Relationship Type="http://schemas.openxmlformats.org/officeDocument/2006/relationships/notesSlide" Target="/ppt/notesSlides/notesSlide3.xml" Id="R6d490081402644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fc4c49aabcf4148" /><Relationship Type="http://schemas.openxmlformats.org/officeDocument/2006/relationships/image" Target="/ppt/media/image2.png" Id="Rdf9a6b073d4e4dae" /><Relationship Type="http://schemas.openxmlformats.org/officeDocument/2006/relationships/notesSlide" Target="/ppt/notesSlides/notesSlide4.xml" Id="R1f15ef283e8643a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d40d2b525ed43a5" /><Relationship Type="http://schemas.openxmlformats.org/officeDocument/2006/relationships/notesSlide" Target="/ppt/notesSlides/notesSlide5.xml" Id="Re0134f6b52af4b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71dfeb433ad469d" /><Relationship Type="http://schemas.openxmlformats.org/officeDocument/2006/relationships/notesSlide" Target="/ppt/notesSlides/notesSlide6.xml" Id="R77d7b89971bf41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01f82ab6ce34d86" /><Relationship Type="http://schemas.openxmlformats.org/officeDocument/2006/relationships/image" Target="/ppt/media/image3.png" Id="R94f87c67958f4832" /><Relationship Type="http://schemas.openxmlformats.org/officeDocument/2006/relationships/notesSlide" Target="/ppt/notesSlides/notesSlide7.xml" Id="Rf43b9cd1b1e943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767181b04084fa5" /><Relationship Type="http://schemas.openxmlformats.org/officeDocument/2006/relationships/notesSlide" Target="/ppt/notesSlides/notesSlide8.xml" Id="R95043ac610224ea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51fc18dd7554eda" /><Relationship Type="http://schemas.openxmlformats.org/officeDocument/2006/relationships/image" Target="/ppt/media/image4.png" Id="R4cc8442431fe4d80" /><Relationship Type="http://schemas.openxmlformats.org/officeDocument/2006/relationships/image" Target="/ppt/media/image5.png" Id="Reb00a224774d4ebf" /><Relationship Type="http://schemas.openxmlformats.org/officeDocument/2006/relationships/image" Target="/ppt/media/image6.png" Id="Rd3883eb6a85242c7" /><Relationship Type="http://schemas.openxmlformats.org/officeDocument/2006/relationships/notesSlide" Target="/ppt/notesSlides/notesSlide9.xml" Id="Rc21a952d46cb4a9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b9e96901a39476f" /><Relationship Type="http://schemas.openxmlformats.org/officeDocument/2006/relationships/notesSlide" Target="/ppt/notesSlides/notesSlide10.xml" Id="R2236d8a0400f423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2aad021434b42c0" /><Relationship Type="http://schemas.openxmlformats.org/officeDocument/2006/relationships/image" Target="/ppt/media/image7.png" Id="Rbffdcfc4a3264f93" /><Relationship Type="http://schemas.openxmlformats.org/officeDocument/2006/relationships/image" Target="/ppt/media/image8.png" Id="R02b5bd5a35d74b80" /><Relationship Type="http://schemas.openxmlformats.org/officeDocument/2006/relationships/image" Target="/ppt/media/image9.png" Id="Rb5a036dd9fd242ed" /><Relationship Type="http://schemas.openxmlformats.org/officeDocument/2006/relationships/notesSlide" Target="/ppt/notesSlides/notesSlide11.xml" Id="Rd4ceefd61b384b5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8026bc40adc4b61" /><Relationship Type="http://schemas.openxmlformats.org/officeDocument/2006/relationships/image" Target="/ppt/media/image10.png" Id="Rb4c4c089552943c6" /><Relationship Type="http://schemas.openxmlformats.org/officeDocument/2006/relationships/notesSlide" Target="/ppt/notesSlides/notesSlide12.xml" Id="R0ae915eeb1194b6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fa3ae7acbc644d7" /><Relationship Type="http://schemas.openxmlformats.org/officeDocument/2006/relationships/image" Target="/ppt/media/image11.png" Id="R426a3873e1124aa7" /><Relationship Type="http://schemas.openxmlformats.org/officeDocument/2006/relationships/notesSlide" Target="/ppt/notesSlides/notesSlide13.xml" Id="Rd93841bee1a6464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02928678e9c46f2" /><Relationship Type="http://schemas.openxmlformats.org/officeDocument/2006/relationships/notesSlide" Target="/ppt/notesSlides/notesSlide14.xml" Id="Re10fa9da7714487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a3629bd59494904" /><Relationship Type="http://schemas.openxmlformats.org/officeDocument/2006/relationships/notesSlide" Target="/ppt/notesSlides/notesSlide15.xml" Id="R57900a044c7345a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86f378f3b584eaf" /><Relationship Type="http://schemas.openxmlformats.org/officeDocument/2006/relationships/notesSlide" Target="/ppt/notesSlides/notesSlide16.xml" Id="R9d145785674c4b4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46151c46ec04e43" /><Relationship Type="http://schemas.openxmlformats.org/officeDocument/2006/relationships/notesSlide" Target="/ppt/notesSlides/notesSlide17.xml" Id="R886201fbac8b456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4f0c52d4c9a4836" /><Relationship Type="http://schemas.openxmlformats.org/officeDocument/2006/relationships/notesSlide" Target="/ppt/notesSlides/notesSlide18.xml" Id="Re6242a1e14cb42d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267a9e57f9044ea" /><Relationship Type="http://schemas.openxmlformats.org/officeDocument/2006/relationships/notesSlide" Target="/ppt/notesSlides/notesSlide19.xml" Id="R757d3d97cc6f410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d06e311f74344aa" /><Relationship Type="http://schemas.openxmlformats.org/officeDocument/2006/relationships/notesSlide" Target="/ppt/notesSlides/notesSlide20.xml" Id="R34fb2460e84b4a4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00d5ad01c324e3f" /><Relationship Type="http://schemas.openxmlformats.org/officeDocument/2006/relationships/notesSlide" Target="/ppt/notesSlides/notesSlide21.xml" Id="R0175e3f307a9435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b2722e5b5854c49" /><Relationship Type="http://schemas.openxmlformats.org/officeDocument/2006/relationships/notesSlide" Target="/ppt/notesSlides/notesSlide22.xml" Id="Rb61b233a611f466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b4a91e61b054fa3" /><Relationship Type="http://schemas.openxmlformats.org/officeDocument/2006/relationships/notesSlide" Target="/ppt/notesSlides/notesSlide23.xml" Id="R5147224eed9f4af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ccc29389b8442be" /><Relationship Type="http://schemas.openxmlformats.org/officeDocument/2006/relationships/notesSlide" Target="/ppt/notesSlides/notesSlide24.xml" Id="R85a82c6039754bc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424fdcb44a04a75" /><Relationship Type="http://schemas.openxmlformats.org/officeDocument/2006/relationships/notesSlide" Target="/ppt/notesSlides/notesSlide25.xml" Id="R1e894fbe53044f7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343270c8a034a5d" /><Relationship Type="http://schemas.openxmlformats.org/officeDocument/2006/relationships/notesSlide" Target="/ppt/notesSlides/notesSlide26.xml" Id="Rf1068df710ff4c7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2334499d43445b5" /><Relationship Type="http://schemas.openxmlformats.org/officeDocument/2006/relationships/notesSlide" Target="/ppt/notesSlides/notesSlide27.xml" Id="Rabd6efc9a7214db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54eea0decd44f6d" /><Relationship Type="http://schemas.openxmlformats.org/officeDocument/2006/relationships/notesSlide" Target="/ppt/notesSlides/notesSlide28.xml" Id="R3f693cbb93bb47d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a717b9a817146d0" /><Relationship Type="http://schemas.openxmlformats.org/officeDocument/2006/relationships/notesSlide" Target="/ppt/notesSlides/notesSlide29.xml" Id="Rb6f9d510d14c4e8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c25d01503984cea" /><Relationship Type="http://schemas.openxmlformats.org/officeDocument/2006/relationships/notesSlide" Target="/ppt/notesSlides/notesSlide30.xml" Id="R95b088ce6c3044d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0e7be273a264d5a" /><Relationship Type="http://schemas.openxmlformats.org/officeDocument/2006/relationships/notesSlide" Target="/ppt/notesSlides/notesSlide31.xml" Id="R63ee6dd420a045f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98151b62c5644a6" /><Relationship Type="http://schemas.openxmlformats.org/officeDocument/2006/relationships/notesSlide" Target="/ppt/notesSlides/notesSlide32.xml" Id="R42b99782fa8b405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fc840db916147c1" /><Relationship Type="http://schemas.openxmlformats.org/officeDocument/2006/relationships/notesSlide" Target="/ppt/notesSlides/notesSlide33.xml" Id="Rd50d8008bd834ca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df19bdc006f42d6" /><Relationship Type="http://schemas.openxmlformats.org/officeDocument/2006/relationships/notesSlide" Target="/ppt/notesSlides/notesSlide34.xml" Id="R646712d08551426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57aa367f3e042d3" /><Relationship Type="http://schemas.openxmlformats.org/officeDocument/2006/relationships/image" Target="/ppt/media/image12.png" Id="Ra3b6c1d68cc346ff" /><Relationship Type="http://schemas.openxmlformats.org/officeDocument/2006/relationships/image" Target="/ppt/media/image13.png" Id="Ra8519487f6f142c1" /><Relationship Type="http://schemas.openxmlformats.org/officeDocument/2006/relationships/notesSlide" Target="/ppt/notesSlides/notesSlide35.xml" Id="R7d22fb8a7b6a43e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1258c7ed43249b5" /><Relationship Type="http://schemas.openxmlformats.org/officeDocument/2006/relationships/image" Target="/ppt/media/image14.png" Id="R0f49fccd62a84b2d" /><Relationship Type="http://schemas.openxmlformats.org/officeDocument/2006/relationships/notesSlide" Target="/ppt/notesSlides/notesSlide36.xml" Id="R5d00aaff4a2f4ba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d1ac4b65c264fb7" /><Relationship Type="http://schemas.openxmlformats.org/officeDocument/2006/relationships/notesSlide" Target="/ppt/notesSlides/notesSlide37.xml" Id="R939a0bc29b6f4e9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b0bcf5d2d17740fb" /><Relationship Type="http://schemas.openxmlformats.org/officeDocument/2006/relationships/notesSlide" Target="/ppt/notesSlides/notesSlide38.xml" Id="R1115fd75addb449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cfd97cb85254d08" /><Relationship Type="http://schemas.openxmlformats.org/officeDocument/2006/relationships/notesSlide" Target="/ppt/notesSlides/notesSlide39.xml" Id="Rc5ae929d98504a0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ebf3365e5ec4f8e" /><Relationship Type="http://schemas.openxmlformats.org/officeDocument/2006/relationships/notesSlide" Target="/ppt/notesSlides/notesSlide40.xml" Id="R29812fba78c74b8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0bde77eea564947" /><Relationship Type="http://schemas.openxmlformats.org/officeDocument/2006/relationships/notesSlide" Target="/ppt/notesSlides/notesSlide41.xml" Id="R8e32db2182284b9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dd8cb884a274286" /><Relationship Type="http://schemas.openxmlformats.org/officeDocument/2006/relationships/notesSlide" Target="/ppt/notesSlides/notesSlide42.xml" Id="Rce264900f2dc4d1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aad5aaf2b5b4357" /><Relationship Type="http://schemas.openxmlformats.org/officeDocument/2006/relationships/notesSlide" Target="/ppt/notesSlides/notesSlide43.xml" Id="Rea9fca791197465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d3bb124842649bf" /><Relationship Type="http://schemas.openxmlformats.org/officeDocument/2006/relationships/notesSlide" Target="/ppt/notesSlides/notesSlide44.xml" Id="Rc04e233d0a9d4b9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0279b8ec8854288" /><Relationship Type="http://schemas.openxmlformats.org/officeDocument/2006/relationships/notesSlide" Target="/ppt/notesSlides/notesSlide45.xml" Id="R95160f768645408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18a80d7356243c6" /><Relationship Type="http://schemas.openxmlformats.org/officeDocument/2006/relationships/notesSlide" Target="/ppt/notesSlides/notesSlide46.xml" Id="R359a60d0c9314c5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a3a15294f4b434a" /><Relationship Type="http://schemas.openxmlformats.org/officeDocument/2006/relationships/notesSlide" Target="/ppt/notesSlides/notesSlide47.xml" Id="R87e09a85674b4d8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bae33069ae748d7" /><Relationship Type="http://schemas.openxmlformats.org/officeDocument/2006/relationships/notesSlide" Target="/ppt/notesSlides/notesSlide48.xml" Id="Rb720090707d14c8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a2858fe7e874fa3" /><Relationship Type="http://schemas.openxmlformats.org/officeDocument/2006/relationships/notesSlide" Target="/ppt/notesSlides/notesSlide49.xml" Id="Rb7ec3538620644e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a7b3b848676440c" /><Relationship Type="http://schemas.openxmlformats.org/officeDocument/2006/relationships/image" Target="/ppt/media/image15.png" Id="Rb241f42218a44220" /><Relationship Type="http://schemas.openxmlformats.org/officeDocument/2006/relationships/image" Target="/ppt/media/image16.png" Id="Rb2b9f38860954a1e" /><Relationship Type="http://schemas.openxmlformats.org/officeDocument/2006/relationships/notesSlide" Target="/ppt/notesSlides/notesSlide50.xml" Id="R86f69e698530416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c11fd6cd8a24ce4" /><Relationship Type="http://schemas.openxmlformats.org/officeDocument/2006/relationships/notesSlide" Target="/ppt/notesSlides/notesSlide51.xml" Id="R6d9ce84af0e6410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5e87eec42574b68" /><Relationship Type="http://schemas.openxmlformats.org/officeDocument/2006/relationships/notesSlide" Target="/ppt/notesSlides/notesSlide52.xml" Id="R6717659b49c14b3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017a97849b64da7" /><Relationship Type="http://schemas.openxmlformats.org/officeDocument/2006/relationships/notesSlide" Target="/ppt/notesSlides/notesSlide53.xml" Id="Rfc2194f5899a467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2d420bee773413d" /><Relationship Type="http://schemas.openxmlformats.org/officeDocument/2006/relationships/notesSlide" Target="/ppt/notesSlides/notesSlide54.xml" Id="R198f621b82de4e8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49ba4e75e5242d0" /><Relationship Type="http://schemas.openxmlformats.org/officeDocument/2006/relationships/notesSlide" Target="/ppt/notesSlides/notesSlide55.xml" Id="R0e6389ee5f054af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007b22435bc4f35" /><Relationship Type="http://schemas.openxmlformats.org/officeDocument/2006/relationships/notesSlide" Target="/ppt/notesSlides/notesSlide56.xml" Id="R0170ed565a584a8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b99a46a0fda4f69" /><Relationship Type="http://schemas.openxmlformats.org/officeDocument/2006/relationships/notesSlide" Target="/ppt/notesSlides/notesSlide57.xml" Id="R84d2bcb81a14410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9b15777bdbe84c73" /><Relationship Type="http://schemas.openxmlformats.org/officeDocument/2006/relationships/chart" Target="/ppt/slides/charts/chart1.xml" Id="R21ed8f36743a4b26" /><Relationship Type="http://schemas.openxmlformats.org/officeDocument/2006/relationships/notesSlide" Target="/ppt/notesSlides/notesSlide58.xml" Id="R6fece7f582984d1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b803f27964244d9" /><Relationship Type="http://schemas.openxmlformats.org/officeDocument/2006/relationships/notesSlide" Target="/ppt/notesSlides/notesSlide59.xml" Id="Ra9683eb17d0d4a1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6cbdbe3ab1743e8" /><Relationship Type="http://schemas.openxmlformats.org/officeDocument/2006/relationships/notesSlide" Target="/ppt/notesSlides/notesSlide60.xml" Id="Rc6854809d0cf4a0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64c14408a644592" /><Relationship Type="http://schemas.openxmlformats.org/officeDocument/2006/relationships/notesSlide" Target="/ppt/notesSlides/notesSlide61.xml" Id="Re5d6bd2c3c6d4f0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b44122d879b4b83" /><Relationship Type="http://schemas.openxmlformats.org/officeDocument/2006/relationships/notesSlide" Target="/ppt/notesSlides/notesSlide62.xml" Id="Rbd104650146a472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c10f7e10da294289" /><Relationship Type="http://schemas.openxmlformats.org/officeDocument/2006/relationships/notesSlide" Target="/ppt/notesSlides/notesSlide63.xml" Id="R0e0a4cf85c5146a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6b2223912ed44139" /><Relationship Type="http://schemas.openxmlformats.org/officeDocument/2006/relationships/notesSlide" Target="/ppt/notesSlides/notesSlide64.xml" Id="R6777cce8f0264b8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1e9ca10653d5418b" /><Relationship Type="http://schemas.openxmlformats.org/officeDocument/2006/relationships/notesSlide" Target="/ppt/notesSlides/notesSlide65.xml" Id="R9fee9678b9b644c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78ecf97694c46be" /><Relationship Type="http://schemas.openxmlformats.org/officeDocument/2006/relationships/image" Target="/ppt/media/image17.png" Id="R7bb0d5fb5a714607" /><Relationship Type="http://schemas.openxmlformats.org/officeDocument/2006/relationships/notesSlide" Target="/ppt/notesSlides/notesSlide66.xml" Id="R616bc4731df6428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fc1b4d19bc4469d" /><Relationship Type="http://schemas.openxmlformats.org/officeDocument/2006/relationships/notesSlide" Target="/ppt/notesSlides/notesSlide67.xml" Id="R36fdd94817034a0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af5f845bcf144e3" /><Relationship Type="http://schemas.openxmlformats.org/officeDocument/2006/relationships/notesSlide" Target="/ppt/notesSlides/notesSlide68.xml" Id="R91364a02e634458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20beaf9b9184365" /><Relationship Type="http://schemas.openxmlformats.org/officeDocument/2006/relationships/notesSlide" Target="/ppt/notesSlides/notesSlide69.xml" Id="R70b613f02e4d48a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77f439b0535648f8" /><Relationship Type="http://schemas.openxmlformats.org/officeDocument/2006/relationships/notesSlide" Target="/ppt/notesSlides/notesSlide70.xml" Id="Rc26e7d76b463489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ab6a117e6cc242db" /><Relationship Type="http://schemas.openxmlformats.org/officeDocument/2006/relationships/notesSlide" Target="/ppt/notesSlides/notesSlide71.xml" Id="Rea9fcb2b6d7f475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dd65f7f1a0cf4033" /><Relationship Type="http://schemas.openxmlformats.org/officeDocument/2006/relationships/notesSlide" Target="/ppt/notesSlides/notesSlide72.xml" Id="R3303d666f2de4cd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90b6dcb039c74c9b" /><Relationship Type="http://schemas.openxmlformats.org/officeDocument/2006/relationships/notesSlide" Target="/ppt/notesSlides/notesSlide73.xml" Id="R2ee3d2c50daf4af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aec7ab7332bb4f09" /><Relationship Type="http://schemas.openxmlformats.org/officeDocument/2006/relationships/notesSlide" Target="/ppt/notesSlides/notesSlide74.xml" Id="R1902f952454a4f2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2b11e1afdcc54e98" /><Relationship Type="http://schemas.openxmlformats.org/officeDocument/2006/relationships/notesSlide" Target="/ppt/notesSlides/notesSlide75.xml" Id="R0f5cce85e68a431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33cc564ae0ac41fb" /><Relationship Type="http://schemas.openxmlformats.org/officeDocument/2006/relationships/notesSlide" Target="/ppt/notesSlides/notesSlide76.xml" Id="Rcfccf9fdb27c4cd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ec815e7d22449ee" /><Relationship Type="http://schemas.openxmlformats.org/officeDocument/2006/relationships/notesSlide" Target="/ppt/notesSlides/notesSlide77.xml" Id="Raf19412375354960"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b7ad7bd4c5a4d33" /><Relationship Type="http://schemas.openxmlformats.org/officeDocument/2006/relationships/notesSlide" Target="/ppt/notesSlides/notesSlide78.xml" Id="Rba2e31755cca40d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eb2978a061b34e2b" /><Relationship Type="http://schemas.openxmlformats.org/officeDocument/2006/relationships/notesSlide" Target="/ppt/notesSlides/notesSlide79.xml" Id="Rf327ad172b0f4ef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c6fca2409b5a4f95" /><Relationship Type="http://schemas.openxmlformats.org/officeDocument/2006/relationships/notesSlide" Target="/ppt/notesSlides/notesSlide80.xml" Id="R713826175bb14fab"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210fe8cf6251473d" /><Relationship Type="http://schemas.openxmlformats.org/officeDocument/2006/relationships/notesSlide" Target="/ppt/notesSlides/notesSlide81.xml" Id="R638e29910064491e"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6bc2679813934d2c" /><Relationship Type="http://schemas.openxmlformats.org/officeDocument/2006/relationships/notesSlide" Target="/ppt/notesSlides/notesSlide82.xml" Id="R5d94ecdfe75d492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d28b29172d7c4c8e" /><Relationship Type="http://schemas.openxmlformats.org/officeDocument/2006/relationships/notesSlide" Target="/ppt/notesSlides/notesSlide83.xml" Id="R94af307ccf7e431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d4f7e2fd7ea548f1" /><Relationship Type="http://schemas.openxmlformats.org/officeDocument/2006/relationships/notesSlide" Target="/ppt/notesSlides/notesSlide84.xml" Id="Redd34ca990af4ea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6ca60c48d0149d3" /><Relationship Type="http://schemas.openxmlformats.org/officeDocument/2006/relationships/image" Target="/ppt/media/image18.png" Id="Rdb77e3c40cb242fa" /><Relationship Type="http://schemas.openxmlformats.org/officeDocument/2006/relationships/notesSlide" Target="/ppt/notesSlides/notesSlide85.xml" Id="R1a89a72eafef48d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5673143a6be549b2" /><Relationship Type="http://schemas.openxmlformats.org/officeDocument/2006/relationships/notesSlide" Target="/ppt/notesSlides/notesSlide86.xml" Id="Re182a7518708460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cc6f963e14ff4b51" /><Relationship Type="http://schemas.openxmlformats.org/officeDocument/2006/relationships/image" Target="/ppt/media/image19.png" Id="R86b5467a40d1406a" /><Relationship Type="http://schemas.openxmlformats.org/officeDocument/2006/relationships/image" Target="/ppt/media/image20.png" Id="R4a7355ca323649b8" /><Relationship Type="http://schemas.openxmlformats.org/officeDocument/2006/relationships/image" Target="/ppt/media/image21.png" Id="Rcb8fb5f166cc445b" /><Relationship Type="http://schemas.openxmlformats.org/officeDocument/2006/relationships/notesSlide" Target="/ppt/notesSlides/notesSlide87.xml" Id="Raf56b69da9b843cf"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4437e55f2a214826" /><Relationship Type="http://schemas.openxmlformats.org/officeDocument/2006/relationships/notesSlide" Target="/ppt/notesSlides/notesSlide88.xml" Id="R3dcf4f6dd4e44ec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9b08c760c648420c" /><Relationship Type="http://schemas.openxmlformats.org/officeDocument/2006/relationships/notesSlide" Target="/ppt/notesSlides/notesSlide89.xml" Id="Ra79e1b21d82341f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052db4fcf0954d1c" /><Relationship Type="http://schemas.openxmlformats.org/officeDocument/2006/relationships/notesSlide" Target="/ppt/notesSlides/notesSlide90.xml" Id="Rcfecd1acc8d4460d"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4dc048ef2a95488c" /><Relationship Type="http://schemas.openxmlformats.org/officeDocument/2006/relationships/notesSlide" Target="/ppt/notesSlides/notesSlide91.xml" Id="R7e969135fce94c80"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f6594e659cd74fa5" /><Relationship Type="http://schemas.openxmlformats.org/officeDocument/2006/relationships/notesSlide" Target="/ppt/notesSlides/notesSlide92.xml" Id="R0995b2a8d58e4e60"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83aadbd76b3c46ca" /><Relationship Type="http://schemas.openxmlformats.org/officeDocument/2006/relationships/notesSlide" Target="/ppt/notesSlides/notesSlide93.xml" Id="R7347de5821e64b0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66891723-2AC0-4D21-A3D3-4602CECDC8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6462169-F814-4B39-A82B-828DA6A4B0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A1F49E3-8517-43D3-BD5A-0C9FC7E1F6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9C6100A-0A8F-438F-8CB8-C1BE3A0EE2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B5B3DE2-9323-4A88-AF73-0BD8120574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6169B8A1-7512-427C-8F2F-C774492234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E6BAEE71-A491-4B15-8BA5-985B805CD99F}"/>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821321B-1B78-4347-ACC8-AF438FF4B738}"/>
              </a:ext>
            </a:extLst>
          </p:cNvPr>
          <p:cNvPicPr>
            <a:picLocks xmlns:a="http://schemas.openxmlformats.org/drawingml/2006/main" noChangeAspect="1"/>
          </p:cNvPicPr>
          <p:nvPr/>
        </p:nvPicPr>
        <p:blipFill>
          <a:blip xmlns:r="http://schemas.openxmlformats.org/officeDocument/2006/relationships" xmlns:a="http://schemas.openxmlformats.org/drawingml/2006/main" r:embed="Ree1a7664461b426b"/>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A489038-8871-447F-8EA2-29A2E2B051A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11D97C2D-7B98-4C92-9750-0F513332B27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757E0C6-CE32-4331-9F8A-2CDB7A6C14B1}"/>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C7EAD9E-7860-4891-8DA6-C913806459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1465407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94611C0F-6FFA-4FBE-9F8F-6DA953CCAD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488B7B7A-C2D8-49A3-8614-A265263688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FAA54078-B427-4393-816C-A0F7B7E085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FFD489A0-4B39-4F51-B8F7-016166FD16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D1C4DC28-DB5D-4DBD-A09A-13337A10C9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AE76671F-05B7-417B-9731-36B168E1BE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57DCA90B-4927-40B2-AB71-5F93259CFE7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C1FB24CA-FC12-46E6-A53C-05A21B38FEBB}"/>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19A8AF90-314D-4DFB-98AA-C6303BDEFDE5}"/>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02781DCA-30A1-4421-964F-C05A5D234238}"/>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6510E9-926D-4E88-A6A8-1596F0BDF9F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2F4AD45B-4240-4E60-9339-39172FFA4EB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82EB7F9A-66DA-4D25-8097-3284A512C03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414034F3-E676-452E-9023-7C941AF80B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D3A3D8D0-7F6F-4DD8-9579-89B2FD10623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627299E1-AB01-403C-80EC-CC605575DF8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86BCC627-D212-4027-97E7-3F92CF7FF43B}"/>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61B9F1AC-82FF-4F81-A3C6-E2CBCEBC9EA1}"/>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A163404C-F08D-427A-9BCA-10A2EDA50BFD}"/>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D192C2F0-6D99-497E-9D33-8C6433495B49}"/>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E548CC7-EB5F-4730-8AC2-64E39268A52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8EAB80DB-03F2-4D12-8AA5-5FBFECBEE65F}"/>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9E5F946D-5E79-4AB4-85DB-0C35FCA47D7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C94C9393-0E81-4FE1-A5CB-EFC73540073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375C2982-9B6D-4FC2-AE97-9150624743C5}"/>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25A3EA9-DC6A-44C4-8247-A50CA60949C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14E1C98-FB73-415A-B6AA-B17AAA27FF44}"/>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56516D2C-0D5B-436F-B9A6-13C3E1D8AFB4}"/>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118EA9AE-AC1D-4B64-8EEF-4817FCEB8224}"/>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39BCF527-4F5D-4F3E-9F74-6BF8880AC787}"/>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EA173248-EFE1-4E20-836D-D9EF49F70D1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61C75595-638E-40CD-B0E4-189DB9B5962D}"/>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4E0FD18-74ED-479E-A6FC-02301FFA92A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6CB90FF-F791-48A2-A64F-57EE11FF11AD}"/>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596225A8-67D9-4FEE-B753-4DC7E598BD52}"/>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FA0E06D-71A3-44E9-ACD3-A083F368A853}"/>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4958424F-6A2C-4D80-A9DE-A54C8873D39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E8F624E4-E3F4-485E-A6BD-34B54CB505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9562118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69602AA7-7407-4148-9010-79DEE661DC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CFC73E85-939D-4041-96C5-B846C46D33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90042EC-1C53-477A-9CA2-BC80B11CDC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B7C1223-AB7D-42A4-B4DE-324FE0AC7F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CA42B60B-3D87-444F-8D10-E7AE142AC0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B20A844F-1F9A-4C5B-A265-4A7D701453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1AB4FD16-E221-499E-A70A-EBDAC793846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F1474DC-B88D-4AE8-BE36-7C4382D0AF6B}"/>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CEB562D9-7C6A-4D5A-82A9-B61F9E89BBB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B6F019F2-0387-4599-82FF-61597F659149}"/>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18EFB180-F6A8-43A7-9836-E00860A74A97}"/>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6C7F1CA4-F3AA-42BC-B5F4-FAEA1A985049}"/>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01B00E2-BBD9-40DA-AF03-FA575F400070}"/>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FEDD161-4CFA-4366-A04D-56ACCFA4599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B48226A3-8CEB-46BA-8A77-542EDB589C0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ECBEB738-959E-4DB8-8EF6-E13CE2EB1390}"/>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CB5C77D4-5347-4D3C-88B7-4CDCCEEDCCD1}"/>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B834228C-8D2D-4829-8DFA-73437A052966}"/>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DA76D075-2FFC-4F19-A513-3BF9E340933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E6755593-E9C7-486D-B4EA-DBE00F0AD7E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A2DCAD3-5EBB-42C6-A16C-D09C9F5D4BFD}"/>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7014FD28-F67A-4606-84BC-DDF72AD6D838}"/>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24C6DAA2-3D03-41DD-8B94-3DC87DFF5BE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42C69B1B-99B4-4FE2-8E6E-79222A847F32}"/>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C04734B4-32F0-4830-A2E3-38B504093F23}"/>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3DCE1B47-0B9F-416F-93B5-AA887FB9130F}"/>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405A6A1-DA7B-443B-A027-81B93AB42C66}"/>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2179E46C-54E4-4979-8F07-2F15C20507C3}"/>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F71BCCB5-CEEF-4B82-8520-888D431A1ABA}"/>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916DB8FD-92E7-422F-BF83-448D226F481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478BFDC8-4D6A-48FE-8BA6-510A0C7BB5A5}"/>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5A960D33-90EC-4142-BF6C-82F33299979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0DE62758-0DBE-4F3C-BB88-84DF7AC408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68902000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ACD325A2-52A8-4384-9E06-901718DBEF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DFBBD48-FCA8-4710-900E-1A92C327FA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51B43F64-0DC9-444B-BFF4-9ADF386C95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B1EA272B-396A-4319-BF89-C5BBDCCB01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E4540C81-737D-462F-8008-B69D86418D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418480C5-E837-464A-948C-46664AFB12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877D029-F0A3-4720-95F5-22A01411BDBD}"/>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6C657BC-C78B-4B57-90AC-2E339EAF920E}"/>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09F5773-1515-470B-8E54-1161737A1F19}"/>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42E6AFD-ECAD-4017-A2E3-49983E85082F}"/>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6EF7A050-A5D2-4B41-BC2C-08D85935BD0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C9B9EF69-64C5-46D5-B77C-0310A6F696DE}"/>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9AE6F4B-374B-4C9E-9E6F-30D247A5D04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AA9216C7-9C59-4FFF-BBDB-747ECE68A90B}"/>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86ECF76-3468-403B-8F08-680379DC7BB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1717C12-FF0C-449A-9A45-87C68EC990B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8D76161-D6E7-4E8E-AD97-5ADED1486620}"/>
              </a:ext>
            </a:extLst>
          </p:cNvPr>
          <p:cNvPicPr>
            <a:picLocks xmlns:a="http://schemas.openxmlformats.org/drawingml/2006/main" noChangeAspect="1"/>
          </p:cNvPicPr>
          <p:nvPr/>
        </p:nvPicPr>
        <p:blipFill>
          <a:blip xmlns:r="http://schemas.openxmlformats.org/officeDocument/2006/relationships" xmlns:a="http://schemas.openxmlformats.org/drawingml/2006/main" r:embed="Rdf9a6b073d4e4da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D7DF6EF-15B3-4EE2-8D4A-3A71EC09E405}"/>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F4949D09-15FA-4D26-B304-84902292DE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531728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1A19DC1E-1624-4980-93E4-2E36CBE27F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4025CB80-1EE1-4A03-B5F6-4DC83FE883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F849E59F-DC73-4E06-8153-E93672BC11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0443C98A-E985-465F-A3DD-2F4198BD0E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D2A9B8A9-B947-4A69-9BB0-4E6D8EF78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87425C61-FBD5-4FAA-A6FA-7651038CA7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C2F2759A-16FF-47F5-934C-9BD5A4385B92}"/>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FDDDD406-A2ED-4115-807D-5301D301B056}"/>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8C4F8776-EA5F-45CE-AFE7-2E8605DBCD22}"/>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9C07D25E-CB8D-4FBB-AD67-DFAFB03E5F00}"/>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04C324D6-30A9-4F6A-8FD3-7AABA8BF766C}"/>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E9EFBB5F-0EEF-4B2A-A316-8414D2E15839}"/>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A9590988-DA6E-4CC3-9DCC-CFBC5CFEDF19}"/>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5B1C88FB-640B-4D3D-B715-20CCC86F3449}"/>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F8F0D29C-B798-4BF0-85C8-6C07F2D54522}"/>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DD08A143-38BB-4809-B5C7-25DC1559043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2533581-0E1C-4D69-A312-12B135099D7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D543CD6C-860A-4A8A-8578-0DC2F9EA0A7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4A17EA86-CCC2-447C-8687-7F1A81B81CE6}"/>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FC962472-C9F8-40E1-B489-422834E86FFE}"/>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8A23187C-9FDD-4A47-A43A-A378241DCA8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BA3367D6-06D3-41B1-9F61-36C554E0DC5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4DAADB8C-C084-4E84-8029-72102D36FF72}"/>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FE03BBD4-0B0E-47E3-BB81-CB69A15980DF}"/>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067F0B0E-601A-4803-8384-69DDED76DAB8}"/>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303ED5EF-52F6-42E7-B0EB-2980F1A78908}"/>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08A99CDD-131D-40C7-A1E4-211E6C78E0AF}"/>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4DB5067B-7899-4241-9711-B3AAD91A34E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E66F171A-C447-47A5-AD8D-BCBA4DFE6049}"/>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33FDFF58-1B2F-4B53-9423-6BAB4EFFC656}"/>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83BAAE6A-23CF-4168-B110-E238C5382E5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573EA5F1-3033-42E4-AEC2-D48B3E88B5F9}"/>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103DFEA6-32E1-4541-9D44-5561F3A57CDE}"/>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229DEEDA-5ACF-48F6-8D11-F00A9C42C01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296FF5A1-4938-457E-A0CE-D79B7CB683EA}"/>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410D3824-9756-48B3-883B-760A8E8C2515}"/>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283CB774-9A19-4C85-A1D8-BAE3E7662919}"/>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87EF7FEC-25C3-43F3-AFE4-6534BF065A95}"/>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BC53D617-0FBF-4777-BBB9-3E18F80D35DC}"/>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DF2E5B3C-A197-4B80-927C-C7EA02CD62B0}"/>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A92E2D13-4793-4279-BC25-B04E6DFF56E2}"/>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064A6A06-4E51-4268-8440-F5D1989904C6}"/>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714012A3-FBB0-44D7-BD89-67F7FE111422}"/>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4BCF1DBC-9EB4-4F68-B065-38343D6EF933}"/>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8684E806-640B-4A27-AFEC-195B8B8C89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4602331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5B3957FB-3A57-4F17-96E7-CDB5B8844C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5A36F517-C756-4230-BDD3-CF7C6EBC29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0061981B-3558-4C5C-B3C1-D3298ECF88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7640151A-6BE1-40F4-ACD3-19266F8185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50CE0187-BC76-496A-9829-74D5E373C8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185173D3-4975-4212-BE89-0D8D6E56FC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A975784D-B0AA-4F3B-99B1-4C5D536BDD4E}"/>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A6B61FFB-6881-4AC5-B39B-E17B04A0B12D}"/>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01704FFA-9350-46C8-91C6-C063FA396EA6}"/>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B2AEFF35-3843-4263-80CB-74945B6D2D60}"/>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4A12C31-B683-40C0-B7D1-4F83298CBA95}"/>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C71792C5-209D-4390-9A6C-188131251A7D}"/>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2EA526EA-DCCB-4EF9-8CC2-1F0CB832ECFC}"/>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AFD9A6A3-6DC5-4382-84CE-D99782364D9F}"/>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F068D936-9425-4F1E-98A4-C017B3F79AA2}"/>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58CE333C-61B2-464E-8727-72A18AD8537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3BEEB47F-496E-4F89-9E33-BBF1924E84BB}"/>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9861B6D6-E5AB-4E4B-B39A-316BD27F379D}"/>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6E8BFE06-2812-45BC-8A51-9487B3B9D171}"/>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A1BA80E7-EE35-411D-BB6C-C4D3B5AB59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6847491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3049EA4-8423-436E-BE85-F31D218E02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77220A5F-816E-45DE-AA88-9CEA281D38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D1414173-E2E0-4A03-9AA2-D3D1C7DDB9F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0084B3F8-602A-4E9D-95EF-B22B1B2154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8B49CCE-75AB-443E-B440-A15E99BAA2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F4EC66A5-A82C-4DA0-AEE0-3267917079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42820C51-66E6-4FB3-B021-9B6836BFCF92}"/>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1F4863BD-0EB9-4B26-83B2-9B15195D034B}"/>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2B8433C7-0A9C-4688-BE0D-698496A4BA42}"/>
              </a:ext>
            </a:extLst>
          </p:cNvPr>
          <p:cNvPicPr>
            <a:picLocks xmlns:a="http://schemas.openxmlformats.org/drawingml/2006/main" noChangeAspect="1"/>
          </p:cNvPicPr>
          <p:nvPr/>
        </p:nvPicPr>
        <p:blipFill>
          <a:blip xmlns:r="http://schemas.openxmlformats.org/officeDocument/2006/relationships" xmlns:a="http://schemas.openxmlformats.org/drawingml/2006/main" r:embed="R94f87c67958f4832"/>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929D5006-8CD4-438A-BF04-CCEA084E0957}"/>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334E3709-7B53-483A-9EB1-96359BDAAF0A}"/>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A8A42E0D-64DA-43EA-BEE9-803F12523EAA}"/>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69DE78F4-E965-40A6-8756-F66119F6A0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2735278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6BED07A3-8928-462D-AA3B-6D9C218C6F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D03DC170-1F90-48CE-9F40-F1DC1819B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74B9A973-6B55-43F2-986E-30B69E1C7E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E21D06E4-395D-4A3F-B9FD-DCF88806C7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4D8C588D-F79C-4F5A-8DBC-B030F58175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CA282DC2-9028-402C-84DA-6DA9BE19A7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4A417705-B23E-488F-9AF6-415F60512567}"/>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CBEA8510-CEBF-475D-839E-FC09A8572609}"/>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C088481-56BE-416B-BB6E-79791AE15957}"/>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9DB97E30-FB3C-40C5-8BC1-33CF5E77634A}"/>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F538011C-3A24-4987-A0B5-1359C1F10AEB}"/>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371039AB-1418-476C-9160-8A20313043B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26251C9D-3B3E-4548-9C9B-1BE1A59A00A1}"/>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F35C983-E247-4B89-BB5B-AE1415D2DEB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711CC2AA-5FE7-4C07-A3F1-E698300E56EE}"/>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08DF5D3B-14FB-43C4-B5C9-C2D61A7DAED6}"/>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CBD6B76B-7A31-41B4-A479-2255355E7DFC}"/>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0001FC9-F270-43C0-B22D-9CDF565C2EF3}"/>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1DFF37B6-790E-4939-96D2-AC54337E2737}"/>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9F05147E-1F8A-4C4D-9C5A-A3C3E27EE3D0}"/>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8E0704DA-4EF5-4D1A-9DE6-8A4827A7F21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D41C7FD0-F69A-4783-B0E7-5D93F8BEB012}"/>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D6394899-42B4-4A70-819A-D399CD6BA4C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29C6C81C-457D-445C-9A7E-B6C05D7DE78E}"/>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1F086F65-5949-4760-A44A-2D3466ADA57A}"/>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E016AA61-E29B-4BA0-B4A4-7188C0720E63}"/>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6D93AC5B-A05F-4109-82F1-8E868DA676F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6D21B6C7-221D-4DCF-BE33-45D15AB1E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3168049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8C6E65CB-4E1D-4754-8AE5-487A30E0A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3E56B1F1-D9B7-478D-9E4D-BA01603C93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9551C833-6711-44C5-9142-A4CF666786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B51B909-6ED2-44DB-84A9-D86E73475B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A9DBFB90-CBD2-45BA-ADB0-F48EBD390D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A11AB433-5CCA-4E23-9A88-1D8EF8BD0C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9F1BF31-4F00-42AB-9766-8D562C33982B}"/>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BB2C640-C6C2-4ADE-B1AC-EF38118EBB46}"/>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5A36A854-16DB-42C5-B2AC-DA08A823D90C}"/>
              </a:ext>
            </a:extLst>
          </p:cNvPr>
          <p:cNvPicPr>
            <a:picLocks xmlns:a="http://schemas.openxmlformats.org/drawingml/2006/main" noChangeAspect="1"/>
          </p:cNvPicPr>
          <p:nvPr/>
        </p:nvPicPr>
        <p:blipFill>
          <a:blip xmlns:r="http://schemas.openxmlformats.org/officeDocument/2006/relationships" xmlns:a="http://schemas.openxmlformats.org/drawingml/2006/main" r:embed="R4cc8442431fe4d80"/>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D833589C-86CB-46F3-8AC6-C45A56A3AC8B}"/>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F3996EE1-1AF3-4B7A-A2CB-25E49AA19E34}"/>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D4FAF18-C576-49B4-B83F-376B92BC5197}"/>
              </a:ext>
            </a:extLst>
          </p:cNvPr>
          <p:cNvPicPr>
            <a:picLocks xmlns:a="http://schemas.openxmlformats.org/drawingml/2006/main" noChangeAspect="1"/>
          </p:cNvPicPr>
          <p:nvPr/>
        </p:nvPicPr>
        <p:blipFill>
          <a:blip xmlns:r="http://schemas.openxmlformats.org/officeDocument/2006/relationships" xmlns:a="http://schemas.openxmlformats.org/drawingml/2006/main" r:embed="Reb00a224774d4ebf"/>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BF6B16E3-922E-4014-803C-DC1CA53C734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C0548B9A-EC5B-430F-8A48-BDEF120C2F9B}"/>
              </a:ext>
            </a:extLst>
          </p:cNvPr>
          <p:cNvPicPr>
            <a:picLocks xmlns:a="http://schemas.openxmlformats.org/drawingml/2006/main" noChangeAspect="1"/>
          </p:cNvPicPr>
          <p:nvPr/>
        </p:nvPicPr>
        <p:blipFill>
          <a:blip xmlns:r="http://schemas.openxmlformats.org/officeDocument/2006/relationships" xmlns:a="http://schemas.openxmlformats.org/drawingml/2006/main" r:embed="Rd3883eb6a85242c7"/>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886AB00E-415D-41AA-9FD7-2ECAD8DBC6F1}"/>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EB44E9FA-E02B-4F74-B0F7-1BEDD8B8F15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B6932703-D16C-4A02-B871-D1D377ABFF07}"/>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896E5BB5-2AA8-4FD2-B3C9-0A03516C202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4B005FE-F111-4CE9-8387-D07A00FD2939}"/>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A4021CA5-815B-4E75-B8D7-86F1EAD12955}"/>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062D7AE-6A9D-4600-829A-FDC33A7B801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725589A-7A4A-4C94-BE4D-D14A30A681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6356331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4697C5A7-EC56-4115-ACFC-7A5F774936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951E2C64-5A63-4FFB-A270-E5DCF2759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53998346-BF87-4251-AC0D-B06FF4653F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6354EADA-AB0D-4601-A9E3-A0D6F57193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1A8092FC-161F-4671-BDAD-888D3BCE8C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62186384-D331-4AC3-8045-58835F5A87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94D5297A-E10C-4E8E-9C3F-E0CE7219835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88FF5052-BEE2-4FBC-8DD7-B14D9E54FB0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E7BDFE0A-A108-4D7B-B3FB-4705FC341585}"/>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DFB0AFF5-04BB-4373-9274-B2B9371B4B70}"/>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A9ED5C01-3D8D-4870-BB0A-D3057762CD53}"/>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BD038B10-DBB0-4D5F-AEA6-E5ED7A44490D}"/>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8300B580-F995-4026-9574-B774EE4179FD}"/>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3FCBF3F-2DCA-4300-B864-67A0F08E4DB2}"/>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85F3E75D-31EE-46B7-B956-9BDB4262280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77A8F451-2E1E-4825-B1EF-0CAB7305B5B7}"/>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1B9265A5-23A3-4A03-8899-BF927873E63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3DA4F34-1C84-4657-87B6-0C2E15292B13}"/>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386D597-39D5-4580-807F-7AF7CB883F9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E6EBF74F-3B4C-4623-A16D-877A85A92AEC}"/>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3E0D085-133F-4CA8-A6B2-9955AC934C99}"/>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2E17649D-8F57-4851-8A0A-AF1089B8A294}"/>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430FC669-A887-424E-9C57-69B2E0C1AB8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3469471-582B-4F5D-A723-D7D2AF597CE3}"/>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1E7C8AA-AE87-48AD-AF26-575B6880170C}"/>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ADBA687-0BE3-4384-952B-B612C80964F5}"/>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0BC9A2A5-49E9-4755-AAC0-37705007C4B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59619D89-ED57-4B43-A25D-4C38CDFD1D17}"/>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AF4948C-7996-4780-B537-A7EF36E4B121}"/>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7905EE72-84F7-4BD2-9EF0-1099075A70B8}"/>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7CC36DE-4A10-48BA-8301-B5D899BA12AA}"/>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8F6CD79-22FF-4B9C-A0F9-DAEBC032409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F6BADB8E-6A53-4F2F-B35E-23A360CDF8CE}"/>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278BD2C4-A072-4358-A4E7-3E5CA6A2C4D8}"/>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87935EEE-ABD0-448E-AD60-3F25C97DEA9E}"/>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D469650-5EAB-41CB-BE9A-B39628B9919D}"/>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F99DF877-C2B4-43EF-8DA1-76195CAA6D1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BA941850-99BE-469D-B97D-14043474876B}"/>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51598E6B-0AE4-41AC-B9BD-D9796CF27A4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90F117A9-E71C-4A27-864D-F9DA52E6F585}"/>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1E31B83-0A28-43F7-A631-F9AF696076D4}"/>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9B35DB5-A3CC-4520-83CF-C9521B9963F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74E88527-BE58-44AC-A51C-7271F6042C2F}"/>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C313188E-658F-4695-910D-198768F23A92}"/>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0CEFA3B-C221-42D1-B129-51DBE9D100A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7CEB316E-6A98-415E-9AAD-E7B829B02B2A}"/>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D6B0946-2AC6-4F64-8B4C-3C773C66D7D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4318B7CF-C1FF-4C32-8DE5-D107E894EFD1}"/>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6F861BCE-6384-4648-8CD3-2E7B9C050B01}"/>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3E03745-400C-41ED-A20D-672B2EAB17F1}"/>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B806FBA8-7420-4FA4-9231-E9DB5E715C0F}"/>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A9D5011A-41AB-4F84-A699-E2A23F3D458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62A0705F-A66E-45B3-934C-65BC741BD504}"/>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CFF5B2C7-45C2-40F7-A98B-03820CAEA1D0}"/>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3C184E80-E773-465E-B003-F870F751D1F9}"/>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CC55746-F374-445A-9EE9-A3DFB9CE6370}"/>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63056656-F75F-4FD4-8A68-06167DD3E817}"/>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A9F1AFE-B57E-4E4F-AC8D-24534A995DE0}"/>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0CFE526-0238-485F-90B7-B207469175C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AF06D490-DC7E-4057-BE70-71D1895400E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7F787262-17C2-4845-B2C5-3703D00E9E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13456287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5FB2DC71-624E-41A9-AECB-58AD0BD122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61B9C124-9C41-415B-89AB-1CD1E83D5E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B8C9A30E-248C-487D-9A37-9D7F3CAA33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27636ED2-AA33-49A7-A135-330F392C90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4EDFB8EC-4BA4-4CAD-BF0F-B1565E4189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BA6535AF-40E7-4C05-9904-77BA7541ED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7740F967-60E7-4B52-B268-B0E2F2B46410}"/>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E208C727-DF2C-498C-92CF-E88A97F2B881}"/>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9C9AF5A-6A71-48D1-8691-3A880783623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3176086-50A8-483E-81E5-2E690B0BA64D}"/>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0CF5F8CB-0F0D-4B31-B4DC-28D7A2B10F66}"/>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2B691817-1B08-4004-8591-EF6B88C43BC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1A615D1-7EE8-4698-B2BA-C2F17DCC696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437AE1-6383-4849-9F0D-BDC20AE767C5}"/>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D6D64A2-63C8-46E9-BF12-6E44F11CF696}"/>
              </a:ext>
            </a:extLst>
          </p:cNvPr>
          <p:cNvPicPr>
            <a:picLocks xmlns:a="http://schemas.openxmlformats.org/drawingml/2006/main" noChangeAspect="1"/>
          </p:cNvPicPr>
          <p:nvPr/>
        </p:nvPicPr>
        <p:blipFill>
          <a:blip xmlns:r="http://schemas.openxmlformats.org/officeDocument/2006/relationships" xmlns:a="http://schemas.openxmlformats.org/drawingml/2006/main" r:embed="Rbffdcfc4a3264f93"/>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968FFCB8-DB4C-4A50-8F9E-DF43216233FC}"/>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2AAC1D2A-FC55-49D0-9175-6D48A9458AE8}"/>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0412383D-BD9A-4CB2-AAC3-ADC0207F227E}"/>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33B4B944-DABC-483B-90E6-B6E5F16E62BC}"/>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5FC27AE-23BB-43DB-85AE-734BFA902BD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6672BEF1-F9D8-44E5-B562-0AC445D74D7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C64AB7D8-C44A-409A-A324-8381F4A7399C}"/>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DD7D4526-82E2-4E45-9451-128A4458C82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9AAE22E5-3398-4ED2-ADB2-7729946FE7F6}"/>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96E41468-F5FC-42EE-8C03-21E7A92AC2C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C0090563-F968-4CF4-A921-30716495E932}"/>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9DB3916F-5183-41DB-89DF-0E003A1470E8}"/>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F5490ACB-7794-49F3-92CF-8636C9392C11}"/>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1780D73-98ED-4272-84C6-8EEA59024CB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1995BE0-C2D5-46F2-A350-379FCCF61B84}"/>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5A6FC6A5-4C7C-4AED-B92C-ADB7A138738B}"/>
              </a:ext>
            </a:extLst>
          </p:cNvPr>
          <p:cNvPicPr>
            <a:picLocks xmlns:a="http://schemas.openxmlformats.org/drawingml/2006/main" noChangeAspect="1"/>
          </p:cNvPicPr>
          <p:nvPr/>
        </p:nvPicPr>
        <p:blipFill>
          <a:blip xmlns:r="http://schemas.openxmlformats.org/officeDocument/2006/relationships" xmlns:a="http://schemas.openxmlformats.org/drawingml/2006/main" r:embed="R02b5bd5a35d74b80"/>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B5B70305-D4E1-48C9-90D5-6CEED926B808}"/>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B8DB4ED-37FA-4E5E-9C51-711EB050A634}"/>
              </a:ext>
            </a:extLst>
          </p:cNvPr>
          <p:cNvPicPr>
            <a:picLocks xmlns:a="http://schemas.openxmlformats.org/drawingml/2006/main" noChangeAspect="1"/>
          </p:cNvPicPr>
          <p:nvPr/>
        </p:nvPicPr>
        <p:blipFill>
          <a:blip xmlns:r="http://schemas.openxmlformats.org/officeDocument/2006/relationships" xmlns:a="http://schemas.openxmlformats.org/drawingml/2006/main" r:embed="Rb5a036dd9fd242e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A3E9D6CB-BAB4-4FF8-AC42-BE66209F5E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3770844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B108DA92-7A45-48BC-9E45-A3EF80598F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FFFFF2F-88DF-45E7-B8D1-C8A142C8B4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63BA3840-BCA3-4C44-956F-132A5F9F83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F391909B-7654-4824-95EF-1583FF88E2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6323C78E-D5B2-41ED-8260-96A899FFA7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E75F8F3-0D46-4F13-8F2D-09C00F2282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2842277E-CD23-4356-B9F0-8ADEF7D7C4F5}"/>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39DAFE3C-5F4E-4DEB-A812-5B3835D2B79C}"/>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3863E2A-3118-4F09-B6D0-B162B9D48715}"/>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D2FF0F3-A46D-4163-AC2C-743531B914B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306733ED-E3E7-4CF2-83EC-510F45FA470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48EC20F5-7E0E-4F86-BAAE-024C7731A062}"/>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65AA77B-FE34-4D67-90B2-83E18DA32D4F}"/>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2C05596-D117-4CDD-A135-2128E5D997D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BBE449F6-1AE4-40E8-890B-4E46FBEC8017}"/>
              </a:ext>
            </a:extLst>
          </p:cNvPr>
          <p:cNvPicPr>
            <a:picLocks xmlns:a="http://schemas.openxmlformats.org/drawingml/2006/main" noChangeAspect="1"/>
          </p:cNvPicPr>
          <p:nvPr/>
        </p:nvPicPr>
        <p:blipFill>
          <a:blip xmlns:r="http://schemas.openxmlformats.org/officeDocument/2006/relationships" xmlns:a="http://schemas.openxmlformats.org/drawingml/2006/main" r:embed="Rb4c4c089552943c6"/>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D5FA5337-D31D-4FD3-964B-A7F5F0ABDAC0}"/>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43AC6292-1D8A-4458-9423-9F65FCFE4107}"/>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5312471E-0712-4372-98E6-CBDBC4B42664}"/>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6A86FC11-2DAF-4824-99F4-0AAFBB2398EB}"/>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BB64776A-99FC-4D4F-8122-CB35D107BBB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D84A0BB6-4B32-459A-8664-8E09B2F0BA72}"/>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776E95CF-C570-476F-A923-A2FBA3A730D3}"/>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90B5178F-50D7-49D9-AD23-A7DDD617C3F6}"/>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2AD7B4C6-4856-4FD5-9F97-26A5747562B4}"/>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D1D12CF-7A8C-44CD-A5D8-48C59E9934B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C7E9CB51-0116-4224-B079-F31A76CDE554}"/>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C5EA2E08-EDC5-48F9-99A9-1CE57837E344}"/>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3FF4BE3A-5CFB-41F2-84CF-5FB2737A0E47}"/>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1871F90B-E860-4F90-A0AA-DBD50A7855B9}"/>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EC1C1FAC-D337-4B53-AF62-77BF05DDAF5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C52EFFC8-2207-4012-9C38-F62B4CA38D59}"/>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B53E8AC2-30ED-42F5-B1CB-40CE78FA7BB7}"/>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B6AC4596-1A51-4CE9-9828-3C863D453BE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367B36D5-C2DF-4232-866C-F7D07B159C17}"/>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CE39317B-B5F4-4BB7-B4B4-14E164492FB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51078C2-70BF-45AB-BB84-550319260C68}"/>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11553BE1-218F-407E-BFF2-C18896E3A94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C1E5A828-0E3D-49F4-AB58-61D0C4BA5A00}"/>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904F6BC2-0E0C-4232-B7B5-CEB2719783C7}"/>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333F78FC-2F65-479D-9AB3-CDFE0915039E}"/>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D2620AB-D0F8-483A-8F61-673E5305D1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5499455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99C44EC-A085-4301-9597-A1A4BDFD8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91EE7B99-3F91-49CF-8FA7-EC2665A31E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6B7AB6B1-4DF6-4D71-AB97-2C0D6B924E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CF47A65-9A9D-4FC9-A3D5-70DECC2C94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C27D1C67-7E89-4B49-B49D-05D6791D7D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4B2AC261-70E7-497B-80B7-E9C3FE435A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A23A5963-3E85-471C-99B1-AAC4AFCEADE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86FAA6D-B6B7-45B7-B9F0-80B9DCE5D9C0}"/>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ECABB49-704C-43D4-8C35-6BA39E1A98C3}"/>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B5A0BA3-011C-4345-91A0-8A9B0FD79292}"/>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0576652-59AE-4BB0-AA75-5D2486192898}"/>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AEDF5D59-9E75-4BF0-AD76-3AEF317D263D}"/>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CDD3A2B3-D868-4571-BEB2-C4B2FC3469A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5B7BFBC-1C65-4DD9-A77C-AE73D0CA3CBB}"/>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EB66B818-93B8-40C2-8E43-D81B2C996828}"/>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D7826A02-29DF-4078-BFF7-0CAA6004ADEC}"/>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13AA397-8F41-47D1-A51A-8E33EB572F66}"/>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EEBC7DDC-CE39-4ECB-8823-7EEC06066A5F}"/>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E2E91A32-3A64-455A-B37B-C519D353B35F}"/>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D423E65-A933-46ED-A6AC-52F8B03DF835}"/>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5E223B09-059D-4D97-89D2-2D825297A4E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7D1BE5BC-7B1C-4B2E-ACCA-0AAB7DFF2C03}"/>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A9EC846-6C5C-4B39-9458-5EBB65983347}"/>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3C05D4E1-90C3-444B-98A5-104D42EED007}"/>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A36508CE-6EB9-46C7-9409-7DFC57386432}"/>
              </a:ext>
            </a:extLst>
          </p:cNvPr>
          <p:cNvPicPr>
            <a:picLocks xmlns:a="http://schemas.openxmlformats.org/drawingml/2006/main" noChangeAspect="1"/>
          </p:cNvPicPr>
          <p:nvPr/>
        </p:nvPicPr>
        <p:blipFill>
          <a:blip xmlns:r="http://schemas.openxmlformats.org/officeDocument/2006/relationships" xmlns:a="http://schemas.openxmlformats.org/drawingml/2006/main" r:embed="R426a3873e1124aa7"/>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C924FF0-E869-4735-A6BF-CC9AD54903B4}"/>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4F9870E-51B9-4CC1-AB3E-7704BF0366A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2D1414C8-9291-4544-B6B5-A354A734D1F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9B22220-3AA0-47E4-BE6D-427EC044C507}"/>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F2C5EEA9-3E67-4C63-8FCA-77C6085BB9B0}"/>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27C618B-DF00-449C-A0F9-3CE570503ADE}"/>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F2B5A2A0-4141-46BA-A884-1AEA7B17A4E0}"/>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5450BD81-80C3-496F-B201-13C2F683F83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F178DDD-098F-42E6-BD27-560655E86F3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3DF73EAD-3A8A-4FEE-B07E-8E2B13FDB245}"/>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7D30CD8-B2B2-445A-B53B-19464F29CFBA}"/>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56F88873-92A7-4ACA-AD60-65EAD5FEC160}"/>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A88D3802-2D21-4D48-BD0E-0029C17F3D6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9A179C3-8575-499F-956F-F5013DCD8B5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CE14A20-2919-49CD-83F7-F3B5F75DC2A8}"/>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B2339DDB-4E74-4DFC-8AEF-1DCF4646767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F6862DAA-410E-4789-94BC-64A58E1381BF}"/>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6EFA62E2-5AE3-4D97-9E9C-6ECD60F8A73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F999E2B8-24AD-43F6-A180-9DA285B3166B}"/>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F72BFE7-86B1-47C8-A36B-4AA4CBD3F8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4490749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25BED8D1-91A4-4F9E-A6F1-3189484DF2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7ED0C7C2-93D8-44C7-BF85-0676B281D6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56DC6139-229B-4481-BEA5-F7A77DE18E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E95D945F-F88A-460C-BF70-C6827D1413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FD5C070D-C725-4D54-97D9-0644FC13B6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8DB91B8-F57F-4200-9DE4-96DD018E6E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7F50EA9C-7448-47A4-9BCC-06182CA56D1E}"/>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66ED6054-BA3C-4816-880B-8E2D2D9F1B81}"/>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49131790-08C3-4E0B-971F-6004FBFDF8FA}"/>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44B0104C-C6C1-4232-B8D3-13180F62BB18}"/>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CE9ECAC-E5E3-466E-9F57-5DEF749BA50C}"/>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44D1F20B-ACDE-4338-A93B-45BBDB1ADE4F}"/>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D45F9B5E-5215-4619-A7D0-2B8BD6CC298D}"/>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B3B5B151-784F-4E6F-9E7E-4A11DF12727F}"/>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9C0BF027-445B-40BD-A8D1-0A8A73F2DB6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666D9A43-5376-44B1-B211-3826C16A84CA}"/>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ED58ABF-D95A-4304-86F0-583CD490317D}"/>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CDB2909C-2393-4EBA-9B05-1EBF6C3C9B4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A085FEE-EF0A-44CF-A776-2BDACA440230}"/>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D4D0857-2417-440A-8EB7-EE0134B110A5}"/>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1028ABC1-51DF-4471-8AC2-8601CEE9552B}"/>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69620A6-FEAC-478B-8CB1-667F46D28560}"/>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CE9FD2A0-9508-453E-A84E-1F48646850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50164150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B3E0CB5-03A3-4044-855C-072F837FCF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8A3AC3B1-69CA-40D5-B68D-C454621DC0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7B80CDC0-F1FF-4A7F-8073-DDA59AC20B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8917042-0DD6-4BA6-813E-2A6EDFE4EB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256BD256-9774-4731-ABC5-A8B0432967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1C4D4112-9D29-4D32-8CF4-7F768FD0B3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2BBE58CC-7080-43DE-BD68-4F92CDC068EA}"/>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690492E-C827-4290-82F2-3E8608D6F58A}"/>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35B1252-A793-4F33-BAE0-A98638679A4D}"/>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B7811CCF-10A1-4DAF-869D-C6D6760CD6DC}"/>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A0E44DBA-F014-488B-A0D0-223DA15F9EDF}"/>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CCE8C085-9613-4198-9CDF-F29A6F83E3D8}"/>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9EA93ACB-A62B-425F-8459-AD9DBFC2DA1A}"/>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3D695216-909D-4BAF-A789-72D8269A48DF}"/>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F977C29-C75D-4304-B37E-4ED965F0E63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CEDCBE52-0E27-4F2D-855B-2B2C6D101068}"/>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283223ED-449E-490C-A0C7-24DDF63C73D0}"/>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DFD18B30-7EB5-445A-BB80-1C3FF61EBEC4}"/>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F902EC68-3BCB-471D-A203-6E04B8432F2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D417D179-2265-4EBB-B035-EFD8C43DFA34}"/>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713EEEA6-8AE8-4A5A-862C-DED6032E7C57}"/>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C3D3120-0D47-4660-9F00-AE180BF5525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B90D7BB9-2A4A-410B-BDDF-382C33D2238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698A1932-C3A5-4D80-8915-AB52FBD4096B}"/>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1AFA127A-66F6-4AC1-891D-C72509085D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40737984"/>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8D7FBA30-C935-4DB4-8BDF-8D1A4B3DE6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DBF24787-083F-41F3-A4CF-9634CD37A7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E7A7FF0F-C5E3-49A8-A6ED-3019481129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99F354C-1830-4C92-B45B-1663F6C808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65A41925-E4A0-4273-B0FC-9F9119B877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A2935D5F-6874-40C6-A0F9-5F46D1E45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0AB6F92-7986-489A-92A7-52E25CC0E820}"/>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78CFA95-37DE-4A42-A063-0AFA5E610C3E}"/>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10E5EC6B-13DF-4DF7-AC80-5FAAFC3728D0}"/>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B111641-9D56-4089-8A7E-15740CAC2F61}"/>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B295F02-FD14-49E3-B984-890A6DAFB45E}"/>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D4C2E67-3B41-460E-AE01-593B7C163FDE}"/>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896A10E0-1CC6-4EBA-80AA-58CA8B5D1145}"/>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8EE4DD6C-B56D-41DD-B977-B94F6A1F5AE3}"/>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76646C6A-A99D-4970-A354-C66F5864D91D}"/>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9BC69217-9CB9-48CC-B652-7B05786EDF0B}"/>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2DE6CCCE-AA4E-4B7D-AD70-652C9D46C7C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35421FD-9F10-4E57-82B6-0F11153512BA}"/>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105E0B2E-5180-45C1-9513-93C20A69ADB5}"/>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5DF5E255-B1B4-488F-A328-6714245632E1}"/>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F8FDE95-5C02-408C-A67E-CBB453960427}"/>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D0D2A23-1577-4E0C-A7F8-FB05B039E961}"/>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C5B4ED51-880E-4FE8-B1A0-78D01C5FD15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D2629DEC-0847-4CFB-9563-692F710BDEC3}"/>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19A1B34-85E5-4960-8D1E-B67147BDCCD7}"/>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D712242D-058C-4CC7-82F7-39EC38ADF7AC}"/>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AC9CE5F0-9B91-4463-98AB-C2C4EB4F9785}"/>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1624EA18-369F-4FD0-BAD2-0BB60330938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4B9EF575-6875-4562-A739-1648A47E3D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38402514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3591CCD8-1F33-46E5-911C-2573CD2A72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0AA47018-7687-4EDA-BA8A-827E2AC76A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8AA51AEB-A7C8-49E7-AB9A-318D182AD3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F8809C0-B23F-4C74-9468-E7A6192603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088DDB6C-65A3-4450-BC9D-7453B77E2D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56481CBC-7EED-4B20-95CC-C5E0AC3180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1684EED-55A9-4AF1-8EB2-B03CD892827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63230D2A-A4C0-477C-9134-B2A31F58E4F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A4CFA386-CE15-4339-94CD-7D259D6EC137}"/>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72D7BDA4-DB5E-4F7D-B329-4C5FE438A589}"/>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226FC30B-50CF-4B0A-B46D-FF5764A874DB}"/>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026BBAF-059E-4496-B6DF-83051B3A338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687ED5FD-4520-49B1-A0D1-B4BC876C928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B09A5871-BBDA-4B21-BE2C-FE05EEE0B0B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7AF11B3E-13DC-4302-8460-085FBF7C18D1}"/>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B25621F5-F80A-4FCA-A487-CA160FE80F9B}"/>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C8CDEC5-D85F-4B5C-971D-41B7833F1F72}"/>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B40A133B-D309-4AC4-8BDA-A7F804184563}"/>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DB2F25AF-49D1-46EA-B0FC-20B7FA7783D6}"/>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AB785E06-5FB2-417E-BD98-11DF0A2B16CF}"/>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D6AA9F73-B9BC-42BA-B979-E74280E4DB6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FAD2354-78C4-4B53-8373-4D6FB0A670E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FCBD77BA-FE49-45A3-AFD2-FAEE19678D01}"/>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E1945907-D8D2-40F7-8C56-C9C657A58B1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316CCA2D-A95D-4C66-B9D1-E02146F70B0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19002FA6-D151-47AB-8AC6-DF09C4FFF53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9B38D6A4-0640-4407-B3C2-AE6047CD535E}"/>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1EE3E9DD-9020-42DB-BDF8-39784142A0FD}"/>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9C0FDEC5-C09D-44B2-84EB-CB9F05BCDC8D}"/>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7DD9F524-890C-451F-9543-89694F1EC0E0}"/>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907C5CDA-C9EC-4479-952A-66BA3E5540DB}"/>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A79C8FB1-347A-4CBD-947D-78D138A5251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100D5BD6-FA5F-46C7-927F-1DADDF5BE8DC}"/>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E4707808-6FE7-4450-9285-FCA3109345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9265295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3B118E79-3073-4272-8CFE-BA79F88433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34D298CB-F271-4AE7-BC69-F724A6A46E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B61F3186-7845-4A81-A7A0-22433F9C82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FDD7463-BC86-4512-9682-556C84DD42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8B14DF42-CF22-4BE8-8887-FD95943334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74948C1B-2F97-414B-BF55-7015B0D1BA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A7AE963B-1709-4108-94E0-3E703B17D93C}"/>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B2BA60D6-975C-4179-B996-18FFE2502E4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8A43D046-6163-4128-B8E8-C8BA3A765109}"/>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6B5EB4F-67F4-4D3A-880B-D81DC795D269}"/>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46CEA587-2A41-48B0-BE83-28297E285D06}"/>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F755DBAC-C620-4619-B572-4CBE8B39159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58CF22D6-0CAB-4314-9F8E-7595933EAFB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9608939-9413-4049-B620-6EE10AF97A14}"/>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2F7CDB8-C15F-4093-A787-CCE0A44AB96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9F68BA6D-E574-47AE-8CDC-15B3C422D121}"/>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89281FB-ECAA-478B-95C4-B6E0875774CD}"/>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3222CD42-FCC6-4A2B-94CB-DD82B3102030}"/>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98E3E178-975B-4F67-A53D-240F3A943F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5280292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F2D3D796-A67C-4A71-8B86-DA7252C55D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48403AA2-9172-4258-AA69-850357A09B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D1F1A96D-36EA-4C5B-95CA-E41D1CB928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1CB7193B-A140-439B-AFE6-40AFA4758A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D5EAEE1E-F536-466F-9FDD-70ABFC0C94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1986147E-9BC8-4F4B-B3BB-B0B909B836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88631FF0-0364-4A03-9C7B-E5A7C46A561B}"/>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4171DB7-F6FA-4E02-9E1D-F2C5E378C7B8}"/>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1A89A892-A34B-4072-A09B-0BFF5FDCB4B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CDE062FE-0E3B-4838-A6DE-4E4311A35E0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B37A72EA-3A80-4574-95B4-E0ED858E7C8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3523735F-3C3E-4F94-AF6D-D5BC530559A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56907A6-2E43-427A-9730-89D6D0EBEE3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E3962FE4-E2ED-4DA7-A248-F40E91799168}"/>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ED2BF3FC-93A8-4DF6-88E8-BF62B072CB12}"/>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95ED25D8-647D-4E79-A3C0-D016F8DB234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886AA88D-EE36-4F60-8734-562FCC23F564}"/>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4D29B90D-0DEC-4F81-8421-3385E2EBA8CA}"/>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F5CA78D-E2BF-4200-9345-405A05D98CC6}"/>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4A27D5F6-E5C3-4B5D-B82E-60F296E8E44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06F80A41-C5A5-4C42-9A55-DC35D9E159B9}"/>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D9BDE34B-326A-4BDF-B330-47BEB52681CA}"/>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B15F5B67-BB8B-45E7-8A6A-85E08B39DB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627241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696F568F-924D-45FC-BB0A-2864B26F5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DBB5FE2B-BC0B-4E61-94A0-EBFC94CA1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7A83CB47-CD63-4DA7-99B8-5C970AA2E0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1E08A9E5-5828-429B-993A-6461A3A653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A82D23C5-2320-4CF8-90B5-3C187AE545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9F375CA2-7281-4FC2-800B-DF04B60F1F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210BE5BF-3215-4632-B611-36D0C08AB01C}"/>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2CB6CD5E-0F85-49D2-89A5-06C40DF8A3FB}"/>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AC2CAD4-A460-4C04-BAEB-E30E5998590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627C6B37-6ACC-41FA-B6EC-C7153234583E}"/>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FDB2E513-6F4D-4B24-9A10-5EBFC2A4387E}"/>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3CB4FA8-19C6-44AE-904A-5E41EABF81E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D5CA993B-B47C-4937-A1BD-277AE08370AB}"/>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2961E54C-80BD-42C5-BFCC-1241BE561657}"/>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A8149427-9868-41D2-A061-D9B2D9A4B2A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555E520-F56D-4B21-A911-4780C8A1C93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37B8151C-0978-4A46-8B6A-4C5D54B40FF9}"/>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D36C1A9E-072C-4D23-AE87-6D8E5DF6CD3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C1DCC645-A0C1-45DB-ADDB-9D2C53428E65}"/>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FCAA017A-F042-404F-8793-3CF2D06883FD}"/>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F1CA7BD-06C3-4B14-AFD5-EB239A34EEC4}"/>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8F7B68CE-1DB7-4D44-BEB5-D9F5F166A1B0}"/>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D4D33604-725F-4E18-8EA1-F5D8205F6D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5529757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70167A06-ABCA-44B2-B96C-200089AF05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8FE1DEDC-3A67-4F96-8AD7-D919238B6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E571DEF7-C5FB-42C2-838D-71757F6921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A3B259D6-E7E6-4BE8-90A4-18BA6CCDDA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7C5320F-EE93-4FF3-A3C4-6C08FBC82B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2F6D0B0C-06B3-465A-B563-4B3926243F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1AC79C6B-9ACD-4672-ADDA-7A3AEFF5EA1D}"/>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963553E7-EB1B-4664-84CC-EB0737BAD34F}"/>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8782D018-0CEB-48BB-8BDA-9033A10A171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F587BB8F-5D98-44BA-86D3-50180FB40FB0}"/>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EA2D0C0C-55BB-4715-87F3-EFAFCF193C21}"/>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73AFDC65-DCBF-422C-8697-1E4B10D9987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860B3AF6-E985-4050-8FC4-B675662107D2}"/>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DB58F25B-C126-4A7D-AC7C-F863772252B1}"/>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B24D3375-2B51-4CAB-83C5-983F4E534D99}"/>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07CD594B-5507-449D-B1BD-25EAB49F36D8}"/>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E41C53DB-70A2-4805-A337-82EC5B6C2CAC}"/>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7A453BFF-8937-4FFC-BE8C-A05A5625824C}"/>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CE68C9E3-22B4-4D42-AD0B-882A5764A6E3}"/>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9649C952-1BF9-470A-BDDF-CBA4626B82D5}"/>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CC46414C-D66F-4AEB-BBF7-404192EA7984}"/>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6AE3A0D1-FF99-4F62-8FE5-CFB9B70B1FC5}"/>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3D8180FB-B2BD-4C29-867A-B26771053C6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AED36FCD-9709-4E0A-BB1A-CBEF10A5F990}"/>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C3DED114-CA2A-4163-9D7D-F9693E045D38}"/>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0439E51A-1176-4FB4-810D-4F6F00BCF569}"/>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117C31EA-1A03-43A2-AA02-F0AE2EACAF8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F4772EAA-3DB7-416C-A82B-A3768D83CD3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C1CC233-4A79-41E2-BC42-C134D14D5CB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05703ECD-5366-4EE8-887B-2BE10570392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19222D2-CC08-4DF3-869B-0275ABE5A76C}"/>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78126A35-A238-4263-979A-2E523FFC7669}"/>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669463A1-806F-4A21-9314-C2A30133C31C}"/>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07443947-5D3A-4EA6-95DF-AC56C3FA507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20AFBE1F-1067-4722-8905-EE64640B216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86CD991-6301-4E40-8A2D-D9CD6E61394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9AEB9C38-5081-493C-865F-3DBC1B72E4F3}"/>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C92BFD61-5048-4606-BC44-A280A2151DA5}"/>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BD0F0B0-CA8E-4B28-839C-B9C113283D8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3994109B-7D80-4D92-8703-701B3353BB7D}"/>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1AC9A61-74F5-44D3-A2A2-95378CF4C9C2}"/>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A0DC0AAF-9637-4B0E-885D-15D0F52A7E93}"/>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8547547F-298F-40BF-95BE-840E0466CDB8}"/>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69CA67CF-3143-45FB-92CF-826A0F43DF19}"/>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817AB17C-B2DB-4F37-A1E5-D1C8C8B576E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3787730-595B-4A30-8503-2B05536735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9143501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DEA254E3-5370-4941-B0FB-891F8E79DF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0C19E9F9-0AB3-4DA5-8683-41A162642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8432BE91-9FFC-4798-9B22-B5FAE795AF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91E3C4D7-F6E1-4975-934F-F747C82199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0E1E74D7-D6F0-47E0-AEE5-7EE28BA922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59D9A88-54BA-4080-BB98-F560E22DE7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F8A35A5A-168E-43B6-8D3C-BE8CBC333A6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6253DA8-7939-41A8-AB8C-98DFE42209A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49374340-361C-401D-9CB7-2B302493FB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B94FA8F2-63DE-4C01-B6AC-0BEBB41BFEC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13E00C1-D6E0-47B2-9180-7B145256EF7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A4A5AB8-C147-410B-94EF-3AE50D10B99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7468CA5-7E9C-43EA-837E-A580EA6FBF9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B55B3FAB-F36E-4B6D-8E1C-AD11289FA2F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722DDB1B-6DDC-4E99-B209-AB0DD00EFA1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9180084B-12D0-48BC-A04A-C678D9A27F9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54D2769-7B40-4EEE-B448-FD7FA59142E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EA725A8-F13F-4B50-B436-8AE2872DB34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B9EFD656-5044-4313-BABE-CDDC57A99D6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42B5EA9-0616-46C2-8A57-8D564D7FCEA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8CEA4C97-93A4-42A9-8257-0AEAA7BD8F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16407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D276ED21-AB65-429F-8413-3AB0B32FA6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ECE70B4F-2F1C-4E45-A753-C8B5216836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C74628F5-A631-4CEC-B34F-C45B1FE7A5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8D4226F2-53E5-4BE0-9243-18576EB216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8A41A7C8-AE82-4E70-BE1C-FBB5626D0F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105E80D0-A52D-49CF-91E2-54C861F919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B73B3635-F225-4FE3-BBF1-DFBEB796C87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AC5D27C-1A1E-4B74-8BBC-5F4270E9C60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1644A429-EE29-423E-802D-68178B8697C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267504B-4374-4F98-9D04-90E9258DB0A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808CE47-DB22-400E-99C6-9EAD6CD8D5B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77A1BB8-24C3-490B-9A63-96DAF0E74A0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1CF98084-6075-4910-B712-4CBCBD23A32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0CFDF3DE-EAFB-45EE-ACDE-81F994872DF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E8245626-2721-4A65-B191-BF3D499E1A1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E7308EED-1C69-4097-BA92-EF1B25B5F6D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10FAFC68-20B2-43D9-A021-F7A058FEA43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BE92F4E-E9FE-40A6-A10C-DC41A4BF8F8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615033E2-664A-4C34-8F8E-C8636A94B76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544A4B08-E865-42AE-9BF7-CE19CAFA4D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3E25A7EF-42F1-446D-8142-6E8CDC3224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92334444"/>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29A17FBE-BC27-499A-99A0-15C936E5D8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1F8FAB97-96A8-4C04-8B64-4ADCA27610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EC8A8241-1581-458B-BC40-073E3C0433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885CA6C-DD7B-44D0-BDAE-733B44AD5E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E2CC0BA5-E07C-4847-B7AC-40AA77BBA3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CDCFE85F-1B8D-448C-A029-0D73333922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79966747-066A-4579-9D11-487E13A026B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8C001CE-1C9F-40D4-B2E8-33B7C2F789B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8DE2E73-9705-4DE2-93D7-971AB9EA43A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FCBB99CC-9AEB-4F82-82EC-27F5657061C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18AD761-7C5B-4317-B8D2-1A956175CAE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AC1160C-EED1-46ED-99AD-789446C38CD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609869EE-4FD5-4F72-B7DF-5FF9DCCFC96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C7827413-9232-4380-A2A1-725A361F9F4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B7CF79B6-FD4D-4C5A-B13E-EADECA99D17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0F8D35B-138A-4BC0-8BD0-A7CF734EB1C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17E9B9E5-3460-40B9-ADB1-4CA813160D8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21753130-3274-48D1-87AF-538A51570ED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6B527BC5-09EB-456D-8384-D0A7EF868CB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DFDDAE4D-E4AF-4C03-9BE8-ED568CD7759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02B46AC1-9099-4E26-A8D7-D5001AC746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1827625"/>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42693FBC-DEEE-4DD6-AD1F-027760164E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CC5F3692-7793-440D-8449-D7D36440CC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A64C515A-6644-456B-98FA-CF8C25AB52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886F1E34-016A-4F26-BA59-EBD850F0D9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F1AB90C-0FB7-440C-B60A-9D46A0E681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427D2C30-3B5F-4D17-AA52-AF5A6B7CB4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E64A020B-00D1-4CB7-8D6B-63353DD1640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6F5932A-2E2F-44C9-BA21-DD4DEEA1A1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4D76463B-7447-4825-94DB-6E1EE6B9143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1367BFDE-CD0B-4F13-8E0F-E1E15227EA6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8F0671F-DE0F-4A22-BFFB-1DA2234D90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97570A9-9BF4-4210-ACC9-5538194E195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B31433C7-E743-4D29-B54E-D38CD31F834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72618FE9-5C2F-45B6-83AE-8221A6F65C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5381B92F-9C57-4CA6-8A21-B43EC83BBFF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7E160B44-1B1C-4C88-A281-4B3C57FD41B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047956AD-6648-489D-9D44-A9375061F1D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C93EE108-BE99-48A4-99A9-7F3FC8CB9E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A5353C1D-FECE-4312-BA85-4B5E49C240B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B4E7C1D1-10EF-4D4C-8E2D-BDFF3B34416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FD89A73A-7111-4CC0-9268-4C68FA57CD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4525607"/>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643A00FA-9A1F-4A3E-9E3B-EF1894448D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4DA72766-C35C-4331-B1E1-661CEA08E6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4622B96B-9542-45E5-8523-DD5BA2ED00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F7A8314E-63AC-409A-9B44-9928E46CA4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4A207415-89A0-42AE-9625-8F89A956E8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78A992A7-AD62-47FD-A8BA-A294761ADF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AC594F0-289E-44F3-AB54-4448A6409EA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C567AA6-BBC6-4192-943F-39F90F06C16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91EBD9BA-7976-4F6F-BF60-E7708FF6B91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C64E0D38-C2C6-4741-99F5-6BFAEE7EE65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AA2B291-0F29-4F67-9CB6-C1B1145250E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6D0C966-852D-44EA-BE57-BE9F6513D7A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6B4E9B4D-D060-43E3-B63A-677A8F28205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C237D096-1F18-43E5-8282-5423FA9F185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B3A2676-868B-4C65-8168-9DA7AB5B683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8240B48A-BE2F-4F7F-8486-4696DA942FC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796764E3-557E-40A3-A2DD-5B313A7A8DD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6423DBB7-94C4-40C3-9F7C-57C506E4261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E9B549D5-CD49-4C74-9852-61552EBABA2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28972A07-C23C-421D-9234-BC615BCA90B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06F94C57-4A3A-473B-9204-744F3CC094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922416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F3816FD6-797D-440E-A2A0-CCDBF5638A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DF47542C-AEBB-400C-8E48-8A0015A901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E7057AD6-494B-4BD6-BE82-8D4801F577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44CA8456-62D9-47EF-B701-7458051E3A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2861771A-5097-4C41-ADFC-6B40CBEAF2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6DAF3200-3A30-4C49-80D2-5F48B77947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A8E15C0F-E5E3-4B91-8744-59E033A95C8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B22DDC3-E03B-4289-BB16-5E16EB89617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E8567634-E46B-43F4-BAB1-0466CD254CC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01C273AF-5B59-4DA7-9F72-5624C49ED2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92C4D9F-CD29-4859-89AB-7D97DC943CB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D9ECDD6-4A78-4992-A46E-2AB8DE8B929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D2C07136-279E-4DB9-8193-3D238CA5A4E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2E7818A-BF85-4E50-93C3-73C9D02D628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1362FB5D-4651-4F1E-A88B-08E3F0F60F1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463123E5-EC3D-4762-922C-1587A38DD71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8529313C-66A7-488A-B88C-C694ACEA0CF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E87237F-9E8C-41CC-B8B7-799C4317FBC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672DB99-6114-4C0A-85C6-761AE8F2D2F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37531CEF-F7BE-4FFB-B838-E956C9AF9C2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2E7EA814-BD5B-418F-9D23-0D59C42C56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38448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79B7909D-EC88-450D-85AC-A5CE28A19D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B22EFBF8-923F-4DF7-BDD7-078555DCF6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7427D6DE-D79F-4F35-B6E8-6F2F971945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0FC5C28B-E045-461B-84F2-C90A5E8BD8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2750E67E-F199-429A-BDB1-A39B0F4F2D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D102BFA-CE0B-48BB-97B6-2E336EB869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84C659BF-AE7D-4005-91C5-6085B0D47BC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62CAF1A-6B30-4628-ABFA-F9E391967D0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0FC7C194-F644-4898-9FE7-F5EB21335CD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2B467663-18FF-474F-93E1-69854DEEE96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A7F56B7-51E6-41A0-A7A4-13F811289FB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CF44F36-4FF3-4E6F-B23A-7283C7617B5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F2B072BC-A7D0-463E-996E-73859DDA7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7195192B-DA4A-4A23-860C-0A756090505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D6AA971D-33D2-4F6A-AEF7-600186B6F70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4FBDD024-6799-4DA7-BF18-9F1B4B9812E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E17D8734-02CE-41B5-9DAB-FFD6C99D36F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F64432A8-D316-484A-993A-1271580636B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405D2DBC-5772-4B32-8B0C-9F79BDAD21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EE5D8A1F-F114-46F5-BDDE-2F42CE461F1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55FD89A6-36C0-4847-B60E-AFB48C5A33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261565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FA992C64-6763-4E4C-A29B-59CBCA1C84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14F10DC0-71FA-423D-B394-697E8F8ABE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C4DE4B4F-9C0A-4784-8171-8C79E1D860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15D3E3CD-5558-4639-AEE5-AC10B299E5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10009D1C-458F-44D9-9FE5-61E3E51EDF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48735D89-2C17-452B-9C3E-73F8BB177D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6C863F99-E172-4FEE-A795-B4E7FB2AD1B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EB3BF57-4641-4248-86F7-A50CFB978DE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60369D45-8DC3-4B3D-9822-1E273411CBB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580A2ED-187B-42EC-8E4F-4737C06AB7B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33B4C6-64CE-4ABD-B684-7E22F1CEE55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1BF8B70-7E4C-4F9F-A5C8-35A9B29F788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39484015-7394-40B2-BA8E-D2A96AA8D6D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4D09CD6E-68BE-429D-890A-75F8AAACF79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936D2C64-00DB-46EE-89F5-741578ECC73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EBFC3FC6-FEF5-4FD1-83B3-E344D02DFEA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BD9DF002-8FC3-4919-80CF-31CA157A327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C733BD-24B7-41E4-8D8F-77BFEBBFD0C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AFCFBF16-01D8-4B8A-BB94-D766FD4A734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EE087FD-5A4F-4196-96A5-AEB933C135C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A5A9FD8B-8056-4C6F-80CF-897812CDB1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350156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882F856D-0FE7-4F11-B5F8-7F6CEBF517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D677DDF9-4717-44B9-91C3-DD76BF55C8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6E9B1268-94B9-4090-A8E3-9BF4FD7F50F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193765AC-E957-405D-908B-A005832AD3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3A6AC18-D449-4CB6-B289-E306BF381A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08417F8A-732B-41D2-B3C5-9123FB1F05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FA344BC2-8B48-41EC-8C02-9FBE6728F8A0}"/>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E0637D26-4749-48B4-B998-139BF6D3562D}"/>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57FF022A-5A46-471A-B860-1A0E5321D0A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1CDE92E6-27DF-443B-A194-827C70DB6E07}"/>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72421D79-BC91-432B-B967-C9C7029DB32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3F79520-C986-4858-A62D-107BB11C796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C890E187-0534-4DF3-9777-5BCC4CD6CE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9817160"/>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67D66767-0E51-484F-A6F7-6884057F22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62798399-C8DE-4415-A902-DE065B4BBB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AE21C446-C3B4-40D5-A3CA-AE0B757C98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F1254AE3-900B-4BA4-84FE-E69793BC9F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5787A8BC-6286-489C-8B73-BD98E36F34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90CF1F67-4959-4146-A5C3-ECA47B6E5C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184E6EB2-093A-46E1-9670-2B3623F823FB}"/>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F5E25D32-A213-4AB4-9B72-3CAF440D901E}"/>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BF56A23-07A0-4129-A37C-28D05D7DDF6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5518424B-7F7B-45D5-AC8A-95AB49FAAF1F}"/>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B02B0A7-0904-4DFA-8D34-262A4EDD11C2}"/>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BF2C0B1E-6280-4518-BCFD-F7C728F41011}"/>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6940743A-6AA1-49B1-A2A0-220F2FBA665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0DA1CB-9614-47C7-9C13-B378A165AE0E}"/>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2125198D-3744-4204-8C93-FD09E4C46C12}"/>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93DFCF3-0E96-44A0-9F1F-22486C0BDFA5}"/>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EF9C4E1D-819C-4412-B7E6-E84E01C98C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5496293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2C52626B-2944-4613-8315-485E8C445F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C110F932-1245-4B79-B685-099FAEAAD6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1F7C38D1-C741-4223-98E3-E48A840242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63C95B00-18DF-4FD8-B9D3-C3D0038D0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8B886E45-9133-4A13-8B83-B2824532EE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19820A9-0A72-4B88-A8D5-C82E3BFCFE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EB53602-D79B-4916-A05E-4EC348FC66B2}"/>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2FE261-D454-4859-9C52-3BDE4D12285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C374064-1AEB-4814-BECD-06E41FB67C6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E6E1BA9-3C13-4D39-8D42-9DF3179F629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B25C5D4-27E2-4263-87D1-E487AA8C2ED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86B401B8-D554-47EF-AA82-7436BB5A6E0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BC206903-AC19-4E94-A0B5-D934E06B4834}"/>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61A2B41A-EACC-4F9F-B517-8A63EFAB69B0}"/>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0D43747-BFF7-4372-B076-4EDE5D6AAD00}"/>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C6B5005-EB6D-4789-8AF4-C54BE8F45134}"/>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82D3481A-AEAB-4360-84B2-79888BFC46E7}"/>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ACF7AFCB-8145-4585-AFA6-9468185063D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9E287D7-776E-4290-898F-25DC7CB41DB2}"/>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4B5B469-90C6-4403-BD1B-E99CD5378870}"/>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129D65-1E9F-4843-93C2-5F41347EC9F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2F92313-48D6-482E-B683-6EDCF887F39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AEB7E93-81EF-4814-A56E-48A2B3AD13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8441300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2F898416-DEE7-4651-B704-EBB5E60387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407A07AD-8A8A-4D9D-AD6B-31C69040E7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6469F48E-25C1-4948-8178-ECC336A69F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1D429554-AB2E-4BFA-ACF9-690402F20D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A7C41A5B-E3AD-489F-9138-547E272235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5EFDA14A-EB4D-4166-84D2-E08C738025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F722EA22-EB3B-485F-973E-00BCB2B885B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BC1FAB3D-37C5-416D-9C44-BE37AAE89C5B}"/>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68B9915E-42B3-40F8-9F70-634FB37C52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AEBF702B-70E7-40C5-9FDE-9F56EFAC2982}"/>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387EA5E5-2EBE-40A6-A9D7-3B0E7FB6C61D}"/>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AC67434-990A-47EC-8F17-C128660E214B}"/>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2B1767DF-9115-4AB0-95E9-DDA3FE72245B}"/>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A7AD95DC-A68F-4CCE-A09E-F5518A21D9ED}"/>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3C172944-2D82-4796-9E94-02B8754E7048}"/>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903A960-4854-49F3-AFC5-7CFD04564C7F}"/>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525A429-4462-4948-9724-0BA8BD807CCD}"/>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E2C441C-DBF3-4139-B2C1-00E21E8D233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2328ED20-BF19-45ED-82F2-BBEA2696032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E9B4C676-3B00-4A55-B4B7-9B3D545FC382}"/>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53573F8B-23B3-466F-85CD-F70462DE048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A689E732-4101-46B7-8C2A-0CB86D1C7D8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963EB839-D627-437D-9CF3-EE37ACA8CF34}"/>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D203A6B6-2AA4-4405-9D70-744568D9BBEA}"/>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1D4556AB-295A-4EC9-82EA-65F8DD8377E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5EC73AFB-0726-4CCA-B982-236CC591FB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387644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73DF5DF-32BF-401D-ADD1-1A2D29E293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6DD76EE0-DFB8-47B6-9C15-08C69CEFDA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5858406B-0047-4813-9C90-14E0648ED9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C5E8FCA5-326B-46D0-9664-2DBF391CB4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70046990-C93D-4968-BF38-2AD19D7442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CD92BD54-593C-4887-B57F-9E231D8444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D28A7925-6B40-4A5C-928E-1629762945CA}"/>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ED328FDC-5B60-40C6-9166-ABE1ADAA0545}"/>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DCB727B4-B5E8-4C20-83D4-B37BC84A14F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93C75FE-5FDD-4FAA-8338-AC8253867FD9}"/>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781D048-5BFF-431C-8194-1E12B1D72E3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C999D611-0BF1-4407-A0D6-8BF03BB591D0}"/>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FA88DFEC-0DE3-4521-9C86-7437EC10BD6F}"/>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1F222A1C-AE08-4215-BDB1-CC0F145E21A3}"/>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DE68E9A-E2FE-40DC-8CB8-3B684DD600D7}"/>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0A9D9A5-13A5-424E-BFF1-1C05C741AD99}"/>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519358E6-040E-4B9F-B481-70BEA1C68367}"/>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CDD6ACB-C9D3-4E0F-9125-6F7A5B0BD94F}"/>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CDE7F529-EE40-479D-A48B-B91B2E5521FF}"/>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3F232698-3691-4B7A-A1D5-8AB7270C518A}"/>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7AB7DCF7-B6DF-4C54-B19A-BFCF257D2B0B}"/>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5EE66157-43EC-4ACC-908D-BFBF8DE4E19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4B7F9B6-4CEF-4914-A71F-4BD505EB65B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AEF6A727-9DD5-4996-B345-4A243C1CDA77}"/>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8E123110-E24C-42D7-B9DA-60E00376DFD5}"/>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D61419E-E71F-4DC3-BDF2-D67B464F4CB4}"/>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548DE82C-D59A-40E9-BEAC-2FF8AC1C273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1CE29F2E-E090-472D-8283-15344628E4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0304278"/>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677B4E9C-EABB-4F6B-8325-9C3C71B0B4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52C8B7C5-6AFF-4935-B512-AD296656D3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61E5D89B-5B46-496E-815D-433D04B629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585842C8-D089-4869-8BCB-B54E341B45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4B3DBD42-14C0-4A60-8C96-CE26B15CE8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C305CED6-9B78-42F1-B848-8627ACBCC4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BAFDBA9F-CC88-4735-A43D-203A7FDBB72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20BBBEC-FB42-4F48-95F3-8F9D3E2A1AC5}"/>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935D6209-3AF3-4789-BA2F-3F64AC8F4CD3}"/>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87BB232B-F884-45EB-9F17-2AF4CEAF4C44}"/>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3E9A2885-3CDB-4026-AE60-90DAC7BF5042}"/>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1E27B40E-2E7E-4612-A467-86327AA5EE73}"/>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C2D26E9C-A390-4139-BF3A-949F59716CF8}"/>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2BF5FB32-4CD5-4F4E-B040-3582938FFDE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8C2770C9-7646-464C-84BD-96846C308F0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D5034F97-30E8-44B6-8CBA-84ED9A712698}"/>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09F0221-1218-4BC4-BAC3-36B21A63E7FF}"/>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9B3E035-313B-4923-BF8D-79A092DAAEBF}"/>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EAEA8A1D-3DEE-4FC0-9FBA-2FB93C211856}"/>
              </a:ext>
            </a:extLst>
          </p:cNvPr>
          <p:cNvPicPr>
            <a:picLocks xmlns:a="http://schemas.openxmlformats.org/drawingml/2006/main" noChangeAspect="1"/>
          </p:cNvPicPr>
          <p:nvPr/>
        </p:nvPicPr>
        <p:blipFill>
          <a:blip xmlns:r="http://schemas.openxmlformats.org/officeDocument/2006/relationships" xmlns:a="http://schemas.openxmlformats.org/drawingml/2006/main" r:embed="Ra3b6c1d68cc346ff"/>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9BE46622-87C7-4234-8D04-7FA0CBFCFB0B}"/>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07C73CD1-E14B-42F0-A38F-2DEEEDBF8A7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8625D9C7-CAEE-40B7-A088-DA76B431A362}"/>
              </a:ext>
            </a:extLst>
          </p:cNvPr>
          <p:cNvPicPr>
            <a:picLocks xmlns:a="http://schemas.openxmlformats.org/drawingml/2006/main" noChangeAspect="1"/>
          </p:cNvPicPr>
          <p:nvPr/>
        </p:nvPicPr>
        <p:blipFill>
          <a:blip xmlns:r="http://schemas.openxmlformats.org/officeDocument/2006/relationships" xmlns:a="http://schemas.openxmlformats.org/drawingml/2006/main" r:embed="Ra8519487f6f142c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A907CDB1-A0DC-431B-9A5A-1EC84DECF89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73795B82-B485-4608-9289-A2ADA37BBA9B}"/>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75E948A1-3772-41EE-978E-CCA80549E478}"/>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4566FAD-5C38-4AD1-81A6-84970DD5EA7D}"/>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963F1E13-BBA2-40C9-A420-1955616BA1D1}"/>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F6C698B8-8590-4A5B-AFAC-82F1AE4160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473213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18B9E0D1-B7E9-4F94-8284-8A1CC0DCF8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DB8A34D7-C3CE-4E63-B3D9-30C5F1C8C5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1860E1E1-F377-4043-8835-E6B91819AB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02E33EF7-20B6-4FE8-8F05-7D5A0B76B1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A9508E3C-D939-4121-A6C3-658519577E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2665A004-6EF1-45CE-9334-A24B81CE03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C14F358-132E-44FE-8FB2-295804D3649B}"/>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40A51190-B027-4A28-9C07-158C48D1075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E034F494-BF31-4FDC-A06F-078D6DD21F9B}"/>
              </a:ext>
            </a:extLst>
          </p:cNvPr>
          <p:cNvPicPr>
            <a:picLocks xmlns:a="http://schemas.openxmlformats.org/drawingml/2006/main" noChangeAspect="1"/>
          </p:cNvPicPr>
          <p:nvPr/>
        </p:nvPicPr>
        <p:blipFill>
          <a:blip xmlns:r="http://schemas.openxmlformats.org/officeDocument/2006/relationships" xmlns:a="http://schemas.openxmlformats.org/drawingml/2006/main" r:embed="R0f49fccd62a84b2d"/>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83BF36F8-D53C-4B5C-BD9A-F96BFB4A7938}"/>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07B872F8-5BA9-4D9E-94BC-CC5745544309}"/>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98AE5820-7ECA-449F-B282-CF48263A59D3}"/>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03ECA78E-D479-424C-9017-30900EF8A51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6C70FC9-235D-4F09-9670-228B80B2476C}"/>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D001DD01-D633-48AF-8042-131DC5A9DA9A}"/>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A995F090-CA15-4677-B166-A5F832115AF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E433E437-4807-4971-B3D9-51C3EF165230}"/>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29FDEAB-4B17-4340-8020-01E06D3CE207}"/>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E5ABDA91-F440-498A-AF8F-CDE20297BA4B}"/>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49A328C9-60E2-46C3-8301-22C7D8ACFB1A}"/>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70CC8D7-D04F-490C-89EE-0F0DA31C256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26CBE38C-0BA1-48A9-869B-28BAF5AFBA09}"/>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7F0EE2A1-E29B-4D27-B21C-2ACAF5FAC6DA}"/>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EFE89BD3-E5FE-435D-AB6F-34C713C03C21}"/>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5AD36409-6580-4661-BF51-0F4B5616D58B}"/>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6183A4FF-C93A-41B9-81B8-EE67F3B3B6B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D837B728-4733-4CB7-A95A-D38C6681EC23}"/>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17D22AC-8C0C-405C-80DF-47FE7D1AC6CD}"/>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2A07D37-D1C7-4B99-9890-C379ABB84E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6880445"/>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27FF1A28-C87A-420E-981B-803AF230F5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1964A8CE-11F7-4E36-8796-26001C66D6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E5A945EB-D89F-4C06-B208-D386884B7E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8257D33F-9C3A-4D72-8EEC-2C6725ED2A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2D0CB386-5BB5-4173-B945-2BA3B93C10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5751EC3-040B-4F41-BA1C-465B0114A0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F381A5BB-EFC3-4F40-9808-846DC699895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54395741-6239-4AB8-9722-0BDE08CB4D7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3729C69F-6F96-434D-BE8E-F911B860D97E}"/>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97B19062-1052-4A55-9746-68AE1D04778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95DE075B-4AD4-4121-A4DD-92A70B8CA3FC}"/>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FD827698-7EB9-4A73-BDA4-B989C47D67CF}"/>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77735D74-CDE1-40ED-9799-AAA9143498EA}"/>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C08EA94-7B25-49D5-A6AD-CD765E49676A}"/>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18AE07F8-E857-4B93-A70F-59BDA31887A9}"/>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D934BF48-1B2D-4F75-A7A7-30A74532E6BD}"/>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88DDCCAC-D056-4D1D-A91B-6078B736AB5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F4D62478-60A0-4473-88CC-15AC4221DDE4}"/>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5FD4F4A3-0466-497B-A776-6C0903503D10}"/>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F882526C-2D76-4F02-82FE-F31E72A73ABE}"/>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7C69DA85-D278-4C63-A241-C32B8691B1F3}"/>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C48C7A8-8E9A-4BC7-8B81-85D4F39ABA48}"/>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0BE9D07-61AB-4B11-91B4-E6F8406ED2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7271879"/>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FEC095F0-7F8F-4564-8016-28A61E6402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B8D0B0DC-4B44-450D-9124-B4DEC62CCE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F6C8E754-B715-4DD5-9C9F-5C73C1D401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8FC384C-E1E6-4400-BC84-816E754966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F9D1117B-ACC5-4EA0-A485-0A114A0FEA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C7ABEB3C-6965-4DAA-B668-23B10AE508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6AD2C5F-3B44-4A23-9348-2F8CB10E4813}"/>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76BE0F1B-394D-4579-BFBA-DBE168FAF9EC}"/>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A885DEF8-1497-4149-B732-2A2360D4FB5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766E5691-FCC7-48E1-ADA1-78FA723925EF}"/>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86007947-BDC1-4E17-BFB4-A12F275E8FC2}"/>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4C92215C-5C13-4660-84C8-583A14BCFEA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D8AA7E6-E078-4A3C-9868-B6BF693A625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66EA7D28-ADD6-49A4-BA28-F97E3C4F864A}"/>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0B30A97D-061B-4E6F-90E9-02A7FC926E44}"/>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C8CE9A06-D76B-4014-A3EF-0D8D0F4EAE0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466B911B-3439-417D-81F2-A4A6E043F7CC}"/>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32C10FF-826B-4442-A979-EDAE465183D0}"/>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C87D866C-AE15-4771-8E44-27B1DE0F137E}"/>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1A65A963-7EAC-4E45-BABE-FDA0DB8DB4CF}"/>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61A8824-4521-4B29-A425-CB9A09DF23B5}"/>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ACE9F666-6F03-4D1C-A9BC-5BC29D5E38F0}"/>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BCAD115E-8A3A-4E86-8AEC-8C79FF0F9506}"/>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7D1AE5A9-1965-4B61-AD3D-B0F293538D4B}"/>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891A638-6410-44E5-9813-5B7FB260CD01}"/>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A59EF38C-B260-4FC5-93BC-5DA585662461}"/>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34E4831B-4BC0-46C1-B5AC-FDE5A46BC6B2}"/>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B569A595-C2E5-4BFD-9192-83BD2F2CB651}"/>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6896FB8-B482-4A9B-B711-C52EFBADE4C4}"/>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6CBADC3E-716A-42B7-903E-9D65E84224F8}"/>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5BF68771-2521-4A81-A92C-AA8FC5E163B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69680260-0533-425B-9CFA-64224FBA831B}"/>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36FF12A-C4BB-4255-A362-E584EA88F2C2}"/>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37BAD802-12CF-4789-9F40-D01CC0F2E83B}"/>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8FD4B0D9-7FBE-4CA6-8E18-55A0B4C4CFEE}"/>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648B329-E687-41D6-9D47-0907E5485423}"/>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1B5B76D5-A97C-4E96-B0A2-857E22A810BA}"/>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1ADBCC3D-3157-4987-8C8D-4FA7188A69B3}"/>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492F5E56-9AFE-4687-BC02-818603F3D57D}"/>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ECD917AC-BAEB-46E2-8801-B4BE93AFD5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6237771"/>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6E60FED1-567A-4812-AB41-F1FA176B06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4677D60B-A52F-4B5A-8A9F-53A29DAAFB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D6313371-1135-4174-B742-8EA2732B6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3372C861-A4CD-47CF-B85A-3848A8A151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442C7671-E676-404C-A665-17E3DC155C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9EC1013C-B545-42A4-B80B-6A798BA768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C19CC7D8-B4F5-4821-BBEA-FF94C66D17B6}"/>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724BA868-0E19-4035-9910-9BF25E35550A}"/>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1358FC87-BFC1-4785-BB92-3747D3A12723}"/>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D6E7285A-81BE-4EA2-BEA3-E0F4316F51FA}"/>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78A72033-5676-4371-92F4-C55C1123EB4A}"/>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B695EA7-DBD2-4188-A5BA-0C63C7F8C584}"/>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F780B004-46BC-41EE-A492-FDAF1C0101B4}"/>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45C7DAF-7E5D-4FAB-A659-85F34FD55067}"/>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824AEA6-6C03-4F69-B7E4-91C4B1B00797}"/>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B81B1E97-6A3D-4DEB-8675-5C3B18A7B1D7}"/>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8472F8FA-351B-4DB2-AEDF-4D6D960C2E79}"/>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29FCB77E-3352-448F-9DC8-3F1EB7CF57D2}"/>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F504028-8138-4157-B7DE-CF4664E1388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DA93FF17-980B-46FE-B98F-6EEFCCF0565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93A59509-4AB2-4487-AFA9-0E6EB8B9E1F2}"/>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6CF61B2-8662-4DB8-90E6-2A63A85A35C7}"/>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B8A8AAD-F77F-483E-85E4-D497EDBD861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BE8F604C-4DB3-4C72-8732-2CF03F77B14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2E744AB-F7FA-49A0-9B60-02442A6D99A6}"/>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586E0825-7B27-45E7-9F4A-75EFEBDF3BEB}"/>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0C1B1C2F-789A-4424-AE1D-B1D6ABDF061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B173F6C9-93EE-443E-8A9A-9F2C857E51E2}"/>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D50DB0CC-65AD-4060-9AE9-B9B9F0253612}"/>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0A875394-24EE-462D-AFAC-E81C28EB8F29}"/>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A7CD4204-903C-4DB1-86B2-636BAD626095}"/>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886A587D-69AE-4FD8-A5CA-D4881A07CD63}"/>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63297D07-0711-441D-929E-23E437CCD798}"/>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3E63E057-EB37-4B8C-BC02-58426E2AF43D}"/>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DA433371-1D53-4502-8FB6-E6BD299119FE}"/>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968057B6-DAC4-4E62-B145-6891EC0957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3400636"/>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4FE9BD01-E8B6-4945-91F1-49C45FF0E7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2016CB33-B836-495A-BC0F-852D17BD2D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42A2F32B-8E2B-40A8-9D24-66FCCD14432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3385B068-6722-4628-8045-61DD011FA9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F0521308-3C24-473D-BB2E-5F740E3935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30EA3CA0-D17A-450E-A91A-F33C1500EC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CA1EEEE3-C302-4F74-A2C0-C64293FAE490}"/>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740EFF55-D2FA-4537-9E54-989109CD8EDF}"/>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538867A1-03B0-494C-8403-B629F3006ED4}"/>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AF617984-A9D4-4B73-8E9D-0C8A908EB2F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009E6555-C0B4-4198-B0A5-9AA63A0727B8}"/>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841F120-14A1-4DB2-95F5-74A906FC5E18}"/>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04212EA6-E315-4993-AD3E-28260DB9B369}"/>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00B2873-FE42-4436-B592-BDEAB91473AE}"/>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DDC63825-BF76-44C0-B85C-262CBE49982A}"/>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CB5D706C-1696-4A62-B5DE-68DC9891CA8A}"/>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2C308515-F031-4BE5-86A1-DB537EA75E2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A766968-80B6-4788-8DB1-96CFF3A0FC88}"/>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2A99F90B-BE47-4E3D-AA65-7ED8F4E31102}"/>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D66F4C5-C971-48A3-A965-D049285F0D69}"/>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61541D7E-BA31-4C89-B23B-14667D46F34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5C568CE9-C8BB-4FFD-AFF4-26855B0F5EEC}"/>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FB2CA916-381D-41B1-9479-890ECCB38092}"/>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B6E03CE4-4FE1-4C76-A5BE-72EE1B5A621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556220CD-6078-402D-906D-192483B9BBD0}"/>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934DF0A4-5052-4918-BF2B-0565541E190C}"/>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10BDCDD-2917-4588-A7C0-8524B1FB157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4AA1BE0-E398-4BA3-8F59-8A5FE25FA82C}"/>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26A346CF-98CA-45FB-B030-780B932E516D}"/>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9D800138-135C-442B-BEF6-F911B79D5811}"/>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B1411EEC-85C4-4183-B3F3-849AAA75F4A1}"/>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988E7816-8A5C-4BCE-83D9-59AF66370E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835202"/>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BC03F59-E469-4240-84A6-0DD351D9B8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0269B8FC-9C75-4B06-81A0-F70711BD75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562AF431-6594-4E0A-AECC-AE663AC3C1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392AAD88-C66E-4A14-9C8C-3CF520E18D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D0FAF18C-82CF-49B1-A8FC-E1CD95C6B1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DFAC1B00-F352-42CB-9A1E-66F67DD7CF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E044F1D5-766F-4084-8955-2188FB42608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DE52F6B6-58FF-4FD5-971D-512BD366D558}"/>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A340A59C-BBC6-4450-AD8D-294EC6545C9F}"/>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9B30186-838D-4B4D-B2AA-1051B197BD43}"/>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90FB53E-C3CB-48C0-B955-E78EA7F475B4}"/>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6AE2249-F853-40B3-A517-95F3698E1CF6}"/>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A01097F7-6EA7-4995-9737-72C367A8D773}"/>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17D0BA5E-B084-4E49-8283-07B748C1CE1C}"/>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99D913CA-242B-46D4-B276-7058F1F75377}"/>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D4A39BAF-99E2-4D54-BF66-599F2C4D519D}"/>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ADF1B71-81AC-4535-BDC6-6989AE994B16}"/>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6D9A58C1-E19C-4DB3-8B9C-94A8FA2ECDCB}"/>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4A79B26C-97E5-4AA0-BCC0-605622B97D3C}"/>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5347CA38-128B-468D-A5F3-4A4E0E949E8D}"/>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46C4D487-2B3A-4AA7-BDDE-5E5DED8D40F7}"/>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993B5EB-60E5-4167-8E84-02069EB881A6}"/>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6EA5FD6E-6C0C-4EF1-8066-B9C362E73EBC}"/>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8599738A-84AF-4608-B1A1-93F284F57632}"/>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0C5538BA-92E6-443E-93B2-229B95B1A9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44356496"/>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774A6C90-F844-4B20-9BE4-3E094AF6AE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FF35E7C1-8753-4606-80CC-B9A5969AE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2E15A146-1DCA-421F-81F3-56D10EA9A5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9C1700A1-EE62-49B5-B276-0D2B223C52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2005B00C-4F67-42BA-BB9C-A971AD823F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BE1A26CF-88A4-4153-8436-96861D3A50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F064EDD-92C1-42E2-89D9-FF3C81AAB99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0573380A-1C4C-45A2-92DF-DA4876664FB7}"/>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B2E2ABEB-5B71-49E6-8793-ABC5B9C72B6B}"/>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BFC6C5A3-E7C4-4A60-A25C-99FDBA8EF9B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2FA049A5-F396-487F-B556-A9CB87F8A1CD}"/>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B48E85FC-641B-4831-AF41-24763B6DCE04}"/>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6941579A-5E9D-4678-83E3-0BEDE9290713}"/>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DAD668A7-8D6A-4D3F-B2B8-54764F124061}"/>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2F9AA42F-D462-44D1-91AA-2D90DB93827D}"/>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F85AC545-6A6D-4984-8525-3DF0DB6BD3CA}"/>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64468E81-7C94-4DA6-B81D-CD1CC0E68260}"/>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E32EDA4C-BB9E-424F-BDD7-D64357DC7EE8}"/>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DBEEE760-3400-41DA-B529-63B3871F33A4}"/>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A9CA40F5-C4C3-4CE9-BF3F-60C784A17846}"/>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4CDC7ADC-04EA-47F0-A269-FC77B5629AA5}"/>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8024656-D1E9-43D5-9FB0-DE4CA1A802CB}"/>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E8188E04-CD23-443B-978F-CEAA28B7D142}"/>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7983163A-0FB5-4FE0-B925-F2406BD5E5BD}"/>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801B375F-134D-43C5-9747-79EAC08A6755}"/>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E2227E4-2535-4D42-8B8A-0577BB0C351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361C63F8-6A5B-40EF-ADDF-14ECCA205337}"/>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38D785A9-F244-4751-A0EB-127880F1F86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E99A43D-F60E-4431-BDCC-33450879EC85}"/>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BF44F36C-42FA-4C77-8676-3FC0421AE3E7}"/>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BDF6D6C1-EDF9-4499-82ED-F1D10ED1A2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7198925"/>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7D46FB79-F00D-4999-88CB-7D6166DC13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034A86EE-B49F-475B-A178-377503CF57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0E28EEEB-485D-4D91-8663-B054CB8104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A838F9FC-41C4-4784-83CA-DDEAA13BA7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18214906-6D03-4C6E-91CF-46E3F5CC00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D4E268DD-F1FB-4EDB-9303-DC70B571F2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829E8D95-1244-4E00-B0AC-018F37A29D7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4320719C-AD7E-4FFE-A726-FE66B0067405}"/>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B710ADF5-DCA1-4836-B2F0-6E39148DB8A1}"/>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3D3A8EA3-679E-4468-B60E-F1DD6A6A4272}"/>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19D6458-B8DA-4A22-900A-ED1BB6D920B6}"/>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93671AF2-C5A6-4B76-9691-9CE9D52304BC}"/>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6C5B5071-044B-4389-BBCC-7DE8A7BAE0E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977D9282-CE84-49A7-AC67-6C1B0CD2C15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545089B-DA85-449D-B560-4F78D3F97D88}"/>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1AA203EE-4681-42F0-91E4-AF23EEA730AC}"/>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B892FF94-22B6-453D-8DFD-90876B12E06E}"/>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1876026-18BF-4598-938B-88BF8C4F5D43}"/>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57733235-81BB-4CC8-9C5A-A9631FD25156}"/>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E48DF6B9-DEDB-4F29-8BBB-2FED940EDABB}"/>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1FC5BDA4-8E5E-4996-9F27-EBE52484274B}"/>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9AD6C41-E681-4B8B-AFEF-1AA35A20FFC9}"/>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D679880E-64F1-468C-9BA6-45EBECD38714}"/>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7BD35DED-6743-4171-A069-673FEF4BDB0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BB007F6-2089-4833-A1F8-ECE23FA1E3C3}"/>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6F63A134-3B81-4F59-B5BD-6392D289C622}"/>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BC4D72B-14C2-4123-9E0A-FB7D533FAB6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C936A84-38B8-40D5-9597-14202929DD94}"/>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11BB946-7F73-4CE5-8193-2E25C9A3759B}"/>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F4496DD-8EA8-459B-8243-86FA9DF0AD98}"/>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B8849435-52D7-4B8A-B1A0-E9C855BDCF89}"/>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29B6D88-5307-49AF-AF2C-AD9C887C9C2A}"/>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5E2AE82-4359-4C02-A682-D36C658F462C}"/>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012B36AA-DA75-4F4D-8810-7730F6AB30B9}"/>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640EACFF-7CFC-4F97-AF7C-D78B8733B323}"/>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6EEF22B-9CD0-4882-BB89-D5AD53C0D07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16671EB7-4C3F-45A7-BB7E-A2AE0093F8D2}"/>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83E266C-BF69-4147-B500-A8602CFCFC71}"/>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637156EE-1A75-42E2-ADB0-2608A87482BD}"/>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4AAC456D-14D3-42E0-B6EE-779690F94FA7}"/>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1639CCCA-D2FD-4DE5-94F1-EC160789C7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5328814"/>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45E488C4-B10E-4C36-9450-7F3DD8274D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CF8D8AEF-709E-45CB-BD22-D968B5246E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EFFEE6A1-39C8-4675-B0DC-5E44402510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166942AC-612E-4DF0-826B-58AB2D5AE9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C3262E8E-A934-4ED2-81A4-7D36885723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311096DC-922A-45BF-B62C-C3FE7E1015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BA99ABBE-6ECD-475C-B2D5-13A9D1D3E75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7C6F7DEB-057C-411C-BD6E-E866A731095D}"/>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4B07D38C-EE26-4338-80E3-9FA8A52D06C9}"/>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CFDD540A-709A-4303-8478-B55DD2BB453B}"/>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E886D7E4-789E-4D3C-9078-449FFEABD20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DEA0EBFA-5505-471D-8B65-829AF613C71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86E6EF1D-64A3-4687-91BF-FE9BFECAA9EE}"/>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BBA1A88-0F19-49A6-8338-CF60BFB74579}"/>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D04D439-12C8-42E5-B3EF-15F398C083A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65E2C67A-CD77-4E87-8FCB-A70D87E994EE}"/>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1EF82593-2FAB-47AE-B1F8-7A0FF491A964}"/>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E254F4A5-4EF0-4FC7-8FE0-EF3FA6F1364F}"/>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CAC48F0D-3FD3-42FB-8491-88022AFE3224}"/>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90FD6142-517A-4D03-96D3-291D526C0797}"/>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99746B7-F2F7-4AAE-9274-A481298465FA}"/>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3DCA0ACF-E06F-4D67-B5E1-2294B1494E6D}"/>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BFE88C45-9DC9-4DC5-BAE3-2948FD61143F}"/>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7A68064-F46A-4953-AFB7-93C6ADAD0114}"/>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9C43149C-51DA-433B-9A97-E1258281FDA3}"/>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F97261C-4CF2-4DDA-8AB5-D320AD12FBBA}"/>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FF14FA1A-B7E3-4E67-A221-0E02DD44A994}"/>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0578DE7D-AC26-45F0-80CC-93E423C75B37}"/>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63DEA441-8776-49B8-9827-7FEB9648C0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5528021"/>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5DAF9D45-13DE-44BC-9138-FB46B76359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EF19F9A4-2A88-4066-A049-1FC19FD315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722CB347-0E66-4502-B668-E04AF7AAC7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8C04C4EE-9B5D-4C93-B041-0D931488A3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9C26F455-6AAE-4F6C-841D-ED15641F3C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C0534A3-0D3B-43A4-A833-2F83E602D6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1E0B5515-27A0-414A-9D99-9803EB39494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D478B42B-BC30-46B1-AD93-B952042C978D}"/>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21409D5-1024-47C5-957F-D45FC3FB746C}"/>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5CA719F5-A2A4-46AB-8A4D-B999A93D64B7}"/>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42ED1F2-B1F2-48CB-8CE0-E9BCE0B9A44C}"/>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330DA6BE-C6FB-41C4-9046-0AF550124EFB}"/>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DF8DBF59-9AE9-46EA-BB85-826C88345978}"/>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00739F65-5F4F-41E7-A2A9-26B22201E592}"/>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94D463EC-D9F9-4026-88BE-AA5E18415847}"/>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4D89303-0D62-49E6-ABE1-E637DB1304B2}"/>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6F6B5759-CEBC-49E1-AD70-E2C022FDB0A3}"/>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595BAF03-55DF-4F2F-8B85-B8734177264F}"/>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4825A2E-7C0A-4E3C-9144-A066BCE7804A}"/>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54F905F4-9D1C-49A1-BFBC-CD00372C20C3}"/>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AC99A4F8-E484-4998-A141-A9FBA8B4A69D}"/>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E4F2A36B-56BC-4F7C-8DB2-ACF76A0DB78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6894FF75-44FF-4569-AAB1-C5224AED3953}"/>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E172A08C-5EAE-448F-AFA7-1720C9049EE2}"/>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FFD97695-56DB-4299-9A34-1C1D8BFF5AF3}"/>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E80ABFD8-A828-48BF-938B-A4380F773CA8}"/>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86F776D-CE64-41CB-A162-BC1FFC319993}"/>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89847DB2-4396-480A-916A-B1FEBAD85C97}"/>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49B0B04A-B641-46D1-AD2D-86CCC25C6BCE}"/>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5D259EF4-A867-4505-B7CF-AA9D87CD7AFE}"/>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7BA8BFC5-946B-4878-BA9E-37523E8AB5B4}"/>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C2998BF5-F953-4FEC-975F-0EF64ED701EB}"/>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17D9752F-7816-441B-8FA7-47F960044C7B}"/>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CD684084-0218-4D1A-80D3-63180A7005BC}"/>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6CD1F2DE-C93B-4FCF-A3DF-9A796A84F6B9}"/>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0458DCF3-FBDC-4500-A66A-452030317DF5}"/>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0500F7A5-9908-4467-A5B3-06CB2449D787}"/>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39170E97-CF6E-4657-8FB9-300FD4F8FC79}"/>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4523386D-31F1-4C7E-9EC2-C78590C5C765}"/>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0777B7EB-E66D-4AF2-93E5-4B00E77DB39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891482F0-EDC8-4612-8C3A-1B1FA0A8106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7A4379C4-BC62-480F-A210-6312268F054E}"/>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FCEA3DBC-95BF-4C0C-929C-E5296BA79B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4995078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A006CFD5-6861-494F-A270-A275E5E8C4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6952FA62-D973-4685-BE01-88E84E4B31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E08B8F82-F106-4FA4-8B48-3DF4493D13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53E6458-262A-420E-B156-F98A95816A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B7F02786-6E94-4CC9-B4EF-0837C15DBE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2E38F0AD-3F50-46FB-BBAF-C7AB5DB4D8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4738730D-45ED-41B8-B07E-E3604A720AF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EE087B03-DB2D-47C9-B1C4-A23EEE2AF48E}"/>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EA371D65-53D9-4F88-9A11-E9A914615D39}"/>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AEFDF9-A0A7-49F5-A090-4AF128C4E5F3}"/>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6B008D76-185C-4E25-8DF6-884E8D742AC2}"/>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362355AD-6D9B-415B-838A-0F1918283BF0}"/>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26E71F44-CB1F-4294-8694-ED3F3F5ACEBD}"/>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E264904C-C5EC-4626-9AA6-CE48B66666BE}"/>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0CE212BD-6B79-43AF-A20F-80A81FC12AD3}"/>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8D2608B-3FAF-4728-B405-2D7DBF9B9578}"/>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66423EE1-6B76-48B1-944A-E3DBB421E8AF}"/>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4CF16CD6-3D15-4AA7-9D3C-1F38379486C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FB88AB73-C00D-40F6-BF0B-D8F6BA7B4A66}"/>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ACD37853-074D-4506-8E94-6F2F6ABE104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40644EC9-AEBB-46A4-9D2A-4A6D9C400D18}"/>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C43CE9D7-A823-4FE2-A044-6F5FC7C37D54}"/>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717D7C38-C959-44B8-B7F7-035FAF18AD6E}"/>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BE0EC345-3F8A-49C7-984E-2888B25B6B01}"/>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5A22C0AC-484F-4685-B901-88E57B1CEF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676306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5676D82D-6152-4624-A7B0-86B09126C4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372E635E-10D9-4D5C-BDBE-C122F454F3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40E95FE0-2ED3-4E56-B21E-933550720A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1A9E04BD-664B-4D78-BC6C-D8C04F9858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2B9B6194-E054-4246-870F-8A927FFEB0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BA698C33-4044-4D74-A329-FC46374824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4E0D46AF-8B79-4278-99DE-E5A26769E89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634AE9E5-9F92-4147-BAEB-5FCA002D116C}"/>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8E2D1D70-F56B-44B1-853D-F529ADAE362C}"/>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D2CF2803-A22C-4236-9315-C143DC6C9D7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955B1344-710F-4DF6-A541-BAD60C7D65CD}"/>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08534F83-0103-4C51-AD97-9839F464A1C4}"/>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75657D8-A821-4510-93CB-7CEA833AFEAC}"/>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7A19227B-2A1D-4307-AF4F-94D534C984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540990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380A1FA7-37B4-4A77-95D1-E46F96F9A9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A3E45380-457B-44C1-85DC-D0289BED0B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A6F17E71-FDA9-4BCF-B5A6-4CAA522F2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75AB5C0B-EF19-4AE1-AC8C-9F3EDD8A4D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87CB0752-3E21-4A66-8F66-DBBA09ADF5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0CB19D82-404E-455D-A47C-A2C21B33B5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36DE0FC2-1167-48D8-B62D-50FC35EEFDED}"/>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CF257814-D4BD-444B-BC3D-4541A8A2A8DA}"/>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16E2D01A-1184-47AE-907F-5E97D35E9343}"/>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72ACCB9D-3C53-4273-BE48-796C2877A90A}"/>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537E6A3E-07F3-440A-875D-2D08BA90E154}"/>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C5A1219D-1199-46B9-9859-57270FCD84A2}"/>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30645B47-F2AF-4D36-98BE-CD9E46AA3A68}"/>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69F45F8-B872-43C9-B9D7-B18B2A46000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9BC6CD52-FA43-4E48-9B2A-59D580CBE7D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D3C17E18-0D1F-45A3-B3A6-AC40E54EC02D}"/>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3CB25C15-83A0-4480-B57F-9CC2E2E4BC5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6394AC6F-AD3C-4B2F-B7A5-7C2EC23FBFC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DE708C78-9E15-46B6-BFEF-182D29E0D35D}"/>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5F275215-6DD6-4B1A-8264-3E5D48CBF8F9}"/>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0EAE7ACB-A67F-4EE5-9238-E19501B98DDA}"/>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A37A5DAF-E50B-4374-9AB7-6C5488C6687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D186465E-8732-43F1-ACD3-D013A3536E27}"/>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E37B8716-8E98-4E07-A5FB-FB8A8843ACA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B4171D8B-0DFD-444A-8737-4A633F677B02}"/>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2C62B83D-433E-4A5E-8085-46759F121375}"/>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2CAC9A46-C43E-4F94-8A71-60BEFDCE1166}"/>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21D53552-D1EF-4E5A-8D8D-727D840A85C4}"/>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33A6B6C-BA27-42EA-8C4E-7696D0F24799}"/>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A68D6B85-0218-4300-A0EE-9799E85C33F6}"/>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F04BED34-1961-4219-BB04-D76FCC35CE8F}"/>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3C69883E-AA2C-4BFE-B924-1353670859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29403307"/>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1AB59369-8CE5-48A1-88AE-AF0460780B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45C4FF64-DD63-41E1-B3B8-3B5D4E7E23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8B18086E-4C16-45E1-B4E6-8B5C98AEC4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48B371DC-9D99-46FA-98B7-FE91567458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D3EEB8CF-2E08-4FC8-8BB9-3FD1E4E43E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C95DF4B4-BD13-49D5-8233-4DE8A51F38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0A64C785-B4D8-42CC-BC7F-5F685645A0BC}"/>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E97921D-696C-44EB-8DB3-CD883B86CF28}"/>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23F9F700-C85A-4A5D-8F95-D6E34A1F2CD5}"/>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AF212BF3-74A2-4BDD-BACC-B8CEF62E3309}"/>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6601BD66-9121-48B1-8E0C-5764160AF1B7}"/>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82A2D2CB-D7B0-4F28-AA59-485B372271C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28560ED7-C33E-4C72-A2DB-7BF7FC098A8B}"/>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AAFD790E-EFC3-4C10-9E0A-5E00D06209D9}"/>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16EBE5F-1614-4DC3-8744-65D16184AE9F}"/>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98BA07C6-6206-4368-875A-F720C465FD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A2930122-F6EB-4F6A-B2F0-84CAB07502AA}"/>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5AB22DBE-EE90-42BA-90A2-490605360E04}"/>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8D9CD9E3-0D00-4639-9DB3-84B758B5B36E}"/>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3A5814B7-464D-4F88-9D38-731876CA701C}"/>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B9996FE8-71B0-4A31-829A-94CF35069CC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11E59C04-2BA7-4274-951C-A54D9774D2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147038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E26C3F69-F9AE-4E90-BDD0-35A8351C4D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00947474-915E-464F-8BB0-9472F387C0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EED95820-C47A-49D5-9F31-AC173C2B41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7BA4D9F2-3B3B-44DF-8863-4DD0314238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E1B2206-A9EF-445A-A8AD-7FB380B52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E1BDA2D-3BC4-4356-8E36-3191EEF4AE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2CDC8D90-C90E-4443-99E5-B738D3A6F471}"/>
              </a:ext>
            </a:extLst>
          </p:cNvPr>
          <p:cNvPicPr>
            <a:picLocks xmlns:a="http://schemas.openxmlformats.org/drawingml/2006/main" noChangeAspect="1"/>
          </p:cNvPicPr>
          <p:nvPr/>
        </p:nvPicPr>
        <p:blipFill>
          <a:blip xmlns:r="http://schemas.openxmlformats.org/officeDocument/2006/relationships" xmlns:a="http://schemas.openxmlformats.org/drawingml/2006/main" r:embed="Rb241f42218a44220"/>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05CFC6FB-5377-4E65-B73E-9CAC73D29D81}"/>
              </a:ext>
            </a:extLst>
          </p:cNvPr>
          <p:cNvPicPr>
            <a:picLocks xmlns:a="http://schemas.openxmlformats.org/drawingml/2006/main" noChangeAspect="1"/>
          </p:cNvPicPr>
          <p:nvPr/>
        </p:nvPicPr>
        <p:blipFill>
          <a:blip xmlns:r="http://schemas.openxmlformats.org/officeDocument/2006/relationships" xmlns:a="http://schemas.openxmlformats.org/drawingml/2006/main" r:embed="Rb2b9f38860954a1e"/>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02AC9C1B-96C0-4450-B22F-2BFB02306A75}"/>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58BC2EC9-7CF9-4C51-BBDF-F97490EB87BF}"/>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B375EC7A-668C-4847-A1DA-A6644D92D53A}"/>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E4E4F3D2-67DF-47F5-9A91-D0FA715FC77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901D3DD-FA3A-4C87-8ABD-36A3A7139C93}"/>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78C203-65DA-47D5-BB92-6C14C2A4C419}"/>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D1FA1DE-4A78-43AC-9BF7-E332A7E52650}"/>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0D4C01E5-E656-4902-A324-EAAEF67F3F1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B27FD8CE-E677-4658-8AD1-CECDD3DBEFA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9FAF54CF-6F14-4368-ACC8-B51F04B22B02}"/>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F5FEBF1-24FA-4AC0-99E6-CACF53E0D3BF}"/>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2FF46DBB-74B3-434B-9139-05FB5BB7BD45}"/>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AC99B152-11B4-443B-8F74-EB3399F06C71}"/>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0E319A8D-B7EE-40F4-9817-11281E3C3536}"/>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AB136903-757B-4BC6-9C97-2CD443EE1FA4}"/>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5371F87D-2034-4EE6-A4F3-F2685058682D}"/>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F56D87CF-B4B7-4866-A42B-4FB95EA20D3B}"/>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2C2BB7BC-9A54-43AC-AA26-E97D75235DDA}"/>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29FC4C31-2615-4492-8D17-89EFE2C84CE3}"/>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BDD21150-699A-4F07-9C10-F477B1D27EA7}"/>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0ACD9987-8491-4A9C-8AE4-47A796A4B7A2}"/>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F76E64A-0023-4A3D-98BC-9A3112AB214A}"/>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962E14EB-61A2-46D9-8517-B15813EB992F}"/>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930C3170-024E-49E4-95FB-E5BE62267A97}"/>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3C42F4D9-A2B5-414D-9941-01605EB27B9C}"/>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EDEE2E1-123B-454E-8F02-F017885CE2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681294242"/>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708B4C38-D714-4972-93B1-933625D664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4A4EB886-7BAD-472A-A304-87490A56E7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C4C254A9-E8BC-42DF-81AD-375439823D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2A0A28C6-5C90-47BA-90C4-EC147A1FC3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E4A9AF4A-0649-47FA-BB3B-40967E3200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5A0E38A1-3E11-437D-87EE-CC330D83DF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B8402D7C-ACA8-45AF-9FBF-3A5380A0E1C5}"/>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88A1A46C-6705-4DEF-8B30-4DD38F35ADB5}"/>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2843CAD8-739E-4DC3-9065-26A70170FFEE}"/>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DBE4D49C-C828-4E2E-BD81-E379DB7CA1D4}"/>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42FD462-B6B9-44ED-B21F-66A8595888B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20389A6-ABC3-49BD-AAC2-1BEC7766582C}"/>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B12B6377-41CD-40BF-94EB-08F173EE6942}"/>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191E4F83-9EA5-41D7-AC6F-E9816DEF05EF}"/>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C2C46AF1-032F-410E-B4DB-DC733E4CC9BE}"/>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D047CE57-24D0-42CB-BA90-4BD7E15CF845}"/>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80790F4-865C-48FC-A34E-761D076101CE}"/>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3C933D9-B104-44D1-8DAF-751715BF139C}"/>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376D6913-49D2-43CC-8CEB-20AF94244375}"/>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1C1D7DC6-D6E7-4545-89D7-F1FD3BB0E085}"/>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B20E0A5A-C505-4E13-9EBF-9AB5C3BEDBC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D95D9238-9C99-426E-A205-AF5EE51A50D9}"/>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8E20BDCB-A7A3-4CE9-9FFE-481753B7E925}"/>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1C289F1B-7DFB-4233-BE36-5BE34C3C3E89}"/>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3B190FD-4BB7-47BF-A20B-AEF210BDC602}"/>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045E26B-A742-4CE7-9CF8-E2B964F76D5E}"/>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4589BAC-4063-40C6-AB37-1B9AA5AEFC4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47DDAE88-42D1-4473-B436-23530C780383}"/>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07DDEA1-A559-43E8-8974-9988F8DEB27C}"/>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E0BCDCC7-EAD1-4A79-9EB2-E2616459B77B}"/>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9B8AE78-A5AC-413D-94CF-6D6F92BCA53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A9F7D624-79C6-446D-822C-27F7BA8ABA18}"/>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8735A2A0-26B4-45DE-95C1-1DE3CC38A843}"/>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98B5FCA3-4745-4AA1-B514-6756C206A34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CC7CC8C4-42B2-4968-8890-25B2F5142698}"/>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7B25A115-F6A0-4B2C-86C2-8F129935C87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7D9F87EE-311F-4CBA-AC30-E6743ADCE447}"/>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87FDB917-D88F-4934-8CBC-0B2372A3B6D9}"/>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58395FBE-345B-4D89-B514-3E37500CC24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84A340D3-1542-4FA4-813B-C008BC8896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8720739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467CFB56-3034-4ADC-809E-7AFF5C501C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CB30CE92-284D-4052-A2C1-937B2E898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A7DD0755-A2EB-4629-8912-ED3355DBBA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9AE82CC-A12C-4FEF-8546-9D65CE0201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F0953E60-56A2-487F-9B90-D6867C9F10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6DC3E7F1-67C4-467C-B8E3-26D265218C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59A20911-2F43-498F-B403-8FF7860B141E}"/>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8AA82609-3B37-4B92-A797-FB62A030375E}"/>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6CBC3779-C287-488F-9A08-FCCFDBA53574}"/>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E4004DA4-4365-4E3B-AA8B-37DE90812D8A}"/>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1180D4-DC18-4614-BEA9-E952AABB80C3}"/>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CCDDFBEA-0492-4C6F-8F35-D1F3DE60BC9E}"/>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AA3C08D2-1440-47E1-B327-BA544A240E55}"/>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DE374DB-EE67-4D85-A130-7719A7330E9F}"/>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D87B52F0-5F0B-4686-B992-A1CD53EBA25D}"/>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77FB0EE7-FB6F-4C89-A716-7327C9BBA08F}"/>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FAC1D29-CEF9-48B2-AAB3-6F34759CD4CF}"/>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8B56F8E2-CB99-4800-B9CC-B636B651DCE5}"/>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2565685B-5033-44D5-9C7E-BE11244E7AD7}"/>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59697EFF-929B-466F-B7FC-CAA1F7A0CD88}"/>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6008B98C-E665-4A1C-9EB7-6C36D97758D3}"/>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6DC1A2E5-4EA8-4E4E-A0F9-D4B1F40871F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FAACC11B-82E8-4B51-8F26-5356D4242A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104786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3FFE4A29-05F7-4B63-A42D-4A60CF42BF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B667B218-103E-4D7C-A182-A9F215FF01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4D2B2299-B548-446D-8580-4CF7524EA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1FAACF6A-1A04-4D48-8B5B-ABED5C4846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ABA6B3B0-74D3-4439-8A5F-047A50C89F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DB344F83-82C5-4B4C-BAE7-9C39750E7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6857066A-10A3-41AC-B62D-9679FED035CC}"/>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7F9A1EEA-88D1-42A5-965D-73695AC10A1E}"/>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B587C85-F1B6-4465-9498-83B9C829310A}"/>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7F857D8-CFF9-41F8-8486-138B48B949FD}"/>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DD5C15D2-C209-49DA-8403-D0B83FBEA3B1}"/>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B2502558-F2B0-49C8-98FA-2F021EE0245A}"/>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A37CC53F-C548-4AAF-84E0-71E2AC37FD92}"/>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CFC8BA7-4D58-4C2B-9196-56C41F327AC0}"/>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E37F431A-73A9-4EB8-9A64-20B253193FCF}"/>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BD2A1021-C983-4CC9-A022-556A4D1532A9}"/>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D825DCEB-F7F2-461A-A235-D23016A571A6}"/>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BF539BB0-BB23-4C56-8097-8A131CB618E0}"/>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79E515A-286C-406C-BECE-2E3AB86DA7EE}"/>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49C25680-1BA8-49BD-8D85-CF0A8BEE405A}"/>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CB438A7-AD53-4712-BA08-922918A56CC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F65122CA-D1CB-4BFD-884B-6C0F5B699E1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42E52AF9-32F4-461C-8219-39473C9EB73A}"/>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8A67071A-446E-456C-8C4D-3F981F2AE238}"/>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9F7492D7-823D-46DD-ADA3-6CF77BBB1AE8}"/>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9100757E-3AF6-4E6F-B30F-E53C994A1BC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D45CE16B-51DC-4992-8730-69A3A52AD1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5714283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24A23BD1-CD95-43D8-9347-FF4D7BB3EF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D425AE7F-2B83-4260-88FD-D13F7C6EE3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6485E7C2-733B-4F01-A8CA-81DDCCAB33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931E474-1CD7-4364-B2A6-77B8425ABC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8BBC2E4E-C8D9-4F0C-9609-F0CCEBBE74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2BB9082C-F635-4994-9C41-602DB84B0A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DF999237-C0D1-49A3-8375-0CCA413E14B8}"/>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314F78C2-5DA5-4CC3-B0D3-454A4D972703}"/>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1FC4698C-8E30-492D-B2C9-FE269BDF96D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5DBD614A-5836-48AF-8C7B-CF259623A0BA}"/>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F1509863-C084-4C6A-B926-E70E537F327D}"/>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108FCAEE-8D47-4CFB-8578-D35BBDFBE4D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FD9E1935-ED5B-4C16-A52B-66168B592A90}"/>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5B999D00-87FE-49EA-AE17-07A86ADB95DD}"/>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4D16D9B7-5F20-4F75-98BC-7194A843089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638EBB34-6BCC-4F25-9A19-95A2149C50B5}"/>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2E91BC-BEE9-4A2D-8217-61B0E54863AF}"/>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0186E484-8C03-4667-94D7-AEBC6BC1BB1F}"/>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2C167F3F-A93E-4D2F-8364-EC9678267BF2}"/>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EA8D5D0-3927-4500-B829-5AF51474904E}"/>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0457AA40-984F-49D9-BA5F-934AB6717677}"/>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7DA12C50-D9E9-42A0-9C22-3FF7709DF52C}"/>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A02CEECE-EFEF-472C-9B46-5F03B9FEDD39}"/>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11747A5-B38F-4631-8A00-8E7ABBC172BF}"/>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67F2A8F-7C84-44C2-A209-88AF65675E2C}"/>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94886504-533C-4CA7-A9F3-97D72D57E581}"/>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94BFBD75-9FC4-4B51-8C9B-EBC80F36A23F}"/>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56B71D98-765A-454B-B41D-4861E0690A0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3755D8D6-B368-470F-BC3C-9C89E46D21CE}"/>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EB9E89DB-760B-4355-943E-955472D0DB84}"/>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24199599-FBEE-4CEB-8E27-75B0AA82351C}"/>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2D319D0A-F89F-49EE-A47B-DFD838315BA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01C02960-3978-41BD-B7C8-E8904C18B0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6501198"/>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446E923D-CC52-4AD4-B076-AC9158EF4F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FDED7370-55A9-4B49-B01C-7160FCE5BC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774D883E-0625-4401-9CDA-92D9819149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93E33930-053D-4098-A20A-3C99F6CA96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57D68C0-FABC-4F7F-9606-2D0305C3A5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79A1AC4D-2071-4714-9DE9-BDC3155C52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0635A39F-E23A-4747-A187-30ADF043C092}"/>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8319D1B2-E377-4768-ADED-DDAE23EDD873}"/>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C068AD88-B8B5-4668-93F0-BEF73FB05D6E}"/>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D535C53C-5A1A-4369-9610-CCA2ADE53B0C}"/>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ADED763D-2FF8-4655-A1F3-B5E68BD943A4}"/>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3FF32410-0E98-41B5-9B7D-C573B414904B}"/>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10973820-4F64-4B30-B191-44AEF3B5B25A}"/>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91443A67-9E67-4472-A3B5-8117F9220A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747293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CF4ECE95-3AFB-4F2C-A891-8FFEEEC4B8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F073ABE0-5F78-4B18-BC13-FD7669E14D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E32E9853-3015-4306-8C90-AE3F9099B5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A528EA8-02A1-40D5-A551-9127249D2C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2E9AAAD8-3713-4E0C-99DD-033AF9239E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A110051F-C9F8-46B4-BCD2-C10DAC288C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51489CBC-B6E3-4CB1-B97A-4BE0FF7B5B12}"/>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C0D63655-B915-4156-9C31-43924271093C}"/>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03FEEE7F-B092-4A23-ABB3-2D17A3C54C46}"/>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3AEAEC80-C8A0-47A7-868C-FF63E6D4B353}"/>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ACD73514-A19E-4E03-A8B8-35BDD05A237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998FC901-49B2-4DD7-872A-84CA495626C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D41582D2-6753-45AF-BE6A-993617447102}"/>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E7AF80C1-5B5B-4340-8FBB-A422A4C3E05A}"/>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CBB748E9-2632-4CC4-8837-DF9916BFF22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68C90A9D-7F22-4B15-A88E-C5236CC5D64C}"/>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B148E8E0-1E34-46E6-A15D-7BD9BE26ECC2}"/>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C9B7C1FF-591E-4DA4-B982-BBAB75D59184}"/>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FCD5310F-B9D4-407D-9562-B80D44ABEEB7}"/>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6A6E1FA6-D941-4AA6-8009-7598D1172B38}"/>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17E07A61-1E49-4042-B709-8A3114E5436B}"/>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7E3EDF47-E847-401A-B50A-49D68439976C}"/>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2825D4E7-D9E8-4AC1-9BE2-3AE347254819}"/>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7D64A247-14C4-4A2B-8F9F-F7A18837E12F}"/>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2363F098-703C-42D3-81EC-EFB3789049F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9141CFA5-6306-4ECF-B2A9-0FD6B4C2C328}"/>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AFB7B018-521C-4CA4-83D5-7F4ED72216F0}"/>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11CA15EC-8DF6-4A74-AEF2-7C330BDAAA18}"/>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93E361A7-D644-408E-B7C6-2ADF8A8ADBA3}"/>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921A7D2-70CD-4E68-92B4-C26C49623006}"/>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1E1ED1C9-E509-4DFC-83DA-7B77067A4B9D}"/>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3596E7F0-3279-4BC7-B695-B175E22BDC1E}"/>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ADD2EFBE-9D72-4EC3-B39A-B459B5DE8134}"/>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A34FDE01-AE17-4890-93B8-F6C0013313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910F9BE6-E6ED-4937-BEC9-C8A133382B21}"/>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E2D8E4A7-69CA-438F-BCF4-F25E243E42D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149FCDAF-3FB8-4D6D-9815-A6C4D5D819E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AD89E1A4-7D63-4219-B16A-3C6047A2EBE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9663A3C7-6D91-48A7-A417-E01312527B0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123851E-5B07-4726-BD21-A4C6B2B87EA3}"/>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C9FE2DB-FD1B-4549-9383-E879BBD48EEC}"/>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4AC1C87-CF48-4D1A-A195-1CE6B686B752}"/>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0426D635-38BB-4A54-9994-3872653C51A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6A70A430-B729-4FF5-ABA4-A8CFEF4092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203160412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D7E6538C-0810-46B1-8A22-41243C0A38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EDB9F28A-7013-40AA-AF26-95E28D763E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A6E187DF-6F32-4DCE-9BAD-EF2D335906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9B34CC1E-C870-48F4-96CF-E95C125074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DCD89D71-F7C4-4501-BB07-69697C4E84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F8B26FBD-42E5-4842-B6D4-88472EB6C5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302A17B2-A166-46D5-8D0F-E2E4A4375CFA}"/>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2C43E127-DB4D-4921-8C3C-76A54486251E}"/>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B419F6A6-C52D-4829-9C83-A71FDBAB570B}"/>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3F6469FF-1D24-4206-AAD1-93C180F4D585}"/>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6B3351F0-E993-4F8F-A5C0-05164B301DFE}"/>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764E5D77-FEF8-4274-87B6-B602A6EDF368}"/>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13CE5EB0-29AC-4F2E-944E-535984567983}"/>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A63020C9-535E-43B1-8BF1-4EDC9907BF17}"/>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69EED58F-7878-4D3D-B068-2B0CD0FC622C}"/>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9A02FED-9D03-4C73-A093-7126816BAC4A}"/>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1F62F022-7D87-46E6-BE7A-911A04B7F5BD}"/>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FCB01D46-4309-43B5-8CB5-13150B1D48FA}"/>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B0C719D5-5527-434B-A3FB-A75C07F0C72C}"/>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3CFBD14F-D169-4F9C-9FF7-E2CFE0CA714E}"/>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DD1C21C4-07E1-41AC-A406-6C3573C3061E}"/>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9885CE87-90B0-4BC8-A124-59E7C0CEB40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BDF526AF-CCD5-45BE-AFEC-F67356B78909}"/>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4181CD43-ACDC-49D1-AAA3-89C32964ED5B}"/>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8602E2E7-9517-40D8-9204-D09A4F3349BE}"/>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70E646A9-083A-4296-B6FB-53B0C9A228A5}"/>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B777E7-5A95-4F6C-96D4-1296FBF46BEE}"/>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98B91248-C160-4BF6-A878-6EF16588F911}"/>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58CADB73-2FC4-4557-BF95-F7F3B3029C70}"/>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5AF1F0E8-FE93-4E65-A888-C9D4EF1633BD}"/>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1FC8A6E9-A58A-40C6-B658-3BAFE6E270D3}"/>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F249A12B-F472-4A9C-A93E-75482941435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0CBA2ED-B2A9-4B7D-A495-A2C7DE239B6F}"/>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B75DAFDF-4C11-4262-817F-4726B2829DEE}"/>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5DA77D06-871A-41FC-838C-83F6831A14A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37DD0362-5700-4882-8788-6109336D30EF}"/>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2F7A494A-8F43-4A9E-87A0-534D3D50A20B}"/>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83FD29C-ACCF-4819-B231-9BC75AEA0CB6}"/>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29A5704D-6132-472D-9512-FCF55CEFBDE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DB3397D8-6512-4B34-92DF-FDCA4BD5D215}"/>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E497D01A-4C97-4425-857F-7717C26DF2AB}"/>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62181A29-D3E7-4A0F-A3C8-DC7D581D2EDB}"/>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2610E53D-D631-4269-8213-7C7F21B1552C}"/>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6274D387-14C9-4D2C-AB15-CFF46BE551A0}"/>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52784505-1BD0-4E85-8BF4-85D619FBC506}"/>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A7865949-F325-4EBA-A0D6-956D47041B8E}"/>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9B8801-FBC5-4328-8371-B21ED9524EE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BE97925D-A460-4D5F-87BE-B435ED53B51A}"/>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0A2382AF-B8E9-4D5A-95D7-F11EF266E0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1771CD0E-D10E-42ED-B6BD-AC39A8869D1F}"/>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88FD16A7-34D2-43AC-9192-D220A0358528}"/>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9B059E48-EA80-46B9-8209-D6550746CBFC}"/>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9EBE98F0-C55D-4993-B444-DC2BA5A8DE5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BA7FCB45-F50B-4807-9D64-8F58D047C0F3}"/>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94A84DA-6AE9-49FF-B4DA-91655A9036F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CFEAB9CB-B217-450B-8827-3A3FADC6BA76}"/>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D5FA8CD1-642A-42F5-AFBB-769EDD19DA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9844217"/>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2D24193B-3306-409C-8C62-46C2915608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B8E4A7B0-2763-431D-9894-C7FB2F0014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5408B86B-A4CB-491B-A237-1F99E96847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26A8F589-75E0-4308-A09B-CC2EF0FDDB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095DC762-29DA-4987-A9B2-055F664443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F38E419F-C9F9-4427-8F05-BFA83D8383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1B5DD78C-170E-45EC-A54A-2AD34E50FD5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5E668F7E-F6A0-4C32-8BEF-68D09C920F23}"/>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BCC7784B-D9CC-4A53-9CCF-76051D1BC50F}"/>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003FE642-E598-4023-9AC6-02F109DD10D0}"/>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2732BDBB-7395-473D-96C9-B5F15EAEFE04}"/>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9ABF078-82C0-43B6-B7E5-F45D766A0CAD}"/>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5CDD3988-14D8-4DD5-BE5C-AD86CC9DA0BB}"/>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B276E3E8-B668-4E1E-8E83-E9C26ACEA9B3}"/>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21ed8f36743a4b26"/>
          </a:graphicData>
        </a:graphic>
      </p:graphicFrame>
      <p:sp>
        <p:nvSpPr>
          <p:cNvPr id="15" name="Python 할당 피크">
            <a:extLst xmlns:a="http://schemas.openxmlformats.org/drawingml/2006/main">
              <a:ext uri="{FF2B5EF4-FFF2-40B4-BE49-F238E27FC236}">
                <a16:creationId xmlns:a16="http://schemas.microsoft.com/office/drawing/2014/main" id="{1FCA3376-9792-493C-9502-25DCFCF1BFB8}"/>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E2E48454-A598-4A28-8605-245A24911AC2}"/>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7B1CBA46-3147-4D6B-B8EC-CE84F94674E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0F41CDD2-3188-4CD3-9DC5-6F39AAC3D1F2}"/>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E5C613D1-CA51-442D-BA3B-7F386A7C523A}"/>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5747C247-E4A1-42F9-AB16-B59921008782}"/>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DCE11BB0-0BB1-4642-99D1-34CEA31CFB4E}"/>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5D7DCF29-58F4-4607-9447-02CE9A19DED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EDE89AFD-4D9E-4B8F-8C62-0B985E4D5D3D}"/>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1E7C42AB-C0A8-4C9E-9268-3F51EE3FAD02}"/>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EC4444B8-3A00-4564-AF7E-D6897F210E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48743193"/>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ED71723C-B86F-46B0-B777-2E288EE90D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76AF1807-E251-45BB-BCEE-89FEF44F87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5795EB34-345C-423E-ACD5-FE52656F0C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A447A8DD-2782-467F-8103-2A825470C7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3258DA42-E5EB-4A53-9EE5-F3A3DD2D99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999ACE29-E33F-42D3-B8F2-D5026D28DB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061218C0-9B27-448F-863F-D419235BBCF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B4F46143-C25F-4B40-834C-66CE7072F4E4}"/>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487C815F-1473-4E5F-880B-B495103B0D6E}"/>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76BD14B0-4FDB-4756-B57A-9EC838F75FB0}"/>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0E911B8-5082-4316-B124-F8075F09397B}"/>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0F7DD65B-BEEF-4EA3-A781-FBEF8A7386F6}"/>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4581802-7996-4BBF-8CA4-352435F30D2F}"/>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3B599D89-5154-40EC-A157-E5C34F5893DE}"/>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E89F260B-C8E8-4D97-A4F2-A01132FCE61F}"/>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D082E308-6DFD-4A36-8FD1-A7D062645B19}"/>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C98DF2A-66E7-4D24-9D7C-312E2AA199F7}"/>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5818886C-DA10-4174-A1C7-5F4C3DCB0378}"/>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D7C1EEF6-992C-4537-831B-A26CA0784C7C}"/>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42440568-8634-429E-95A6-D634AE010C1C}"/>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AB8445B-31BC-492E-8044-8C92B230D19A}"/>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9A02F0F6-F099-4088-B2AB-5CB508FAC604}"/>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03E36832-6DFE-4573-9E8E-35EB67EF6920}"/>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CBAC87BA-46C6-4A9A-BD49-40C6D0FED60E}"/>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9DFA1422-C988-4FDD-BF52-B071ACEC2DB5}"/>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DB2B281-1A36-4CA2-94B8-10F2906380A9}"/>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AFD7DEAE-8225-4A35-B67D-E1B085A6499A}"/>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DD1D15A3-6DC4-4CE7-80A4-869027B79EE0}"/>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3D36CDCF-B3B4-4673-AE92-682B797DA06F}"/>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53EFDCD2-85FA-4FA7-8129-FF63616A29D4}"/>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E127DA61-657B-44D6-AEC6-123C6C1B0B93}"/>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EC7A688-E53B-4B4C-BE1E-3C936F9688F3}"/>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A83B88E4-F13B-437D-967C-72EB15881AE6}"/>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257E3D2D-888A-4C0E-BD2D-8B5A62A5A50D}"/>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FBEC9C74-2C18-4684-A624-B8164F964FFD}"/>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7F2679B-443B-4899-9DCE-582752ECFA01}"/>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37575D17-E565-4CB5-A1A5-7FFA5C40B40D}"/>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59165461-C3D2-4A88-B2F2-D4B6F1CB6B92}"/>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74E94EDB-2796-457E-AA90-B1F550A256D0}"/>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D972A450-DF3B-436C-B15B-0BC16578AAB7}"/>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1C3CE38A-91D4-46B3-8F57-B94BC83D8ADB}"/>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2570F2DF-208C-4F54-9025-3DA75DC0D684}"/>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113CA533-D7AD-4B68-A948-95AE8874F918}"/>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DA64C3D9-E2B5-4B93-8AC1-9E78794B480D}"/>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583AF6A-2EDF-401A-AA2E-27383A914A87}"/>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6400C93C-4C4E-4A3F-B3AD-D314974B6E37}"/>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8EF67AD-81DF-44E0-9F89-0BE28C80B70C}"/>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E7A30878-0306-4624-ABDE-006399246B7E}"/>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9979C52F-3D48-4AEA-A182-AA69067F69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1894740"/>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3F777F7B-AECE-4E47-8E2F-980A2D3925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B5F189DE-52D7-4EF8-AB60-A1C3CC4703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82DE240B-1AF7-4952-98E0-B30C75C1B7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81E96364-4387-4DEA-86FE-4A9532B007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8F8E6F84-3838-4D05-AC92-C35184B3E9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8B9EFE1D-94BC-4DA7-8B66-A4D7AC7B97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19D3011E-FE42-43D5-B6D8-D43CC2A26690}"/>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7CFF2B25-2963-48B2-BC72-9244AABC9EC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62130996-F584-4910-A250-E03A49F3244F}"/>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152FFADC-7860-4D2C-ACDB-7C3A26BDAC84}"/>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A111AB2E-C1C0-4CB9-BE61-53368EDE3468}"/>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754A18CF-F93A-43DE-9088-BFA0FF074B08}"/>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34158B08-8176-4106-9DF9-0F8DCC8A98AE}"/>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60A10CAB-866D-45CA-883E-12D24675247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68C615EF-1862-42DF-B5AD-BA4D1009A209}"/>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E96E49D3-87F9-49BB-8255-FF9615AD2F29}"/>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2F75F68B-4B00-4B1F-BAAC-93EA593D142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A3C3E06F-7D2C-4713-B4E4-42E3CD68FD22}"/>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CE0FEE75-701B-4AEE-BCD4-C2314339BA21}"/>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56833F3-5C59-46F5-992F-F588508E0E92}"/>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E295165E-D536-4D33-8EF1-44986812394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921D29B1-C370-4F99-931E-FC4D5E4AC934}"/>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764D3E1-FA84-452F-8E43-13C9E04EA1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8367536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E3E0DAD6-5C20-4702-802C-C1C355BC67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BC8E789A-6496-45E8-BF99-86D1E70B47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AA1C0561-E45D-44D4-A513-28C8290F6C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813F2DD7-EEC6-4A0D-A8A1-C0024A88D8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AA15C961-728A-4650-A613-84733F25F0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92B7B3EA-54D8-4BFE-9C63-66780587DB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A18F3C8D-2666-429C-9FCC-0DE95D2D1E22}"/>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7753D353-5AD8-4C69-B3E0-F0935B08249F}"/>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88C78FD0-0C43-42CB-9458-1DC649E1DC79}"/>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A6231-8C15-4685-87E0-C634D5804674}"/>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CD2185D1-87E9-4C0C-A4F8-09883932BF1B}"/>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5CD388A3-6892-4BA6-81DB-BEB8F5DD123A}"/>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E5C20475-4956-401B-9B24-8F70A8509E81}"/>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DE00676E-701A-4023-B39A-D6D15E42150D}"/>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50AF65A6-F0FB-437E-AF67-AEE56088493F}"/>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0FD5332-6817-4E08-A11F-734502BA1C51}"/>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742DACE5-B03C-4F98-87A7-4A415D47C1D2}"/>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A6F53F3F-9996-4571-97A7-FC54980F8549}"/>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299E369-93F2-4564-B933-CD376031AF27}"/>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188F86E1-E352-418D-AE48-0948CD00ACB4}"/>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2C654135-66AF-4F2C-8E61-C7AA805D4026}"/>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0386011-A987-40AF-BC87-3D762200D0F7}"/>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3BA93E1F-342F-4138-8010-E1F6A11C74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52918103"/>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9144201B-4868-47E8-83F9-A03AA8634F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9F77DFF0-4FF2-45FB-854C-AB2622E0E1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804C6C59-1DF4-4848-A773-14CFD5FAF1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14AE4C9-FFA0-4175-9C8A-A956B7BB39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2DDF5E59-0BDA-4558-B009-5EAF0FC969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F8438BD7-9CB5-4148-94A9-BA4C653698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BA228BC8-8F56-4C3C-B694-38B96FE2D8D3}"/>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A832106D-5AC8-4F9E-B0DE-73BF060192AB}"/>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D61B98E6-0D9B-4518-B2D5-DC64B5C11BF5}"/>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F1CFF62B-8E18-4F4A-B17F-FBE6A4BF660C}"/>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A328DDC3-2E7C-4283-9CDB-4045DDBC01E8}"/>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AA3B3E6-5451-4E51-B52C-2B3192C1353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003CADD0-4CDF-4785-B8AA-D892E1CFD75A}"/>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C5DFD121-0AF3-48D1-8359-A1978E73449A}"/>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8C134047-EA8D-4FCB-9ADF-3B5D45E0C66A}"/>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2737049E-8815-4EC6-A73C-1E668BD43392}"/>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7E83797E-567C-4FAD-AB93-6041BFB63B20}"/>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2E5A96E-03D2-483E-A83F-D6165D062D46}"/>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11E439-19EB-42AC-AEA5-9164F44409EF}"/>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92757C62-2E2F-4EB9-82DF-2B1EBA3FBAAF}"/>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49388942-8E63-419F-B88D-F858F4447CEC}"/>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1945F7B7-3C86-4297-9667-324FF6C6EC8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37EFF5ED-F4F0-42AE-9C24-F205289895EC}"/>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3CF0F68C-99AF-4201-B85A-30BF731B2FE1}"/>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9B5CA423-1237-4DD6-BA28-0A88EC10B6D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72561095-4C40-429B-A9DC-D4DB9DB3592D}"/>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4A9A7EB5-AEE2-4E76-94ED-CA0AB96BD218}"/>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BA58BFFA-7788-4D50-879B-09F96B75237C}"/>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3CEA8345-543F-4F9D-97BD-8878B9664B59}"/>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0C10F8D-1D58-4724-AD9D-DD970835BD18}"/>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5A135CF-A49E-4F81-91F6-9AE016DC758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CC539BC-4A6F-4980-9CBD-41A27533D5F5}"/>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8DC00D6D-0B4A-46E0-BA8C-5F965D34D876}"/>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5523F81E-085A-4FF9-B112-5E399E8EA7D5}"/>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DD9955E8-258B-4E30-A1A1-C721E488AA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3787782"/>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55FE917D-F92E-4B66-AED8-539C2F2F15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65AE23BA-D810-4BC3-85AE-E14D4A50E3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9C98528C-1873-4593-BDC4-39394164D4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98979F52-A0D0-4E29-8889-77605934CE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C5584282-0424-425F-959E-D40F1A9995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BD92D3D-8735-49A7-B952-96A2A2011F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0AF16DF0-955D-4277-8034-F47CEC6ACAEF}"/>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768E461A-A9D7-40E8-B063-DD6A2316B640}"/>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DAF0BC0C-A8D8-4A98-B834-84D24A09FD7A}"/>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F6B2C4AD-929F-4B94-85B6-A42EE835434C}"/>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8BDE112B-E437-4923-8B20-B618DB6E5D2A}"/>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DD64755D-1D82-41E5-A057-E42349B386DE}"/>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92E748C3-CA92-4C26-ADCC-F0468274187C}"/>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D23E1ED0-D40E-4E45-A31A-D338DB27D0C1}"/>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A063D560-5BA4-4B02-9A51-A711F5A25DD9}"/>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CCD72096-C312-492A-956B-F749634570E4}"/>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D6BE2BF6-F9A4-4004-9A1E-F4E39D641127}"/>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36F4AD9A-FF45-4376-9B60-B3823CB0C226}"/>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3A26959F-047C-4E45-9D4B-C4ECA09C6A94}"/>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A08B1C48-CFC2-49E4-A2CB-44FBAA51C184}"/>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78EE891D-8627-43C9-B367-AD4EF6681A5F}"/>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91A92B04-0729-411C-8CF9-226EA903E05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EC012BC-EDBA-4C1B-BB71-1BC96B7E96AA}"/>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826B63D2-4A3D-4704-801D-C546D64914F3}"/>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07879183-2F3B-4B14-AC0C-75731F0E7EFA}"/>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550EBB54-0453-4BCC-A2D2-F858A2802F9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5A5196ED-35A4-4B31-8186-E9FB58A4F259}"/>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E0F573FB-2A02-4F65-A576-AFBFC16C58DD}"/>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15377471-C657-44DF-BF2F-4A2FE33D6E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082062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436BE709-D950-4CE8-88D7-BC97905D42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AB42EDBB-578F-42E3-9AF3-5579AE1D38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C367863C-696D-446B-8915-F567F80887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7F279FC9-AEEE-4DC2-A34A-590B2FD53B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A7C16799-7024-4E02-856C-43762BCE39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8DFF9F30-9E0A-4901-8692-4457AB90A0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8C00CD8C-0FB9-44EB-85B5-C858FDBB0FA2}"/>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444FB327-A4DD-4941-AF09-50C3D30BB8A0}"/>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F564855A-95C7-43F9-B35A-AA6C0268BADD}"/>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F162A018-50ED-4031-A43F-6D8EF7D9246F}"/>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AA0C10A3-0AED-4417-A110-5EF9514DE0DC}"/>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765F90C2-FBE3-4982-89A6-21FB70022352}"/>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F26D838-89D0-4A2E-8154-FD15AD37E266}"/>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80D94249-8086-48C8-A269-53DF3E582719}"/>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50365D9F-B358-477C-BFCC-B4CD9740BB12}"/>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DECC9C6F-3BB4-4BB4-8454-1492C89B3520}"/>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84259C1-2565-4C5B-8274-EFA1A29C24A8}"/>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CE13CFC6-F54C-4B4C-AB7A-9AACD14DEDE9}"/>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165C4DB9-46FC-480C-B227-00D839704A4B}"/>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F7CCA157-A9C1-4A5A-A362-8451DC2E1575}"/>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EDE94F75-AE2C-4A05-9CFD-38CEB3E56B5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FEE8AD10-4316-48C9-88CC-E6463CAF39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659326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21D7A954-2AFD-4831-9FB3-4AABBD7D03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6696B2AB-91EC-4783-BC95-689FF678B9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5ED2FEA5-1422-4D92-A456-6143AF314A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EBAAC7BF-97B7-47D3-B324-56147AEDE5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639E07C-BCDC-4944-9F8B-873DD644A7F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EDF897F6-E29B-4333-8D60-731AC46B1E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D265BCE7-C539-4AEF-AF47-9C5DB1A3E0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DACA625E-201D-42F6-9152-DE4B6746F273}"/>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69479E58-2534-4E28-916B-368E557C2613}"/>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E2EB63C2-24A9-4352-94A9-EBE82E115178}"/>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B727C08B-BFF4-4341-B094-7BB09F7C265B}"/>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782BF064-697B-420C-8A4C-71AB8864EEA0}"/>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19E98A58-A90E-4C58-8E86-7E6C89F6DF5A}"/>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2B280998-C47B-4BCC-BF7B-56E1C468C040}"/>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B8965A66-F441-4BEE-8A69-FEB752E176B8}"/>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746AEB25-5BD3-4263-B9F3-5452F8B7A5FA}"/>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F2A0A9EB-0F98-466A-A74B-94F6BD84106C}"/>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44903AA9-9934-4FC5-88EB-AA5F30E4C0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73315768"/>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598055B7-24BB-4A62-A9C8-7584EBF8B7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6F570D7C-5819-41D8-B1B4-2026125613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BC6A5995-9DA1-4AE9-9EA4-235DB8A1F1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654053FC-6000-48A6-BC6C-62FEA2852C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59DC67E-964D-45E6-BFBE-8D1BFEB905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49B1E141-AF32-469D-ABEC-7C442CC938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5C3D9576-F922-4CEE-B3B0-D5595BFD854F}"/>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39A30834-5FE8-49AE-9CFB-6DBB1C3F4DCD}"/>
              </a:ext>
            </a:extLst>
          </p:cNvPr>
          <p:cNvPicPr>
            <a:picLocks xmlns:a="http://schemas.openxmlformats.org/drawingml/2006/main" noChangeAspect="1"/>
          </p:cNvPicPr>
          <p:nvPr/>
        </p:nvPicPr>
        <p:blipFill>
          <a:blip xmlns:r="http://schemas.openxmlformats.org/officeDocument/2006/relationships" xmlns:a="http://schemas.openxmlformats.org/drawingml/2006/main" r:embed="R7bb0d5fb5a71460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1CAE98A9-FE35-473C-B0BB-880E29527909}"/>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AAE48D37-EAA1-42AB-8EC1-B3BA5A5A13DB}"/>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79BF6BF4-48AA-432F-AD36-BD335F753B67}"/>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CB442563-73A8-44B5-8E58-17B3BC77B9B7}"/>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EC5D4D4E-6CFA-4EF3-AF37-94914AECE792}"/>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58D19418-AA0A-414F-BF0A-D41223BFE809}"/>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FAA8CFD2-0C59-4C04-9A45-41F41ADE074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F846BF44-3A63-4CF3-9091-CAB0F59A7FCE}"/>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646E0602-18B4-4BA1-91C8-5D4C6C30D92D}"/>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B202D801-7357-41E1-9C31-5394C2748C25}"/>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88CAF35A-484B-471A-9DBE-7EB971D21DD5}"/>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2CC86B80-AA45-4B49-80EE-F882A15BDBB2}"/>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E85011EF-53CE-4FFA-BE27-4C141CA2A850}"/>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532ACF5C-7665-4CF4-9E04-BC08E0C62B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1994656"/>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B7D5DB8D-6553-4AB1-9D54-D27E4CBF1E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E4670324-2C38-46D1-923B-FB29DAD081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22280C1A-A744-4BBE-9CA1-4273E7AFF5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DF5A3CB8-416D-4F41-AE3F-E0979347C2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20C5D6DD-7BF2-4BD0-B3A8-46C32A97DB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F8E89A67-2580-495A-8B35-FE8DA56E66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1FC264E5-1DC2-47CD-BC4E-47A5F479DE3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193CAF0C-6CD7-424C-A22D-CE11A0634278}"/>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0969C41E-1960-4F2A-8BC1-1D70E3A6EB49}"/>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C02267CF-B94E-4F00-AC44-DF3A7B342221}"/>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15840FA0-2F92-497A-9DA8-82497085B4ED}"/>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53BBC25F-49CC-40D5-94AF-A4F43B1AE9B0}"/>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2C562CE0-5E5E-47FD-89F2-9FDAE2DE2A6F}"/>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A62292DA-10F7-4160-9761-B92E3EBFE72E}"/>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F3F5633D-4F6B-4168-A1B1-3F97F5E8FCE7}"/>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114620FD-45ED-4A18-B5C0-775AFBA8BD0E}"/>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115A0E76-35E5-4188-8FC2-0313F0B1BD75}"/>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9F41D17-2A87-4F62-B94C-5BD277EB8350}"/>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B4ED34A6-7033-48C4-BB73-3BD96A5FBE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0226056"/>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334EC231-6E3C-4F73-94F2-B2F41CA646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4E1B634D-9D24-43CF-9285-97C7614704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E9923FE7-C3A4-494D-8F40-E2F39E70FD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766D45FB-402C-4598-95B6-ADD604CEB2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7BE5C12F-5330-4EB3-B281-8492B5338D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E042065A-FCD3-481A-B011-9E63997BF8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6980B478-E10C-44C5-93A6-541A0D5988A1}"/>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E9EA72C8-4F8A-4BCB-A2CD-4E283C033478}"/>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BABECFD6-AFCB-43F5-A7D6-5C381CFC997B}"/>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0D75E751-1FEF-421E-9805-2847C297E704}"/>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3DB48E7D-5858-4185-B920-9190A3B7DBE8}"/>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DBF2A19A-DF20-4EB1-BFB5-751A9E09CA6B}"/>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ABF93156-A551-4F3C-9E89-E7EDB1C2304B}"/>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826272E0-3DBC-4312-BEC3-F9DB550A8C66}"/>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99CE5674-3502-4F34-89DC-CBE5883E4B06}"/>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B6ED1AA4-04E4-47BD-9D91-C912A363B297}"/>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12335928-5CCD-4FD3-B960-0B4B82964144}"/>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FDC00EAA-882D-487D-9527-9C5A943ED1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6684227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7B3ED535-4EA0-44B0-BEF0-E581D1974F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8C043D55-0082-43C0-8E89-7BA72EDFF6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65C3A8D0-5B39-45F7-852A-043B5BA7A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7010D493-546E-461D-B7B1-C583C4417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9FC49D07-6BE5-4487-A7F0-8940C1D430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70E8D742-A653-4490-8F37-E35981B02D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EE850E9E-A7C3-4ECE-8B01-C87C2CC5ADA6}"/>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C43F55A6-7A4C-4F44-8225-310BBAAEF80A}"/>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B014489D-C281-4B40-B658-D3B25256A190}"/>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07FE4AF1-92AB-4B67-A0A6-15B747437A9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5D7A816-97B5-418E-A088-218673BD600C}"/>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E86BFB2C-F9AB-4499-B984-A61E941E6A92}"/>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9B1CC774-CB29-4073-ADBA-B2A0D82D1CBB}"/>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E4FE34E8-2284-4535-85C4-7932526CE7D1}"/>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390BB286-E0A5-47FF-A2C7-9225CE4F6755}"/>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361F3EE6-0552-4C77-976A-4EE2DEBFDA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24280411"/>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7575FF1B-38CA-4E75-8C5F-FCB7FF3A5A9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1FDA8AD0-8563-4008-9A31-02A3753C88E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6BD82E0D-F52E-45FC-A3CE-D04ED7550C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72977DE0-DE8D-4BAA-A5C9-4E93C9F05F5D}"/>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8C94A4C-41A3-48E2-B11D-B1A8EE4E9EAB}"/>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61F1E707-0370-4C47-BA5D-EB1B4A58686D}"/>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82A463EA-EA79-478A-B596-F9A84166755A}"/>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0150564-72C9-4089-8C2F-0F7400824D8A}"/>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C2CFC14D-DD73-49BF-A40F-3C8B5C00A04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A4DAE31C-4395-426D-8BD6-7F4BE77EA14A}"/>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51622AA6-EE8B-4379-85D1-D8D2F1088ADE}"/>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8865BD29-EA5F-463E-9A88-E76E0D14A9E4}"/>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95DE5FC5-9FFC-481A-BDD7-6ACE975056F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A7B1EC6-D99C-49AB-80F5-545A8ECB2B6C}"/>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7FD763D2-8A1B-402E-8DC5-DA6D8CAC9CBB}"/>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B7CAB06F-802D-4BC6-8C97-6206F320BCDA}"/>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E8A61352-370A-4C71-AA09-5D6B22AE577C}"/>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E5EAD96C-0B32-4B88-A0BA-4CBF61164D3C}"/>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251604F-BB32-4AEA-A53B-C0C10614892B}"/>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85B0B9DB-A603-4A9C-9A16-CD714BEB19A9}"/>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AC491525-8C49-44B2-A081-BA7A3CB0FD7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F6BE8FCF-A87C-439A-BCA9-8467B390F1E2}"/>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491A997-CF13-4A95-9D4C-56EFD5FF5D78}"/>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F4274FE9-E5DC-4753-BA8E-246CFAEFAC8B}"/>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54A2E6BD-82C0-4A4F-B5E2-325FA31949DE}"/>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02332F62-85D2-47C2-9668-53EF598363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FD0525B9-0C33-4605-8FB8-CCB861B400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68D42D79-3B20-46AA-B72B-9B4DBF8061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A9E4C91-69FF-4D40-AB3E-106708EA3F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2452203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B5B719D4-489A-4334-9AFD-D78F1AC7CB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B5088552-DDD2-45BF-A094-400F17F6E8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346BB8B6-A20B-4360-8D28-32C46FCB24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0B3F1928-4DED-4D7A-8B4A-8333851CBF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54F0CD99-EAFD-4FCD-A03C-1D75BF3591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DD109007-461B-4594-B53C-BFC86A945A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5F8EE9F4-5B28-420A-AAC0-E7197B8A1B61}"/>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3B66DB33-1FFB-4C1A-B1ED-145ED8F5375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CC142F3-C5EA-4F8A-A14A-3CC0D25CF11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73B25499-E802-4D09-88BF-F0543FFA50DA}"/>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C3907C2-C890-4557-98F0-FE0E0E43672F}"/>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B83218DE-0ADF-4860-BFDC-8EA77EDE6B36}"/>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F9DAF6F-9215-4871-AABB-4DF46D60243A}"/>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D214FA86-24DC-4341-B689-CF133684AD4F}"/>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0FA8B56F-82F1-4386-B456-0264683233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44086731"/>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A596E349-D6F0-4998-A2CB-FF9EEA26EA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8B08D806-0DAF-426D-8375-17176B16AB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DB5726B3-B30A-41F2-A38E-47C022AB29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2C8C501A-4811-40E8-B3EC-A4A7D742D7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99D0B293-217F-479B-8A18-ECE89C85B8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8F21EA05-9241-4384-9665-09503F162B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DA767AB1-CA48-4FD3-86D6-01585235915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A58EE727-637C-468F-8AB4-16B0FCBA3773}"/>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6FC3998F-55E1-45AE-AD5C-D78EC8E69B1F}"/>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017E6BFD-AFA4-459F-9764-8F688281A2AC}"/>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DE7D7847-8E9A-4425-BA2D-0F6470D264CF}"/>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FB8BFA54-81D9-4FA9-9BBB-5AA82857443F}"/>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D0DEA8E2-13B7-47DE-A493-B10B8014D014}"/>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3792C40F-4236-447D-A72C-6B4473257A61}"/>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B35D63DF-E9ED-4565-A839-E7945AE8EB7E}"/>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BF0413C3-629B-4999-98BF-E71F1363BF1F}"/>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D49CD39-1EB7-4708-BA25-47A6999E0C30}"/>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4FE0006A-94C0-49AE-B640-5BFBAB54CA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735788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F34D9D1C-313B-4A14-834F-5F79821BA5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35B08049-6806-43B1-B6F7-440C3C9925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09E2EAA1-82DB-43D9-B388-3E19D5881C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0BAFB9F3-792D-45FA-838E-6DEECF217D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9CBC8C4C-9E1F-46B9-A164-135F21E085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9FCF036C-F2D5-4D7F-9D5D-63A00BE68D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17FC48D6-C6A4-4084-A742-269139620AF2}"/>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9873932C-7D70-4B0F-ADCF-91BBDE1B2032}"/>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324ADC36-A077-43B2-A4E0-33B27351D4B4}"/>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B63650CF-9036-4378-A59F-5D34EB4A2F3F}"/>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D6FA6502-5135-4CFD-A34B-DBE665DE4F90}"/>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CECF4384-DAB3-4C49-98BC-58CFBC4A5B68}"/>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F93260A5-134C-40A6-AF8F-4B4968A5F40B}"/>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16BACBA5-7E7E-434F-9385-51FB09AAF046}"/>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09A208C5-FB3B-4630-AA0D-836CB3754E5C}"/>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3E48F0D2-6684-45E2-A7EE-7B7702D411BE}"/>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5D091F04-B99A-4A3D-A08D-147C5E286BEB}"/>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3515A3F5-A48F-49A3-9371-FC947A480E17}"/>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51A5E3EC-05EA-4509-B97A-58528539A2C3}"/>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C2E46A0C-2B0C-4692-8F14-D7FFA3D1AB3D}"/>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6371DEBD-1ACC-4798-9FEF-0F1EE0309DC5}"/>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0DA83DF2-35BA-46A7-BC83-5F1AB6D922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9696677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FFBD9661-D91C-49C0-89A8-C1F271DE55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87A85C6E-E8B2-44D1-8A96-05397E51F9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2BE40832-B63F-4DEF-B7FC-1C028F9455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E1349824-5EE3-4FF7-8B39-F439D50360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9096556E-DCFF-4C70-933E-12390BF0EA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1A3D97E-B920-408C-860E-D13F8CBD23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CED92AAC-73CE-4746-BE3E-BC8DEE4BCFA2}"/>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3E787AEC-D381-44CD-8E15-B047BEAF773D}"/>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634A19A7-E431-43FD-954B-014BD59EA503}"/>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DE382EC-3D92-4CA7-9374-0CF2A0C0D84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EF4DB32F-8AB9-49BD-BB92-DD2BD0C5B5BB}"/>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C8D824E5-7582-4AC1-8440-25EB797AAFAB}"/>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B1B9082F-8E9D-43CC-87FA-E1D5C340F8DC}"/>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53BBFF0B-FFE1-46EE-9660-E721D9FDA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421855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C799FCD8-59AA-4F50-BEFD-758BFC0432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7E9402E3-11F8-4E67-92DE-6C480D4389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2A02A4A2-EEF6-4B9C-AF4F-42A222E4DC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FF5CABFC-C723-4308-9E7F-197FBAAFDB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A0D96DCC-E5D0-454E-8723-0DCDCD6922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718D52F0-E72B-4082-803D-6058FC6F27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DECF5986-8412-4999-A08D-4EE3A8D33807}"/>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33C294FA-75FD-4CA2-8CBA-C442ACA8726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25E9F354-F2B6-4588-BE2B-A955A62B768F}"/>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30DF1CD4-BA14-401F-BCEC-AAFEF58EF554}"/>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86BA8F32-5662-486D-AB9C-BE24B5A4BE2E}"/>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80323B2E-56A3-4C1B-ABA5-D8C02C01081A}"/>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C26235CA-28E9-4BCB-A562-BE032344FF05}"/>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F8E3A07B-9EFA-4711-B530-DC3FEC813DB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12075772-F733-4BE6-B3C2-7D4479B6D4D1}"/>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B8A8DA4A-D847-4620-84D4-FD8F6201C6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4863625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14BFCC47-49FE-4988-BEF5-CB869A34E0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90016554-ED45-4F08-8844-9D4595E4A6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69B53CA8-D723-4AD7-B800-499CAFC6CB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44C6F5F3-46F9-4C05-A390-8D806A4CB5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403A5FF8-A467-4B69-A01D-45147A0C1E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0EA8FE8F-12CD-44C2-B0F5-3AD23B884F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034F92E4-4929-4F4C-BDBB-A44C3085D6BB}"/>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CDE82798-2511-422F-94CB-CE3D01C23B91}"/>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8A67A546-85E1-4718-98CA-AEBD74205420}"/>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F336AC0-4A26-41DE-9CDE-72A1D2A4A4E5}"/>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A086FF05-2D43-4290-800A-B8E1C9AE2498}"/>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B033922E-95CC-4C0B-A99E-AEB8A32C3215}"/>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24A61F63-FF49-4575-8235-5609ECEE9961}"/>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502A5A43-21BF-450F-A4EE-0B78A05DDC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27422096"/>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89ECDAA0-7BC7-49A5-B2D7-9380BE38C3B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F4892F68-276A-407F-A25E-D0344887768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16774FAB-EA72-463B-B407-4F617D32A8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8C23066D-6E47-440D-A0AF-F760714D1C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50ACF985-D87E-449F-B257-AA81E218E9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280EAF22-4137-4081-8895-430451A2AA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E42A033B-D94D-41DA-8258-FFA06D44B93D}"/>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FDD2EB2A-7F86-44AD-890D-021F362C1EEA}"/>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C8619B22-B5BC-4E6F-94B6-DB6601324888}"/>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E2F5EF46-F323-42D4-9A59-AA730587DCFD}"/>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25F91CC-9CEB-4638-97B0-56B3459F562F}"/>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7C8879B7-627C-48B4-B487-400C1ADCD76C}"/>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1342BC8D-D7C4-4035-9047-29ED0DB78F71}"/>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A48A2947-2B27-4B4A-AFA3-D9D9F5DE5A24}"/>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FA36BA3F-0F6A-4439-90D7-D0E9E2053ACF}"/>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C30E262F-BC80-4371-B398-DB81B05600C5}"/>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AFC8E9D9-1A5B-4ED1-9C6B-4149C800E443}"/>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43EE3F09-8ECB-41A8-9908-24C4624B735E}"/>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02C54F7C-62D4-474D-8240-FBAFEADBF35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AD3AA22C-82A2-4BBE-8C5F-AA68058ABB55}"/>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E21FCE2F-7092-4509-A58F-B162B819CD5A}"/>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F4D35D8D-29B9-4298-8C6E-615231012B96}"/>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E25DFF27-2DB4-401B-8C45-33F9B0021B86}"/>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52F44D25-1B3D-413A-A01B-A65B897B9592}"/>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7DE2514B-2407-4FAB-ABB7-4AE8CDF743C3}"/>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049065DF-6CB9-4913-8891-C9CE4C6AA1EC}"/>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594AE311-111C-42D4-8E30-E28BA9D9E562}"/>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E4C361E-0A9A-4247-BC33-141FC0DD4E56}"/>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4612A868-F35A-4AFC-88CF-810662FEC38E}"/>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983F2AD6-716B-4376-9C2F-7CA37F01879A}"/>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B6204D06-F6B9-4B17-9B84-3C4CAC86009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592EC1E6-EA7D-44FB-8334-D73E1A302408}"/>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E8F3F400-7783-4852-AC0C-2E43D53DD5DD}"/>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E17FA0BA-E08D-4C02-82A8-C9A961768BB3}"/>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BA9CD4F2-C6AC-4BDC-B594-8544C1FE1ABA}"/>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21EA0E75-6C74-4205-8150-61907926FB51}"/>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60760841-5F3C-41C4-82AD-B144758025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5331021"/>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3B1ADB20-DF8A-42F0-B4C3-621599BDA6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E885991C-8C89-421B-BD7E-E253771BCE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0EA2FC72-8A2C-4281-BA4F-A0FB227A7B2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1D53E80E-2320-43CD-B339-460EE9F9BE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C61B8397-C69F-4746-8A36-67A634D2E9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6F4E860A-A22C-42D0-BEB9-60EF520BAD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8E3A3436-191F-4F16-87EE-C4AE54CB5873}"/>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2BFB7419-9C2D-430B-98B2-6ED6B55ED987}"/>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CE98A57D-1A77-45F6-8EBE-52760D10587D}"/>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D7B28B9B-9743-416B-AEBF-1CDA52F257C6}"/>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EDCB53AA-84B7-4717-A0E1-1E73A776129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419CB5E3-ECBA-4A4B-93EE-4DEC6B232193}"/>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19BB79A1-302A-494A-8C60-0DD31B0DA1FA}"/>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B54F28FD-2104-4F85-9437-4E80C895917F}"/>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46FFB616-DE67-4C51-AAAA-0BEBB78BA0AB}"/>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19CD9CDB-5A9B-4A4B-B0F9-8004A1FCA0AA}"/>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D25E2038-BDA7-47D6-BCCF-8BD51A8F4EC6}"/>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210D8A7-6E8A-4E4E-A7C4-0945EBA812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52715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EDAA90DD-BEE2-40AD-B1AF-87EFD0B8CF1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8F66BA0D-237C-4FAB-B883-F8F9C03056E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1144AC8E-AEFA-480C-9809-132C20054FF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4E7402A9-9038-49C5-AF9F-7BB5CEF681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E54F1EB2-5CA9-44FA-B28B-8D97F68318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8A7E230C-521B-4F2C-BEB4-8D0821E037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3E84A9F0-9326-4187-BC2B-7830297A1297}"/>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B1E6D645-E2CA-4A62-9954-F3EC7C348D1B}"/>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3ABDE2C-D56B-49CE-B0DF-36B45B1BFB0B}"/>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0604E0B0-3447-4BE2-852C-0CEA0E69EAB5}"/>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D13FC4B7-7E3F-40EF-8D8E-CF7602FB91D2}"/>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77105F48-3545-417C-95FB-388497182125}"/>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B994D285-B7C5-46E4-BCC5-9D218053EDA1}"/>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BFAFF3F4-999E-41D7-9CE5-DE4BB2D0ABD1}"/>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D2030388-7225-40EB-BAA5-8A94738F5606}"/>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BAC74D39-55CE-4C75-9DE7-2254A0A7E7B7}"/>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07488897-BE5B-40B5-BDD3-1B29231D2162}"/>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F5D462C5-69D7-4CBC-B14D-66877CC9D0B5}"/>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9946F5C5-F3D0-49D2-A2DF-214992B209D1}"/>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A5E02CB3-5A9C-45F1-AF9C-7793F91801F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AF7F37C7-17ED-4ACE-BCA9-A9ADD2288330}"/>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1E7FA188-492A-481E-A918-DC3279F2AA7E}"/>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5365DE3-08B4-4235-8E8C-9FC7C09E7FEB}"/>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E9E9DB10-440E-4477-9631-D207B8427E77}"/>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E7BB9B59-2A7B-4714-86B9-96AE12B543A5}"/>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90087149-9FF5-4256-AC7D-C0AA314934B3}"/>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8DB2E807-34A4-486A-94DC-2D60469987F8}"/>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91FFD861-6886-4EC5-8CF5-12FBF8B7BBF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720FC783-EEBA-4A65-8BC9-7BC9A35AC456}"/>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2CE4A3A6-B3E0-479F-99B5-EF4D10C9D753}"/>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DD4FED97-0772-43D8-8F3E-06CF4F8015E6}"/>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990960FC-3869-46DE-B678-931B56576576}"/>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C422C411-C5A8-4138-B3E3-E2A8CC534997}"/>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5A05E7B7-0A26-4F82-9400-3F68A0E5F02C}"/>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BA98E7C4-FC31-41A5-94F7-08C9936CDBA9}"/>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0938C866-89EE-43D3-8FFB-880D3C8C9A8D}"/>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B0F5128D-79A1-41D4-B71B-A1643DEDF630}"/>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38D5A31-E1EB-4AFA-96A4-E915DF5D410E}"/>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D9B82CD4-F0FF-4A2F-86D3-7A0286DC78FA}"/>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A6C9167E-7FEB-457F-9520-55B813D776A1}"/>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D4B5014D-937D-4B77-9430-8E99C288FD00}"/>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DE20ED9-1C14-42D4-A0D1-28AE1BAE2A0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4D74751A-D3BF-4B0D-A564-3527CA0E3B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9897149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7B287AFD-F3BD-4A77-8E29-7609DF68457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6A9A8CB3-7F9B-4703-9938-91620D51630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472CF5BA-6B15-4D59-96B2-C3B7A3897B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938A34A6-BC0E-461B-835C-271A10A00C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96BCEC4-40A6-41D8-A7DE-CA876309AAE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910B352C-9DF1-4BEE-A32E-242BA338C3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4B38EDE2-614D-4CA6-81BA-D5C2BC2B1E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AD1F87E9-49C8-415A-9AF2-224D24641DDE}"/>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D1A6E801-286E-456A-811B-DF2E0F7979B8}"/>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FED5C6BA-A08F-4553-9BA7-B833221FD1FC}"/>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0AAF7AB4-762F-4920-A88B-536DFA6A32DB}"/>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28123C93-5CC3-4C09-BF96-0AF7EFDFCF92}"/>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11ACE5D7-D116-478C-BDC1-D4C9219DCDF9}"/>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81AA6CD-EAD6-4016-BC18-0831B077F0B6}"/>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FB1CC602-FB0F-4CA7-B439-7EAB94A82296}"/>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56F26041-D9E6-4298-BFB8-9C56A2FD9CFE}"/>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6FCEAF8C-A901-42A2-8D83-E6E9D47ECAA4}"/>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C46FF8C0-A76C-454A-8304-F7735562FDA0}"/>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CCF2A0DC-4CD1-4796-8A4D-66A146C02CC3}"/>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36CD5262-BECA-466D-862A-90663633CD05}"/>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7109CCDE-ECA3-4075-BC96-D3AB0A045DD9}"/>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34925DDB-FEDF-4593-AFE2-4E3BD7D342E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CBAC6120-DACA-490C-8AEF-170C24EA6C20}"/>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651CFFCA-8E43-45FE-90B9-5402555AEB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0837638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8F59CDC9-E316-49D3-8BB9-AE1B2B4F1AE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62ACA8A4-035B-4FDF-8FC3-606603CDDFB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7920487F-3F0D-44E6-BC62-486EE8639D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BF65D6AB-FFDA-4BA6-84AF-6B8F2301DD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00F94FC-73C1-4351-A9B8-B33040B3FAC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45682743-8D60-4925-977B-5C21E5DE3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E84A5041-FB95-463D-9EB8-0CC2A873F4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E3382F6D-F13E-416C-95C0-052AEEE31F79}"/>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80BAE71B-AD9E-458E-941F-CFD5B34F5A7B}"/>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7F66297C-ADBE-4935-AA52-2A4DE72783EE}"/>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0B06B4D6-3AD5-417A-960D-FE24DC237632}"/>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05251DB2-4D41-45EE-8723-D7C05159224E}"/>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6B873152-CB4A-4E97-8FB5-C7B5D54D4509}"/>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55399D9-77C2-4DE4-BD59-D8B1CBD31C57}"/>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11B880EA-FBDE-40CD-8A68-903B41F8C5BB}"/>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91B5FD31-7965-4EAD-9A72-72980387EEFC}"/>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671D8EFA-5573-4213-98F3-45E69AD259C6}"/>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F594E10B-F0AB-4E21-B18C-4CA371EC33BB}"/>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611FB7D0-A8EA-4BE2-BB49-84391FDF9B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1834285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C804831A-94B0-4699-93E8-19E8E4C668E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EAF29DA1-DD4C-49EB-A373-997E22EE73D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5DC7B801-E0A2-4F96-B1EB-4424CCB794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9B49BD97-5AF3-4FCC-8A41-AB2F642B25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83D62BC-75E0-400F-8CC6-8FEFBD8CD0A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A070BAA5-76E2-45A9-9F15-6AE8A56B24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95DB9505-7C32-46F2-90C1-F169C54E8C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9054FAED-5A4E-44A6-B413-6960623999DA}"/>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EF167B95-9232-4E8D-B157-7AC0CED67CDF}"/>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8A2A849D-E482-46D6-A2FB-4B8C5B6F068F}"/>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8DB94878-9E2D-4AA7-8600-C208F35B232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8210E4BA-B836-4A72-961A-EA47B11245AD}"/>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428FA68B-8ADC-460D-B5AD-EFACE111E476}"/>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0A11E00-8734-42E8-B6A5-86CEA2ABD553}"/>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37356879-A182-4F9D-92AB-FF73EE77FC94}"/>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2C862AB1-60E3-4A2A-B1F6-1AEA1A9FD8FB}"/>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74D074B2-67F1-4AF8-9DFD-9743A12BC261}"/>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72B8502-9B66-4C88-B3B9-8F757339707F}"/>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4A98C53B-4955-428D-9F02-EB97049609D9}"/>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DC322E8F-8D99-46A4-B2D7-A435EF680EC3}"/>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F8CB3F99-93DA-43A4-B6DE-4B0E8C78BAEF}"/>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0F49923C-B11C-40D8-878A-C1536F483F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3852343"/>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0357B93D-03A7-4277-B14A-9A9E602F7B5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C465B769-5748-4134-96B5-9A60C9208C3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6869D3E8-771F-4CE2-B8BA-93714D1BFA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7158A801-07CC-43F7-86C2-DF9940EF88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55AE0AB-9932-4CAC-ABF3-FB9C4F2D64E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6EED6CF4-9813-473A-B52C-E3C1A65393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88D605EB-5C4E-4950-8949-9E60373FC0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7575F31-A4A9-478C-A156-AACB2BB564F3}"/>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EB6393C1-3121-4D4D-B885-BCE806C3FE9E}"/>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9E5926A5-AE9A-473D-93E8-809D266582DC}"/>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6FBD37B4-A72C-4083-B34D-8B884883CB92}"/>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1ADFE5F6-4BFB-4494-83E7-0F5AADF10109}"/>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5EE75422-936D-425B-B4FF-C023AA85DA59}"/>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B8B1D13E-8523-48C5-8B08-AC623815C15C}"/>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FCFBBFA0-7158-4C18-88C8-551159DA309A}"/>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981CA24A-9B8D-4346-93D5-4740AC1051A9}"/>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63066B77-4D37-4A83-81F1-4A9A2808BB4F}"/>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FF2C9951-3E66-4916-8177-6EFEF00D519B}"/>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BC1DF1A9-A9BC-445C-9054-F0BF6E7215D3}"/>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1B515BD7-0227-454E-893D-1E72BFC8B277}"/>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01A4BD48-E7FE-49A4-A1A8-907F1316B94D}"/>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F194F354-5F5C-4124-A34F-C760803D36CE}"/>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B2CFBB3F-A1C3-469F-850E-DBE8C44FFC40}"/>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F5C11357-A59C-423F-8319-0330CDA6A3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0157203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E5F541A5-2B31-4695-A788-762D17CE2A2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33916F1B-B55E-4DF8-8D79-E977CDF369B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62A58EFC-E274-4E9D-A508-B8A1F053C0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70DB560B-0813-4481-A26D-7EC7621606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648CCD8-07D4-4F35-BB39-1B727A60333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FF99427D-BCAD-447C-8FDD-FD069A64C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08025DDD-E961-4B7D-93B9-B2A26A721A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5A86BFCB-013F-4B13-BF63-ACC7778953C1}"/>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F94B6663-620B-4EA4-B036-BB6B76AF9C31}"/>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DFD075C4-CE18-4233-A8FF-4BB97BF826F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7B2CEF6A-9CB7-4077-B2FE-34F937A8F52E}"/>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79AF4A85-54C0-4C66-B842-430E17744038}"/>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946DDA86-382B-4294-A505-B5B5879F11BB}"/>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A081D496-8C6F-4B76-A961-3CD3A89F6C9F}"/>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5FE36FF0-452F-478A-A712-D3D98D1D0FA9}"/>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9AE83CA7-779C-4B52-9D16-DB4FC1945F7C}"/>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097F4A61-E69C-437B-BFFD-0A5D9C4AED16}"/>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4D7CBA16-87CF-4803-A977-1A11D09A97B1}"/>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FBACBD2A-975D-4381-A938-FE4CEBDD3B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219677"/>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9B908046-5457-47E5-B351-ABAC51AFC6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BC1566AC-6EC7-4DAD-A2EA-DABCC07E7C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13EA7408-5342-4525-916A-D000A9536BC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FCB2E34C-F492-470E-9C69-D907F4EC37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69F061AB-DB44-493A-94B2-76ADC972C1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4A69B718-B0EA-41C7-B9DF-E102E35157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9A2ABDA8-6A8D-4A35-9B02-44A9B32BEBAD}"/>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E7BE01F-48F7-4A1B-A123-8A09B8616954}"/>
              </a:ext>
            </a:extLst>
          </p:cNvPr>
          <p:cNvPicPr>
            <a:picLocks xmlns:a="http://schemas.openxmlformats.org/drawingml/2006/main" noChangeAspect="1"/>
          </p:cNvPicPr>
          <p:nvPr/>
        </p:nvPicPr>
        <p:blipFill>
          <a:blip xmlns:r="http://schemas.openxmlformats.org/officeDocument/2006/relationships" xmlns:a="http://schemas.openxmlformats.org/drawingml/2006/main" r:embed="Rdb77e3c40cb242fa"/>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6986BDCF-2A13-4063-97CA-DE0EDCD86E24}"/>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DF44DE0E-987B-4178-9A16-90660ECEDF48}"/>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275E70EE-1917-4B45-ABC5-5DC219C9877C}"/>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5FD2D355-6AF0-4A0A-89F4-53ABAAB5DBF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904F6026-C3BB-42D5-BE62-9B01054F310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88940709-8B94-4837-BEB3-2F885A8EF9C5}"/>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3B27167-88C2-4DF0-BA77-40FF3C58BABB}"/>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B2519008-F6E3-4567-8735-59DF54206AC5}"/>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A9AF126E-658B-4466-A975-5BC838759123}"/>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6492842-4A87-4BBE-9902-E4A810751F7C}"/>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6F5713C0-3B02-4B0B-8D4D-15C2EED38D62}"/>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6DC46C8F-F610-499D-BD80-83C068C85A4E}"/>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E73F53D3-8EAD-459E-8813-DDA82B26A98E}"/>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ECF647D8-271E-4C20-B3DF-5AFD131D45D3}"/>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535783B7-5B16-4D5B-97C8-CB4195713C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6785742"/>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700177CA-6C48-4FAE-A948-5EA4FC6AA16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C9392388-90C9-4B0E-B6FD-F7FFBA5E88B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27FE6D88-D13F-40F6-9BE4-678A99233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B528FA9C-637B-42C3-B01C-3F06A1C711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F0522DC3-DD21-482E-BE02-BE8B94925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BA4B2F8-1050-4FE7-A476-3001604E45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1F355513-5821-4F79-A70B-8CE929EA762A}"/>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A6D04A8F-4C28-410F-A527-D47DC4404CF6}"/>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FCC49DB-69B9-4EF7-8FF3-E2B29A9212D7}"/>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02D1BB87-9750-4643-90A4-43E328D283D1}"/>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0CD5B7F4-9DF7-463C-A70E-94A63193F67B}"/>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05A7C988-4D70-4E73-AF4C-E365407D539B}"/>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99D76432-D4EC-4E51-892B-ED84E86F8E20}"/>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17D0C66F-8B8E-4871-82C7-AED4A783AAF2}"/>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E535B5A0-D781-41C2-B101-1C9899F204BF}"/>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B06C7075-F8E6-480A-9755-B8BABE5B5359}"/>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F5B99A4E-2AE0-465D-8329-280412A3B6D3}"/>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D97B13DD-4D6A-4F0A-9FBC-07382F9BC613}"/>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D007B76A-0793-4333-9717-2307FD48A215}"/>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F91172BD-2A8E-4023-A33E-04D977C89CAA}"/>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8C992C45-195C-4FAA-871A-2D0A998E31C0}"/>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CD0CE18D-2FA1-49EA-BC2A-05E080FA6569}"/>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32368DAD-9101-4CB0-BECD-6CA3DC73A6B4}"/>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5B9086A6-D804-4FD2-86E5-9D661E0AA0EA}"/>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36F6B4D-D547-4F55-9A60-F7F5164EC454}"/>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05306DFD-AFCA-474F-8CBD-A264635F0730}"/>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14665F3E-8DA5-4E45-99EB-39F034FB1DD4}"/>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33BA4126-B0DE-4C2D-9C94-E50B5963C830}"/>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B72F2D8E-13F6-4EA0-BF06-87635F66B543}"/>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D913742C-4FBF-45CC-AB5B-A558E132B09D}"/>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712C0345-AFA7-4F48-AC98-046863AF6337}"/>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64C2D319-F191-4D9C-8E87-E6D4CF01E57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37124FF7-1E3E-4345-83BB-56E573A0C3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8146294"/>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2E64A378-9789-41EA-87E1-C185EFA12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B9AF50A4-9BE7-458C-95A8-F1EF31F690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66A91CE1-BF29-4A6C-A6FC-CCAF8B09D2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255A6B6D-87FD-4BCD-BBD7-C0D9E3B1FB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52F78765-DEE6-4FFD-9684-321FB9DA4F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59F8493A-F976-4487-9DCF-ED224C6A25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E1D77064-6CB4-4423-86D2-7C3F052659AD}"/>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0AA7DA44-7B6A-4ACA-A381-BA031224582C}"/>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E2AAED94-3389-446C-9E8A-02336DB8C962}"/>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FBEA4F66-7199-4296-8CC5-EC2704540BC6}"/>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2ED7AE7E-A7D6-4629-BD45-01AAE6BD4BA8}"/>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B466E9-5CF3-4F55-ABAD-399E3791664E}"/>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9DA52B74-F482-435C-A9F2-704FAE741311}"/>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36A9E630-C043-49BD-ACDC-A843580545D9}"/>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EB6E9B2D-CEA1-4B33-BD4A-D3ECB7E7E6CF}"/>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13BD8AA0-BD61-4C48-83E1-87D21A8DBCFF}"/>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26E682F-4081-41FC-87BC-C6FCCDBCC39D}"/>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F47C9D45-8AEF-4180-A59C-47DF52DC4598}"/>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630C5B2F-8AFD-44A7-B46F-EAD1A5504A24}"/>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4F15B4B7-ABAD-4923-97F1-7A6FC7E79F16}"/>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1D13CA5-ADDD-441A-9D55-57F1D6E40FCE}"/>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19DD73D-306E-4C72-AA26-87615F22B26C}"/>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CA5EFE73-956D-48AA-8283-887CBD8EB47B}"/>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DB50E13F-99AA-416B-AA44-BEE92D7CDF67}"/>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B6E87032-50F7-4909-B322-E2B8C346C332}"/>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53B3087E-2EAE-493F-9C49-9CA35F13099C}"/>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B6FC7D54-AB79-4109-AB48-06ECFDA41DA1}"/>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5190081A-0D07-4F87-9FE6-82CDDE939DAD}"/>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4367DF1F-CB51-48F8-A024-6EC7FB341952}"/>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639AA5E1-FFB5-4B68-80FD-D618BAD01D85}"/>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4A815B2-8524-4FB5-9A35-349410ECCEDE}"/>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08697368-DA76-4E04-8F43-34DB7FAF1D09}"/>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16307679-7886-4158-A347-7BBE909E7583}"/>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5B543D8E-5A4A-48E3-8853-05917F47F6CB}"/>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CAA4DD33-8B6D-48BC-A02A-9C0AA1855AE3}"/>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2D0761A-7C3C-498E-8AB4-DE0DF0173051}"/>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0C43F3B9-7A6A-4F38-8B70-09B5B42F2A69}"/>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23BC461F-E172-400F-9724-A459F67B8E25}"/>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64E7B842-1C13-4814-BD68-EEC85277BE71}"/>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D4DAB584-2D42-4582-8FE8-88A79D1F24DD}"/>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4D91959-C330-4B5A-BDC2-AA0A3DC9A73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D51D95CD-DBF6-4BFC-804B-3F3B85903E6D}"/>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6DBA432D-5BBA-4460-AC58-87022D733EF2}"/>
              </a:ext>
            </a:extLst>
          </p:cNvPr>
          <p:cNvPicPr>
            <a:picLocks xmlns:a="http://schemas.openxmlformats.org/drawingml/2006/main" noChangeAspect="1"/>
          </p:cNvPicPr>
          <p:nvPr/>
        </p:nvPicPr>
        <p:blipFill>
          <a:blip xmlns:r="http://schemas.openxmlformats.org/officeDocument/2006/relationships" xmlns:a="http://schemas.openxmlformats.org/drawingml/2006/main" r:embed="R86b5467a40d1406a"/>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F77F419-C8B0-498D-A7C2-F45F1F0794A2}"/>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97EE87E2-01CD-41E8-B535-E8BD4A0CBA2C}"/>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388F80B8-E9F2-47E6-B940-6ACDA5C823EB}"/>
              </a:ext>
            </a:extLst>
          </p:cNvPr>
          <p:cNvPicPr>
            <a:picLocks xmlns:a="http://schemas.openxmlformats.org/drawingml/2006/main" noChangeAspect="1"/>
          </p:cNvPicPr>
          <p:nvPr/>
        </p:nvPicPr>
        <p:blipFill>
          <a:blip xmlns:r="http://schemas.openxmlformats.org/officeDocument/2006/relationships" xmlns:a="http://schemas.openxmlformats.org/drawingml/2006/main" r:embed="R4a7355ca323649b8"/>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6B33124A-EF74-429F-99AD-B152668B49FD}"/>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84B7C451-C553-405D-8D87-C54B705FEFB4}"/>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EC5E701D-4215-4768-AC77-6AF54D018B0B}"/>
              </a:ext>
            </a:extLst>
          </p:cNvPr>
          <p:cNvPicPr>
            <a:picLocks xmlns:a="http://schemas.openxmlformats.org/drawingml/2006/main" noChangeAspect="1"/>
          </p:cNvPicPr>
          <p:nvPr/>
        </p:nvPicPr>
        <p:blipFill>
          <a:blip xmlns:r="http://schemas.openxmlformats.org/officeDocument/2006/relationships" xmlns:a="http://schemas.openxmlformats.org/drawingml/2006/main" r:embed="Rcb8fb5f166cc445b"/>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E753D65B-C39B-42A6-AF88-C1033DD02D0B}"/>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B7EE2F6A-3510-4641-AC92-0994D846ADD4}"/>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51F14B9B-82F2-49A3-A006-5CBBDEE657CF}"/>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03D1FFC2-90D2-4F87-A4D9-54D5769B70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0972013"/>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0844AE06-7EC2-4467-8D0F-67E6A2A51EE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03BB8E6E-75FB-416B-9BB1-E8BFD8304CE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2D852086-E5AB-4348-B71B-84A7F7AA1F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9194DDBD-802A-47B3-A713-D141FB2A27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8BEE623D-361D-4947-B204-2650C85000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16BA6C7F-0DF9-437B-AC7E-A9A9ABC239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8559C82-EB32-4075-9612-CF39AC0CD299}"/>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AE1FCCF8-467F-4A91-A54B-BA619D624D21}"/>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CEE99910-7744-43AE-860E-C4062AA1CFA9}"/>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3C6C78FF-7D5F-48A4-9F99-E2D4107E718D}"/>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91843C9-EBAD-4E87-8BD9-6FA69D9ABCC7}"/>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CB3CAE4C-500B-4196-979F-ACA2BC54B806}"/>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7AB9AFA2-8366-4074-B4AF-819EC4B183A1}"/>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30A3E874-D7A4-4C41-B8AA-42CBB0CA4B3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AC9FC32E-9931-44CF-B1EF-31222B004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76425722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22D07302-8DAE-4C5C-B918-52FD8EA5B7B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BE3D8E86-A422-4B2F-B8B8-1AB16CCD75C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50E21A07-4140-47C8-BAFB-55201CD823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0B5DE2A9-AC63-4A13-8F81-E43C061239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C2F53A7-DC26-4865-AFCE-7FC8220560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888750AB-AEEE-4D60-9CC7-00331F586D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CCB235CF-45AF-44D1-9059-DB01A5F90D8D}"/>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3318919B-278E-4786-BA41-251475F5CCF6}"/>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468F415C-E956-46DE-ADB3-5273A34C87B7}"/>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3AEA8DD1-7856-4B0D-B9ED-C9E6533E65CF}"/>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69770DAA-F851-451C-B959-064E46A826EC}"/>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0723B1F2-EDF6-4259-BCD1-6E51073FA2B9}"/>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83D908A1-8F5E-478C-BFBA-6EC297011C04}"/>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AAC7E223-60C8-4FA9-8F61-5C66840F6810}"/>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2182359A-1D2F-4D03-87AD-C677CEC8AFD4}"/>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9A27B713-3D0F-4BFF-9A4A-FB75F5489432}"/>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524278ED-4884-46D5-A870-AAA1E5C7365F}"/>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7AD471FD-C520-414A-B02E-85C3BFB7E426}"/>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A3C4A835-6EE9-495D-83F1-A4A44C08D71A}"/>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45B150B9-5F87-420F-8135-90A06AE8D8C8}"/>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147AA74E-B84F-4199-88AF-8895D11EA1E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8E22DBAE-E724-4260-BBEC-E2E7232C69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538515067"/>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5C18F515-5993-42A8-9E07-C3F218E49DD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004612DF-DEDB-4342-BC4A-68A912FE539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950CF27A-24F2-4B7F-BF9D-DC9AA08B21E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7B99301B-C3B2-413E-BDD5-DE6A511A3B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B8DEF33-9257-43A2-AF25-DE12F2F6C7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EF12AA6B-2198-4B3B-B5C5-6043FC0FB9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09A2307D-AE32-490E-B705-FA769B039F17}"/>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DA300F1C-334C-43F9-9989-1CF949312B6F}"/>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15B03E20-253F-4D5F-A4A1-696496A441BE}"/>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8D8BC31D-675F-43F2-A81D-4B2058356EB7}"/>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ECC5837F-D9D7-41C3-975E-9BE084FDC532}"/>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22475DA9-BB0F-4B06-AD90-A14898378D14}"/>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B8282033-1284-49CF-81C8-0F1C928B7842}"/>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EF5FFD6D-2CF2-4F6E-B26D-E9D7D38A84AF}"/>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5806DD52-0D5D-439B-AB9A-92CA213318FB}"/>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7D817C11-F5AF-42F7-9173-1220F120F393}"/>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034965CD-B4F0-43C0-AE98-83B238CFFE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870296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758BF578-FFBB-4EFC-A9B7-34CF5324F1A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5E109CF1-B46C-4987-9CAA-E0FD0575165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EC87C648-A1D3-4483-9C9B-842B272CFB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B84A8987-F60E-4A71-8EF7-1DCB77209D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CE4B50C3-17D5-4816-A100-D8CFF3AA8E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6E9D4AC1-FF47-4854-9B31-35BDDCDE8A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E968C395-D1B6-44A5-92C2-42A1EA71E4FA}"/>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EDF4AFC1-02DB-455B-B2C0-A564713139E5}"/>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51AD442-68C8-42AD-A557-F646EA464B41}"/>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F795878-42D9-47C5-90E3-F6914B57881E}"/>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D2FBE58E-1B62-406B-A856-902F852B22B4}"/>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A1630778-B6B0-4E81-9FC3-062CF3FF8529}"/>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628D884F-B7E6-4181-BD1D-69D7C4E0EA09}"/>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E3E7DC2-0C56-42CD-A6F2-A00EE0001490}"/>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4E9F5D32-CA1D-42AE-9314-8A77C6180CF0}"/>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24F4FF9B-A7A7-469C-86B5-C8A02FCDF5E4}"/>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4DD53C5A-DF60-455A-9F3F-D97B438EE365}"/>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A3EDCEDD-E135-44DB-94E6-D6CD7BDF55A8}"/>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5B71F37-75C9-48A9-8ACC-E866CFCDD782}"/>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955F6156-BF39-4099-9A6D-311E04B0C48D}"/>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8417641C-03E7-4B9D-B4C1-A51D6ED16077}"/>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D26294F9-25B0-4575-B698-CDEDFB089154}"/>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2F3D69C3-74A8-4CB9-B10C-A40950B95FE0}"/>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16A77268-78BE-4BD3-BAA4-CBD85EF080D2}"/>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0E1C7DFC-0D94-4814-8DBB-6164A4AB214C}"/>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D6E6F632-7171-4073-956B-1600EB12A71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804249A7-9A5E-4347-9E75-55DB0ECB438F}"/>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13563E16-4EB0-4995-970B-EC01E9D3E6EA}"/>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47375D2-6881-4F7A-8C43-A387C3478439}"/>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817BDE7D-95CE-44A2-94E4-DE1CE9CBC8B5}"/>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0FAD257C-5CAB-4F17-A8F3-4EDBE5F91454}"/>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D195BBC8-FE87-4BC9-8EB4-58726BDF8E9D}"/>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610A25B5-5A87-4915-AA02-4467ED3AB3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23380207"/>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4CAD04F0-3943-43D3-8782-60F05FC17E0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4654E3CE-F44B-470C-A78E-746C026E3D8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962A55C6-7A65-45FC-9C14-F18046C64B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6C233F6E-9D3B-4135-A22E-F3497F5970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0C451C18-0668-45B3-B688-6439BD7B7C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CFD1E0FB-8E3D-4049-8DCF-72322D62FC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945FA22E-B73D-4473-9624-DF39D3193682}"/>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1E38D7A0-6683-44EA-BEAD-017167232F80}"/>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5E1CCEB8-23D1-4239-98AF-76AD3F5BFDB7}"/>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860AA494-0506-41E5-8EF5-D47D61806114}"/>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15087F91-849E-4D4C-B4B8-875D13F7F078}"/>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1661DC62-563B-4CEE-81A9-C340703E37BE}"/>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F02D9B57-2C51-4E73-9626-2CD9D9823F39}"/>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98C42FB-3D57-4328-843E-9EDEE0DA7550}"/>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BD06E771-8F9E-4B2F-9386-7AE3A12D47AF}"/>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F2BE9EF9-CEA6-4579-B300-3F1F4878664A}"/>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48C613E4-2DA8-4EFC-8A0D-6BE8F4F449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648097692"/>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8FD937BB-A5E5-4581-BF77-E8D2B568C2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8882C7F1-B11D-4C29-A013-21E626E713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84F2A8DF-45B5-4639-9250-35CB5A4505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7BDC1E4F-58DC-42F8-8D8E-58A72B0DB2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8AE2A8DE-2216-42F2-8935-ACD3B6410E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43B5482-36A9-433F-9B63-90EA2CB7E1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0BF51BEE-42D6-4D39-803D-378EBA7F2DEC}"/>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47BCB0A5-C2DD-4566-9CAE-14B2828817D7}"/>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82EF0400-DDC0-43A9-AB72-836FD2B4B007}"/>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C49CD88A-9A07-484D-A8BE-70F17306C99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D8591AF1-4168-4498-B094-28FCAB1AC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543349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2026-10-23T07:03:54.9080000Z</dcterms:created>
  <dcterms:modified xsi:type="dcterms:W3CDTF">2026-10-23T07:03:54.9080000Z</dcterms:modified>
</coreProperties>
</file>